
<file path=[Content_Types].xml><?xml version="1.0" encoding="utf-8"?>
<Types xmlns="http://schemas.openxmlformats.org/package/2006/content-types">
  <Default Extension="bin" ContentType="application/vnd.openxmlformats-officedocument.oleObject"/>
  <Default Extension="png" ContentType="image/png"/>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ink/ink350.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4" r:id="rId3"/>
    <p:sldId id="257" r:id="rId4"/>
    <p:sldId id="274" r:id="rId5"/>
    <p:sldId id="275" r:id="rId6"/>
    <p:sldId id="276" r:id="rId7"/>
    <p:sldId id="277" r:id="rId8"/>
    <p:sldId id="258" r:id="rId9"/>
    <p:sldId id="259" r:id="rId10"/>
    <p:sldId id="260" r:id="rId11"/>
    <p:sldId id="261" r:id="rId12"/>
    <p:sldId id="262" r:id="rId13"/>
    <p:sldId id="263" r:id="rId14"/>
    <p:sldId id="265" r:id="rId15"/>
    <p:sldId id="266" r:id="rId16"/>
    <p:sldId id="267" r:id="rId17"/>
    <p:sldId id="268" r:id="rId18"/>
    <p:sldId id="269" r:id="rId19"/>
    <p:sldId id="270" r:id="rId20"/>
    <p:sldId id="271" r:id="rId21"/>
    <p:sldId id="272" r:id="rId22"/>
    <p:sldId id="273" r:id="rId23"/>
    <p:sldId id="280" r:id="rId24"/>
    <p:sldId id="281" r:id="rId25"/>
    <p:sldId id="282" r:id="rId26"/>
    <p:sldId id="283" r:id="rId27"/>
    <p:sldId id="284" r:id="rId28"/>
    <p:sldId id="285" r:id="rId29"/>
    <p:sldId id="290" r:id="rId30"/>
    <p:sldId id="291" r:id="rId31"/>
    <p:sldId id="292" r:id="rId32"/>
    <p:sldId id="293" r:id="rId33"/>
    <p:sldId id="294" r:id="rId34"/>
    <p:sldId id="286" r:id="rId35"/>
    <p:sldId id="287" r:id="rId36"/>
    <p:sldId id="288" r:id="rId37"/>
    <p:sldId id="289" r:id="rId38"/>
    <p:sldId id="298" r:id="rId39"/>
    <p:sldId id="299" r:id="rId40"/>
    <p:sldId id="300" r:id="rId41"/>
    <p:sldId id="301" r:id="rId42"/>
    <p:sldId id="302" r:id="rId43"/>
    <p:sldId id="303" r:id="rId44"/>
    <p:sldId id="304" r:id="rId45"/>
    <p:sldId id="305" r:id="rId46"/>
    <p:sldId id="278" r:id="rId47"/>
    <p:sldId id="279" r:id="rId48"/>
    <p:sldId id="295" r:id="rId49"/>
    <p:sldId id="296" r:id="rId50"/>
    <p:sldId id="297" r:id="rId51"/>
    <p:sldId id="306" r:id="rId52"/>
    <p:sldId id="307" r:id="rId53"/>
    <p:sldId id="308" r:id="rId54"/>
    <p:sldId id="309" r:id="rId55"/>
    <p:sldId id="310" r:id="rId56"/>
    <p:sldId id="311" r:id="rId57"/>
    <p:sldId id="312" r:id="rId58"/>
    <p:sldId id="313" r:id="rId59"/>
    <p:sldId id="314" r:id="rId60"/>
    <p:sldId id="315" r:id="rId6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9" d="100"/>
          <a:sy n="69" d="100"/>
        </p:scale>
        <p:origin x="13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wmf"/><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image" Target="../media/image4.wmf"/><Relationship Id="rId4"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image" Target="../media/image8.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image" Target="../media/image11.wmf"/><Relationship Id="rId1" Type="http://schemas.openxmlformats.org/officeDocument/2006/relationships/image" Target="../media/image10.wmf"/><Relationship Id="rId4" Type="http://schemas.openxmlformats.org/officeDocument/2006/relationships/image" Target="../media/image13.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image" Target="../media/image14.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image" Target="../media/image16.wmf"/></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5T04:52:05.051"/>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C8DB9BA3-5EA9-4EF4-BF51-F27630104A98}" emma:medium="tactile" emma:mode="ink">
          <msink:context xmlns:msink="http://schemas.microsoft.com/ink/2010/main" type="writingRegion" rotatedBoundingBox="4784,13443 29562,14848 29260,20162 4482,18757"/>
        </emma:interpretation>
      </emma:emma>
    </inkml:annotationXML>
    <inkml:traceGroup>
      <inkml:annotationXML>
        <emma:emma xmlns:emma="http://www.w3.org/2003/04/emma" version="1.0">
          <emma:interpretation id="{0342C7EA-13F8-4D21-887C-1E57B923A524}" emma:medium="tactile" emma:mode="ink">
            <msink:context xmlns:msink="http://schemas.microsoft.com/ink/2010/main" type="paragraph" rotatedBoundingBox="23140,15359 27412,15105 27537,17195 23265,17450" alignmentLevel="2"/>
          </emma:interpretation>
        </emma:emma>
      </inkml:annotationXML>
      <inkml:traceGroup>
        <inkml:annotationXML>
          <emma:emma xmlns:emma="http://www.w3.org/2003/04/emma" version="1.0">
            <emma:interpretation id="{87A02887-2DE4-48A6-9E37-857DDE0EBBB1}" emma:medium="tactile" emma:mode="ink">
              <msink:context xmlns:msink="http://schemas.microsoft.com/ink/2010/main" type="line" rotatedBoundingBox="23140,15359 27412,15105 27537,17195 23265,17450"/>
            </emma:interpretation>
          </emma:emma>
        </inkml:annotationXML>
        <inkml:traceGroup>
          <inkml:annotationXML>
            <emma:emma xmlns:emma="http://www.w3.org/2003/04/emma" version="1.0">
              <emma:interpretation id="{18163DB3-F260-4541-B7F3-22940BD4A4DA}" emma:medium="tactile" emma:mode="ink">
                <msink:context xmlns:msink="http://schemas.microsoft.com/ink/2010/main" type="inkWord" rotatedBoundingBox="23140,15359 27412,15105 27537,17195 23265,17450"/>
              </emma:interpretation>
            </emma:emma>
          </inkml:annotationXML>
          <inkml:trace contextRef="#ctx0" brushRef="#br0">13488-503 75 0,'0'0'310'0,"0"-15"-11"0,0 15-19 0,16-22-18 16,-7 12-15-16,13-6-7 0,5 2-15 0,13-9-21 16,3 6-15-16,1-1-14 0,5 2-21 0,0 0-12 0,0-1-20 15,1 5-11-15,2 1-21 0,1 5-26 16,-4 6-43-16,1 0-36 0,-7 2-49 0,-2 3-46 15,2 2-70-15,-12 5-294 0,-5-3-513 0,-6 1 228 0</inkml:trace>
          <inkml:trace contextRef="#ctx0" brushRef="#br0" timeOffset="281.1804">14476-451 239 0,'-2'-17'439'0,"2"17"16"0,-1-14 0 15,1 14 6-15,0-13-4 0,0 13-24 0,0 0-33 16,1-15-33-16,-1 15-29 0,0 0-24 0,0 0-15 0,0 0-3 16,0 0-15-16,0 0-11 0,13 33-19 0,-10-15-19 15,5 9-16-15,-2 14-19 0,2-6-16 16,5 7-28-16,-5-1-14 0,4 0-10 0,1 3-9 0,-5 0-12 15,1-1-17-15,2 2-10 0,-3-4-33 0,0 0-51 16,0 0-70-16,-8-1-73 0,3-9-91 0,0-3-89 16,2-4-97-16,2-7-120 0,-4 0-408 0,0-7-1028 15,0-3 455-15</inkml:trace>
          <inkml:trace contextRef="#ctx0" brushRef="#br0" timeOffset="749.9213">15777-611 3319 0,'0'0'203'15,"0"0"-90"-15,0 0-10 0,0 0-11 0,0 0 3 16,-51 13 17-16,51-13 12 0,-13 13 7 0,7-4 2 15,6-9 6-15,-10 18 4 0,6-7 4 0,-3 2-1 16,4 3-4-16,2 3-2 0,-2 0-2 0,1-5-8 16,2 3-12-16,-2-3-9 0,4 6-10 0,-2-1-6 0,2 0-10 15,1-1-8-15,1 1-8 0,1-2-6 16,0-1-6-16,3 1-6 0,-2 2-1 0,2-3-5 16,0-1-9-16,0-2-2 0,0-1 5 0,9 0-10 0,-6-3 5 15,3 1 2-15,4-4 2 0,-1-1-2 0,1-2 5 16,-18-3 8-16,36 0-2 0,-14-4 6 0,-1 0 5 15,2-5-10-15,4-3 6 0,-5 0-6 0,-1-6 2 16,1 1-9-16,-5-1-3 0,-1-3-4 0,3 0 1 16,-5-2-4-16,-4 5 4 0,-2-4-13 0,-2-4 0 15,0 4-3-15,-6 3-1 0,5-3-4 0,-10 3 5 16,-1 1-3-16,-5-5 3 0,-6 6-9 0,-1-3-4 16,-6 4-4-16,1 6-12 0,-4-1-13 0,-6 0-19 15,7 8-20-15,-15-5-23 0,-1 8-39 0,10 1-35 16,0 1-44-16,4 5-60 0,0 0-33 0,1 5-51 15,0 0-72-15,11 0-92 0,2-1-308 0,1-3-889 16,-3 5 394-16</inkml:trace>
          <inkml:trace contextRef="#ctx0" brushRef="#br0" timeOffset="1187.3595">17200-817 3511 0,'0'0'231'15,"0"0"-102"-15,0 0-60 0,0 0-31 0,0 0-9 16,0 0 24-16,0 0 22 0,0 0 21 0,0 0 8 0,4 24 7 16,-4-24-2-16,6 19 4 0,-4-10 8 0,2 5-5 15,-2-2 7-15,4 6 8 0,-1-4-5 16,-4 2-4-16,1-1-8 0,3 4-6 0,-2-1-5 0,3-1 2 15,1-1-1-15,-1-1 3 0,2 0-9 0,-2 2-2 16,5-5 7-16,0 2 10 0,2 0-4 0,6 3 8 16,-2-6 7-16,9 5 0 0,-9-9-6 0,7-4-2 15,1 1 7-15,2-4-27 0,1-1-4 0,-7-2 5 16,6-4 0-16,-4 1-10 0,-4-7-2 0,5 3 1 16,0-7 0-16,-10 7 6 0,-3-5-8 0,3-8-84 15,-7 8 0-15,-3-10 0 0,-4 0 0 0,-4-2 0 16,2-2 0-16,-11 0 0 0,5-9 0 0,-12 4 0 15,-1 1 0-15,4 7 0 0,-4 4 0 0,1-1 0 16,-2 6 0-16,-4 2 0 0,0 3 0 0,2 6 0 16,-3 3 0-16,-3 3 0 0,-2 3 0 0,-6 8 0 15,-3 3 0-15,-8 4-37 0,7-3-331 0,-7 10-79 0,-24 10-87 16,5-1-125-16,-8-2-366 0,-4-4-1109 0,-4 3 490 16</inkml:trace>
          <inkml:trace contextRef="#ctx0" brushRef="#br0" timeOffset="1765.4487">14820 935 138 0,'0'0'341'0,"0"0"0"0,-3 13-8 16,3-13-18-16,-3 17-15 0,1-9-16 0,2-8-2 0,0 25-7 15,0-17-13-15,0 6-8 0,0 0-3 16,-1-1-16-16,-2 0-20 0,7-4-9 0,-2 6-14 16,4 0-10-16,-4-1-2 0,4-2-15 0,1 6-6 0,5-8-6 15,1 2-8-15,-2 2-9 0,6-3-3 0,-2 1 3 16,2-4-13-16,3-2-7 0,7 2 4 0,-8-4-7 15,2 0-7-15,4-4 9 0,2-2-22 0,0-4-6 16,0-2-5-16,-4 1-7 0,3-6-6 0,-4-3-7 16,0 5-4-16,-3-8-3 0,-2 1-4 0,1 0-8 15,-4-4-5-15,-5-1 5 0,-1 1-9 0,0-5-2 16,-3-4-6-16,-7 3 0 0,-2-2-2 0,-6 2-11 16,-1-9-2-16,-5 15-9 0,-3-3-5 0,-1 5-5 15,-2 2-1-15,-5 2-13 0,1 11-14 0,0-2-12 16,-1 2-18-16,-3 7-17 0,-2 5-27 0,4 1-40 15,-1 8-41-15,6-6-34 0,0 6-54 0,3 2-48 16,2 2-64-16,9-6-92 0,-4-3-318 0,10 4-866 16,-2-5 384-16</inkml:trace>
          <inkml:trace contextRef="#ctx0" brushRef="#br0" timeOffset="2093.5515">16366 589 80 0,'0'0'447'0,"0"-14"-3"0,0 14 6 0,2-16 1 16,-2 16 2-16,0-11-22 0,0 11-15 0,0 0-23 15,-2-14-25-15,2 14-13 0,0 0-37 0,0 0-18 16,0 0-21-16,0 0-26 0,0 0-23 0,0 0-17 15,0 0-14-15,0 0-15 0,0 0-20 0,0 0-12 0,-5 44-5 16,4-26-20-16,1 8-15 0,-2 3-11 0,2 0-12 16,-1 11 8-16,4 0-16 0,1 7-19 0,3-3-11 15,-4-3-34-15,3 2-53 0,-4 3-70 0,-2-2-79 16,11-2-92-16,-8-2-86 0,0-1-108 0,-1-13-534 16,-2-2-1088-16,0-8 482 0</inkml:trace>
          <inkml:trace contextRef="#ctx0" brushRef="#br0" timeOffset="2536.8882">17469 445 386 0,'0'0'405'0,"-19"-15"-6"0,19 15-1 0,0 0-13 16,0 0-13-16,0 0-28 0,0 0-26 0,-8-9-25 15,8 9-22-15,0 0-19 0,0 0-15 0,0 0-12 16,0 0-8-16,-14 25-11 0,14-25-4 0,-13 24-9 16,9-13-14-16,-1 6-12 0,-3-1-8 0,3-4-15 15,8 13-9-15,-9 1-9 0,3 1-8 0,3-7-7 16,0 4-12-16,5-5-7 0,-1-5-9 0,4 11-7 15,3-2-6-15,2-6-6 0,6 0 0 0,-2 4-4 16,4-2-6-16,-2-10-5 0,-3 0-3 0,11 0 2 16,-5 0-6-16,0-3-2 0,5-6-2 0,1 1-3 15,-7-2 2-15,6-5-3 0,-4-4-1 0,-2-1 1 16,4-4-4-16,-8 0-6 0,2-3 9 0,0-2 15 16,-8-5-12-16,-3 2-1 0,-1-3-4 0,-7-3-2 15,-2-3-2-15,-4-6 1 0,-7 1-8 0,-1-1 1 0,3 10-2 16,-7 1-3-16,3 5-4 0,-7-3-1 0,3 6-12 15,-5 5-9-15,-1 2-16 0,-2 5-42 16,-5 2-33-16,-11 5-49 0,-2 8-65 0,5 1-57 0,-7 6-59 16,-7 5-64-16,-17 11-80 0,0-5-478 0,-5 7-1033 15,-2-4 458-15</inkml:trace>
        </inkml:traceGroup>
      </inkml:traceGroup>
    </inkml:traceGroup>
    <inkml:traceGroup>
      <inkml:annotationXML>
        <emma:emma xmlns:emma="http://www.w3.org/2003/04/emma" version="1.0">
          <emma:interpretation id="{AF47CD05-F746-44EC-A95A-DE655FCD9E79}" emma:medium="tactile" emma:mode="ink">
            <msink:context xmlns:msink="http://schemas.microsoft.com/ink/2010/main" type="paragraph" rotatedBoundingBox="4784,13443 29562,14848 29260,20162 4482,18757" alignmentLevel="1"/>
          </emma:interpretation>
        </emma:emma>
      </inkml:annotationXML>
      <inkml:traceGroup>
        <inkml:annotationXML>
          <emma:emma xmlns:emma="http://www.w3.org/2003/04/emma" version="1.0">
            <emma:interpretation id="{A3760BEA-A176-4371-9E11-2B7139E6A98B}" emma:medium="tactile" emma:mode="ink">
              <msink:context xmlns:msink="http://schemas.microsoft.com/ink/2010/main" type="line" rotatedBoundingBox="4784,13443 29562,14848 29260,20162 4482,18757"/>
            </emma:interpretation>
          </emma:emma>
        </inkml:annotationXML>
        <inkml:traceGroup>
          <inkml:annotationXML>
            <emma:emma xmlns:emma="http://www.w3.org/2003/04/emma" version="1.0">
              <emma:interpretation id="{655A32F5-EA2E-47C9-946B-F2633B28B635}" emma:medium="tactile" emma:mode="ink">
                <msink:context xmlns:msink="http://schemas.microsoft.com/ink/2010/main" type="inkWord" rotatedBoundingBox="4660,15627 5975,15701 5861,17698 4547,17623"/>
              </emma:interpretation>
              <emma:one-of disjunction-type="recognition" id="oneOf0">
                <emma:interpretation id="interp0" emma:lang="" emma:confidence="0.5">
                  <emma:literal>.</emma:literal>
                </emma:interpretation>
                <emma:interpretation id="interp1" emma:lang="" emma:confidence="0">
                  <emma:literal>/</emma:literal>
                </emma:interpretation>
                <emma:interpretation id="interp2" emma:lang="" emma:confidence="0">
                  <emma:literal>,</emma:literal>
                </emma:interpretation>
                <emma:interpretation id="interp3" emma:lang="" emma:confidence="0">
                  <emma:literal>I</emma:literal>
                </emma:interpretation>
                <emma:interpretation id="interp4" emma:lang="" emma:confidence="0">
                  <emma:literal>v</emma:literal>
                </emma:interpretation>
              </emma:one-of>
            </emma:emma>
          </inkml:annotationXML>
          <inkml:trace contextRef="#ctx0" brushRef="#br0" timeOffset="1.02997E6">-5104 1310 142 0,'0'0'186'0,"0"0"-3"0,0 0-5 0,6-16 0 16,-6 16-11-16,0 0-5 0,0 0-9 0,0-10-5 16,0 10-2-16,0 0 1 0,0 0 1 0,0 0-1 15,0 0 4-15,0 0-5 0,0 0 6 0,0 0-14 16,0 0-5-16,0 0-7 0,0 0-9 0,0 0-4 15,0 0-8-15,0 0-7 0,0 0-6 0,0 0-6 16,0 0-7-16,0 0 4 0,3 45-3 0,4-27 10 16,-1 4-8-16,2 1-7 0,0 2 4 0,-2-10-2 15,4 6-8-15,2 2-3 0,-1-5 18 0,0-3-21 16,2-1-5-16,1 0 10 0,2-5-5 0,3 2 23 16,0-5-7-16,2-5 21 0,4-2 9 0,3-8 0 15,13-10 2-15,-1-12-4 0,-2-2-2 0,14-26-11 16,5-6-1-16,-3-7 14 0,20-45 18 0,-3 3-7 15,-9-8 10-15,3-3 16 0,-2-5-6 0,-5 4 1 16,1 4-15-16,-7 6-8 0,-11 36-18 0,-5-2-5 16,7 4-13-16,-8 8-9 0,-1 7-6 0,-7 12-2 15,-5 10-8-15,5-3-11 0,-9 10 2 0,-4 5-2 0,0 8-10 16,-1 0-4-16,-7 7-6 0,2 0-28 0,-2 6-36 16,-6 8-63-16,13-12-86 0,-7 6-102 0,-6 6-108 15,0 0-169-15,22-4-423 0,-22 4-1073 16,0 0 475-16</inkml:trace>
        </inkml:traceGroup>
        <inkml:traceGroup>
          <inkml:annotationXML>
            <emma:emma xmlns:emma="http://www.w3.org/2003/04/emma" version="1.0">
              <emma:interpretation id="{A84938F7-A2B6-44F6-96E5-42EA3FDCEEBC}" emma:medium="tactile" emma:mode="ink">
                <msink:context xmlns:msink="http://schemas.microsoft.com/ink/2010/main" type="inkWord" rotatedBoundingBox="5778,13500 8424,13650 8350,14938 5705,14788"/>
              </emma:interpretation>
              <emma:one-of disjunction-type="recognition" id="oneOf1">
                <emma:interpretation id="interp5" emma:lang="" emma:confidence="1">
                  <emma:literal/>
                </emma:interpretation>
              </emma:one-of>
            </emma:emma>
          </inkml:annotationXML>
          <inkml:trace contextRef="#ctx0" brushRef="#br0" timeOffset="1.01749E6">-3851-1498 11 0,'0'0'284'0,"-20"-4"-19"0,20 4-24 15,-15-7-20-15,15 7 1 0,-18-9 5 0,18 9-1 16,0 0-20-16,-16-5-15 0,16 5-14 0,0 0-14 0,0 0-17 15,-16-2-2-15,16 2-18 0,0 0-3 0,0 0 10 16,0 0-23-16,0 0-8 0,-11 17 30 0,11-17-4 16,6 16-7-16,-3 1 2 0,0-2 15 0,2-1-10 15,2 1-7-15,-3 3-7 0,3-1-17 0,4-1-8 16,-2 1-7-16,2-2-8 0,-1 2 2 0,2-2-4 16,3 0-5-16,0-7-2 0,11 6-4 0,4-10 1 15,0 1 6-15,16-3 5 0,3-10 3 0,3-9 4 16,5-2 13-16,33-18 10 0,44-22 1 0,-8-5 8 15,6-6 1-15,0 3 0 0,1 2 7 0,-3-1 0 16,-4 2-2-16,-40 16 4 0,37-15 8 0,-38 16 7 16,5 1-1-16,-9 0-6 0,4-1 5 0,-3 3-28 15,-6 6-8-15,-3-1-10 0,-19 17-8 0,-5-7-6 16,1 6 1-16,-6 3-16 0,4 0-4 0,-7 1-9 16,-13 5-4-16,-4-2-4 0,3 8-14 0,0-4 4 15,-3 3-47-15,-4 5-85 0,-1 1-109 0,2 2-143 16,-21 1-172-16,38 1-600 0,-38-1-1222 0,0 0 541 0</inkml:trace>
        </inkml:traceGroup>
        <inkml:traceGroup>
          <inkml:annotationXML>
            <emma:emma xmlns:emma="http://www.w3.org/2003/04/emma" version="1.0">
              <emma:interpretation id="{6EF0A53D-4490-4DDD-AC52-106636A7999F}" emma:medium="tactile" emma:mode="ink">
                <msink:context xmlns:msink="http://schemas.microsoft.com/ink/2010/main" type="inkWord" rotatedBoundingBox="9672,15559 18120,16038 17923,19519 9475,19040"/>
              </emma:interpretation>
              <emma:one-of disjunction-type="recognition" id="oneOf2">
                <emma:interpretation id="interp6" emma:lang="" emma:confidence="1">
                  <emma:literal/>
                </emma:interpretation>
              </emma:one-of>
            </emma:emma>
          </inkml:annotationXML>
          <inkml:trace contextRef="#ctx0" brushRef="#br0" timeOffset="-12928.6654">2771 2216 162 0,'0'0'382'15,"0"0"-14"-15,-19-15-15 0,19 15-13 0,0 0-8 0,0 0-25 16,0 0-15-16,0 0-12 0,0 0-15 0,0 0-2 16,0 0-6-16,0 0-9 0,-22 29-5 0,21-19-11 15,-4 5-18-15,3-3-14 0,-4 3-12 0,3 4-12 16,0 0-9-16,1 0-11 0,2 7-6 0,0-7-21 15,2 1-5-15,2 7-12 0,1-2-11 0,0-7-1 16,6 4-19-16,-2-3-3 0,6 1 1 0,2 4-17 16,0-8-6-16,4-1-7 0,-1 1-4 0,6-7-3 15,-7-2-2-15,4-3-10 0,3-4 1 0,1-3-3 16,-2-2-2-16,-5 0-3 0,-2-5-1 0,4-3-2 16,-2-2-2-16,1-4 3 0,-2 0-1 0,-5-1-3 15,-1-6 5-15,-5 2 0 0,-5-6-5 0,0-9 1 16,-3 9-3-16,-6-11 1 0,-1-1-8 0,-5 5-5 15,-2-3-4-15,-1 14-5 0,1-4-9 0,-6 5-8 16,-1 8-7-16,0 1-10 0,-2 3-10 0,4 4-11 16,-8 4-15-16,-2 6-25 0,4 4-31 0,0 4-34 0,-2 0-30 15,10-2-30-15,-2 7-33 0,4-2-37 16,-4 6-50-16,10-8-64 0,1 6-360 0,-5-7-833 16,13-2 368-16</inkml:trace>
          <inkml:trace contextRef="#ctx0" brushRef="#br0" timeOffset="-12366.2126">4048 2067 17 0,'0'0'382'0,"-9"-11"-12"16,9 11-11-16,-5-11-10 0,5 11-3 0,-3-14-11 16,3 14-18-16,0 0-11 0,8-20-21 0,-2 13-18 0,7-6-14 15,1 7-18-15,0-4-7 0,5 2-4 0,-3 1-14 16,0 0-25-16,3-1-15 0,-4 4-15 0,3 1-18 16,-18 3-13-16,25-3-10 0,-25 3-19 0,25 7-6 15,-25-7-7-15,19 13-9 0,-11-7-5 0,0 7-7 16,-1-1-7-16,-6 0-12 0,-1 2-1 0,-1 1-8 15,-4 3-10-15,-2 1-15 0,0 3-9 0,-3-7-10 16,-4 8-9-16,0-2-8 0,-1 2-12 0,1-9-7 16,2-2-3-16,-3 4-10 0,4-4-2 0,2-1 2 15,1-6-9-15,8-5 11 0,-13 14 3 0,13-14-4 16,-11 7 0-16,11-7 8 0,0 0 17 0,0 0 1 16,0 0-4-16,0 0 10 0,0 0-6 0,0 0 25 0,0 0 10 15,0 0 10-15,52-14 12 0,-52 14 2 0,27-7 1 16,-9 5 5-16,2 2 5 0,-20 0 2 0,36 2 9 15,-7 5 5-15,-10-4-11 0,0 2 9 0,-2 2-1 16,2 0 4-16,-3 5-7 0,6 2-5 0,-8-3 1 16,1 4-6-16,-3-2 0 0,-4 4-4 0,-2-1 0 15,-1-2-4-15,-10 7-4 0,4-2-1 0,-5-1-2 16,-2 1-2-16,-7 0-2 0,-4 1-3 0,-1 0-4 16,-2-1-8-16,-5-5-15 0,-2 1-17 0,-1-3-21 15,-3 0-17-15,3-2-20 0,-3-6-26 0,-2 1-31 16,5-5-19-16,-3-3-14 0,-2 0-29 0,7-5-50 15,-1 0-51-15,2-9-57 0,2 2-319 0,-3-11-740 16,1-9 328-16</inkml:trace>
          <inkml:trace contextRef="#ctx0" brushRef="#br0" timeOffset="-11538.1486">4333-82 281 0,'0'0'345'16,"0"0"-9"-16,0 0-13 0,-21-3-11 0,21 3-1 16,0 0-2-16,0 0 3 0,0 0-8 0,0 0-13 15,49-18-23-15,-30 11-11 0,10 0-16 0,-1-3-17 16,11-4-20-16,-7 3-18 0,11 4-16 0,-10 4-15 16,16-10-16-16,-8 4-17 0,-11 1-9 0,0 1-14 15,2 0-8-15,-4 3-11 0,-4-1-5 0,-4 2-3 16,1-3-16-16,-2 5 3 0,-2-3-5 0,-17 4-6 15,21-3 5-15,-21 3-7 0,0 0 0 0,25 0 0 0,-25 0 5 16,0 0-8-16,18 10 1 0,-12 1-2 0,-1 4 0 16,2 7-2-16,1 8 3 0,0 10 0 0,3 8 3 15,-1 1 8-15,-2 5-7 0,6 21 6 0,-1 3 8 16,2 1 4-16,4 2 4 0,2 6 8 0,1 4 4 16,6 33-5-16,-2-40 3 0,5 43-4 0,-4-38 8 15,2 41 0-15,4-12-3 0,-11-32 0 0,-3 5-2 16,6 31 7-16,-4-41 9 0,-9 3 0 0,4 3 10 15,-2-3 3-15,-2-1 2 0,-6-6-74 0,-3-1-35 16,2-4 0-16,-4-17 0 0,-1-3 0 0,2 0 0 16,3-1 0-16,1-2 0 0,-3-5 0 0,3 3 0 15,1-7 0-15,1 1 0 0,0-3 0 0,-2-8 0 0,0-4 0 16,2 0 0-16,0 2 0 0,-2 2 0 0,1-4 0 16,-1-3 0-16,0 3 0 0,-1-2 0 15,-2-7 0-15,4-1 0 0,-1 5 0 0,-5-2 0 0,4-5 0 16,-3-3 0-16,-1 4 0 0,-1-2 0 0,4 3 0 15,-4-6 0-15,0-10 0 0,1 23 0 0,-6-12 0 16,4 1 0-16,-1 2 0 0,-3-4 0 0,-1 4 0 16,0-2 0-16,-2 2 0 0,-6-1 0 0,-4-5 0 15,-10 5 0-15,-12 0 0 0,-9 0 0 0,0-4 0 16,-8-6 0-16,-22 1 0 0,-4-7 0 0,1-1 0 16,4-5 0-16,20-4-531 0,-2-6-113 0,-18-7-526 15,29-2-1267-15,-16-14 561 0</inkml:trace>
          <inkml:trace contextRef="#ctx0" brushRef="#br0" timeOffset="-8866.2837">5915 78 241 0,'4'-15'296'0,"-4"4"0"0,4-3-2 0,-1 1-14 15,-2-4-9-15,1 4 2 0,-2 13-14 0,5-20-7 16,-5 8-6-16,0 12-9 0,0-19-11 0,0 7 1 0,0-2 7 16,0 14-3-16,0-18-6 0,0 18-6 15,1-11-2-15,-1 11-7 0,0 0-8 0,-1-17-8 0,1 17-11 16,0 0-8-16,0 0-14 0,0 0-6 0,-7-8-15 16,7 8-12-16,0 0-11 0,0 0-5 0,0 0-13 15,0 0-4-15,0 47-3 0,2-21 1 0,4 15 7 16,1 4-2-16,-1 2 1 0,2 4 8 0,0 5 11 15,9 17 3-15,0 4-4 0,-2-1-3 0,-1 5 2 16,3 1 1-16,5 9-2 0,-4 0-4 0,10 33 4 16,-10-35-52-16,-3 37-63 0,0-37 0 0,-1-2 0 15,0 42 0-15,2-41 0 0,-5 2 0 0,-3 0 0 16,-2 40 0-16,7-42 0 0,-4 35 0 0,-1-43 0 16,3 0 0-16,-1 7 0 0,-2-5 0 0,3-4 0 15,-2 0 0-15,-1-5 0 0,-2-19 0 0,5 0 0 0,5 16 0 16,-8-22 0-16,0-1 0 0,3-1 0 0,2 2 0 15,-4-8 0-15,1 0 0 0,-1 0 0 16,-6-13 0-16,5-1 0 0,3 0 0 0,-4-1 0 0,-1-6 0 16,-3 0 0-16,5-5 0 0,-3 2 0 0,1-5 0 15,-3-1 0-15,4-3 0 0,-4 5 0 0,-3-12 0 16,3 10 0-16,-3-10 0 0,8 12 0 0,-8-12 0 16,0 12 0-16,0-12 0 0,0 0 0 0,6 11 0 15,-6-11 0-15,0 0 0 0,0 0 0 0,2 11 0 16,-2-11 0-16,0 0 0 0,0 0 0 0,0 0 0 15,0 0 0-15,0 0 0 0,0 0 0 0,0 0 0 16,3 12 0-16,-3-12 0 0,0 0 0 0,0 0 0 16,0 0 0-16,0 0 0 0,6 10 0 0,-6-10 0 0,0 0 0 15,0 0 0-15,18 9 0 0,-18-9 0 16,26 2 0-16,-7-2 0 0,11 0 0 0,1 1 0 16,18-2 0-16,-1-1 0 0,8-3 0 0,2 0 0 0,24-8 0 15,-4 0 0-15,7 3 0 0,-25-3 0 0,19-1 0 16,7-5-223-16,-4-8-188 0,-5 4-50 0,-4 1-61 15,-2-11-82-15,-8-8-391 0,-11 8-1079 0,9-12 478 16</inkml:trace>
          <inkml:trace contextRef="#ctx0" brushRef="#br0" timeOffset="-5999.6945">7411 1555 267 0,'0'0'343'15,"0"0"-13"-15,0 0-18 0,-42 10-22 0,42-10-18 16,-10 7-1-16,4 2-31 0,6-9-9 0,-18 16 2 0,15-6-4 16,-5 3-8-16,4-3-13 0,1 2 4 0,-4 3-11 15,7 3-8-15,-5 0-7 0,10 1-18 0,-2 0 0 16,-3 2-8-16,5 5-10 0,1-10-17 0,2 9-4 16,0-1-11-16,2-5-13 0,6 5-6 0,-1-6-10 15,1 0-5-15,-2-2 1 0,7-5-11 0,-2-4 1 16,-2 1 1-16,1 0 1 0,2-6 0 0,-2-2-8 15,-18 0-6-15,42-12-5 0,-15 3 1 0,-6-5-13 16,-1-2-3-16,-2-2-3 0,-1-1-6 0,-1-3-3 16,-2 0 2-16,-6-4-7 0,-2 0 1 0,-1-3-3 15,-3-2-3-15,-9-8-6 0,1 9-2 0,-5-7-6 16,-2 10-8-16,1 0-2 0,-9 1-7 0,5 5-10 0,-4-4-14 16,-7 10-12-16,-2 0-15 0,2 5-23 15,-1 5-16-15,-4 4-46 0,1 0-19 0,2 3-27 16,-1 6-24-16,-1 2-24 0,5 2-34 0,1 2-32 0,-3-2-36 15,12-3-63-15,0 3-274 0,5 0-735 0,5 1 326 16</inkml:trace>
          <inkml:trace contextRef="#ctx0" brushRef="#br0" timeOffset="-4282.3849">7909 2739 106 0,'0'0'346'0,"-8"12"-13"0,8-12-18 15,-11 14-19-15,10-5-14 0,1-9-22 0,-7 19-5 16,6-1-24-16,-1-1-15 0,-1 0-8 0,3 0-4 15,5 3-10-15,-4-1-8 0,4 2-6 0,-3-3-5 16,6 0-10-16,-2 1-7 0,2-5-8 0,6 1-7 16,0-4-4-16,-1 1-7 0,3-3-8 0,3-3-7 15,4 0-6-15,-2-6-7 0,6-3-8 0,-7 0 2 16,7-4-19-16,0-5-7 0,-3 0-2 0,-2 2-12 16,-2-8-4-16,3-1-2 0,-5-3-3 0,-2-1-3 15,-1-2-8-15,-1-1 0 0,-8-2 3 0,-1-12-7 16,-5 12 0-16,-5-3-1 0,-4-6-6 0,-2 2 2 0,-10-6-3 15,-1 8-3-15,1 11-1 0,1 1-1 16,-4 2-3-16,-3 3-1 0,-9-3-2 0,6 10-4 16,-2 4-7-16,1 3-4 0,-11 7-14 0,11 1-6 0,1 2-16 15,0 6-29-15,-5 4-25 0,7-1-13 0,2-1-25 16,6 1-23-16,4 4-18 0,3 0-17 0,5-2-30 16,2 6-45-16,5-7-63 0,2-3-77 0,4 3-278 15,4-4-735-15,10-2 325 0</inkml:trace>
          <inkml:trace contextRef="#ctx0" brushRef="#br0" timeOffset="-16104.0124">2174 167 76 0,'0'0'391'0,"5"-11"-19"0,-5 11-12 0,0 0 7 16,0 0-12-16,3-11-12 0,-3 11-22 0,0 0-27 15,0 0-29-15,0 0-14 0,0 0-15 0,0 0-13 16,0 0-15-16,0 0-13 0,0 0-15 0,0 0-13 16,-15 39-21-16,12-27-11 0,-1-1-11 0,2 8-11 15,-3-6-12-15,4 3-4 0,-1-2-11 0,2 0-9 0,0-1-3 16,0 2-3-16,2 1-3 0,-1 0-6 16,4 0 0-16,-3-1-1 0,5-3 6 0,-2 1-10 15,5-1-3-15,-2-2-1 0,4-3 2 0,-1 2-2 0,4-1 7 16,-4-2 3-16,-11-6 5 0,34 4-3 0,-16-4-7 15,-18 0-4-15,35-3-2 0,-20-2 0 16,3-3-6-16,-2-3 3 0,1 2-5 0,3-8-6 0,-5 3-7 16,-3 0 4-16,-2-4-4 0,4-3 0 0,-3 4-3 15,-3-9 1-15,-2 3-5 0,-4-1-6 0,-2 5 4 16,0-7-2-16,-6 6-5 0,-1-1-8 0,-9 0 8 16,1 3-19-16,-9 2-7 0,2 0-7 0,4 8-5 15,-10-4-9-15,11 7-6 0,-12-2-8 0,2 7-11 16,5 0-13-16,22 0-12 0,-36 7-16 0,22 0-27 15,-2 3-38-15,8-3-40 0,-3 2-40 0,4 7-43 16,4-1-60-16,3-15-82 0,8 20-389 0,2-11-886 0,7 1 392 16</inkml:trace>
          <inkml:trace contextRef="#ctx0" brushRef="#br0" timeOffset="-14506.6617">2348 1405 177 0,'0'0'320'0,"0"0"-18"0,0 0-12 16,-26-11-15-16,26 11-15 0,0 0-11 0,-15-9-15 16,15 9-11-16,-8-10-12 0,8 10-10 0,-7-10-12 15,7 10-9-15,-8-16-8 0,8 16 1 0,-7-10-1 16,7 10-8-16,-5-17-7 0,0 8-11 0,5 9-4 16,-2-21-9-16,2 9-4 0,0 0 6 0,2 0-2 15,-2 12-8-15,10-24-8 0,-6 9-7 0,6 2-6 16,-1 0-9-16,4 1-8 0,0-3-5 0,1 5-10 15,0 2-3-15,0 1-1 0,2-5-12 0,-2 6-4 0,-4 2-5 16,-10 4-5-16,27-4-5 0,-27 4-2 16,0 0-1-16,28 8-1 0,-17-2-5 0,-11-6-1 15,16 17 0-15,-8-3-2 0,-3 0-4 0,-4 11-2 0,-1-1-1 16,0 1-4-16,-5-3 0 0,1 2-1 0,-7 5-1 16,-2-3-3-16,2-1-3 0,-2 1 2 15,-6 0 3-15,5-5-4 0,-2-1-2 0,-3 2 4 0,5-7-4 16,3-1 1-16,0-2 0 0,-2-1-1 0,5-2-2 15,0-2 1-15,8-7 2 0,-7 10-3 0,7-10 7 16,0 0 9-16,0 0 10 0,-2 14 16 0,2-14 13 16,0 0 12-16,0 0 5 0,0 0-12 0,0 0 5 15,57-9-7-15,-40 4 1 0,10 1 3 0,2-2-16 16,4-1 6-16,8-2-8 0,3 0-6 0,-4 0-6 16,4 2-1-16,0 1-4 0,-1-1-8 0,-2-3-45 15,2 2-58-15,-1 1-78 0,-7 0-94 0,-2-1-84 16,-3 0-94-16,10 0-134 0,-10-3-341 0,-2-3-981 15,1 0 434-15</inkml:trace>
          <inkml:trace contextRef="#ctx0" brushRef="#br0" timeOffset="-15697.7941">3645 28 245 0,'18'-5'368'15,"-18"5"-18"-15,0 0-15 0,0 0 5 0,0 0-26 16,0 0-18-16,0 0-16 0,0 0-4 0,0 0-9 16,0 0-5-16,0 28-7 0,0-28-6 0,-5 23-1 0,3-9-12 15,-4 2-10-15,1 1-12 0,2 0-17 0,1-3-16 16,-2 4-7-16,4 1-12 0,-2-5-14 15,4 1-9-15,-1 1-9 0,4 5-11 0,-2-7-9 0,2 2-13 16,6 1-3-16,-2-4 1 0,-1-1-5 0,5 4-4 16,0-4 2-16,2 0-7 0,0-3-5 0,0 1 5 15,0-3 1-15,4-4-11 0,1 0 1 0,-20-3-11 16,46-4-10-16,-19-2 4 0,0 2-3 0,0-6-3 16,-4-3-5-16,3-1-6 0,-3-5-4 0,-2 1 4 15,-1-5-1-15,-4 4 4 0,-2-7-11 0,-1-2 6 16,-5 3-2-16,-2-2-2 0,-6-5-1 0,-6 2-5 15,-2 0-5-15,-5 6-5 0,-1 0-3 0,-2 1-7 16,-7 4-24-16,-4 1-26 0,-14 4-40 0,-7 7-56 16,-2 7-68-16,1 2-85 0,-8 9-78 0,-30 12-108 15,5 7-138-15,-8-3-321 0,6 1-1016 0,-3 3 450 0</inkml:trace>
          <inkml:trace contextRef="#ctx0" brushRef="#br0" timeOffset="-14084.8129">3683 928 147 0,'-11'7'397'0,"11"-7"-21"0,0 0-13 0,-14 12-4 15,14-12-13-15,-8 10-12 0,8-10-7 0,-2 16-12 16,-1-8-10-16,3-8-21 0,-1 20-14 0,1-20-8 16,4 24-14-16,-2-10-21 0,-2 1-20 0,8-1-14 15,-3 2-23-15,2 0-18 0,0-2-9 0,-1-1-15 16,2 3-11-16,0-1-6 0,1-1-18 0,2 2-7 0,-1-6-2 15,3 4-9-15,1-5-3 0,0 2-5 16,-1-3 2-16,1-2 4 0,5-3 4 0,-5 2 3 16,-14-5 2-16,38 0-6 0,-38 0-7 0,41-8-5 0,-19-2-3 15,5-2-5-15,-3-2-5 0,1 0 6 0,-3-2 1 16,-1 0 2-16,-2-2 9 0,-2-3 10 16,-4 2-8-16,-5-6-4 0,0 2-4 0,-7-1-8 0,-1-4-3 15,-3 3-5-15,-5-1-15 0,-5-1-2 0,-1-2-2 16,-8-4-21-16,-3 0-5 0,-4 6-16 0,7 2-8 15,-5 7-18-15,5 3-19 0,-5 1-33 0,2 5-33 16,-5 5-43-16,-2 4-55 0,-1 6-58 0,-5 7-49 16,-9 9-67-16,4 4-100 0,-25 7-428 0,22 0-1000 15,-17 11 442-15</inkml:trace>
          <inkml:trace contextRef="#ctx0" brushRef="#br0" timeOffset="-17650.7878">23 343 180 0,'-3'-10'238'0,"3"10"-13"15,-7-11-4-15,7 11-7 0,-4-13-1 0,4 13-7 16,-2-17-10-16,2 17-8 0,0-14-6 0,0 14-10 16,-5-18 0-16,5 8-4 0,0 10-3 0,0-17-9 15,0 17 6-15,-1-18-2 0,-1 7 5 0,2 11 2 16,-5-15 5-16,4 4 1 0,1 11 3 0,0-14-4 15,0 14-3-15,-6-16-2 0,6 16 2 0,-7-10-12 16,7 10 3-16,-1-12-8 0,1 12-16 0,0 0-4 16,0 0-14-16,-7-12-8 0,7 12-9 0,0 0-5 15,0 0-11-15,0 0-5 0,0 0-9 0,0 38-5 16,0-12-1-16,2 3 1 0,3 14 1 0,-2 0 4 16,3 6 8-16,5 4 8 0,-1 17-5 0,-2 3 3 15,-2 3 4-15,7-2-5 0,-10 0 1 0,6 3 9 0,-9-1-1 16,5 1-1-16,4 0 3 0,-4 4 2 15,1-3-13-15,-1-1-2 0,0-2 0 0,-2-2 2 16,5 1-1-16,-2-3 5 0,1-1-6 0,-6 2-19 0,6-2-63 16,-1-1 0-16,-6-14 0 0,0-1 0 0,0 16 0 15,1-1 0-15,-1-19 0 0,0 6 0 0,-1-4 0 16,1 19 0-16,-5-20 0 0,4 2 0 0,1-6 0 16,0-3 0-16,0 5 0 0,0-9 0 0,0 0 0 15,0-1 0-15,0-10 0 0,0-3 0 0,4 2 0 16,-4-5 0-16,2 1 0 0,-2-5 0 0,1-5 0 15,3-2 0-15,-1-3 0 0,-3 3 0 0,0-12 0 16,4 18 0-16,-4-18 0 0,2 12 0 0,-2-12 0 16,6 9 0-16,-6-9 0 0,0 0 0 0,4 12 0 0,-4-12 0 15,0 0 0-15,0 0 0 0,0 0 0 16,0 0 0-16,4 11 0 0,-4-11 0 0,0 0 0 16,0 0 0-16,0 0 0 0,0 0 0 0,0 0 0 0,0 0 0 15,0 0 0-15,-1 12 0 0,1-12 0 0,0 0 0 16,0 0 0-16,0 0 0 0,0 0 0 0,0 0 0 15,0 0 0-15,0 0 0 0,0 0 0 0,0 0 0 16,27 0 0-16,-27 0 0 0,30-4 0 0,-30 4 0 16,50-4 0-16,-9 3 0 0,8-2 0 0,2-8 0 15,4 6 0-15,21 2 0 0,9-7 0 0,-28 6 0 16,35-7-99-16,4-4-120 0,-10 4-38 0,-1-8-36 16,4 1-34-16,-3-3-36 0,-7 2-47 0,-18 3-61 15,-3-2-101-15,12-11-292 0,-20 1-935 0,-1-4 414 16</inkml:trace>
          <inkml:trace contextRef="#ctx0" brushRef="#br0" timeOffset="-17072.645">13 115 127 0,'0'0'334'0,"0"0"-12"16,-23 5-17-16,23-5-15 0,0 0-26 0,-18 2-22 0,18-2-14 15,0 0-29-15,0 0-16 0,0 0-4 0,0 0 6 16,0 0 4-16,0 0 3 0,0 0 3 15,0 0-20-15,65-15-7 0,-38 4-15 0,3 4-15 0,11-1-11 16,2-3-17-16,-1 0-12 0,0 0-10 0,0 1-32 16,1 2-30-16,-2-1-51 0,2 3-61 0,-10 2-63 15,9 1-94-15,-11-1-116 0,0 0-260 0,-12 4-670 16,-19 0 296-16</inkml:trace>
          <inkml:trace contextRef="#ctx0" brushRef="#br0" timeOffset="-16588.3538">720 260 73 0,'0'0'385'16,"-2"-17"1"-16,-2 7-1 0,2-1 5 0,2 11-1 15,0-19-2-15,0 19-10 0,-2-14-14 0,2 14-20 16,2-12-22-16,-2 12-21 0,0 0-22 0,0 0-21 16,0 0-16-16,0 0-19 0,0 0-10 0,0 0-18 0,13 41-13 15,-10-22-6-15,1 7-30 0,3 1-15 0,-6 1-15 16,6 10-7-16,-1 1-12 0,-1-9-10 15,-2-1-9-15,5 6-6 0,-2 4-8 0,-6-15-19 0,6 8-47 16,2-6-73-16,-1 1-83 0,-1-7-85 0,0 6-95 16,1-10-113-16,-3-2-469 0,9-2-996 15,-2-3 440-15</inkml:trace>
          <inkml:trace contextRef="#ctx0" brushRef="#br0" timeOffset="-15057.2129">1104 1445 100 0,'0'0'365'0,"1"-13"-8"0,-1 13-3 0,0 0 12 0,7-8-11 15,-7 8-17-15,0 0-14 0,0 0-17 0,0 0-17 16,0 0-25-16,0 0-8 0,0 0-13 0,0 0-12 16,0 0-6-16,0 0-14 0,0 0-11 0,0 0-9 15,-29 28-10-15,23-19-10 0,0 2-10 0,-2 2-6 16,1 3-16-16,1-3-6 0,5 3-10 0,-4-2-7 15,3 0-13-15,4 0-10 0,-2-2-5 0,5 1-5 16,1 2-7-16,-3-7-5 0,3 5-4 0,5-4-8 16,-1 3-2-16,3-1-10 0,-4-4 0 0,8-6-4 15,-17-1-6-15,30 9 0 0,-14-9-6 0,-16 0-4 16,35-3 3-16,-14-2 3 0,-1-2-13 0,-4 0-3 16,3 0 9-16,-5-4-14 0,0-3 3 0,1 0-4 15,-3 2-3-15,-2-3 7 0,-4-1-13 0,0-1 9 16,1 0-1-16,-6-2-6 0,-2 3-4 0,-6-1 1 15,1 1 9-15,-2 0-20 0,-1 2-16 0,-9-1-14 0,1 4-14 16,-2 0-19-16,-2 7-7 0,-6 0-21 0,-1-3-31 16,0 7-25-16,-2 7-33 0,3-3-28 15,6-1-22-15,1 2-40 0,-4 8-64 0,5-5-78 0,3-1-420 16,0 2-911-16,5-2 403 0</inkml:trace>
          <inkml:trace contextRef="#ctx0" brushRef="#br0" timeOffset="-13397.3948">1281 2407 306 0,'0'0'360'0,"0"0"-6"0,1-9-8 0,-1 9-11 0,0 0-12 16,0 0-21-16,0 0-13 0,0 0-21 0,0 0-16 16,0 0-6-16,0 0-9 0,0 0-2 15,0 0-2-15,0 0-4 0,-11 35-3 0,8-19-9 0,-3 3-1 16,4 1-11-16,-4 3-11 0,0-4-14 0,4-4-13 15,-1 7-16-15,0 3-14 0,1-6-14 0,2 0-6 16,2 3-19-16,-2-7 1 0,6 11-13 16,-4-12-9-16,7 2-11 0,1 5-3 0,2-7-1 0,-2-5-14 15,1 5 0-15,6-6-5 0,-3-4-7 0,4 3-7 16,-1-3 4-16,4-2-10 0,-21-2 2 0,36-6 3 16,-15-1-6-16,6 2-2 0,-5-9-1 0,0 2-7 15,1-6 3-15,-4-1 2 0,0-3-8 0,-4-1-2 16,-1-2 4-16,-3-1-7 0,-6-13 2 0,1 3-3 15,-1-3 3-15,-5 10-10 0,-7-9 2 0,1 8-3 16,-3 3-5-16,-2 3 7 0,-5-1-6 0,3 3-5 16,-7 3-8-16,-1 0-7 0,-1 9-7 0,-2 0-3 15,5 7-21-15,-1 0-18 0,-2 3-17 0,22 0-22 0,-43 8-23 16,22-3-40-16,6 5-27 0,-3-3-34 16,2 3-24-16,7 5-36 0,-4-4-43 0,7 1-54 15,0 3-380-15,4-4-842 0,2-11 373 0</inkml:trace>
        </inkml:traceGroup>
        <inkml:traceGroup>
          <inkml:annotationXML>
            <emma:emma xmlns:emma="http://www.w3.org/2003/04/emma" version="1.0">
              <emma:interpretation id="{198BD8EB-E55F-4B9A-9E22-ECF22D3F67E4}" emma:medium="tactile" emma:mode="ink">
                <msink:context xmlns:msink="http://schemas.microsoft.com/ink/2010/main" type="inkWord" rotatedBoundingBox="18737,15416 25574,15804 25373,19350 18536,18962"/>
              </emma:interpretation>
              <emma:one-of disjunction-type="recognition" id="oneOf3">
                <emma:interpretation id="interp7" emma:lang="" emma:confidence="1">
                  <emma:literal/>
                </emma:interpretation>
              </emma:one-of>
            </emma:emma>
          </inkml:annotationXML>
          <inkml:trace contextRef="#ctx0" brushRef="#br0" timeOffset="-5437.2241">9151 1469 287 0,'0'0'312'0,"-47"18"-9"0,47-18-13 15,0 0-13-15,-22-2-20 0,22 2-11 0,0 0-3 16,0 0-13-16,-19-10 2 0,19 10-4 0,0 0-10 15,-13-11-6-15,13 11-17 0,-8-12-14 0,8 12-3 16,0-13-6-16,0 13-6 0,-1-14-7 0,1 14-12 16,1-19-11-16,-1 19-7 0,3-15-8 0,1 3-13 15,-4 12-8-15,8-18-13 0,-2 7-8 0,2 1-9 0,0 3-4 16,3-4-7-16,3 2-2 0,-6 3-10 16,6-1-8-16,-14 7 3 0,22-9-9 0,-22 9-4 15,21-7-3-15,-21 7-3 0,20 0-3 0,-20 0-3 0,22 7-1 16,-22-7-2-16,21 15-3 0,-15-6-3 0,2 5-5 15,-3-1-6-15,-5 4-13 0,-2 0 0 0,-4 8-8 16,0 1-5-16,-7-3-12 0,0-1 7 0,-4 3-14 16,-2 1-8-16,-5 5 8 0,4-9 6 0,-5-3 2 15,4 6 10-15,-1-6 0 0,0-1 3 0,-4 0 3 16,11-3-3-16,0-4 3 0,1 1 7 0,2-2 1 16,2 0 3-16,4-3 0 0,6-7 2 0,-7 12 9 15,7-12 11-15,0 0 7 0,0 0 2 0,0 0 13 16,30 5 5-16,-30-5 3 0,40-5-2 0,-10-2 0 15,3 2 0-15,10-2-3 0,0 0 6 0,6 0 9 16,0-5 2-16,1 3-2 0,2-2-2 0,0 3-5 16,-3-3-5-16,0-1-6 0,-1 3-17 0,1-3-41 15,-10 1-65-15,6 1-60 0,-1-2-64 0,-14 1-83 16,-5 1-92-16,-4-7-396 0,2 3-852 0,4-2 377 0</inkml:trace>
          <inkml:trace contextRef="#ctx0" brushRef="#br0" timeOffset="-3813.6658">9575 2456 166 0,'0'0'345'0,"0"0"-17"0,0 0-16 0,0 0-28 16,0 0-24-16,0 0-19 0,0 0-20 0,0 0-8 0,0 0-18 15,-27 33-21-15,21-15 4 0,-2-6 4 0,2 3 1 16,-1-1-6-16,-1 2-8 0,2 4-13 0,4-3-6 16,-6 8-11-16,8-11-9 0,-4 5-10 0,4-5-3 15,3 2-7-15,-3-1-12 0,3 3-8 0,2-4-8 16,1 1-3-16,2 1-3 0,2 2-6 0,-4-7-1 15,6 7 3-15,1-9-11 0,-2 6 3 0,3-5-3 16,1-3 5-16,-3-1-4 0,4-1 7 0,-2-1 4 16,-14-4 3-16,35 4 3 0,-35-4 5 0,33-6-8 15,-14-1-2-15,-5-3-3 0,2 1-6 0,-2-5-4 16,1 0-5-16,-3 0 0 0,4-9 1 0,-8 1-9 16,3-4-5-16,-8 0 0 0,4-3-8 0,-6 2-1 0,-2-5-6 15,-6-5-3-15,-2 0-4 0,-5 3-8 0,-2 5-3 16,-5-4-8-16,1 12-7 0,-2 2-17 0,-4 0-11 15,-2 5-20-15,-2 9-23 0,-2-2-45 0,2 12-33 16,2-3-35-16,-5 5-27 0,6 3-36 0,1 4-45 16,-1 0-77-16,9-2-98 0,2 1-268 0,3-2-801 15,4 4 355-15</inkml:trace>
          <inkml:trace contextRef="#ctx0" brushRef="#br0" timeOffset="-4984.1391">10392 969 69 0,'-21'-1'362'0,"21"1"-14"15,0 0-10-15,0 0-21 0,0 0-19 0,0 0-25 16,-30 13 4-16,30-13-17 0,-9 8-4 0,9-8-5 0,-3 16-9 16,3-16-1-16,-3 16-14 0,-2-6-13 0,5-10-13 15,0 20-18-15,0-4-7 0,0-7-13 0,1 7 2 16,3-2-20-16,-1 1-12 0,0-4-13 0,-1 7-12 16,-1-4-5-16,7-1-6 0,0 5-2 0,1-4-11 15,-4 1-7-15,8 0-6 0,-5 2 1 0,6-7 1 16,3 6-1-16,-1-6-5 0,0 3-1 0,4-5 0 15,7 0-1-15,-5-3-4 0,4-2 5 0,2-1-2 16,-7-2-2-16,2-3-6 0,6-3 5 0,-2-1-4 16,-4-2-2-16,4-1 0 0,0-2 16 0,0-4-3 15,-3 2 18-15,-2-4 7 0,-2-1-2 0,1 4-7 16,0-7 3-16,-7 4-12 0,0-4-8 0,-6 6-7 16,1-9-6-16,-5-1-7 0,-4 3-7 0,-2-2-9 15,-6-1-10-15,-6 4-1 0,-4-1-25 0,3-2-33 16,-11 13-17-16,-5-13-24 0,-9 3-26 0,-4 6-34 0,-5 7-41 15,-5 0-44-15,2-6-33 0,-6 8-54 0,-2 5-42 16,-2 3-58-16,5 0-60 0,-20 13-410 0,21-6-952 16,7 2 422-16</inkml:trace>
          <inkml:trace contextRef="#ctx0" brushRef="#br0" timeOffset="-3329.3291">11026 2463 133 0,'0'0'380'0,"0"0"-17"0,0 0-15 16,0 0-17-16,0 0-19 0,0 0-11 0,0 0-7 15,0 0-14-15,0 0-12 0,0 0-15 0,0 0-12 16,-26-31-16-16,26 31-7 0,-4-9 1 0,4 9-11 15,-7-16-14-15,7 16-14 0,-3-22-13 0,3 11-14 16,-3-3-1-16,3 14-16 0,5-26-13 0,-4 12-12 16,6 0-9-16,-1-2-10 0,0 4 1 0,4-2-19 15,4 2-8-15,0 0-6 0,4 1-5 0,-3 1-3 16,1-1-2-16,2 3-1 0,-1 1-11 0,4 3-4 16,7 1 0-16,-11 3-7 0,6 4-3 0,0 0-3 0,-2 3-1 15,1 7-3-15,3-2-2 0,-11 1 1 0,-4 6-5 16,3 2 1-16,-6 5-5 0,-5 2-1 15,-5-2-2-15,3 6-10 0,-5 7 3 0,-9-2-3 0,-2-2 3 16,-3 3-1-16,5-4-2 0,-13-1 4 0,3-1-2 16,-4-1 1-16,1-2 3 0,5-7-3 15,-2-1 4-15,1-1-2 0,5-2-1 0,1-6 2 0,7 1-1 16,-2-3 4-16,-1-1-6 0,10-2 0 0,3-7-1 16,0 0 3-16,-5 13 2 0,5-13 0 0,0 0 0 15,33 6-1-15,-33-6-1 0,49-3 2 0,-19 0-4 16,5 2 4-16,14-6-5 0,-6 0 4 0,10-4 0 15,0-2-4-15,2-1-9 0,21-4-7 0,-19 2-25 16,0-3-32-16,-1 2-55 0,19-13-76 0,-23 9-84 16,-3-5-114-16,-2-4-481 0,-2 0-960 0,2-3 425 15</inkml:trace>
          <inkml:trace contextRef="#ctx0" brushRef="#br0" timeOffset="-2546.7239">11130-187 128 0,'0'0'342'0,"25"-16"-13"0,-1 4-6 0,19-3-5 15,-2-1-16-15,9 3 5 0,-1 2-21 0,7 1-11 16,21-7-13-16,5 1-23 0,-1 4-7 16,7 0-14-1,-7-7-20-15,3 6-20 0,-2-1-21 0,-5 2-12 16,-18 4-17-16,-2-4-3 0,-3 2-21 0,-7 0-9 15,-8 6-12-15,-5-1-6 0,-12 0-1 0,3 2-6 16,-9-4 12-16,-16 7 18 0,22-3 8 0,-22 3 3 16,0 0-3-16,21 0-4 0,-21 0-9 0,0 0-6 15,0 0-8-15,0 0-7 0,-13 27-4 0,8-13-10 0,0 4-1 16,-1 2-6-16,0 5 7 0,-2 14 11 0,6 0 10 16,-2 9 2-16,8 0-2 0,4 8 11 0,6 23-2 15,1-4 6-15,4 4 2 0,-2 8 13 0,10 4 5 16,16 38-5-16,-1-12-1 0,6 9 6 0,-7 0-1 15,1-1-3-15,3 1-5 0,2-5-3 0,-4 8-5 16,1-9 2-16,-5 6-55 0,-9-38-46 0,18 42 0 16,-5-1 0-16,-15-42 0 0,2 38 0 0,-3-37 0 15,3 32 0-15,-10-37 0 0,-7-1 0 0,0-5 0 16,-5-3 0-16,-2-21 0 0,-3 24 0 0,2-28 0 16,-4-2 0-16,-2-6 0 0,-1 0 0 0,2-2 0 15,-3-10 0-15,2-3 0 0,-1-3 0 0,0-8 0 0,-1 3 0 16,3-4 0-16,0-5 0 0,0-9 0 15,-1 12 0-15,1-12 0 0,-2 13 0 0,2-13 0 0,0 0 0 16,-6 12 0-16,6-12 0 0,0 0 0 0,0 0 0 16,-7 8 0-16,7-8 0 0,0 0 0 0,-33 0 0 15,33 0 0-15,-55-8 0 0,8 0 0 0,-12 1 0 16,-26-14 0-16,-5 1 0 0,-53-6 0 0,1-1 0 16,-3-1 0-16,-10 2-428 0,13-4-266 0,-7 12-485 15,53 2-1276-15,-1-4 565 0</inkml:trace>
          <inkml:trace contextRef="#ctx0" brushRef="#br0" timeOffset="-406.2756">13717-170 45 0,'-17'-15'366'0,"9"4"5"16,-2 1-8-16,3 1-2 0,-1 0 1 0,0-3-5 16,8 12-4-16,-13-15-5 0,7 7-14 0,-1-2-13 15,7 10-4-15,-7-16-6 0,7 16-8 0,-7-12-3 0,7 12-18 16,-8-10-12-16,8 10-10 0,0 0-36 0,-6-11-13 16,6 11-16-16,0 0-18 0,0 0-8 15,0 0-14-15,0 0 2 0,0 37-13 0,6-15-16 0,-1 8 11 16,5 14 9-16,-4 0-1 0,5 9-6 0,6 17-8 15,-1 2 3-15,-3 5 2 0,6 2-113 0,-2-1-25 16,-3 8 0-16,5-1 0 0,7 40 0 0,-15-40 0 16,6 6 0-16,-6 1 0 0,10 37 0 0,-9-41 0 15,4 40 0-15,-5-38 0 0,3-2 0 0,-4 1 0 16,15 34 0-16,-15-50 0 0,-2 12 0 0,4-3 0 16,2-1 0-16,-6-4 0 0,0-2 0 0,3 2 0 15,3-6 0-15,-12 0 0 0,11-2 0 0,-12-17 0 0,7 4 0 16,3-4 0-16,-8 1 0 0,4-3 0 15,1-1 0-15,-2-2 0 0,0-3 0 0,2-5 0 16,2 1 0-16,-2-11 0 0,-2-2 0 0,-3-3 0 0,3-5 0 16,2 4 0-16,-3-9 0 0,1-2 0 0,-1 2 0 15,1 0 0-15,-2-3 0 0,-4-11 0 0,3 19 0 16,3-11 0-16,-6-8 0 0,0 0 0 0,6 13 0 16,-6-13 0-16,0 0 0 0,5 9 0 0,-5-9 0 15,0 0 0-15,0 0 0 0,3 11 0 0,-3-11 0 16,0 0 0-16,0 0 0 0,8 13 0 0,-8-13 0 15,0 0 0-15,7 10 0 0,-7-10 0 0,6 11 0 16,-6-11 0-16,16 6 0 0,-16-6 0 0,26 8 0 16,-3-4 0-16,5-4 0 0,4 5 0 0,10-3 0 15,7-1 0-15,3-1 0 0,4 0 0 0,-1 0 0 0,27-8 0 16,-3 0 0-16,-17 4 0 0,17-9 0 0,8 1-246 16,-3-7-190-16,-4 1-56 0,-1-8-83 0,-23 7-499 15,15-11-1163-15,-19 2 514 0</inkml:trace>
          <inkml:trace contextRef="#ctx0" brushRef="#br0" timeOffset="3474.3535">15381 2168 39 0,'0'0'383'0,"-14"-9"-6"0,14 9-19 0,-12-6 7 0,12 6-5 15,0 0-26-15,0 0-16 0,0 0-25 0,0 0-22 16,0 0-11-16,0 0-10 0,-29 16-1 0,29-16-2 15,-13 15-10-15,10-2-9 0,2 2-14 0,-2 0-16 16,-1 3-10-16,1-3-10 0,2 5-10 0,1 4-13 16,0 4-3-16,1-2-15 0,6 0-12 0,0-2-7 15,3 6-10-15,1-5-5 0,2 0-7 0,1-3-7 16,2 1-3-16,4-11-11 0,1 6-1 0,1-6-3 16,-2-3-7-16,1-4-1 0,6-4-9 0,-5 3 2 15,5-9-3-15,0-2-8 0,-4-7-3 0,6 0-5 16,-7 0 2-16,3-9-11 0,-1-6-1 0,-10 5 0 15,4-3 10-15,-7-10-15 0,-5 8-2 0,0-10 7 16,-7 0-8-16,-7-2-6 0,-3 1-3 0,-10-1 0 0,4 4-7 16,-10 1 0-16,0 3 0 0,-5 6-9 0,6 12-2 15,-1 3-10-15,-6-1-8 0,3 5-19 0,-1 8-10 16,-10 0-17-16,-6 10-25 0,23-1-33 0,-7 5-39 16,5 1-45-16,9-2-23 0,-7 4-44 0,4 4-45 15,1 2-65-15,11-9-78 0,-5 3-375 0,12 1-914 16,2-2 405-16</inkml:trace>
        </inkml:traceGroup>
        <inkml:traceGroup>
          <inkml:annotationXML>
            <emma:emma xmlns:emma="http://www.w3.org/2003/04/emma" version="1.0">
              <emma:interpretation id="{2EFBBDDA-E969-457C-A321-18DF9C71D510}" emma:medium="tactile" emma:mode="ink">
                <msink:context xmlns:msink="http://schemas.microsoft.com/ink/2010/main" type="inkWord" rotatedBoundingBox="26319,14910 29548,15093 29281,19801 26052,19618"/>
              </emma:interpretation>
              <emma:one-of disjunction-type="recognition" id="oneOf4">
                <emma:interpretation id="interp8" emma:lang="" emma:confidence="1">
                  <emma:literal/>
                </emma:interpretation>
              </emma:one-of>
            </emma:emma>
          </inkml:annotationXML>
          <inkml:trace contextRef="#ctx0" brushRef="#br0" timeOffset="4143.6786">17953 1868 422 0,'9'-16'502'16,"5"6"12"-16,-2-5-15 0,-5 7-5 0,1 1-4 16,2-4-18-16,-10 11-34 0,12-15-30 0,-5 11-31 15,-7 4-27-15,8-11-23 0,-8 11-14 0,0 0-20 16,0 0-10-16,0 0-20 0,0 0-20 0,25 32-16 0,-22-3-13 16,2-1-17-1,1 9-16-15,2 7-15 0,0 0-19 0,0 2-17 16,0-3-17-16,-2 7-26 0,0-4-63 0,2 0-76 15,-1-2-95-15,-6 0-109 0,4-6-114 0,-10-1-121 0,0-9-173 16,2-11-369-16,-3-4-1118 0,-2-8 495 0</inkml:trace>
          <inkml:trace contextRef="#ctx0" brushRef="#br0" timeOffset="3885.5321">16747 2000 183 0,'0'0'456'15,"-18"-7"-18"-15,18 7-13 0,-20 4-27 0,20-4-25 16,0 0-29-16,0 0-24 0,-36 12-19 0,25-2-19 16,4 2-12-16,-1-1-11 0,0 7-10 0,-3 6-9 15,8-7-11-15,-9 8-10 0,8 1-19 0,1-2-14 0,2 1-14 16,-6 3-12-16,7-4-2 0,0 2-17 0,0-1-13 16,0-2-10-16,5-6 9 0,-2 7-27 0,2-1-5 0,-3-6-10 0,5 7-7 0,5-5-5 15,-1 1-3-15,-2-3-7 0,5-4 5 0,-3-3 3 16,2 0-1-16,3-3-11 0,-4-2-1 0,7-3 10 15,-19-2-19-15,41-5-3 0,-15-3-3 0,-1-4 2 16,-3-3-12-16,0-5 5 0,-4 1-12 0,1-5-4 16,1-1 5-16,-1-7-12 0,-3-4 9 0,-5 1-12 15,-5-5 3-15,-6-1 0 0,0 0-5 0,-11-4-10 16,-1-3-2-16,-4 1-4 0,-5 6-13 0,-6 2-3 16,-1 11-16-16,0-1-7 0,2 14-11 0,-2 3-21 15,-2 3-27-15,-2 2-29 0,-1 5-32 0,1 4-31 16,2 0-50-16,0 5-34 0,3 4-51 0,2 4-64 15,6-3-96-15,-6 7-367 0,9-1-930 0,8-8 411 16</inkml:trace>
          <inkml:trace contextRef="#ctx0" brushRef="#br0" timeOffset="4784.2702">18079-788 112 0,'-14'-12'373'15,"-3"2"-5"-15,6-4 6 0,-2 3-25 0,0 0 0 16,7 4-8-16,6 7-13 0,-16-12-11 0,16 12-28 16,-11-8-25-16,11 8-29 0,0 0-18 0,-8-7-8 0,8 7-2 15,0 0-3-15,0 0-7 0,38-12-9 0,-19 11-4 16,14-4-12-16,8 1 2 0,4 1-7 16,7-4-14-16,6 0-10 0,1 1-15 0,23-8-15 0,-3 1 19 15,-19 0-15-15,0 3-10 0,-5-3-9 0,-4 4-13 16,-2 1-5-16,-6-2-10 0,2 4-5 0,-18-1-8 15,-9 4-9-15,2 3-4 0,-4-1 2 0,-16 1 2 16,24 4-7-16,-10 3 1 0,-5 5 8 0,2 3-3 16,1 11 8-16,2 11 6 0,-2 10 14 0,-4 8 11 15,10 18 9-15,-1 12 13 0,-3 5 17 0,15 39 10 16,-12 2-16-16,8 6-119 0,2 5 0 0,2 4 0 16,4 0 0-16,3 4 0 0,1 8 0 0,-3 2 0 15,9-5 0-15,-3 8 0 0,1 3 0 0,1-9 0 16,-13-7 0-16,-1-6 0 0,1-5 0 0,-12-4 0 15,2-9 0-15,-14-34 0 0,4 36 0 0,-2-43 0 16,-9-6 0-16,5-1 0 0,0-1 0 0,-3-6 0 0,-3-23 0 16,3 4 0-16,0-8 0 0,0 1 0 0,0-3 0 15,0-2 0-15,0-15 0 0,0 14 0 16,0-13 0-16,0-3 0 0,0 4 0 0,0-1 0 0,-3 3 0 16,5-3 0-16,-7-4 0 0,5-3 0 0,0-2 0 15,-2-1 0-15,2 1 0 0,0-1 0 0,-6 1 0 16,-2-1 0-16,-8 3 0 0,-3 3 0 0,-12 7 0 15,-7-3 0-15,-11 4 0 0,-26 0 0 0,-15 2 0 16,-58 1 0-16,-6-5 0 0,-15-7 0 0,-19 5 0 16,-5-14 0-16,-28 13 0 0,-3-21-1366 0,-9-10-1478 15,0-11 654-15</inkml:trace>
        </inkml:traceGroup>
      </inkml:traceGroup>
    </inkml:traceGroup>
  </inkml:traceGroup>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5T04:51:57.185"/>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53B205E2-0E03-4955-AA45-E71FB3CEEEAA}" emma:medium="tactile" emma:mode="ink">
          <msink:context xmlns:msink="http://schemas.microsoft.com/ink/2010/main" type="writingRegion" rotatedBoundingBox="15594,15791 20395,15791 20395,16693 15594,16693"/>
        </emma:interpretation>
      </emma:emma>
    </inkml:annotationXML>
    <inkml:traceGroup>
      <inkml:annotationXML>
        <emma:emma xmlns:emma="http://www.w3.org/2003/04/emma" version="1.0">
          <emma:interpretation id="{26E2D194-7C8F-460C-AD95-2DC296F91C67}" emma:medium="tactile" emma:mode="ink">
            <msink:context xmlns:msink="http://schemas.microsoft.com/ink/2010/main" type="paragraph" rotatedBoundingBox="15594,15791 20395,15791 20395,16693 15594,16693" alignmentLevel="1"/>
          </emma:interpretation>
        </emma:emma>
      </inkml:annotationXML>
      <inkml:traceGroup>
        <inkml:annotationXML>
          <emma:emma xmlns:emma="http://www.w3.org/2003/04/emma" version="1.0">
            <emma:interpretation id="{5EF5AA20-55D1-4DAA-AAC2-FDDA9F9C6101}" emma:medium="tactile" emma:mode="ink">
              <msink:context xmlns:msink="http://schemas.microsoft.com/ink/2010/main" type="line" rotatedBoundingBox="15594,15791 20395,15791 20395,16693 15594,16693"/>
            </emma:interpretation>
          </emma:emma>
        </inkml:annotationXML>
        <inkml:traceGroup>
          <inkml:annotationXML>
            <emma:emma xmlns:emma="http://www.w3.org/2003/04/emma" version="1.0">
              <emma:interpretation id="{B1B05C91-1754-404A-AEB6-44C3ED7009B8}" emma:medium="tactile" emma:mode="ink">
                <msink:context xmlns:msink="http://schemas.microsoft.com/ink/2010/main" type="inkWord" rotatedBoundingBox="15594,15791 20395,15791 20395,16693 15594,16693"/>
              </emma:interpretation>
              <emma:one-of disjunction-type="recognition" id="oneOf0">
                <emma:interpretation id="interp0" emma:lang="" emma:confidence="1">
                  <emma:literal/>
                </emma:interpretation>
              </emma:one-of>
            </emma:emma>
          </inkml:annotationXML>
          <inkml:trace contextRef="#ctx0" brushRef="#br0">6947 300 50 0,'0'0'270'0,"-27"-1"5"15,27 1-4-15,0 0-12 0,-29-6-17 0,29 6-10 16,-20-5-13-16,20 5-15 0,-16-7-12 0,8 0-9 16,8 7-10-16,-13-11-9 0,13 11-12 0,-12-15 1 15,9 10-11-15,3 5-3 0,-5-19-2 0,5 19 1 16,3-24 2-16,0 9-9 0,5 1-5 0,-2 2-8 15,6 0 0-15,-1-2-13 0,-3 1 5 0,6 0-16 0,2 2-4 16,-1 2-1-16,1-3-10 0,0 5-8 16,3-2 4-16,0 2-16 0,-3 3-2 0,3 0-5 15,-2 1-8-15,-17 3 5 0,28 3-7 0,-9 1-2 0,-3 4-6 16,-2-1 1-16,1 4-3 0,-1 1 1 0,-8 2-6 16,1 0 2-16,0 5 4 0,-3-1-13 0,-4 2 0 15,-4 8-2-15,1-3-3 0,-8 6-1 0,5-3 2 16,-8 0-3-16,-1-2-2 0,-5 7-2 0,4-4-4 15,-3-6 1-15,3 6-2 0,-4 4 4 0,2-10-1 16,1-4-1-16,3-5-1 0,-2 5 3 0,5-5-3 16,3-2-1-16,0-5 0 0,2 0-3 0,6-7 7 15,0 0 10-15,3 16 10 0,-3-16 12 0,0 0 12 16,17 7 3-16,-17-7 4 0,32 0-8 0,-7-4-2 16,4 1-3-16,-1-1 3 0,4-1-7 0,-1-4-5 15,10 1-4-15,-7-3-1 0,10-1-7 0,2 4-5 16,-7-5-27-16,-6 8-56 0,9-6-69 0,0 4-78 0,-12 3-66 15,-3 0-98-15,2-2-133 0,-1-4-291 16,-6 1-863-16,5 1 383 0</inkml:trace>
          <inkml:trace contextRef="#ctx0" brushRef="#br0" timeOffset="796.8058">8731 191 321 0,'-5'-6'373'0,"5"6"-14"0,0 0-13 16,-8-11-7-16,8 11-17 0,0 0-21 0,0 0-30 15,0 0-14-15,0 0-9 0,0 0-2 0,0 0-8 16,0 0-3-16,-33 30 0 0,25-17-5 0,5 3-14 16,-5 1-9-16,-1-1-18 0,7 3-15 0,-4 3-5 0,-1-6-11 15,6 2-15-15,1-3-7 0,1 4-12 0,6-1-11 16,-1-4-10-16,-4 4-4 0,10-3-15 15,-4 0-3-15,6 0-12 0,5 0-5 0,0-5-4 0,4 3-4 16,-3-7-6-16,4 2-4 0,-2-4 3 0,5-4-8 16,1 2-4-16,-7-8 0 0,6-1-4 0,0 4-4 15,-2-6-18-15,2-2 0 0,-2-3 0 0,-1-3 0 16,-4 0-2-16,-1-2 2 0,-1-6-2 0,-4 6-2 16,-2-6 2-16,-4 2-6 0,-3-3 3 0,-3 0 0 15,-2 0 0-15,-7-3-2 0,1 0-1 0,-5 5 2 16,-3-4-1-16,-4 4-5 0,-2 3-4 0,-2 1-1 15,-2 3-4-15,-1 2-5 0,-2 4-12 0,2 4-23 0,-2 2-22 16,0 5-28-16,6 1-23 0,-7 4-32 16,7 2-28-16,5-1-31 0,-3 4-22 0,5 0-29 15,-6 6-45-15,5-3-59 0,4-5-81 0,0 3-288 0,10-2-798 16,1-9 353-16</inkml:trace>
          <inkml:trace contextRef="#ctx0" brushRef="#br0" timeOffset="1226.105">10321-104 202 0,'-8'-18'364'0,"8"18"-13"0,0 0-21 0,-13-11-19 16,13 11-19-16,0 0-22 0,0 0-17 0,0 0-13 15,0 0-10-15,0 0 4 0,0 0-1 0,-20 26 5 0,20-26 1 16,-10 18-2-16,4-4-8 0,0 2-8 16,4-2-12-16,-3 0-9 15,-1 2-12-15,3 1-7 0,-2-3-17 0,5 3-9 0,0-2-9 16,0 0-12-16,0 0-14 0,6 0-7 0,1-1-3 16,-1 0-10-16,2-1-11 0,0 1-5 0,6 2-9 15,0-3-4-15,5-1 0 0,-1-4 8 0,7 1-20 16,-3-5-5-16,-1-3-7 0,7 3-3 0,1-4-1 15,-1-4-2-15,0-4-5 0,-1-4-2 0,0-2 1 16,-3 1-7-16,-4-6 7 0,7 0-8 0,0-11 5 16,-6 8-1-16,-10 0 4 0,3-4-1 0,-8 0-1 15,1-5 7-15,-6 4-8 0,-2-3 3 0,-1 3-2 16,-4-2-2-16,-7 0-2 0,-1 3-12 0,-7 5-9 16,-2 2-22-16,-3 3-23 0,-16-2-57 0,-4 11-63 15,-6 7-71-15,-5 1-57 0,-21 14-93 0,1 6-105 0,-2-2-511 16,-11 6-1076-16,-2 0 477 0</inkml:trace>
          <inkml:trace contextRef="#ctx0" brushRef="#br0" timeOffset="-578.0987">5935 316 272 0,'0'0'284'0,"-6"-13"-4"0,6 13-5 15,0-18-10-15,0 18-14 0,6-19-12 0,2 8-22 16,-2 3-6-16,9-6-18 0,-3 3-12 0,4-5-10 0,2 2-9 15,5 2-24-15,6-4-6 0,-1-1-11 16,13-2-14-16,2 5-10 0,-2-4-26 0,2 8-33 16,4-6-54-16,2 5-63 0,-3 3-77 0,9-5-112 0,-4 5-263 15,-2-3-576-15,-2 1 255 0</inkml:trace>
        </inkml:traceGroup>
      </inkml:traceGroup>
    </inkml:traceGroup>
  </inkml:traceGroup>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5T05:09:28.569"/>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1D73BACD-198C-4EDC-A2CF-896F76F5AF19}" emma:medium="tactile" emma:mode="ink">
          <msink:context xmlns:msink="http://schemas.microsoft.com/ink/2010/main" type="writingRegion" rotatedBoundingBox="20258,3592 26644,3592 26644,5751 20258,5751"/>
        </emma:interpretation>
      </emma:emma>
    </inkml:annotationXML>
    <inkml:traceGroup>
      <inkml:annotationXML>
        <emma:emma xmlns:emma="http://www.w3.org/2003/04/emma" version="1.0">
          <emma:interpretation id="{DE9B2F74-7AEC-4B27-82D9-B314357E040F}" emma:medium="tactile" emma:mode="ink">
            <msink:context xmlns:msink="http://schemas.microsoft.com/ink/2010/main" type="paragraph" rotatedBoundingBox="20258,3592 26644,3592 26644,5751 20258,5751" alignmentLevel="1"/>
          </emma:interpretation>
        </emma:emma>
      </inkml:annotationXML>
      <inkml:traceGroup>
        <inkml:annotationXML>
          <emma:emma xmlns:emma="http://www.w3.org/2003/04/emma" version="1.0">
            <emma:interpretation id="{232EFE0F-E504-4576-B630-AE5DA98799A4}" emma:medium="tactile" emma:mode="ink">
              <msink:context xmlns:msink="http://schemas.microsoft.com/ink/2010/main" type="line" rotatedBoundingBox="20258,3592 26644,3592 26644,5751 20258,5751"/>
            </emma:interpretation>
          </emma:emma>
        </inkml:annotationXML>
        <inkml:traceGroup>
          <inkml:annotationXML>
            <emma:emma xmlns:emma="http://www.w3.org/2003/04/emma" version="1.0">
              <emma:interpretation id="{F708CE0B-4419-4B82-A070-79BD2D93AECA}" emma:medium="tactile" emma:mode="ink">
                <msink:context xmlns:msink="http://schemas.microsoft.com/ink/2010/main" type="inkWord" rotatedBoundingBox="20258,4064 22767,4064 22767,5491 20258,5491"/>
              </emma:interpretation>
              <emma:one-of disjunction-type="recognition" id="oneOf0">
                <emma:interpretation id="interp0" emma:lang="" emma:confidence="1">
                  <emma:literal/>
                </emma:interpretation>
              </emma:one-of>
            </emma:emma>
          </inkml:annotationXML>
          <inkml:trace contextRef="#ctx0" brushRef="#br0">1778 108 289 0,'29'-27'350'0,"1"-2"-14"0,3 7-28 15,3-8-23-15,1 8-26 0,-10 6-28 0,12-5-28 16,-14 3-20-16,15 3-33 0,-12 3-51 0,1 5-61 15,-4-3-75-15,0 7-83 0,-4-2-134 0,-1 5-133 16,-20 0-419-16,37 10 185 0</inkml:trace>
          <inkml:trace contextRef="#ctx0" brushRef="#br0" timeOffset="-281.24">1914 74 385 0,'-1'-15'493'0,"-4"4"6"0,3 0-8 15,1-1 3-15,1 12-18 0,-5-19-24 0,5 19-32 16,0-13-45-16,0 13-38 0,0-12-36 0,0 12-30 16,0 0-27-16,0 0-26 0,0 0-16 0,0 0-18 15,0 0-12-15,0 0-3 0,6 56-16 0,-1-28-7 16,-3 2-1-16,2 8-12 0,1 4-7 0,0 5-10 0,1-3-14 15,-4 4 2-15,-4 3-6 0,5-2 1 16,0 2-12-16,1-2-8 0,0-2-5 0,4 2-2 0,-6 1-10 16,3 0 5-16,-4-3-10 0,4-1-9 0,-2-2 5 15,0 0-13-15,-1-7 2 0,-1 4-12 0,4-4 2 16,-2-8-11-16,4-2 1 0,-1-1-22 0,-1 1 0 16,-2-3 0-16,2-6 0 0,1 1 0 0,0-2 0 15,-3-3 0-15,2 0 0 0,-3-3 0 0,2-1 0 16,-4-10 0-16,0 16 0 0,0-16 0 0,4 9 0 15,-4-9 0-15,0 0 0 0,4 16 0 0,-4-16 0 16,0 0 0-16,4 7 0 0,-4-7 0 0,0 0-38 16,0 0-8-16,0 0-1 0,0 0-3 0,11 8-2 15,-11-8-8-15,0 0 3 0,0 0 1 0,0 0 2 16,0 0-1-16,0 0-8 0,0 0-7 0,30-4-26 16,-30 4-13-16,0 0-11 0,28-7-14 0,-14 4-20 0,4-1-34 15,-1-3-30-15,10-5-22 0,0 4-13 0,-3-3-20 16,7-3-36-16,-7 2-34 0,4-4-53 0,-2-3-389 15,-3-1-851-15,10-6 376 0</inkml:trace>
          <inkml:trace contextRef="#ctx0" brushRef="#br0" timeOffset="376.6123">2455 281 368 0,'-7'-15'521'16,"7"3"31"-16,0 12 2 0,-1-11 7 0,1 11-14 16,0 0-25-16,-7-16-45 0,7 16-33 0,0 0-38 0,0 0-41 15,0 0-35-15,-6-12-40 0,6 12-24 0,0 0-27 16,0 0-25-16,0 0-22 0,0 0-9 0,0 0-19 16,3 45-13-16,-1-27-22 0,-1 0-12 0,4 6-6 15,-2 0-15-15,1 4-9 0,0-1-6 0,3 3-12 16,-1-1-6-16,-4 1-3 0,4 8-28 0,0-2-35 15,-1-11-59-15,-2 5-68 0,0-7-75 0,-3 3-88 0,3-4-86 16,1 4-98-16,-1-8-135 0,-3 5-393 0,0-13-1089 16,4 1 481-16</inkml:trace>
          <inkml:trace contextRef="#ctx0" brushRef="#br0" timeOffset="-828.0487">1048 832 2984 0,'-6'7'265'0,"-1"1"-179"15,7-8-32-15,0 14-21 0,0-14 10 0,0 0 3 0,18 11 6 16,-4-8-12-16,-14-3-3 0,38-3-9 0,-10-3 1 16,4 0-7-16,0 0-6 0,10-2-17 0,-10 2-20 15,0 1-36-15,1-2-44 0,0 0-50 0,-1 0-54 16,9-4-69-16,-18-1-214 0,4 2-528 0,2-1 234 16</inkml:trace>
          <inkml:trace contextRef="#ctx0" brushRef="#br0" timeOffset="-1015.5444">1160 488 329 0,'0'0'502'0,"0"0"-49"16,0 0-30-16,15 13-27 0,-15-13-24 0,28 0-37 16,-28 0-32-16,44-6-32 0,-11 2-26 0,-3 1-25 15,2-1-23-15,-2 1-26 0,3-1-22 0,-4 2-38 16,-1-3-58-16,1 3-66 0,-6-3-55 0,-5 4-81 15,-18 1-93-15,27-6-86 0,-27 6-294 0,0 0-673 16,0 0 297-16</inkml:trace>
          <inkml:trace contextRef="#ctx0" brushRef="#br0" timeOffset="-1312.4192">94 211 137 0,'0'0'425'0,"-8"-19"-6"0,1 9 17 15,4 2 14-15,3 8 0 0,-11-17-14 0,11 17-25 16,-6-9-37-16,6 9-41 0,0 0-33 0,0 0-29 16,0 0-26-16,0 0-8 0,0 0 11 0,0 0 2 0,-10 44-12 15,12-16 3-15,3 6-14 0,1 6-6 0,-3-9 1 16,3 7 4-16,1 2-21 0,-6 2-4 16,7-3-6-16,-3-8-10 0,0 12-3 0,-1-3-13 0,3 5-14 15,-4-4-53-15,-1-19-102 0,4 16 0 0,-6-12 0 16,1 3 0-16,-1-3 0 0,0-2 0 0,2-7 0 15,-2 0 0-15,3 0 0 0,-6-1 0 0,3-6 0 16,0-10 0-16,0 19 0 0,0-19 0 0,0 13 0 16,0-13 0-16,0 0 0 0,0 14 0 0,0-14 0 15,0 0 0-15,0 0 0 0,0 0 0 0,0 0 0 16,0 0 0-16,-11-50 0 0,0 23 0 0,1-15 0 16,-2-1 0-16,-2-2 0 0,-1 4 0 0,3 1 0 15,2-6 0-15,-1-1 0 0,3-1 0 0,0 6 0 16,7-7 0-16,1 3 0 0,0 2 0 0,1 0 0 15,6 4 0-15,2-1 0 0,2 3 0 0,3 10 0 0,1-1 0 16,2-2 0-16,7 1 0 0,-2 8 0 0,0 7 0 16,0-3 0-16,5 6 0 0,1 4 0 15,-1 6 0-15,-3-2 0 0,-3 9 0 0,-1-3 0 0,7 10 0 16,-3-1 0-16,-10 3 0 0,3 4 0 0,-3 2 0 16,-2 5 0-16,-9 1 0 0,0 0 0 0,-3 6 0 15,-6 6 0-15,-4-1 0 0,1-9 0 0,-4 0 0 16,0 0 0-16,-7 10-54 0,6-13-8 0,1-9-5 15,-3 6-1-15,-3-3-8 0,10-4-4 0,-4 2-1 16,5-5-6-16,0-5-8 0,8-7-5 0,-12 12-9 16,5-5-1-16,7-7-1 0,0 0 5 0,-3 14 12 15,3-14 7-15,0 0 4 0,0 0 7 0,14 12 3 0,-14-12 11 16,0 0 10-16,22 2-3 0,-22-2 9 0,21 2 2 16,-21-2 3-16,30 2 10 0,-11-1 1 15,-2 1 10-15,4 7-7 0,-2-6 5 0,1 6 3 0,9 1 7 16,-5-2-4-16,-6 2 2 0,-2-2 5 0,2 5 2 15,4 2-1-15,-6-2-1 0,3 6 3 0,-8-5 1 16,1 3 4-16,-4-3-3 0,-3 5 2 0,-3-1 3 16,-2-1-1-16,-8 2-1 0,0 4-1 0,-8-3-4 15,-3-1-16-15,-3 4-29 0,-3-2-26 0,-12-2-38 16,9-2-39-16,-10 0-24 0,-2-1-36 0,-4-5-40 16,3-4-20-16,8 1-39 0,4-9-66 0,-12 2-287 15,-3-2-720-15,11-6 318 0</inkml:trace>
        </inkml:traceGroup>
        <inkml:traceGroup>
          <inkml:annotationXML>
            <emma:emma xmlns:emma="http://www.w3.org/2003/04/emma" version="1.0">
              <emma:interpretation id="{9BDDD9D0-051E-4F12-A174-BFBEC2C71AE5}" emma:medium="tactile" emma:mode="ink">
                <msink:context xmlns:msink="http://schemas.microsoft.com/ink/2010/main" type="inkWord" rotatedBoundingBox="23460,3592 26644,3592 26644,5751 23460,5751"/>
              </emma:interpretation>
              <emma:one-of disjunction-type="recognition" id="oneOf1">
                <emma:interpretation id="interp1" emma:lang="" emma:confidence="0.5">
                  <emma:literal>13</emma:literal>
                </emma:interpretation>
                <emma:interpretation id="interp2" emma:lang="" emma:confidence="0.5">
                  <emma:literal>, 3</emma:literal>
                </emma:interpretation>
                <emma:interpretation id="interp3" emma:lang="" emma:confidence="0">
                  <emma:literal>. 3</emma:literal>
                </emma:interpretation>
                <emma:interpretation id="interp4" emma:lang="" emma:confidence="0">
                  <emma:literal>/ 3</emma:literal>
                </emma:interpretation>
                <emma:interpretation id="interp5" emma:lang="" emma:confidence="0">
                  <emma:literal>' 3</emma:literal>
                </emma:interpretation>
              </emma:one-of>
            </emma:emma>
          </inkml:annotationXML>
          <inkml:trace contextRef="#ctx0" brushRef="#br0" timeOffset="2407.6962">5091 26 300 0,'0'0'471'0,"0"0"-1"0,36-21-19 15,-23 15-37-15,6 3-40 0,-2-4-39 0,2 4-33 16,2 2-30-16,2-2-29 0,-2 3-25 0,-21 0-23 16,43 0-20-16,-26 4-17 0,0-4-20 0,-2 3-13 15,-1 6-9-15,-14-9-19 0,17 13-7 0,-9-5-13 16,0 3-12-16,-6 5-7 0,4 0-7 0,-6 3-18 15,-3 3-19-15,-2-4-4 0,-1 1-19 0,-4-1-21 0,-1 6-6 16,-6-2-10-16,-1 1-5 0,-2-2-11 0,-4 0 0 16,-1 2-4-16,3-4 5 0,-5-3 1 15,8 3 6-15,-5-3 4 0,2-5-3 0,6 4-4 0,0-8 4 16,4 1 8-16,1-5 0 0,11-3 3 0,-14 10 3 16,14-10 4-16,0 0 2 0,0 0 20 0,0 0-2 15,0 0-5-15,0 0 14 0,0 0 5 0,0 0 9 16,37-24 7-16,-22 20 19 0,2-7 3 0,-3 4 14 15,4 0-6-15,-1-3 8 0,-1 3 6 0,3 2 2 16,-3 3 5-16,4-1 10 0,-1-1 3 0,-3 2 20 16,4-1 0-16,-20 3 1 0,37-2-1 0,-17 4 2 15,1 3-3-15,-1-1-1 0,-4 1-8 0,3 0-10 16,2 6-3-16,-5-3-11 0,3 1-5 0,-4 5-5 16,-4-6-4-16,0 3-6 0,1 3-5 0,-5 2 1 15,-3-1-6-15,-4 3-5 0,-2 1-4 0,-4 2-3 16,-9 4-13-16,0-1-29 0,-12 8-27 0,-3-5-31 15,-3-1-7-15,-2-1-22 0,-6-9-26 0,3 1-16 16,-6 4-16-16,4-4-15 0,-4-6-19 0,4 1-11 16,-1-3-15-16,11-1-11 0,-3-8-30 0,1 3-33 15,7-5-55-15,-3-2-227 0,10-1-626 0,4-4 277 0</inkml:trace>
          <inkml:trace contextRef="#ctx0" brushRef="#br0" timeOffset="4641.9546">5329-601 338 0,'0'0'393'0,"0"0"-29"15,0 0 5-15,0 0 15 0,0 0 7 0,0 0-8 16,0 0-7-16,37 20-16 0,-20-19-24 0,9 6-16 15,5-2-24-15,1-3-21 0,12 2-20 0,-14-3-16 16,0 1-19-16,3 0-18 0,-3 0-13 0,5-1-13 0,-5-1-11 16,3 0-15-16,0-1-7 0,-4-1-9 15,1 0-8-15,-2-1-3 0,-1-1-1 0,-6 4-11 16,-21 0-16-16,38 0 5 0,-19 0-9 0,0 5-5 0,-19-5-2 16,31 4-13-16,-17-1-9 0,1 3 1 0,-1 6 6 15,0 0-8-15,0 4 4 0,4 8 10 16,2 12 8-16,-2 2 6 0,-4 3 6 0,0 3-33 0,0 5-62 15,1-3 0-15,-4 6 0 0,1 0 0 0,-4 1 0 16,6 19 0-16,-4-19 0 0,-2 3 0 0,-2-5 0 16,7 4 0-16,-5-3 0 0,4 0 0 0,-5-1 0 15,2-2 0-15,2-2 0 0,-3-2 0 0,0 6 0 16,-2-2 0-16,1-4 0 0,2-1 0 0,-4-3 0 16,1 2 0-16,-3-3 0 0,4 2 0 0,-7-12 0 15,1 6 0-15,-1-6 0 0,0 0 0 0,0-3 0 16,0 0 0-16,-3 1 0 0,-2 0 0 0,-1-1 0 15,0 0 0-15,-2-3 0 0,0-1 0 0,-5 2 0 0,2-1 0 16,-6-2 0-16,-1 3 0 0,-8 3 0 16,-5-2 0-16,0 1 0 0,-4-3 0 0,-4 0 0 15,-7-2 0-15,-2-3 0 0,3 1 0 0,-3-6 0 0,5 4 0 16,1-7 0-16,1-3 0 0,12-1 0 0,-1 0 0 16,3-3 0-16,0-3 0 0,4-2 0 0,1-3-465 15,-4-8-112-15,3 2-105 0,-3-8-397 0,6-5-1166 16,2 2 515-16</inkml:trace>
          <inkml:trace contextRef="#ctx0" brushRef="#br0" timeOffset="1110.9428">3239 526 102 0,'0'0'453'0,"-18"6"0"0,18-6-3 0,0 0-12 15,-20 3-28-15,20-3-37 0,0 0-32 0,0 0-33 16,0 0-23-16,0 0-26 0,0 0-19 0,0 0-21 0,0 0-20 16,0 0-20-16,0 0-18 0,0 0-18 15,0 0-12-15,0 0-16 0,49-27-14 0,-30 20-18 16,-4 1-40-16,3-1-58 0,-1 1-68 0,8-6-50 0,-4 4-52 15,-2 4-66-15,6-3-92 0,-9 0-403 0,3-5-809 16,-3 1 358-16</inkml:trace>
          <inkml:trace contextRef="#ctx0" brushRef="#br0" timeOffset="1688.9996">3705 247 15 0,'0'0'391'0,"0"0"-3"16,-16-11-25-16,16 11 3 0,-9-7-40 0,9 7-27 16,-2-14-26-16,2 14-32 0,0 0-20 0,6-19-18 15,-1 8-15-15,-5 11-16 0,14-15-9 0,-4 4-11 16,-2 7-15-16,-8 4-11 0,20-14-3 0,-6 6-2 16,1 1-11-16,-1-1-9 0,-2 5-5 0,1-2-6 15,-13 5-12-15,22-2-4 0,-22 2-6 0,27 2-6 0,-27-2-3 16,22 7-8-16,-12 2-2 0,2 6-5 15,-4-4-2-15,5 7-5 0,-8 1-3 0,-1 2-3 16,3 6-5-16,-3 3-5 0,-5-1-4 0,-2 0-1 0,-4 1 4 16,6 10-3-16,-12-2-5 0,5-8-3 0,-4-2-7 15,-4 7 1-15,2-7-3 0,-2-7-6 0,-3 5 6 16,5-3 2-16,-1-2-3 0,7-4 1 0,-1-6-2 16,-2 0-3-16,3 2 3 0,2-6 2 0,6-7 3 15,-7 10-1-15,7-10 5 0,-6 10 2 0,6-10 7 16,0 0 9-16,0 0 11 0,0 0 12 0,0 0-1 15,0 0-6-15,27 6 3 0,-27-6-9 0,0 0-2 16,47-7 1-16,-26 5-6 0,-4-1-4 0,4-1 0 16,1 1-5-16,5 2-4 0,-5-2-1 0,5-2 3 15,1 2-9-15,1-1-2 0,-1 4-15 0,-3-7-30 16,4 4-34-16,-1-2-77 0,6-2-66 0,-3 2-83 16,-2-1-104-16,-1-4-393 0,4 2-860 0,-1-4 381 15</inkml:trace>
        </inkml:traceGroup>
      </inkml:traceGroup>
    </inkml:traceGroup>
  </inkml:traceGroup>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5T05:10:02.854"/>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0091E0C5-FA34-4724-A28F-9AAB1FE0A3E1}" emma:medium="tactile" emma:mode="ink">
          <msink:context xmlns:msink="http://schemas.microsoft.com/ink/2010/main" type="writingRegion" rotatedBoundingBox="21681,5568 29507,8069 28261,11968 20435,9466"/>
        </emma:interpretation>
      </emma:emma>
    </inkml:annotationXML>
    <inkml:traceGroup>
      <inkml:annotationXML>
        <emma:emma xmlns:emma="http://www.w3.org/2003/04/emma" version="1.0">
          <emma:interpretation id="{921FDCFD-907A-477D-94CD-777A17096C16}" emma:medium="tactile" emma:mode="ink">
            <msink:context xmlns:msink="http://schemas.microsoft.com/ink/2010/main" type="paragraph" rotatedBoundingBox="21681,5568 29507,8069 28261,11968 20435,9466" alignmentLevel="1"/>
          </emma:interpretation>
        </emma:emma>
      </inkml:annotationXML>
      <inkml:traceGroup>
        <inkml:annotationXML>
          <emma:emma xmlns:emma="http://www.w3.org/2003/04/emma" version="1.0">
            <emma:interpretation id="{082A001E-AAB5-43A9-AC65-A8E2E4C4F0F7}" emma:medium="tactile" emma:mode="ink">
              <msink:context xmlns:msink="http://schemas.microsoft.com/ink/2010/main" type="line" rotatedBoundingBox="21681,5568 29507,8069 28261,11968 20435,9466"/>
            </emma:interpretation>
          </emma:emma>
        </inkml:annotationXML>
        <inkml:traceGroup>
          <inkml:annotationXML>
            <emma:emma xmlns:emma="http://www.w3.org/2003/04/emma" version="1.0">
              <emma:interpretation id="{155315E2-0059-4FB8-9C6C-20DA747659DC}" emma:medium="tactile" emma:mode="ink">
                <msink:context xmlns:msink="http://schemas.microsoft.com/ink/2010/main" type="inkWord" rotatedBoundingBox="21681,5568 27458,7414 26212,11313 20435,9466"/>
              </emma:interpretation>
              <emma:one-of disjunction-type="recognition" id="oneOf0">
                <emma:interpretation id="interp0" emma:lang="" emma:confidence="1">
                  <emma:literal/>
                </emma:interpretation>
              </emma:one-of>
            </emma:emma>
          </inkml:annotationXML>
          <inkml:trace contextRef="#ctx0" brushRef="#br0">1661 4379 166 0,'0'0'469'0,"0"0"-26"0,0 0-16 0,0 0-15 15,0 0-5-15,0 0-11 0,0 0-19 0,0 0-20 0,0 0-28 16,21 2-30-16,-21-2-31 0,20-9-26 0,-1 4-23 15,-1-3-23-15,2 1-20 0,9-3-18 0,4-2-20 16,8-2-23-16,-3 0-39 0,-5 2-50 0,8-3-50 16,-9 4-52-16,7-1-50 0,-9-1-46 0,-4 7-52 15,-9-1-57-15,2 0-64 0,-5 5-62 0,-14 2-267 16,0 0-730-16,21 0 323 0</inkml:trace>
          <inkml:trace contextRef="#ctx0" brushRef="#br0" timeOffset="171.8462">1762 4564 313 0,'-20'18'320'0,"7"-3"-15"0,1 1-13 0,2-6-8 0,4 5-10 16,1-5-2-16,2 1-21 0,3-11-11 0,0 14-12 15,0-14-15-15,9 12-11 0,-9-12-21 16,29 4-14-16,-10-3-10 0,9-4-13 0,4-2-20 0,15-4-14 16,2 3-18-16,-1-5-43 0,4 0-58 0,0-4-73 15,0 0-81-15,-3 1-104 0,5 0-350 0,-2-3-667 16,2 3 296-16</inkml:trace>
          <inkml:trace contextRef="#ctx0" brushRef="#br0" timeOffset="-234.3778">1029 3793 46 0,'-28'-6'358'15,"13"6"-10"-15,15 0-5 0,-31 5-5 0,6 2 8 0,4-1-5 16,-4 6-6-16,-2-2-9 0,-8 12-10 0,-4 0-12 16,4 2-10-16,0 3-1 0,5 8-10 0,3-4-5 15,-3 8-10-15,3-1-12 0,0 4-14 0,5 1-18 16,0 7-14-16,0-4-15 0,8 5-12 0,-5-2-17 16,5 2-20-16,4-4-10 0,-1-4-4 0,5 0-20 15,4-3-13-15,1-2-11 0,2 0-8 0,4-10-8 16,1 1-11-16,4-2 3 0,-1-1-10 0,10-8-4 15,-3 5-8-15,8-4-1 0,1-5-3 0,3-2-5 16,18-2 0-16,-16-6-6 0,19-4-11 0,-3 0-21 16,0-4-33-16,1-3-41 0,-2-3-40 0,-3 0-46 0,-1-4-38 15,2 0-44-15,-2-1-33 0,-1-2-41 16,-12 4-36-16,1-5-57 0,5-1-68 0,-12 3-337 16,2-1-885-16,1 1 392 0</inkml:trace>
          <inkml:trace contextRef="#ctx0" brushRef="#br0" timeOffset="906.1673">2983 3315 143 0,'-8'-26'422'0,"0"2"-45"15,1 8-19-15,1-5-23 0,5 0-3 0,-6 9 23 16,2-7 3-16,4 3-5 0,-5 3-7 0,2 0-16 16,4 13-16-16,-7-14-19 0,2 5-18 0,5 9-16 15,-7-17-7-15,7 17-20 0,-9-6-21 0,9 6-19 16,0 0-20-16,0 0-20 0,0 0-14 0,0 0-13 0,0 0-13 16,0 0-7-16,-25 26-5 0,22 0 8 15,-1 6-11-15,8 6 3 0,-4 6-14 0,3 5 7 16,5 3 8-16,-2 20 8 0,0-4 1 0,5 6 7 0,-3-1-1 15,2 6 5-15,1-6-4 0,-2 5 0 0,-1 7-15 16,5-4-104-16,-1 7 0 0,-1-2 0 0,2-3 0 16,0 1 0-16,1 8 0 0,-1 0 0 0,2-2 0 15,-2 1 0-15,1 0 0 0,-4-4 0 0,-2-5 0 16,6-1 0-16,-3-3 0 0,-3-23 0 0,8 23 0 16,-10-23 0-16,8 18 0 0,-3-5 0 0,-1-16 0 15,-2-1 0-15,3-2 0 0,-2-2 0 0,5 0 0 0,-3-1 0 16,-4-5 0-16,2 3 0 0,-1-5 0 15,6 3 0-15,-3-14 0 0,-1 3 0 0,-2-6 0 16,-2 1 0-16,2 4 0 0,-5-4 0 0,5-4 0 0,-5-4 0 16,0 1 0-16,1-5 0 0,-4-2 0 0,4 0 0 15,-4-12 0-15,4 19 0 0,-4-10 0 0,0-9 0 16,6 12 0-16,-6-12 0 0,3 12 0 0,-3-12 0 16,0 0 0-16,8 8 0 0,-8-8 0 0,0 0 0 15,0 0 0-15,0 0 0 0,0 0 0 0,0 15 0 16,0-15 0-16,0 0 0 0,0 0 0 0,0 0 0 15,0 0 0-15,8 9 0 0,-8-9 0 0,0 0 0 0,12 5 0 16,-12-5 0-16,0 0 0 0,26 3 0 16,-26-3 0-16,35 3 0 0,-15-6 0 0,9 0 0 15,2 0 0-15,12-1 0 0,-1 1 0 0,1-1 0 0,8 1 0 16,-9-2-82-16,6-3-245 0,1-3-33 0,0 2-40 16,-5-2-27-16,-1 1-39 0,3-8-48 0,-16 6-423 15,-2-6-1013-15,-1 4 449 0</inkml:trace>
          <inkml:trace contextRef="#ctx0" brushRef="#br0" timeOffset="1249.8929">2959 3525 66 0,'-6'-14'494'0,"1"5"-52"16,5 9-47-16,11-26-33 0,-3 9-41 0,4 3-31 0,-1-3-23 15,2 6-21-15,1-5-28 0,7-1-17 0,1-1-19 16,-1 1-23-16,5 4-7 0,1-1-33 0,2 2-22 15,1 0-37-15,-2 2-55 0,15-5-57 0,-12 8-68 16,1 4-68-16,14-6-105 0,-18 1-278 0,4-1-618 16,-4 4 273-16</inkml:trace>
          <inkml:trace contextRef="#ctx0" brushRef="#br0" timeOffset="1559.7983">4065 3015 5 0,'-6'-14'476'0,"6"14"-40"0,-2-19-36 15,-1 10-17-15,3 9 11 0,-3-17 19 0,3 17 21 0,0 0-5 16,0-14-17-16,0 14-19 0,0 0-51 0,0 0-28 16,0 0-25-16,-3-11-16 0,3 11 9 0,0 0-17 15,0 0-24-15,0 0-25 0,8 39-22 0,-7-24-20 16,1 4-17-16,4-1-15 0,0 7-12 0,2 4-12 16,-1-2-14-16,1 14-22 0,1-2-45 0,-4-1-59 15,1-8-59-15,0 10-73 0,-1 0-87 0,2-10-67 16,-4 10-65-16,1-2-87 0,0 1-115 0,0-11-313 15,-1 1-960-15,4-6 426 0</inkml:trace>
          <inkml:trace contextRef="#ctx0" brushRef="#br0" timeOffset="3777.594">4492 2711 4104 0,'0'0'288'0,"-19"-7"-156"0,19 7-47 0,-10-4-27 16,10 4-32-16,0 0 3 0,-15-6-10 0,15 6 6 16,0 0-5-16,0 0 14 0,0 0 25 0,0 0 17 15,0 0 9-15,0 0 2 0,0 0 6 0,39-9-2 16,-21 5-2-16,10 0-9 0,4 1-5 0,-1-2-4 15,12-4-4-15,1 1-7 0,2-1-1 0,-2-5-5 0,-6 3-2 16,3 3 0-16,-12 1 0 0,4-4 4 16,-3 3-2-16,-2-2 0 0,-1 2-1 0,2 5 0 15,-4-2-5-15,-5 4-3 0,-2 0-5 0,-18 1-1 0,35 3-2 16,-16 4 0-16,1 5 15 0,1 6 3 16,-2 3 4-16,4 10 6 0,1 9-1 0,-3 5 3 15,9 21 5-15,1 7 0 0,-2-3 1 0,1 6-5 16,3 12 5-16,11 29 12 0,-9-33-5 0,15 37 2 0,-8 8-1 15,0-12 0-15,6 2-1 0,-15-32 6 0,13 42-3 16,1-7-2-16,-4 0 19 0,-5-4-6 16,-11-31-94-16,7 32 0 0,-5-30 0 0,-1 31 0 0,-14-31 0 15,1-10 0-15,5 4 0 0,-6-3 0 0,-1 5 0 16,8-6 0-16,-6-6 0 0,-4-3 0 0,-4-2 0 16,2-16 0-16,-1 3 0 0,-1-1 0 0,-3 2 0 15,-1-4 0-15,5-2 0 0,-8-3 0 0,0 1 0 16,0-8 0-16,3 4 0 0,-3-4 0 0,0 0 0 15,-3-12 0-15,2 2 0 0,-1-4 0 0,-3 2 0 16,5-1 0-16,-3 2 0 0,0-3 0 0,0-3 0 16,-2 3 0-16,4-11 0 0,1 10 0 0,0-9 0 0,0 0 0 15,1 3 0-15,-1-2 0 0,0-7 0 0,0-10 0 16,0 22 0-16,0-14 0 0,0-8 0 16,-1 19 0-16,-1-11 0 0,2-8 0 0,-6 17 0 0,-2-5 0 15,-2-1 0-15,-4 3 0 0,-2-3 0 0,-11 4 0 16,-15 4 0-16,1-1 0 0,-4-4 0 0,-2-1 0 15,-4 5 0-15,-5-4 0 0,-23-2 0 0,4 4 0 16,-5-4 0-16,-9-5 0 0,12 0 0 0,-7 2 0 16,24-2 0-16,-2-7-1366 0,-14-7-1478 0,-3-4 654 15</inkml:trace>
          <inkml:trace contextRef="#ctx0" brushRef="#br0" timeOffset="1919.1381">3972 4544 213 0,'-19'1'428'0,"5"4"-29"0,14-5-37 15,-18 6-35-15,18-6-19 0,-12 5-11 0,12-5-12 16,0 0-4-16,0 0-12 0,-19 3-17 0,19-3-7 16,0 0-20-16,0 0-13 0,0 0-13 0,0 0-15 15,0 0-19-15,0 0-19 0,47-29-13 0,-20 20-18 16,-3-2-13-16,4 0-28 0,4 1-39 0,-1 2-37 0,15-7-74 16,-6 0-45-16,4 0-57 0,-6 5-74 0,3-5-98 15,-13 4-364-15,2 5-772 0,-1-8 343 16</inkml:trace>
          <inkml:trace contextRef="#ctx0" brushRef="#br0" timeOffset="2372.2417">4479 4534 230 0,'0'0'366'0,"0"0"-37"16,0 0-34-16,0 0-20 0,-20-17-7 0,20 17-4 0,0 0-4 15,6-16 0-15,-6 16-14 0,0 0-15 0,8-22-10 16,-5 11-13-16,0 1-20 0,-3 10-17 0,13-21-15 16,-7 14-21-16,1-4-8 0,0 0-16 0,3 3-10 15,-4-1-7-15,-6 9-9 0,19-12-13 0,-9 5-4 16,-10 7-9-16,20-7-5 0,-20 7-11 0,22-1 0 16,-22 1-7-16,0 0-4 0,29 3-3 0,-17 4-11 15,-4-2 2-15,5 8-12 0,-5 2-15 0,3 1-28 16,-2 5-6-16,-1 2-18 0,-3 1-7 0,-2 2-3 15,0-1-4-15,-6 1 1 0,2 2 5 0,-6-1-3 0,1 2 13 16,-2-3 6-16,-8 9 4 0,-3-2 6 16,4-7 7-16,-1 0 14 0,1-5 12 0,-2 5 10 15,3-4 15-15,-2-3-1 0,3-4 4 0,4-1 11 0,-2-3-1 16,3 0 1-16,2-3-4 0,6-8-5 0,-7 14 11 16,7-14-2-16,-6 7 5 0,6-7 8 0,0 0 6 15,0 0 6-15,0 0-8 0,38 4-9 0,-38-4 1 16,44-7-4-16,-15 2-5 0,-1-2-3 0,1-2-8 15,5 4 3-15,1-2-3 0,-6 3-1 0,4-4-13 16,-3 0-10-16,3 0-30 0,-5 2-23 0,1 3-30 16,-9-4-32-16,-2 3-49 0,2 3-50 0,-20 1-57 0,32 0-80 15,-32 0-267-15,17 7-672 0,-17-7 298 0</inkml:trace>
          <inkml:trace contextRef="#ctx0" brushRef="#br0" timeOffset="2932.8675">4667 5595 83 0,'-8'5'619'16,"-9"1"-63"-16,17-6-64 0,-14 4-53 0,14-4-41 15,0 0-37-15,0 0-28 0,0 0-13 0,0 0-14 16,0 0-13-16,0 0-19 0,0 0-11 0,0 0-18 0,0 0-15 15,0 0-14-15,49-15-20 0,-49 15-15 0,22-3-19 16,-22 3-16-16,27-5-6 0,-10 4-21 16,-17 1-8-16,0 0-11 0,36 6-13 0,-20-3-10 0,-3 4-8 15,1 1-6-15,-4 1-2 0,2 0-10 0,-1 3-5 16,-3 2 1-16,-5 1-10 0,2 0-2 0,-3 4-7 16,-2-1-6-16,0 0 0 0,1 1-13 0,-1 0-8 15,-1-1-11-15,-6 5-7 0,0-6 0 0,5-2-3 16,-9 9-8-16,3-10 3 0,2 0-6 0,2-3 1 15,-2-3-6-15,6-8-2 0,-12 13 4 0,12-13-3 16,-8 12 5-16,8-12 4 0,-7 8 4 0,7-8 0 0,0 0-3 16,0 0-3-16,0 0 6 0,0 0-3 0,0 0 9 15,0 0-1-15,0 0 3 0,0 0 6 0,0 0-2 16,0 0 3-16,45-4 2 0,-45 4 4 0,26-7 7 16,-26 7 3-16,32-4-1 0,-32 4 11 0,28 2 6 15,-28-2 6-15,31 5 2 0,-22-1 3 0,8 0-3 16,-2 2 2-16,-1 3-5 0,-2 2 0 0,0 2-3 15,-3 5 0-15,-1-2-6 0,-2 3 2 0,-3 5-3 16,2 2-1-16,-3-1 1 0,-2-3-7 0,-7 3 2 16,1 0-3-16,0-3 2 0,-5 2-4 0,-4 1 3 15,-4-6 3-15,-3 0-4 0,-4 0-5 0,-1-1-14 0,-2-4-4 16,-13 4-12-16,0-4-20 0,-2-1-13 0,0-6-13 16,0-3-17-16,1-4-26 0,0 0-36 0,12 0-33 15,5-8-40-15,-4-3-46 0,5-1-44 0,0-5-63 16,6-6-35-16,-2 1-384 0,-1-14-860 0,2-9 381 15</inkml:trace>
        </inkml:traceGroup>
        <inkml:traceGroup>
          <inkml:annotationXML>
            <emma:emma xmlns:emma="http://www.w3.org/2003/04/emma" version="1.0">
              <emma:interpretation id="{212AE368-EB82-4A76-833A-8AF2E908AC5E}" emma:medium="tactile" emma:mode="ink">
                <msink:context xmlns:msink="http://schemas.microsoft.com/ink/2010/main" type="inkWord" rotatedBoundingBox="27044,8966 29019,9597 28620,10846 26645,10215"/>
              </emma:interpretation>
              <emma:one-of disjunction-type="recognition" id="oneOf1">
                <emma:interpretation id="interp1" emma:lang="" emma:confidence="0.5">
                  <emma:literal>3+1</emma:literal>
                </emma:interpretation>
                <emma:interpretation id="interp2" emma:lang="" emma:confidence="0.5">
                  <emma:literal>3t \</emma:literal>
                </emma:interpretation>
                <emma:interpretation id="interp3" emma:lang="" emma:confidence="0">
                  <emma:literal>341</emma:literal>
                </emma:interpretation>
                <emma:interpretation id="interp4" emma:lang="" emma:confidence="0">
                  <emma:literal>34</emma:literal>
                </emma:interpretation>
                <emma:interpretation id="interp5" emma:lang="" emma:confidence="0">
                  <emma:literal>3t ,</emma:literal>
                </emma:interpretation>
              </emma:one-of>
            </emma:emma>
          </inkml:annotationXML>
          <inkml:trace contextRef="#ctx0" brushRef="#br0" timeOffset="6323.2909">6629 5447 273 0,'0'0'332'0,"-29"-23"-14"0,29 23 9 15,-5-13-9-15,5 13-20 0,0-12-2 16,0 12-15-16,0 0-21 0,-3-15-16 0,3 15-24 0,3-14-19 16,-3 14-15-16,7-15-16 0,-7 15-20 0,14-10-12 15,-14 10-17-15,19-7-10 0,-19 7-10 0,22 2-9 16,-22-2-8-16,30 11-13 0,-13-3-3 0,-5 3-7 16,2 4-4-16,-2-1-13 0,-1-1-2 0,-1 11-7 15,-2 1-3-15,-7-5-8 0,4 5-2 0,-5 1 2 16,-5 4-8-16,2-5-7 0,-1 1-3 0,-4 0-3 15,0 1-7-15,-5-2 1 0,4-4-7 0,-4 3-2 16,0-4-5-16,2-4 0 0,0-3-3 0,2 1 2 16,-2-2 0-16,3-1 1 0,0-2 5 0,8-9-1 0,-13 11 4 15,13-11-8-15,-12 8 11 0,12-8 9 0,0 0-9 16,-12 7 1-16,12-7 0 0,0 0-2 0,0 0-1 16,0 0 3-16,0 0-4 0,0 0 4 0,0 0 0 15,0 0 3-15,16-36-1 0,-8 28 3 0,3 0-4 16,0 1 4-16,4 1 1 0,2 1 2 0,-17 5-2 15,30-2 6-15,-30 2 1 0,36 6-4 0,-21-1 11 16,5 2-11-16,-3 3-4 0,6 2 6 0,-8 4-5 16,1-7 13-16,3 14-3 0,-3-5 1 0,-2 0-1 15,-1 5 4-15,-7-4-2 0,4 2-1 0,-6 0-6 16,-2-3 3-16,1 1-2 0,-3-3-3 0,-3 3 3 16,0-4-5-16,-4 3-1 0,1-3-7 0,-7-5-10 0,7-2-21 15,-8-1-8-15,0 2-37 0,-4-6-32 0,-1 0-10 16,19-3-26-16,-42 0-27 0,16-7-24 0,3-2-41 15,-4-4-35-15,3-1-70 0,-1-5-177 0,3 0-565 16,-5-13 250-16</inkml:trace>
          <inkml:trace contextRef="#ctx0" brushRef="#br0" timeOffset="6573.2746">7150 5455 164 0,'30'-1'382'0,"2"1"-22"16,-1 3-27-16,3 1-29 0,-6 4-15 0,7-1-14 16,-7 1-17-16,1 3-2 0,-2 4-14 0,-1 4-8 0,9 2-9 15,-11-1-15-15,4-3-14 0,-6 3-30 16,4-1-9-16,-3 2-17 0,1-2-17 0,-6 3-8 16,4-3-19-16,1-3-6 0,-4 0-14 0,2 1-8 0,-1-1-19 15,-7-4-43-15,1-4-41 0,2-1-45 0,-2 4-44 16,-7-4-32-16,-7-7-41 0,14 7-30 0,-14-7-39 15,14 4-11-15,-14-4-44 0,0 0-202 0,0 0-564 16,6-30 250-16</inkml:trace>
          <inkml:trace contextRef="#ctx0" brushRef="#br0" timeOffset="6760.7651">7738 5403 150 0,'-11'-16'348'0,"5"2"-30"0,-2 3-25 15,1 1-17-15,7 10-8 0,-11-12 2 0,11 12-7 16,-9-11-28-16,9 11-16 0,0 0 0 0,0 0-32 15,-35 18-12-15,24-3-9 0,-2 8-14 0,-1 3-7 16,0 1-11-16,-2 11-16 0,-1 2-14 0,-1 4-11 16,-1-5-9-16,4 8-9 0,-4-2-16 0,9-1-40 0,-7-1-36 15,1 1-26-15,3 0-27 0,-4-4-35 16,3-3-43-16,3-11-42 0,-2-1-53 0,8-1-76 16,-9-7-221-16,5-5-584 0,5 1 259 0</inkml:trace>
          <inkml:trace contextRef="#ctx0" brushRef="#br0" timeOffset="7057.5993">8218 5255 480 0,'0'-15'501'0,"0"15"-20"0,0 0-17 0,2-8-10 15,-2 8-10-15,0 0-8 0,0 0-36 0,0 0-35 16,0 0-32-16,0 0-31 0,0 0-17 0,0 0-17 16,14 47-10-16,-9-19-19 0,3 12-9 0,-2 0-9 0,2 9-9 15,-3-2-18-15,1 7-14 0,2 1-18 16,6 15-15-16,-4-16-16 0,1 17-9 0,6-1-14 16,1-2-9-16,-4-17-14 0,-3 0-20 0,3 2-2 0,4-3-31 15,-6-4-56-15,-1 0-59 0,-6-3-68 16,-2-3-72-16,3-11-77 0,-2 9-75 0,-9-12-95 15,-3-8-553-15,-5 5-1107 0,4-8 489 0</inkml:trace>
        </inkml:traceGroup>
      </inkml:traceGroup>
    </inkml:traceGroup>
  </inkml:traceGroup>
</inkml:ink>
</file>

<file path=ppt/ink/ink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5T05:09:39.398"/>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366251EC-6E8A-4611-B67C-18821027BF49}" emma:medium="tactile" emma:mode="ink">
          <msink:context xmlns:msink="http://schemas.microsoft.com/ink/2010/main" type="writingRegion" rotatedBoundingBox="26943,5294 28675,5294 28675,6313 26943,6313"/>
        </emma:interpretation>
      </emma:emma>
    </inkml:annotationXML>
    <inkml:traceGroup>
      <inkml:annotationXML>
        <emma:emma xmlns:emma="http://www.w3.org/2003/04/emma" version="1.0">
          <emma:interpretation id="{0B288E1C-718C-4849-922C-CFCEA6289D94}" emma:medium="tactile" emma:mode="ink">
            <msink:context xmlns:msink="http://schemas.microsoft.com/ink/2010/main" type="paragraph" rotatedBoundingBox="26943,5294 28675,5294 28675,6313 26943,6313" alignmentLevel="1"/>
          </emma:interpretation>
        </emma:emma>
      </inkml:annotationXML>
      <inkml:traceGroup>
        <inkml:annotationXML>
          <emma:emma xmlns:emma="http://www.w3.org/2003/04/emma" version="1.0">
            <emma:interpretation id="{3759A3F6-1D7E-4CFA-8F93-65ECE28D504C}" emma:medium="tactile" emma:mode="ink">
              <msink:context xmlns:msink="http://schemas.microsoft.com/ink/2010/main" type="line" rotatedBoundingBox="26943,5294 28675,5294 28675,6313 26943,6313"/>
            </emma:interpretation>
          </emma:emma>
        </inkml:annotationXML>
        <inkml:traceGroup>
          <inkml:annotationXML>
            <emma:emma xmlns:emma="http://www.w3.org/2003/04/emma" version="1.0">
              <emma:interpretation id="{7FF9CEA9-0D32-4245-81D2-4E6AFB7FEE61}" emma:medium="tactile" emma:mode="ink">
                <msink:context xmlns:msink="http://schemas.microsoft.com/ink/2010/main" type="inkWord" rotatedBoundingBox="26943,5294 28675,5294 28675,6313 26943,6313"/>
              </emma:interpretation>
              <emma:one-of disjunction-type="recognition" id="oneOf0">
                <emma:interpretation id="interp0" emma:lang="" emma:confidence="1">
                  <emma:literal/>
                </emma:interpretation>
              </emma:one-of>
            </emma:emma>
          </inkml:annotationXML>
          <inkml:trace contextRef="#ctx0" brushRef="#br0">6783 1120 118 0,'-12'-6'442'15,"12"6"-3"-15,0 0-1 0,-13-8 7 0,13 8-6 0,0 0-16 16,0 0-32-16,-14-5-36 0,14 5-36 0,0 0-30 16,0 0-28-16,0 0-24 0,0 0-12 0,0 0-4 15,0 0 5-15,0 0-8 0,-10 31-14 0,12-15-7 16,-2 3-13-16,3 5-5 0,-3 5 3 0,3 1-9 15,-1-1-12-15,4 8-13 0,-6 3-12 0,0-2-14 16,3 4-16-16,-3-3-5 0,-3-1-8 0,0 2-22 16,-2 0 5-16,2-3-8 0,-2 1-6 0,-2-1-7 15,2-11-9-15,-3 3-50 0,2-3-39 0,2-6-43 16,1-6-37-16,0 0-41 0,0 0-47 0,1 2-30 16,2-16-31-16,-3 11-15 0,3-11-28 0,0 0-37 15,0 0-47-15,0 0-50 0,0 0-369 0,0 0-885 16,-6-43 391-16</inkml:trace>
          <inkml:trace contextRef="#ctx0" brushRef="#br0" timeOffset="265.6019">6987 1286 8 0,'0'0'332'0,"0"0"-11"0,0 0-8 16,0 0-4-16,0 0 12 0,0 0 5 0,34 17 5 0,-27-10 2 15,5 2-4-15,2 2 2 0,2 1-19 0,1 0-13 16,5 3-18-16,-1 3-23 0,4-2-14 0,3 1-21 16,1-3-22-16,9 7-19 0,-4 0-18 0,3 0-16 15,-7-5-14-15,8 5-16 0,-10-2-12 0,1-4-5 16,-2 3-5-16,-1 1-19 0,-2 0-9 0,1-1-5 16,-4 0-25-16,-4-3-39 0,-2 0-49 0,-3 0-48 15,1-4-53-15,-10-4-43 0,3-2-42 0,-6-5-35 16,8 14-52-16,-8-14-58 0,0 0-81 0,0 0-238 15,0 0-759-15,0 0 336 0</inkml:trace>
          <inkml:trace contextRef="#ctx0" brushRef="#br0" timeOffset="484.3268">7509 1303 135 0,'-6'-16'394'16,"-2"5"-12"-16,1 0-12 0,7 11-16 0,-6-15-13 15,6 15-12-15,-8-10-10 0,8 10-29 0,0 0-26 16,0 0-20-16,0 0-12 0,-35 28-18 0,21-6-15 0,3 1-15 15,-5 6-20-15,7-1-13 0,-12 11-18 0,7 2-12 16,-3-2-11-16,-2 6-15 0,0-1-9 0,3-4-7 16,-3 2-12-16,-3-1-8 0,6 1-51 0,0-6-56 15,5-7-52-15,-5-5-56 0,-1 10-59 0,7-14-74 16,-2-7-88-16,-2 3-314 0,4-8-746 0,-1-3 330 16</inkml:trace>
          <inkml:trace contextRef="#ctx0" brushRef="#br0" timeOffset="1078.0187">7874 1306 274 0,'0'0'342'0,"-10"-7"-17"0,10 7-11 16,-6-15-6-16,6 15-16 0,3-16-23 15,-3 16-14-15,15-25-16 0,-4 10-18 0,1 2-14 16,2-1-6-16,2 1-12 0,-1 0 1 0,7-3-21 0,-8 6-3 16,8-6-17-16,-8 8-14 0,4-1-14 0,-1 0-8 15,0 5-14-15,-17 4-3 0,26 0-3 0,-26 0-18 16,0 0-13-16,31 12 0 0,-21-2-5 0,1 5-4 15,-3 1-9-15,-2 1 0 0,-3 11-12 0,2-2 3 16,-3 1-4-16,-4 3-3 0,2-3 4 0,-2 1-5 16,-4 3-4-16,-2-4-3 0,-1 1 3 0,1-3-9 15,-2-1 2-15,-1 0-2 0,2 0-4 0,-2-11 0 16,3-1-3-16,-2 0 2 0,2 1-3 0,-1-6 3 16,9-7-1-16,-8 12 0 0,8-12 3 0,0 0-4 15,0 0-3-15,0 0 1 0,0 0 2 0,0 0 4 16,0 0 4-16,0 0-1 0,8-42 5 0,1 33 2 15,1-2 6-15,2-2-4 0,1 3 9 0,-2 2-1 16,3-1 2-16,4 2 4 0,-1 2 2 0,1 2 0 16,-18 3-3-16,36 2 4 0,-19 4-2 0,4 1 2 15,-4 4-3-15,7 3 0 0,-2 8-7 0,0 0 1 16,-1-1-4-16,-4 5-2 0,-6 0-3 0,2 11-1 0,-5-14-2 16,-4 3 1-16,-2 1-2 0,-4-2-3 0,-4 0 0 15,-2 1 1-15,-4 1-3 0,-6 7 2 16,-7-5-3-16,3-4-1 0,-13-1 0 0,2-3-2 15,-7 2-6-15,-1-2-1 0,-1 0-10 0,-4-4-10 0,0 1-25 16,0-8-20-16,-3 2-39 0,5-2-40 0,-2-9-62 16,6 2-49-16,-2 1-68 0,-4-8-78 0,5-3-420 15,12-1-886-15,1-5 391 0</inkml:trace>
        </inkml:traceGroup>
      </inkml:traceGroup>
    </inkml:traceGroup>
  </inkml:traceGroup>
</inkml:ink>
</file>

<file path=ppt/ink/ink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5T04:54:06.419"/>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5F0267A3-9DCF-419A-8BDE-B8AB40CBADCF}" emma:medium="tactile" emma:mode="ink">
          <msink:context xmlns:msink="http://schemas.microsoft.com/ink/2010/main" type="inkDrawing" rotatedBoundingBox="14156,706 15360,5309 13048,5913 11844,1311" semanticType="verticalRange" shapeName="Other">
            <msink:sourceLink direction="with" ref="{97D2464B-1A67-45BF-A561-8A40704FEC9B}"/>
            <msink:sourceLink direction="with" ref="{88FC6C53-6300-4FD8-A26D-EE34D6E7F59B}"/>
          </msink:context>
        </emma:interpretation>
      </emma:emma>
    </inkml:annotationXML>
    <inkml:trace contextRef="#ctx0" brushRef="#br0">125-2 3479 0,'-21'-3'185'0,"21"3"-127"0,-36 0-23 16,19 3 29-16,-1-2 20 0,18-1 11 0,-22 7 13 15,22-7 8-15,-13 9-13 0,13-9 15 16,4 12 29-16,-4-12 7 0,25 19 7 0,3-8 13 0,18-4 8 16,11 1 12-16,19 3 6 0,11-8 5 0,1-7 8 15,-1 1-14-15,7 0-9 0,0-1-9 0,0-3-17 16,-3 6-20-16,4-4-19 0,-6 3-6 0,-6-3-12 15,1 4-17-15,-5 0-1 0,-20-3-11 0,-2 8-8 16,-5-3-11-16,-10 5-3 0,-1-3-4 0,-6 2-6 16,-6 2-1-16,-2 0-14 0,-12 0-1 0,6 5 5 15,-7-1-7-15,0 10 9 0,1 9-2 0,-4 4 9 16,4 14-5-16,-8 4-16 0,1 18-23 0,0 4 0 16,3 7 0-16,-7 0 0 0,6 8 0 0,10 38 0 15,-9-39 0-15,21 39 0 0,-4-6 0 0,1 5 0 16,1 1 0-16,-8 4 0 0,11-3 0 0,-4-1 0 15,-7 3 0-15,3 0 0 0,-1-7 0 0,-8 2 0 16,1 3 0-16,5-4 0 0,-9 2 0 0,-5-34 0 16,-2 36 0-16,0-6 0 0,-3-34 0 0,5-5 0 15,-8 0 0-15,0-1 0 0,0-2 0 0,0-1 0 0,0-4 0 16,4-5 0-16,-1-19 0 0,-3-1 0 0,1 2 0 16,2 1 0-16,-1-3 0 0,0-6 0 0,1 0 0 15,0-4 0-15,0-10 0 0,-6-3 0 0,6-2 0 16,-3 0 0-16,2-10 0 0,-1 6 0 0,-1-4 0 15,-6-3 0-15,6 1 0 0,0-4 0 0,0-11 0 16,0 16 0-16,0-16 0 0,3 14 0 0,-3-14 0 16,0 11 0-16,0-11 0 0,0 0 0 0,-3 14 0 15,3-14 0-15,-6 11 0 0,6-11 0 0,-15 13 0 16,0-3 0-16,-12 1 0 0,0 1 0 0,-3 1 0 16,-14 7 0-16,-12-6 0 0,-26 4 0 0,-6 0 0 15,-51 5 0-15,-10-6 0 0,-12 0 0 0,-13-8 0 16,-22-4 0-16,-8 4-1366 0,3-4-1478 0,-9-5 654 15</inkml:trace>
  </inkml:traceGroup>
</inkml:ink>
</file>

<file path=ppt/ink/ink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5T04:54:10.581"/>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269865C5-2C18-45E8-8DCC-3F4521988562}" emma:medium="tactile" emma:mode="ink">
          <msink:context xmlns:msink="http://schemas.microsoft.com/ink/2010/main" type="writingRegion" rotatedBoundingBox="2325,8600 3823,5966 6739,7624 5241,10258"/>
        </emma:interpretation>
      </emma:emma>
    </inkml:annotationXML>
    <inkml:traceGroup>
      <inkml:annotationXML>
        <emma:emma xmlns:emma="http://www.w3.org/2003/04/emma" version="1.0">
          <emma:interpretation id="{E8DE4D69-C6AD-4759-AB47-C17DF4A65EF7}" emma:medium="tactile" emma:mode="ink">
            <msink:context xmlns:msink="http://schemas.microsoft.com/ink/2010/main" type="paragraph" rotatedBoundingBox="2325,8600 3823,5966 4942,6602 3444,9236" alignmentLevel="1"/>
          </emma:interpretation>
        </emma:emma>
      </inkml:annotationXML>
      <inkml:traceGroup>
        <inkml:annotationXML>
          <emma:emma xmlns:emma="http://www.w3.org/2003/04/emma" version="1.0">
            <emma:interpretation id="{26E09455-E0AD-4744-A067-C416845AB085}" emma:medium="tactile" emma:mode="ink">
              <msink:context xmlns:msink="http://schemas.microsoft.com/ink/2010/main" type="line" rotatedBoundingBox="2325,8600 3823,5966 4942,6602 3444,9236"/>
            </emma:interpretation>
          </emma:emma>
        </inkml:annotationXML>
        <inkml:traceGroup>
          <inkml:annotationXML>
            <emma:emma xmlns:emma="http://www.w3.org/2003/04/emma" version="1.0">
              <emma:interpretation id="{5B786877-1A42-4FAE-86FC-D352BB67674E}" emma:medium="tactile" emma:mode="ink">
                <msink:context xmlns:msink="http://schemas.microsoft.com/ink/2010/main" type="inkWord" rotatedBoundingBox="2325,8600 3823,5966 4942,6602 3444,9236"/>
              </emma:interpretation>
              <emma:one-of disjunction-type="recognition" id="oneOf0">
                <emma:interpretation id="interp0" emma:lang="" emma:confidence="1">
                  <emma:literal/>
                </emma:interpretation>
              </emma:one-of>
            </emma:emma>
          </inkml:annotationXML>
          <inkml:trace contextRef="#ctx0" brushRef="#br0">-20 441 14 0,'-18'5'526'15,"18"-5"-56"-15,0 0-54 0,0 0-33 0,0 0-28 16,0 0-5-16,0 0 5 0,0 0-3 0,78-29-9 16,-23 17-6-16,21-10-12 0,3-1-22 0,6 1-11 0,4 0-34 15,1-1-21-15,-6 0-31 0,-2-1-19 0,0-2-25 16,-3 4-20-16,2 2-54 0,-23 2-65 15,13-3-79-15,-22 2-71 0,7-2-70 0,-6 5-82 0,-7-3-107 16,-8-5-461-16,2 3-917 0,-13 2 406 0</inkml:trace>
          <inkml:trace contextRef="#ctx0" brushRef="#br0" timeOffset="-203.1304">607 12 4961 0,'0'0'473'0,"2"-14"-300"0,-2 14-94 0,0 0-33 16,0 0-23-16,0 0 16 0,0 0 21 0,0 0 30 16,0 0 8-16,-32 36 13 0,26-9 1 0,-5-1-4 15,3 10-2-15,-5 1-4 0,4 4-2 0,-4-1 12 0,5 1-11 16,-1 0 2-16,-2 2-7 0,-2-2 9 0,-1 5-3 16,-2-5-15-16,2 1-1 0,-1-7 1 0,1 3-8 15,2-10-6-15,2-2-5 0,-3 4 13 0,4-5-23 16,-2-3-8-16,3-4-5 0,0-2-8 0,2-1 2 15,-1-4-7-15,1-1 1 0,6-10-4 0,-3 11-22 16,3-11-7-16,0 0 0 0,-5 10 0 0,5-10 0 16,0 0 0-16,0 0 0 0,0 0 0 0,0 0 0 15,11-40 0-15,-3 14 0 0,-1-5 0 0,2-14 0 16,4 1 0-16,-2-9 0 0,6-24 0 0,-1 3 0 16,3-1 0-16,3 3 0 0,-6 19 0 0,1 3 0 0,2-2 0 15,0 2 0-15,2 1 0 0,1 2 0 0,-2 1 0 16,1 2 0-16,1 2 0 0,-1 1 0 0,-1 6 0 15,-6 10 0-15,1 4 0 0,-1 3 0 0,-5 3 0 16,4 3 0-16,-7 5 0 0,8-4 0 0,-14 11 0 16,15-7 0-16,-15 7 0 0,0 0 0 0,0 0 0 15,39 19 0-15,-23 1 0 0,-2 4 0 0,7 11 0 16,-5 3 0-16,3 6 0 0,-4 1 0 0,0-2 0 0,5 6 0 16,-4-2 0-16,1-4 0 0,-1 9 0 15,-2-2 0-15,1-5 0 0,-3 6 0 0,-2-1 0 0,4-3 0 16,-1-5 0-16,-1-2 0 0,-4-1 0 0,-2-2 0 15,-2-6 0-15,0-3 0 0,-2-1 0 0,3-3 0 16,-4-2 0-16,-1-4 0 0,5 1 0 0,-5-5 0 16,0 4 0-16,0-7 0 0,-6 5 0 0,-2-6-251 15,3 0-103-15,5-10-46 0,-22 14-54 0,6-12-66 16,-3 1-83-16,19-3-333 0,-49-12-1012 0,21 1 449 16</inkml:trace>
          <inkml:trace contextRef="#ctx0" brushRef="#br0" timeOffset="421.8147">1456-1213 254 0,'3'-14'454'0,"-3"4"8"15,0 10 22-15,5-19 22 0,-5 8-2 0,0 11-16 16,1-12-31-16,-1 12-32 0,7-13-37 0,-7 13-31 0,0 0-27 16,0 0-27-16,0 0-9 0,0 0-12 0,0 0-16 15,0 0 6-15,0 0-15 0,0 0-10 0,6 51-12 16,-4-26-20-16,2 1-14 0,-2 2-12 0,6 1-17 16,-7 1-23-16,4 10-149 0,-5 0 0 0,8-3 0 15,-3 4 0-15,-4-3 0 0,1-9 0 0,1 14 0 16,-6-5 0-16,6-1 0 0,-6-6 0 0,3-3 0 15,0 3 0-15,-2-1 0 0,-2-6 0 0,2 2 0 16,0-8 0-16,-2 0 0 0,2-6 0 0,-4 6 0 16,-2-6 0-16,2 2-269 0,-1-7-57 0,7-7-26 15,-14 7-26-15,14-7-14 0,-22-2-8 0,22 2-15 0,-24-12-18 16,13-6-47-16,-8 0-311 0,-3-4-858 0,1-20 380 16</inkml:trace>
          <inkml:trace contextRef="#ctx0" brushRef="#br0" timeOffset="638.8188">847-1260 84 0,'-14'-8'379'0,"1"2"-6"0,13 6-19 0,-15-10-10 15,15 10-17-15,-15-7-23 0,15 7-6 0,-1-9-11 16,1 9 6-16,0 0 5 0,30-11-1 0,-5 6 1 16,5-4 1-16,18 1 7 0,5-7 25 0,28-4 19 15,9 0-11-15,-1-5 13 0,5-1 0 0,1 1-15 16,3 6-27-16,-8 1-34 0,2 0-33 0,-7 2-24 15,-1 1-28-15,-5 2-33 0,-25 9-45 0,-4-5-68 0,-2 0-54 16,-15 6-62-16,-5 2-65 0,-9 0-81 16,0 2-77-16,-19-2-54 0,22 8-55 0,-17 0-81 15,-5-8-549-15,0 16-1119 0,0-16 496 0</inkml:trace>
        </inkml:traceGroup>
      </inkml:traceGroup>
    </inkml:traceGroup>
    <inkml:traceGroup>
      <inkml:annotationXML>
        <emma:emma xmlns:emma="http://www.w3.org/2003/04/emma" version="1.0">
          <emma:interpretation id="{12D2D60B-E7E8-4704-900D-EED5FDECF423}" emma:medium="tactile" emma:mode="ink">
            <msink:context xmlns:msink="http://schemas.microsoft.com/ink/2010/main" type="paragraph" rotatedBoundingBox="4915,8690 5951,8162 6243,8735 5206,9262" alignmentLevel="2"/>
          </emma:interpretation>
        </emma:emma>
      </inkml:annotationXML>
      <inkml:traceGroup>
        <inkml:annotationXML>
          <emma:emma xmlns:emma="http://www.w3.org/2003/04/emma" version="1.0">
            <emma:interpretation id="{8E0313D2-608A-47F6-B095-081897C3F189}" emma:medium="tactile" emma:mode="ink">
              <msink:context xmlns:msink="http://schemas.microsoft.com/ink/2010/main" type="line" rotatedBoundingBox="4915,8690 5951,8162 6243,8735 5206,9262"/>
            </emma:interpretation>
          </emma:emma>
        </inkml:annotationXML>
        <inkml:traceGroup>
          <inkml:annotationXML>
            <emma:emma xmlns:emma="http://www.w3.org/2003/04/emma" version="1.0">
              <emma:interpretation id="{D4EEE3DB-0E73-46D1-97B6-EEFA3AA652D8}" emma:medium="tactile" emma:mode="ink">
                <msink:context xmlns:msink="http://schemas.microsoft.com/ink/2010/main" type="inkWord" rotatedBoundingBox="4915,8690 5951,8162 6243,8735 5206,9262"/>
              </emma:interpretation>
              <emma:one-of disjunction-type="recognition" id="oneOf1">
                <emma:interpretation id="interp1" emma:lang="" emma:confidence="0.5">
                  <emma:literal>=</emma:literal>
                </emma:interpretation>
                <emma:interpretation id="interp2" emma:lang="" emma:confidence="0">
                  <emma:literal>I</emma:literal>
                </emma:interpretation>
                <emma:interpretation id="interp3" emma:lang="" emma:confidence="0">
                  <emma:literal>_</emma:literal>
                </emma:interpretation>
                <emma:interpretation id="interp4" emma:lang="" emma:confidence="0">
                  <emma:literal>-</emma:literal>
                </emma:interpretation>
                <emma:interpretation id="interp5" emma:lang="" emma:confidence="0">
                  <emma:literal>+</emma:literal>
                </emma:interpretation>
              </emma:one-of>
            </emma:emma>
          </inkml:annotationXML>
          <inkml:trace contextRef="#ctx0" brushRef="#br0" timeOffset="1185.6878">2617 758 146 0,'-42'27'460'0,"7"-4"-20"0,13-7-21 0,9 1-16 0,-1-5-9 15,8 2-28-15,2-7-23 0,4-7-13 0,8 19-16 16,8-11-24-16,6 0-26 0,21 1-21 0,4-7-23 16,4-4-18-16,9-1-14 0,-1-4-3 0,20-4-9 15,1-1-16-15,-6-2-20 0,-14 4-11 0,-4-6-17 16,1 2-33-16,-8 4-59 0,-5 0-77 0,5-4-76 0,-8 6-90 16,-13 1-110-16,1-2-134 0,-10 1-335 0,-3 0-868 15,-2 0 383-15</inkml:trace>
          <inkml:trace contextRef="#ctx0" brushRef="#br0" timeOffset="998.2305">2774 390 251 0,'0'0'523'0,"-14"7"1"0,14-7 6 16,0 0-5-16,0 0-23 0,0 0-32 0,0 0-46 15,0 0-39-15,0 0-23 0,0 0-13 0,0 0-17 0,0 0-16 16,0 0-9-16,55-11-14 0,-55 11-25 0,47-4-27 16,-18 1-21-16,2-1-20 0,14 4-18 0,-1-2-24 15,0 0-16-15,4-5-14 0,-1 0-26 0,-1 4-34 16,3-4-39-16,-3-2-57 0,-4 1-49 0,-12 2-57 15,0 1-67-15,-3 2-63 0,-6-1-65 0,-2 0-74 16,-5 1-63-16,-14 3-117 0,16-10-308 0,-16 10-966 16,0 0 427-16</inkml:trace>
        </inkml:traceGroup>
      </inkml:traceGroup>
    </inkml:traceGroup>
  </inkml:traceGroup>
</inkml:ink>
</file>

<file path=ppt/ink/ink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5T04:54:29.578"/>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5012B373-1198-4CE8-94FF-4E8CF9F5DD58}" emma:medium="tactile" emma:mode="ink">
          <msink:context xmlns:msink="http://schemas.microsoft.com/ink/2010/main" type="writingRegion" rotatedBoundingBox="11742,7290 12142,11498 10242,11679 9842,7470"/>
        </emma:interpretation>
      </emma:emma>
    </inkml:annotationXML>
    <inkml:traceGroup>
      <inkml:annotationXML>
        <emma:emma xmlns:emma="http://www.w3.org/2003/04/emma" version="1.0">
          <emma:interpretation id="{42293EF0-F05C-4E55-9F21-EE0CDDCFB94A}" emma:medium="tactile" emma:mode="ink">
            <msink:context xmlns:msink="http://schemas.microsoft.com/ink/2010/main" type="paragraph" rotatedBoundingBox="11742,7290 12142,11498 10242,11679 9842,7470" alignmentLevel="1"/>
          </emma:interpretation>
        </emma:emma>
      </inkml:annotationXML>
      <inkml:traceGroup>
        <inkml:annotationXML>
          <emma:emma xmlns:emma="http://www.w3.org/2003/04/emma" version="1.0">
            <emma:interpretation id="{0B40945A-C8CB-41C4-A766-D0C94F30D66C}" emma:medium="tactile" emma:mode="ink">
              <msink:context xmlns:msink="http://schemas.microsoft.com/ink/2010/main" type="line" rotatedBoundingBox="11742,7290 12142,11498 10242,11679 9842,7470"/>
            </emma:interpretation>
          </emma:emma>
        </inkml:annotationXML>
        <inkml:traceGroup>
          <inkml:annotationXML>
            <emma:emma xmlns:emma="http://www.w3.org/2003/04/emma" version="1.0">
              <emma:interpretation id="{03891EBA-F860-4D39-A0FB-8232C705FDE2}" emma:medium="tactile" emma:mode="ink">
                <msink:context xmlns:msink="http://schemas.microsoft.com/ink/2010/main" type="inkWord" rotatedBoundingBox="11742,7290 12142,11498 10242,11679 9842,7470"/>
              </emma:interpretation>
              <emma:one-of disjunction-type="recognition" id="oneOf0">
                <emma:interpretation id="interp0" emma:lang="" emma:confidence="1">
                  <emma:literal/>
                </emma:interpretation>
              </emma:one-of>
            </emma:emma>
          </inkml:annotationXML>
          <inkml:trace contextRef="#ctx0" brushRef="#br0">3355 1728 67 0,'24'-15'407'0,"17"-8"4"15,0 1 7-15,-12 7 3 0,10-4-24 0,4 1-15 16,-2 1-24-16,5 5-24 0,-3-2-33 0,2 2-29 16,0-2-25-16,2 2-25 0,2-1-24 0,0 4-20 15,-3 1-22-15,3 1-23 0,-8 2-39 0,2 2-37 0,-2-1-45 16,-11 0-40-16,5 1-31 0,-7-3-47 0,4 5-30 15,-7-1-45-15,-5 0-55 0,-20 2-65 0,35-1-79 16,-16 1-227-16,-19 0-657 0,0 0 291 0</inkml:trace>
          <inkml:trace contextRef="#ctx0" brushRef="#br0" timeOffset="-187.5194">3417 1711 51 0,'0'0'464'16,"0"0"-19"-16,-17-7-19 0,17 7-9 0,0 0-19 15,0 0-20-15,-24 1-32 0,24-1-25 0,0 0-27 0,0 0-23 16,-19 15-19-16,19-15-24 0,-8 14-11 0,8-14-19 16,-6 12-18-16,6 0-13 0,0-12-15 0,-3 20-9 15,4-5-11-15,6-4-11 0,-4 2-7 0,3 0-9 16,5 4-10-16,-1-8-5 0,1 6-8 0,4 0-7 16,1-4-7-16,5 5-5 0,1-3-4 0,-3-2-6 15,3 1-7-15,5 5-2 0,1-3-2 0,1 2-2 0,-1-2-7 16,-6 1-1-16,5-2-4 0,-6-1 0 0,-5-2-13 15,3 2-2-15,-5 1 1 0,-2-2 0 0,-2 1-2 16,-5-2 7-16,-2 2-9 0,-6 2 0 0,-2 2-1 16,-5-1-4-16,-2-2-8 0,-2-1-16 0,-7 4-25 15,-6-2-31-15,5 1-23 0,-6-6-41 0,-1 1-25 16,2-4-40-16,-1-4-38 0,-5-2-37 0,1-1-54 16,-1-5-57-16,4-3-79 0,-4 0-258 0,3-5-787 15,6-3 347-15</inkml:trace>
          <inkml:trace contextRef="#ctx0" brushRef="#br0" timeOffset="828.3448">3107 2933 429 0,'-20'6'461'0,"20"-6"-17"0,0 0-9 0,-21 1-20 16,21-1-25-16,0 0-28 0,0 0-33 0,0 0-30 15,-14 4-23-15,14-4-25 0,0 0-23 0,0 0-23 16,0 0-22-16,38 9-16 0,-38-9-20 0,46 4-16 16,-21-3-38-16,4 3-45 0,12-1-60 0,6-3-67 0,-4-2-67 15,-9 1-65-15,14 1-84 0,1-5-108 0,-18 4-289 16,17-7-749-16,-1 4 332 0</inkml:trace>
          <inkml:trace contextRef="#ctx0" brushRef="#br0" timeOffset="-687.4517">3800-200 3640 0,'7'-11'189'0,"3"-4"-107"0,-5-1-38 0,6-1 17 16,-5 6 13-16,-3 0 58 0,4 3 49 0,-7 8 32 16,1-16 0-16,-1 16-2 0,0 0-16 0,5-13-17 0,-5 13-19 15,0 0-10-15,0 0-14 0,0 0-5 0,0 0-11 16,-22 37-9-16,9-14-11 0,-1 3-1 0,1 4-9 15,-7 3-7-15,1 6-2 0,-5-2-12 0,7-1-1 16,-9 5-9-16,9-7-6 0,-2 0-9 0,-2 0 1 16,1 2-2-16,3-7-6 0,2-3-3 0,-2-1-6 15,6-11 3-15,1 5 1 0,1-5-9 0,3 0-2 16,-1-6-6-16,6 5 1 0,-4-2-5 0,5-11-5 16,0 15-3-16,0-15 3 0,13 16-1 0,-1-13 3 15,4 4 0-15,5-2-4 0,7 1 8 0,0-1-5 0,6-3-5 16,8-2 2-16,1-2-2 0,1 2 6 15,-1-4-1-15,3 0-5 0,-5-4 1 0,-2 5 1 16,7-4 2-16,-16-1-7 0,-1 0 8 0,-1-1 14 16,-1 2-3-16,-2-3 10 0,-1 0 4 0,-8 2 18 0,-2 1 11 15,-1-1 5-15,1-1 14 0,-6 4 20 0,3-9 20 16,-3 6 10-16,-2-5 4 0,-4 0-128 0,4-1-5 16,-4-2 0-16,1 1 0 0,-2 1 0 0,-1 14 0 15,-1-23 0-15,1 15 0 0,0 8 0 0,-3-19 0 0,3 19 0 16,-4-14 0-16,4 14 0 0,-3-11 0 15,3 11 0-15,0 0 0 0,-3-14 0 0,3 14 0 16,0 0 0-16,0 0 0 0,0 0 0 0,0 0 0 0,-13 62 0 16,7-21 0-16,-3 4 0 0,-2 5 0 0,4 3 0 15,-2 14 0-15,-5 5 0 0,6-16 0 0,-5 23 0 16,-6-5 0-16,8 3 0 0,-8 3 0 0,0-3 0 16,0-3 0-16,-8 6-92 0,-4-9-713 0,1-5-411 15,9-14-1317-15,-7-5 583 0</inkml:trace>
          <inkml:trace contextRef="#ctx0" brushRef="#br0" timeOffset="1375.1625">4052 3025 211 0,'0'0'382'0,"-22"0"-3"0,22 0-3 0,0 0-16 0,0 0-12 15,0 0-9-15,-14-12-28 0,14 12-22 0,0 0-21 16,0 0-19-16,8-23-16 0,-8 23-14 0,19-13-25 16,-8 5-17-16,6 2-18 0,-1 0-18 0,0 2-9 15,3-1-13-15,6 1-11 0,-7 3-9 0,2-2-12 16,-20 3-5-16,37 3-8 0,-18 0-9 0,-2 2-4 16,2 1-2-16,0 2-8 0,-5 6-4 0,2-3-4 15,0 6-2-15,1 6-8 0,-7-1-1 0,-3 3-6 16,-3 5-9-16,-1-2-8 0,-3 10-12 0,-7 2-10 0,0-3 0 15,-6 0-6-15,-3-1 0 0,-3-1-13 0,-3 4 7 16,0-3-3-16,-5-1 6 0,3-4-2 0,-4 1 5 16,1-2 10-16,0 1 6 0,5-10 6 0,-2 2 10 15,4-5 5-15,1 0 7 0,5-3 12 0,1-5 4 16,2 1 3-16,0 1 4 0,4-8-2 0,7-4 1 16,-7 11-2-16,7-11-1 0,-5 13-3 0,5-13-2 15,0 0 2-15,11 17-1 0,-11-17 0 0,16 9 3 0,-2-4 4 16,3-1 0-16,1 1 6 0,2 0 9 15,9 0 7-15,-1-1 23 0,7-3 18 0,8-1 21 0,-2 2 19 16,3 2 12-16,3-3 15 0,2 1 3 0,0-2-1 16,2 4-10-16,3-4-13 0,-4 0-14 0,-1 4-123 15,2-4-19-15,-4 3 0 0,-4-2 0 0,-1-1 0 16,-13 2 0-16,-2-2 0 0,-7-2 0 0,1 1 0 16,-21 1 0-16,36-5 0 0,-36 5 0 0,22-2 0 15,-22 2 0-15,19 0 0 0,-19 0 0 0,0 0 0 16,0 0 0-16,22 0 0 0,-22 0 0 0,0 0 0 0,0 0 0 15,0 0 0-15,0 0 0 0,16-6 0 0,-16 6 0 16,0 0-203-16,0 0-317 0,0 0-113 0,-16-19-507 16,16 19-1234-16,-12-15 547 0</inkml:trace>
        </inkml:traceGroup>
      </inkml:traceGroup>
    </inkml:traceGroup>
  </inkml:traceGroup>
</inkml:ink>
</file>

<file path=ppt/ink/ink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5T04:54:01.669"/>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97D2464B-1A67-45BF-A561-8A40704FEC9B}" emma:medium="tactile" emma:mode="ink">
          <msink:context xmlns:msink="http://schemas.microsoft.com/ink/2010/main" type="writingRegion" rotatedBoundingBox="7541,3290 13299,3286 13301,5277 7543,5281">
            <msink:destinationLink direction="with" ref="{5F0267A3-9DCF-419A-8BDE-B8AB40CBADCF}"/>
          </msink:context>
        </emma:interpretation>
      </emma:emma>
    </inkml:annotationXML>
    <inkml:traceGroup>
      <inkml:annotationXML>
        <emma:emma xmlns:emma="http://www.w3.org/2003/04/emma" version="1.0">
          <emma:interpretation id="{EBAB29B5-592A-4364-B0BE-3004F2E76649}" emma:medium="tactile" emma:mode="ink">
            <msink:context xmlns:msink="http://schemas.microsoft.com/ink/2010/main" type="paragraph" rotatedBoundingBox="7541,3290 13139,3286 13140,4320 7542,4324" alignmentLevel="1"/>
          </emma:interpretation>
        </emma:emma>
      </inkml:annotationXML>
      <inkml:traceGroup>
        <inkml:annotationXML>
          <emma:emma xmlns:emma="http://www.w3.org/2003/04/emma" version="1.0">
            <emma:interpretation id="{58CBFD11-BF69-43D3-9A77-FF84DF2E81D6}" emma:medium="tactile" emma:mode="ink">
              <msink:context xmlns:msink="http://schemas.microsoft.com/ink/2010/main" type="line" rotatedBoundingBox="7541,3290 13139,3286 13140,4320 7542,4324"/>
            </emma:interpretation>
          </emma:emma>
        </inkml:annotationXML>
        <inkml:traceGroup>
          <inkml:annotationXML>
            <emma:emma xmlns:emma="http://www.w3.org/2003/04/emma" version="1.0">
              <emma:interpretation id="{4F54C016-A207-42DE-AC5F-0C90E56B7E11}" emma:medium="tactile" emma:mode="ink">
                <msink:context xmlns:msink="http://schemas.microsoft.com/ink/2010/main" type="inkWord" rotatedBoundingBox="7541,3369 8350,3368 8351,4323 7542,4324"/>
              </emma:interpretation>
              <emma:one-of disjunction-type="recognition" id="oneOf0">
                <emma:interpretation id="interp0" emma:lang="" emma:confidence="1">
                  <emma:literal/>
                </emma:interpretation>
              </emma:one-of>
            </emma:emma>
          </inkml:annotationXML>
          <inkml:trace contextRef="#ctx0" brushRef="#br0">4597 745 29 0,'0'0'438'0,"0"0"-9"15,0 0 1-15,0 0-7 0,-22-2-21 0,22 2-23 16,0 0-23-16,-29 21-19 0,16-9-19 0,-7 6-23 0,-1 2-18 16,1 1-19-16,-17 1-22 0,15 2-17 0,-9 4-23 15,9-4-18-15,-7 2-19 0,-6 1-17 16,12-5-14-16,-4-3-10 0,-2 7-12 0,-5-3-14 0,7-5-6 15,9-1-10-15,-2-1-3 0,1-2-8 0,3-6-10 16,2 3-7-16,-2-4-3 0,3 4-6 0,1-10 0 16,12-1-4-16,-16 6-3 0,16-6-1 0,0 0-3 15,0 0 0-15,0 0-3 0,0 0-5 0,0 0-9 16,0 0-1-16,0 0-1 0,-14-18-2 0,14 18 0 16,0 0 2-16,0 0-3 0,30-19 1 0,-16 13-3 15,11-5 1-15,-6 3 1 0,8 7-1 0,8-2-1 16,-5 0 2-16,5 2 5 0,10-5-8 0,0 0 4 15,-3 4 0-15,7-3 3 0,-3 4 0 0,-3 0-1 16,0-6 1-16,-12 3-1 0,2 4 0 0,0-4 1 16,-7-4-3-16,1 6 0 0,-7 1 3 0,-1-4 7 0,-3 4 2 15,-16 1 17-15,28-3 18 0,-28 3 15 0,15-7 7 16,-15 7 14-16,14-10 13 0,-14 10 3 0,13-11 5 16,-13 11-2-16,6-14-5 0,-6 14 1 0,0-16-6 15,0 5-4-15,0 11-4 0,-5-24-69 0,2 15-22 16,0-5 0-16,3 14 0 0,-8-23 0 0,5 15 0 15,-2-3 0-15,5 11 0 0,-10-13 0 0,10 13 0 16,-11-13 0-16,11 13 0 0,-3-7 0 0,3 7 0 16,0 0 0-16,0 0 0 0,0 0 0 0,0 0 0 15,0 0 0-15,-27 33 0 0,19-8 0 0,-1 2 0 16,-2 10 0-16,-2 0 0 0,1 11 0 0,1 0 0 16,-7 0 0-16,9 3 0 0,-9 5 0 0,-4 15 0 15,10-19-113-15,-4 1-334 0,-11 15-94 0,11-17-127 0,-3-6-403 16,2-5-1160-16,-2 0 515 0</inkml:trace>
        </inkml:traceGroup>
        <inkml:traceGroup>
          <inkml:annotationXML>
            <emma:emma xmlns:emma="http://www.w3.org/2003/04/emma" version="1.0">
              <emma:interpretation id="{83536782-356E-438A-B4D3-51BBFD469F11}" emma:medium="tactile" emma:mode="ink">
                <msink:context xmlns:msink="http://schemas.microsoft.com/ink/2010/main" type="inkWord" rotatedBoundingBox="9791,3288 13139,3286 13140,4116 9792,4119"/>
              </emma:interpretation>
              <emma:one-of disjunction-type="recognition" id="oneOf1">
                <emma:interpretation id="interp1" emma:lang="" emma:confidence="1">
                  <emma:literal/>
                </emma:interpretation>
              </emma:one-of>
            </emma:emma>
          </inkml:annotationXML>
          <inkml:trace contextRef="#ctx0" brushRef="#br0" timeOffset="703.0717">6417 909 126 0,'0'0'394'0,"0"0"-3"15,-19-4-4-15,19 4-5 0,0 0-27 0,-20-1-20 16,20 1-37-16,0 0-21 0,0 0-26 0,-29 12-18 0,29-12-4 15,-8 14-20-15,2-9-25 0,6-5-15 16,-6 18-10-16,4-10-21 0,2-8-16 0,2 25-15 16,3-17-5-16,-1 3-5 0,6 0-20 0,1 4 1 0,0-1-9 15,3-2 0-15,7 6-8 0,1 1 1 0,3-5-3 16,-1 1-3-16,4 4 5 0,-1-6-1 0,-2 6-3 16,-1-5-7-16,3 2 2 0,-5-4 3 0,3 6-12 15,-7-4 1-15,2 3-3 0,-7-3-4 0,-5 0 1 16,0-2-3-16,3 0-2 0,-8 2-6 0,-3-3 7 15,0 4-9-15,-6-1 1 0,-4-1-3 0,-3 4-13 16,-1-3-18-16,-13 1-28 0,5 1-37 0,-8 0-29 16,3-8-40-16,-3-2-31 0,-3 3-24 0,-8-7-32 15,-2 4-29-15,12-9-21 0,-2 0-39 0,-8-6-53 16,6 0-303-16,6-4-730 0,7-5 323 0</inkml:trace>
          <inkml:trace contextRef="#ctx0" brushRef="#br0" timeOffset="860.9203">6441 891 93 0,'38'-19'352'0,"-13"4"-9"15,2 0-9-15,2 1-18 0,7-6-12 0,-6 7-29 0,2 2-34 0,-4-1-22 0,5 2-19 16,-3-1-24-16,18-4-21 0,-6 7-38 0,-2-7-52 16,-2 7-59-16,-10 5-77 0,1-5-103 0,-3 1-119 15,3 0-150-15,-1-1-481 0,1-2 213 0</inkml:trace>
          <inkml:trace contextRef="#ctx0" brushRef="#br0" timeOffset="1517.154">7909 1101 472 0,'0'0'462'0,"0"0"0"0,0 0-4 15,0 0-19-15,-11 7-32 0,11-7-41 0,0 0-34 16,0 0-29-16,0 0-27 0,0 0-23 0,0 0-25 0,51 1-23 16,-28-6-23-16,6 4-15 0,12-5-22 0,2 5-15 15,2 1-42-15,1-6-43 0,0-1-62 0,3 2-65 16,0-4-54-16,0 2-49 0,-1 2-50 0,-1 0-64 15,2-2-67-15,-6 0-318 0,-1 0-740 0,-1-4 328 16</inkml:trace>
          <inkml:trace contextRef="#ctx0" brushRef="#br0" timeOffset="2022.0898">8701 975 165 0,'0'0'349'0,"-17"-11"12"15,17 11-7-15,-8-11 5 0,8 11-11 0,-2-18-11 0,-3 10-23 0,5 8-7 0,0-18-16 16,0 18-7-16,5-19-17 0,0 10-12 0,-5 9-7 16,3-20-13-16,3 8-16 0,2 3-14 0,5-3-13 15,-5 4-21-15,4-4-14 0,-2 1-9 0,4 4-15 16,4-5-11-16,-3 3-3 0,1 4-8 0,3-1-8 16,0-1-9-16,-2 2-10 0,4 4-9 0,0 0-6 15,-21 1-7-15,36 0-3 0,-17 2-12 0,-3 4 1 16,-2 4-7-16,-1 0-7 0,-1 2-4 0,-2 1-2 15,-2 6-2-15,-7-1-7 0,-1 1-2 0,-1 3-6 16,-3 8 2-16,-5-4-1 0,-1 0 3 0,-5 8-8 0,2-5 2 16,-8 7 0-16,7-10 2 0,-8 8-4 15,-3 2 4-15,9-14-4 0,-5 1 5 0,4 1-9 16,0 1 4-16,-1-6 0 0,1 0 0 0,3-5 2 16,-1-1 2-16,8-1 1 0,-1-5-4 0,1 1 3 0,7-8 1 15,-9 12 11-15,9-12-14 0,-3 13 4 0,3-13 1 16,0 0 4-16,0 0-4 0,12 14 1 15,-12-14-3-15,27 1 2 0,-6 3-4 0,4-8 6 0,5 1-2 16,2 2-3-16,9-7 3 0,1 0 7 0,7 1 6 16,-1-6 21-16,4 5 17 0,-1 1 10 0,-2 0 10 15,11-4 4-15,-10 6-7 0,1-1-12 0,-4-2 3 16,-4 3-14-16,-13-5-1 0,0 6-11 0,-5 0-15 16,-6 1-24-16,-3-1-28 0,-16 4-33 0,21-7-45 15,-21 7-57-15,0 0-54 0,0 0-54 0,0 0-56 16,0 0-44-16,0 0-45 0,0 0-61 0,-56 26-60 15,7-15-346-15,0-4-948 0,-9 5 420 0</inkml:trace>
        </inkml:traceGroup>
      </inkml:traceGroup>
    </inkml:traceGroup>
    <inkml:traceGroup>
      <inkml:annotationXML>
        <emma:emma xmlns:emma="http://www.w3.org/2003/04/emma" version="1.0">
          <emma:interpretation id="{890E37A4-B0E9-4EC3-B5AA-A7B4490E4A67}" emma:medium="tactile" emma:mode="ink">
            <msink:context xmlns:msink="http://schemas.microsoft.com/ink/2010/main" type="paragraph" rotatedBoundingBox="10197,4648 13299,4634 13302,5266 10200,5280" alignmentLevel="2"/>
          </emma:interpretation>
        </emma:emma>
      </inkml:annotationXML>
      <inkml:traceGroup>
        <inkml:annotationXML>
          <emma:emma xmlns:emma="http://www.w3.org/2003/04/emma" version="1.0">
            <emma:interpretation id="{4F30BF41-BB10-47BE-AD70-0704B6080163}" emma:medium="tactile" emma:mode="ink">
              <msink:context xmlns:msink="http://schemas.microsoft.com/ink/2010/main" type="line" rotatedBoundingBox="10197,4648 13299,4634 13302,5266 10200,5280"/>
            </emma:interpretation>
          </emma:emma>
        </inkml:annotationXML>
        <inkml:traceGroup>
          <inkml:annotationXML>
            <emma:emma xmlns:emma="http://www.w3.org/2003/04/emma" version="1.0">
              <emma:interpretation id="{2C95E208-DD87-4A02-88E3-82109C607F83}" emma:medium="tactile" emma:mode="ink">
                <msink:context xmlns:msink="http://schemas.microsoft.com/ink/2010/main" type="inkWord" rotatedBoundingBox="10197,4734 11225,4729 11227,5275 10200,5280"/>
              </emma:interpretation>
              <emma:one-of disjunction-type="recognition" id="oneOf2">
                <emma:interpretation id="interp2" emma:lang="" emma:confidence="1">
                  <emma:literal/>
                </emma:interpretation>
              </emma:one-of>
            </emma:emma>
          </inkml:annotationXML>
          <inkml:trace contextRef="#ctx0" brushRef="#br0" timeOffset="3314.0187">6778 2291 228 0,'-23'-3'366'0,"23"3"-9"15,-7-10-5-15,7 10-7 0,-8-11-19 0,8 11 0 16,-7-12-13-16,7 12-26 0,0 0-28 0,-4-15-16 15,4 15-17-15,4-15-20 0,-4 15-8 0,7-15-13 16,-4 4-16-16,-3 11-10 0,12-15-11 0,-4 8-4 16,3-5-10-16,1 5-8 0,2-4-9 0,-2 4-11 15,3 0-5-15,-3-1-11 0,-2 4-6 0,-10 4-7 16,30-11-6-16,-14 8-14 0,-16 3-1 0,0 0-8 0,30 3-6 16,-30-3-2-16,25 11-4 0,-16-4-8 15,-1 2-3-15,-1 6-2 0,-1-4-5 0,0 7-1 0,-4-3-9 16,-2 4-5-16,-2 7-4 0,-6 2-4 0,2 0-1 15,-10 5-5-15,4-8 2 0,-3 0-3 16,-7 5-1-16,3-4 2 0,-1 7 1 0,-2-11 0 0,-1 1 7 16,3-4-11-16,-1-1 3 0,2 1 16 0,-1-5 1 15,6-3 14-15,-2 0 9 0,2 1 9 0,1-2 7 16,5-6 5-16,8-4 5 0,-13 11 4 0,13-11 3 16,0 0 0-16,-9 11 3 0,9-11 0 0,0 0-3 15,0 0-12-15,0 0 2 0,0 0-6 0,0 0 0 16,0 0-9-16,0 0-1 0,57-9-6 0,-29 4 1 15,2 0-2-15,11-2 6 0,7 0-1 0,-4-4 3 16,10 3-6-16,1-3-8 0,4 4-1 0,-1-4-2 16,23 8-28-16,-23-4-58 0,2-2-94 0,18-2-117 0,-21 4-136 15,-2 0-178-15,2-5-359 0,-2 4-1028 16,-3-5 455-16</inkml:trace>
        </inkml:traceGroup>
        <inkml:traceGroup>
          <inkml:annotationXML>
            <emma:emma xmlns:emma="http://www.w3.org/2003/04/emma" version="1.0">
              <emma:interpretation id="{965EE194-7D4C-42C5-8D01-C06DBD806E90}" emma:medium="tactile" emma:mode="ink">
                <msink:context xmlns:msink="http://schemas.microsoft.com/ink/2010/main" type="inkWord" rotatedBoundingBox="12767,4637 13299,4634 13302,5264 12769,5267"/>
              </emma:interpretation>
            </emma:emma>
          </inkml:annotationXML>
          <inkml:trace contextRef="#ctx0" brushRef="#br0" timeOffset="3938.1267">9322 2110 103 0,'0'0'424'0,"0"0"-4"0,0 0 8 0,0 0 3 16,0 0-6-16,0 0-24 0,0 0-29 0,22 0-33 15,-22 0-25-15,0 0-10 0,0 0-12 0,0 0-14 16,0 0-22-16,-11 27-9 0,11-27-30 0,-11 18-21 16,8-7-13-16,-3 7-10 0,-2 3-16 0,1-4-13 15,3 12-18-15,-3-13-12 0,4 8-4 0,0-5-15 16,1 7-8-16,2 1-3 0,5 2-10 0,-3-1-8 15,6-4-8-15,-2 2-3 0,5-1-3 0,-3 1-9 16,3-4 1-16,2-6-7 0,-5-2 2 0,11 5-8 16,-5-6-1-16,0-1 0 0,2-1 2 0,9-4 2 15,-9-4 4-15,6-1-2 0,-1-2-1 0,4 0 0 0,-3-4 0 16,2-3 15-16,3 0-14 0,-7-2 0 0,5-2 4 16,-1-5 7-16,-3 0-6 0,-6 0 7 0,3-5 3 15,-2-2-13-15,-7-1-4 0,-3-2-1 0,1-2 2 16,-7-14-24-16,-5 2-19 0,-3 1-16 0,-12 5-9 15,4-3-15-15,0 9-19 0,-11-3-9 0,-3 4-46 16,-5 1-43-16,2 5-38 0,-8 2-57 0,3 1-37 16,-3 6-38-16,-6 3-43 0,4 0-61 0,2-2-64 15,6 7-342-15,5-3-914 0,2 0 404 0</inkml:trace>
        </inkml:traceGroup>
      </inkml:traceGroup>
    </inkml:traceGroup>
  </inkml:traceGroup>
</inkml:ink>
</file>

<file path=ppt/ink/ink1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5T04:53:54.228"/>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88FC6C53-6300-4FD8-A26D-EE34D6E7F59B}" emma:medium="tactile" emma:mode="ink">
          <msink:context xmlns:msink="http://schemas.microsoft.com/ink/2010/main" type="writingRegion" rotatedBoundingBox="12484,1042 13556,10923 4514,11904 3442,2023">
            <msink:destinationLink direction="with" ref="{5F0267A3-9DCF-419A-8BDE-B8AB40CBADCF}"/>
          </msink:context>
        </emma:interpretation>
      </emma:emma>
    </inkml:annotationXML>
    <inkml:traceGroup>
      <inkml:annotationXML>
        <emma:emma xmlns:emma="http://www.w3.org/2003/04/emma" version="1.0">
          <emma:interpretation id="{FAA6DABB-E9C0-4C8A-A710-F9E54DD3F857}" emma:medium="tactile" emma:mode="ink">
            <msink:context xmlns:msink="http://schemas.microsoft.com/ink/2010/main" type="paragraph" rotatedBoundingBox="3465,1892 12507,1253 12605,2646 3563,3285" alignmentLevel="1"/>
          </emma:interpretation>
        </emma:emma>
      </inkml:annotationXML>
      <inkml:traceGroup>
        <inkml:annotationXML>
          <emma:emma xmlns:emma="http://www.w3.org/2003/04/emma" version="1.0">
            <emma:interpretation id="{44485D0F-3D6F-4B49-A7AF-E56F3F4A33B9}" emma:medium="tactile" emma:mode="ink">
              <msink:context xmlns:msink="http://schemas.microsoft.com/ink/2010/main" type="line" rotatedBoundingBox="3465,1892 12507,1253 12605,2646 3563,3285"/>
            </emma:interpretation>
          </emma:emma>
        </inkml:annotationXML>
        <inkml:traceGroup>
          <inkml:annotationXML>
            <emma:emma xmlns:emma="http://www.w3.org/2003/04/emma" version="1.0">
              <emma:interpretation id="{081397A3-3A2A-4766-8AE1-ABB455722249}" emma:medium="tactile" emma:mode="ink">
                <msink:context xmlns:msink="http://schemas.microsoft.com/ink/2010/main" type="inkWord" rotatedBoundingBox="3472,1988 5913,1815 5998,3014 3556,3187"/>
              </emma:interpretation>
              <emma:one-of disjunction-type="recognition" id="oneOf0">
                <emma:interpretation id="interp0" emma:lang="" emma:confidence="1">
                  <emma:literal/>
                </emma:interpretation>
              </emma:one-of>
            </emma:emma>
          </inkml:annotationXML>
          <inkml:trace contextRef="#ctx0" brushRef="#br0">26 244 36 0,'-19'5'396'0,"19"-5"-50"0,-16 2-32 15,16-2-13-15,0 0 19 0,0 0 19 0,0 0 0 0,0 0-14 16,60-7-16-16,-15 0-20 0,8 0-20 0,4-4-20 15,24-2-24-15,-23-1-20 0,26 0-24 0,-2-5-18 16,-4 7-18-16,1-6-26 0,0 6-61 0,-19-2-71 16,20-4-82-16,-20 6-64 0,-4 2-85 0,2-5-82 15,-4 1-357-15,-2 1-737 0,-3-8 326 0</inkml:trace>
          <inkml:trace contextRef="#ctx0" brushRef="#br0" timeOffset="-197.4355">731-451 353 0,'0'-12'404'0,"0"12"-6"15,0 0 4-15,0 0 9 0,0 0-1 0,0 0-12 16,0 0-15-16,0 0-15 0,-21 37-10 0,13-11-15 16,-1 3-15-16,-7 6-15 0,7 4-14 0,-6-5-26 15,8 7-19-15,-6 0-8 0,5 8-17 0,-5-9-10 16,4 6-17-16,-4-6-8 0,5 6-13 0,-4-4-19 15,5 0-15-15,-1-6-14 0,2 1-14 0,0-11-10 16,4-1-17-16,-2-4-5 0,0-1-10 0,0-2-9 16,4-6-9-16,-2 1-4 0,2-13 0 0,0 15 1 15,0-15-50-15,-2 12-6 0,2-12 0 0,0 0 0 16,0 0 0-16,0 0 0 0,0 0 0 0,12-34 0 16,-3 4 0-16,-1-16 0 0,0 0 0 0,0-2 0 15,-2-8 0-15,8-17 0 0,-6-1 0 0,3 22 0 16,-1-23 0-16,-2 23 0 0,0-1 0 0,1 2 0 15,5 2 0-15,-4 0 0 0,4 3 0 0,-3 3 0 16,3 7 0-16,-4 5 0 0,-1-6 0 0,2 14 0 0,-3 9 0 16,0-1 0-16,-2 5 0 0,2 3 0 15,-8 7 0-15,14-7 0 0,-14 7 0 0,0 0 0 0,38 14 0 16,-20-1 0-16,2 11 0 0,4 5 0 0,1 9 0 16,-3-2 0-16,4 8 0 0,-6-2 0 0,4 9 0 15,-5-6 0-15,2 4 0 0,2 1 0 0,3 17 0 16,-9-16 0-16,-3-6 0 0,7 7 0 0,-7-4 0 15,5-3 0-15,-3 2 0 0,-2-3 0 0,0-4 0 16,-1-2 0-16,-5-9 0 0,0 2 0 0,-2-3 0 16,0-4 0-16,2 1 0 0,-2-10 0 0,-4 4 0 15,3-5 0-15,-4-1 0 0,-1-1 0 0,0-12 0 16,2 17 0-16,-2-17 0 0,3 14 0 0,-3-14 0 0,-11 11 0 16,2-4 0-16,9-7-254 0,-27 1-172 15,27-1-41-15,-45-8-50 0,14-1-66 0,-12-7-408 16,0-1-1073-16,-4-8 474 0</inkml:trace>
          <inkml:trace contextRef="#ctx0" brushRef="#br0" timeOffset="203.111">1730-12 228 0,'14'8'366'0,"5"-8"-19"0,-2 4-10 0,7-3-22 0,0-1-36 16,4 2-20-16,1-1-31 0,-1-2-17 15,4-1-18-15,-2 2-27 0,-2-1-20 0,2-3-45 16,-1 9-37-16,2-2-59 0,-2 1-60 0,-12 0-66 0,2-4-76 15,-19 0-85-15,27 2-150 0,-27-2-468 0,16 1 207 16</inkml:trace>
          <inkml:trace contextRef="#ctx0" brushRef="#br0" timeOffset="390.5759">1815 233 35 0,'-11'9'325'0,"5"0"-17"0,-2 2 1 16,8-11-5-16,-5 15-14 0,5-15-18 0,2 15-22 15,-2-15-14-15,20 11-10 0,-6-5-15 0,1 0-24 16,12-2-12-16,1-2-20 0,5-1-12 0,-1 2-16 16,10-3-15-16,6-6-17 0,-1 6-39 0,-1-4-54 15,3-2-89-15,-2 4-103 0,2-2-144 0,7-3-201 0,-6-1-579 16,6-10 256-16</inkml:trace>
        </inkml:traceGroup>
        <inkml:traceGroup>
          <inkml:annotationXML>
            <emma:emma xmlns:emma="http://www.w3.org/2003/04/emma" version="1.0">
              <emma:interpretation id="{BEAE9EB7-1734-45A0-B965-47973CAB6CAD}" emma:medium="tactile" emma:mode="ink">
                <msink:context xmlns:msink="http://schemas.microsoft.com/ink/2010/main" type="inkWord" rotatedBoundingBox="6591,1827 12274,1425 12362,2663 6678,3065"/>
              </emma:interpretation>
              <emma:one-of disjunction-type="recognition" id="oneOf1">
                <emma:interpretation id="interp1" emma:lang="" emma:confidence="1">
                  <emma:literal/>
                </emma:interpretation>
              </emma:one-of>
            </emma:emma>
          </inkml:annotationXML>
          <inkml:trace contextRef="#ctx0" brushRef="#br0" timeOffset="1718.64">3070-652 113 0,'-13'-6'395'0,"13"6"-11"0,0 0-9 0,0 0-10 16,0 0-14-16,0 0-13 0,0 0 7 0,0 0 7 15,0 0-11-15,29-15 2 0,-2 10-10 0,3-4-4 16,12-3-14-16,1 0-7 0,6-1-24 0,3-2-20 0,0-4-30 16,-4 4-25-16,2 4-21 0,-1-2-8 15,-4 0-32-15,0 2-20 0,-15 4-18 0,0 1-32 16,2-2-38-16,-5 3-41 0,-10 5-55 0,4-2-64 0,-7 1-74 15,-14 1-70-15,0 0-79 0,28-1-82 0,-28 1-104 16,0 0-291-16,0 0-888 0,26 0 393 0</inkml:trace>
          <inkml:trace contextRef="#ctx0" brushRef="#br0" timeOffset="2468.5827">3990-373 390 0,'-10'-17'488'0,"10"17"20"15,-6-16 23-15,3 6-5 0,3 10-5 0,-7-17-6 16,7 17-17-16,0-10-24 0,0 10-29 0,-4-13-20 16,4 13-37-16,0 0-32 0,0 0-25 0,0 0-23 15,0 0-5-15,0 0-14 0,0 0-3 0,-3 42-6 0,4-18-13 16,-1 0-205-16,5 5-62 0,-4 1 0 0,-1 9 0 16,2 0 0-16,1-11 0 0,-6 9 0 15,9 3 0-15,-6-8 0 0,-3 4 0 0,0 5 0 0,3-5 0 16,-2-9 0-16,1-2 0 0,-4 1 0 0,10 0 0 15,-10-1 0-15,4-8 0 0,1 1 0 0,-7-4 0 16,7-4 0-16,0-10-186 0,-6 17-477 0,6-17-561 16,0 0-1326-16,0 0 587 0</inkml:trace>
          <inkml:trace contextRef="#ctx0" brushRef="#br0" timeOffset="5437.1029">5447-194 105 0,'0'0'369'0,"0"0"4"0,-41-13 9 0,41 13-2 15,0 0-7-15,-21-4-15 0,21 4-7 0,-14-6-5 16,14 6-10-16,0 0-11 0,-17-4-10 0,17 4-21 16,0 0-14-16,0 0-19 0,0 0-20 0,-18-7-16 15,18 7-25-15,0 0-18 0,0 0-20 0,0 0-15 0,0 0-16 16,0 0-13-16,27-19-15 0,-6 14-25 16,-6 3-34-16,14-5-51 0,6 2-52 0,-7 3-66 15,15-7-64-15,4 2-57 0,-3 6-52 0,2-3-75 0,3 1-83 16,-17-1-332-16,14 1-854 0,-2-4 379 0</inkml:trace>
          <inkml:trace contextRef="#ctx0" brushRef="#br0" timeOffset="5890.2032">6158-330 335 0,'-50'-14'352'16,"50"14"-1"-16,-5-13 9 0,5 13 10 0,5-14 7 15,-5 14-14-15,1-16-26 0,-1 16-22 0,0-17-21 16,0 17-21-16,6-19-26 0,-1 10-10 0,0-1-14 16,-5 10-17-16,13-20-16 0,-7 12-14 0,2 1-6 15,3-4-16-15,-2 0-11 0,4 3-13 0,0-1-14 16,-4 3-4-16,7-1-3 0,1 1-10 0,-1 1-9 16,0 1-7-16,-16 4-8 0,27-3-10 0,-27 3-9 15,28 0-5-15,-28 0-5 0,22 8-2 0,-9-1-5 16,0 4-4-16,-5 3-4 0,-1 1-1 0,1 1-6 0,-1 1-5 15,-1 0 8-15,-6 2-9 0,-2 1-2 16,-2 4-2-16,-4 0 1 0,0-6 1 0,-3 4-4 16,1 1 2-16,-2-8-2 0,-6 7-2 0,4-8 0 15,-3-1-1-15,2 0 1 0,1 1 1 0,2-1 1 0,4-6 1 16,-3 3 4-16,-2-2 9 0,2-1-1 0,11-7 6 16,-14 14-1-16,6-10 1 0,8-4 6 15,-14 8 5-15,14-8-3 0,0 0 10 0,0 0 1 0,-8 8 6 16,8-8-19-16,0 0 3 0,0 0 3 0,0 0-9 15,0 0-2-15,0 0 1 0,0 0-6 0,0 0-2 16,36 4 3-16,-36-4-6 0,41-4-4 0,-14 2-2 16,3-4-4-16,13 4-7 0,-2-3-24 0,3-2-53 15,3 3-65-15,-4 1-84 0,4-2-102 0,-2 5-130 16,2-3-167-16,-3-12-365 0,12 7-1066 0,-7-6 472 16</inkml:trace>
          <inkml:trace contextRef="#ctx0" brushRef="#br0" timeOffset="6565.9223">8195-618 44 0,'8'-16'382'0,"0"10"-6"0,-8 6-4 0,19-15 0 0,-9 9-9 16,1-4-19-16,3 0-17 0,2 0-22 0,3-2-23 16,-4 5-25-16,4 0-13 0,0 0-13 0,7 0-12 15,-6 1-21-15,-4 4-13 0,3 2-23 0,-19 0-14 16,35 1 7-16,-21 1-13 0,-1 5-13 0,-4 0-17 16,-1 4-10-16,0 2-12 0,-2 1-11 0,-4 4-6 15,-2-3-5-15,-10 2-8 0,1 5-7 0,-2 2-6 16,-4-4-3-16,1 4-7 0,0-2-1 0,-7-2-12 15,1 0-2-15,-2-1-5 0,-2-4-1 0,5 3-7 16,-1-2-2-16,4-6 2 0,2 1 1 0,2-5-6 16,3 1-2-16,9-7 3 0,-17 9-5 0,17-9 1 15,0 0 0-15,-11 7 0 0,11-7-6 0,0 0 2 16,0 0 3-16,0 0-3 0,0 0 0 0,0 0 2 16,0 0-2-16,0 0 4 0,45-16 0 0,-24 11 0 15,-7 2 5-15,8 1 9 0,-1 0 7 0,-21 2 1 16,41-1 1-16,-9 1 7 0,-4 3 29 0,2 2 12 0,-2 2 11 15,2 4 14-15,-1-3-2 0,3 5 2 16,-2 0-4-16,0 0 4 0,-4 1-8 0,0 0 7 16,-9 4-25-16,1-5-6 15,-9 4-4-15,4-2-1 0,-7 0-7 0,-3 3-2 0,-6-3 1 0,-2 3-16 16,-7-3-6-16,-7 7-7 0,-7-5-20 0,-12 8-42 16,-6 1-45-16,-10-12-50 0,-6 8-40 0,-15-7-33 15,-3 3-40-15,21-2-46 0,-23 2-34 0,2-4-53 16,-2 4-64-16,21-11-72 0,-25 5-287 0,2-9-867 15,5 8 383-15</inkml:trace>
        </inkml:traceGroup>
        <inkml:traceGroup>
          <inkml:annotationXML>
            <emma:emma xmlns:emma="http://www.w3.org/2003/04/emma" version="1.0">
              <emma:interpretation id="{DDD2FEC2-21EA-4A8D-BE5A-AED668DACF44}" emma:medium="tactile" emma:mode="ink">
                <msink:context xmlns:msink="http://schemas.microsoft.com/ink/2010/main" type="inkWord" rotatedBoundingBox="7528,1605 12507,1253 12529,1574 7551,1927"/>
              </emma:interpretation>
              <emma:one-of disjunction-type="recognition" id="oneOf2">
                <emma:interpretation id="interp2" emma:lang="" emma:confidence="1">
                  <emma:literal/>
                </emma:interpretation>
              </emma:one-of>
            </emma:emma>
          </inkml:annotationXML>
          <inkml:trace contextRef="#ctx0" brushRef="#br0" timeOffset="26024.7976">4007-699 36 0,'29'-11'107'0,"13"3"-14"0,14-4 4 15,18-5-5-15,6 0-7 0,11-2-19 0,2 5-19 16,5-3-28-16,47-1-26 0,-44 3-100 0,-3 4-113 16,48-12 50-16</inkml:trace>
          <inkml:trace contextRef="#ctx0" brushRef="#br0" timeOffset="26274.8497">8274-1299 163 0,'51'-7'214'0,"1"0"-20"16,0 0-16-16,3 0-15 0,1 2-18 0,-6-1-17 15,4 0-22-15,-2 3-29 0,-3-1-24 0,0 2-47 0,-1-3-51 16,-4-1-84-16,-16 4-81 0,1-1-226 0,-9-1 101 16</inkml:trace>
        </inkml:traceGroup>
      </inkml:traceGroup>
    </inkml:traceGroup>
    <inkml:traceGroup>
      <inkml:annotationXML>
        <emma:emma xmlns:emma="http://www.w3.org/2003/04/emma" version="1.0">
          <emma:interpretation id="{E678D685-A490-42D0-85BE-801DB004EBC0}" emma:medium="tactile" emma:mode="ink">
            <msink:context xmlns:msink="http://schemas.microsoft.com/ink/2010/main" type="paragraph" rotatedBoundingBox="8441,1599 9500,11363 6541,11685 5482,1920" alignmentLevel="1"/>
          </emma:interpretation>
        </emma:emma>
      </inkml:annotationXML>
      <inkml:traceGroup>
        <inkml:annotationXML>
          <emma:emma xmlns:emma="http://www.w3.org/2003/04/emma" version="1.0">
            <emma:interpretation id="{D9B9F7BF-DC81-44CE-BB45-49CFD99AA065}" emma:medium="tactile" emma:mode="ink">
              <msink:context xmlns:msink="http://schemas.microsoft.com/ink/2010/main" type="line" rotatedBoundingBox="8441,1599 9500,11363 6541,11685 5482,1920"/>
            </emma:interpretation>
          </emma:emma>
        </inkml:annotationXML>
        <inkml:traceGroup>
          <inkml:annotationXML>
            <emma:emma xmlns:emma="http://www.w3.org/2003/04/emma" version="1.0">
              <emma:interpretation id="{1F0E04FE-5C88-49B8-93D3-A4E53328A858}" emma:medium="tactile" emma:mode="ink">
                <msink:context xmlns:msink="http://schemas.microsoft.com/ink/2010/main" type="inkWord" rotatedBoundingBox="8441,1599 8833,5212 6729,5440 6337,1827"/>
              </emma:interpretation>
              <emma:one-of disjunction-type="recognition" id="oneOf3">
                <emma:interpretation id="interp3" emma:lang="" emma:confidence="1">
                  <emma:literal/>
                </emma:interpretation>
              </emma:one-of>
            </emma:emma>
          </inkml:annotationXML>
          <inkml:trace contextRef="#ctx0" brushRef="#br0" timeOffset="1140.5519">3079-528 39 0,'-7'-16'393'0,"-8"-5"-10"16,6 6-3-16,-2-7 15 0,4 3-13 0,-7-1-6 15,6 3 1-15,0 2-16 0,1 0-9 0,2-3-17 16,-5 2-12-16,-1 0-10 0,10-1 7 0,-6 3 13 15,1 3-9-15,4 3-13 0,2 8-14 0,-6-14-28 16,6 14-25-16,0 0-28 0,-6-12-24 0,6 12-18 0,0 0-16 16,0 0-8-16,0 0 2 0,-2 44-3 15,4-13-9-15,4 4-2 0,-1 8 10 0,0 0-81 16,4 7-67-16,-6 3 0 0,4 3 0 0,-6 22 0 0,5-7 0 16,2 11 0-16,2-2 0 0,-1 12 0 0,-1 31 0 15,-1-35 0-15,0 5 0 0,-2 36 0 16,3-40 0-16,2 37 0 0,-6-42 0 0,3 3 0 0,-6 7 0 15,6 29 0-15,-1-33 0 0,-5 38 0 0,4-41 0 16,6 4 0-16,-6 31 0 0,0-38 0 0,1-3 0 16,-4 1 0-16,4-6 0 0,-3-4 0 0,5 2 0 15,-3-21 0-15,-1 3 0 0,-4-2 0 0,4-2 0 16,2-2 0-16,-6-3 0 0,5 0 0 0,-4-3 0 16,2-4 0-16,2 0 0 0,-3-12 0 0,-2 5 0 15,6-7 0-15,-6-8 0 0,3 6 0 0,-3 0 0 0,3-4 0 16,-3-6 0-16,2 5 0 0,-2-10 0 0,0-9 0 15,-2 20 0-15,2-20 0 0,2 14 0 0,-2-14 0 16,-2 12 0-16,2-12 0 0,0 0 0 0,0 14 0 16,0-14 0-16,0 0 0 0,0 0 0 0,0 0 0 15,0 15 0-15,0-15 0 0,0 0 0 0,0 0 0 16,0 0 0-16,0 0 0 0,5 9 0 0,-5-9 0 16,0 0 0-16,0 0 0 0,0 0 0 0,0 0 0 15,0 0 0-15,0 0 0 0,0 0 0 0,0 0 0 16,0 0 0-16,0 0 0 0,0 0 0 0,0 0 0 15,25 3 0-15,-25-3 0 0,45-3 0 0,-17 3 0 16,12-4 0-16,7 1 0 0,4 1 0 0,10 1 0 0,23-6 0 16,0-2 0-16,11 0 0 0,-8 4 0 0,-1-1 0 15,3-2 0-15,4-4 0 0,-6-1-344 16,0 1-194-16,-6 5-55 0,-20-3-71 0,-2-2-345 0,18-6-1093 16,-25 7 484-16</inkml:trace>
          <inkml:trace contextRef="#ctx0" brushRef="#br0" timeOffset="10176.7701">4328 2432 241 0,'0'0'358'0,"-28"-11"22"0,13 6-4 0,3-1-5 15,-1-2-5-15,13 8-24 0,-27-12-13 0,18 6-18 0,9 6-9 16,-13-14-4-16,7 7-13 0,6 7-22 0,-8-15-23 16,5 6-25-16,3 9-19 0,4-17-21 15,1 1-16-15,-5 16-17 0,13-18-14 0,-2 4-16 0,1 6-7 16,1 1-10-16,6 0-12 0,-8-2-3 0,7 6-9 15,-4-2-4-15,-14 5-9 0,25 0-3 0,-25 0-9 16,33 5-2-16,-17 0-5 0,1 4-3 0,-2 3-4 16,-4 0-3-16,1 2-3 0,-5 4-4 0,5 3-2 15,-9 3-2-15,1-5 2 0,-4 7-6 0,-5 1-2 16,-5-4 1-16,-1 3-4 0,-4-2-6 0,-4 1-8 16,4-4 2-16,-2 3-6 0,-4-7 1 0,-1 2-7 15,-1 0 0-15,-1-4-15 0,2 2 2 0,-5-6 4 0,11 1 4 16,-3-5 2-16,-1-5-1 0,5 6 3 0,1-3 6 15,14-5 13-15,-22 6 15 0,22-6 9 0,-13 5 4 16,13-5 3-16,0 0 0 0,0 0-2 0,0 0-5 16,0 0 0-16,0 0-3 0,0 0 1 0,0 0-2 15,43-22 6-15,-15 12 0 0,12-3 5 0,4 0 3 16,5 0-4-16,5 2-2 0,3 2-5 0,1-3-14 16,20-3-36-16,-1 7-59 0,1-2-80 0,10-6-95 15,-1 2-105-15,9 6-148 0,-4-6-406 0,3-1-994 16,1-4 441-16</inkml:trace>
        </inkml:traceGroup>
        <inkml:traceGroup>
          <inkml:annotationXML>
            <emma:emma xmlns:emma="http://www.w3.org/2003/04/emma" version="1.0">
              <emma:interpretation id="{9F0CE5C9-CE2C-401A-ACAC-7497BDC2F1E9}" emma:medium="tactile" emma:mode="ink">
                <msink:context xmlns:msink="http://schemas.microsoft.com/ink/2010/main" type="inkWord" rotatedBoundingBox="9023,7385 9455,11368 6541,11685 6109,7701"/>
              </emma:interpretation>
              <emma:one-of disjunction-type="recognition" id="oneOf4">
                <emma:interpretation id="interp4" emma:lang="" emma:confidence="1">
                  <emma:literal/>
                </emma:interpretation>
              </emma:one-of>
            </emma:emma>
          </inkml:annotationXML>
          <inkml:trace contextRef="#ctx0" brushRef="#br0" timeOffset="32262.5869">3994 6600 235 0,'-17'1'391'0,"17"-1"-14"16,0 0-11-16,0 0-21 0,0 0-8 0,0 0-13 15,0 0-16-15,0 0-19 0,0 0-9 0,0 0-21 16,0 0 0-16,0 0-21 0,0 0-15 0,0 0-20 15,0 0-21-15,57-12-16 0,-35 10-18 0,-1 0-16 16,7-2-15-16,7 3-12 0,8-2-8 0,-2-3-16 16,3-1-28-16,-3 4-30 0,2-2-33 0,2 5-45 15,1-4-32-15,5 3-37 0,-7-2-44 0,7 2-44 0,-5 2-53 16,1 3-61-16,0-5-68 0,-2 2-256 0,-12-1-704 16,11 0 312-16</inkml:trace>
          <inkml:trace contextRef="#ctx0" brushRef="#br0" timeOffset="32756.4157">5150 6664 69 0,'0'0'322'0,"-35"-4"-7"0,35 4-8 15,0 0-6-15,-24-5-11 0,24 5 0 0,-15-3-10 16,15 3-10-16,-15-7-17 0,15 7-14 0,0 0-8 15,-14-12-1-15,14 12-15 0,-6-9-21 0,6 9-19 16,-2-12-14-16,2 12-15 0,0 0-10 0,8-25-7 0,0 18-14 16,-2-2-8-16,5-6-8 0,-3 10-8 0,3-6-10 15,2 2-6-15,1 1-7 0,0 0-12 0,1 1-2 16,-1 0-4-16,-14 7-3 0,22-6-8 0,-22 6-1 16,21-2-7-16,-21 2-2 0,0 0 2 0,31 8-1 15,-23-1-10-15,-2 3 3 0,-2 3 0 0,2 3-4 16,-1 0-2-16,-5 2 0 0,0 2-5 0,0 5 3 15,-7 1-1-15,1-1-1 0,-4 1-5 0,-1 0 5 16,-3-3-1-16,-3 11-3 0,-1-9-1 0,1-1 1 16,-4 0-3-16,1-2-1 0,-1 0 1 0,6 0-7 0,-9-2 5 15,10-7 3-15,-4 6 0 0,-1-4-3 0,5-2 2 16,5 0-2-16,-2-2 1 0,1-4 3 16,2 0-5-16,8-7 0 0,-13 11 2 0,13-11-2 0,-6 8 3 15,6-8 8-15,0 0 8 0,0 0-5 0,0 0 1 16,22 15-1-16,-3-9-1 0,-1-5 2 0,10 0-4 15,1 4-3-15,4-4-1 0,13-1 2 0,-1 1-6 16,4-1 7-16,0 6-4 0,5-3-1 0,-2 0-5 0,-1 3 2 16,1-6-32-16,-6 4-44 0,0-1-51 15,-2-2-56-15,-16 5-69 0,1-3-82 0,-2 2-127 0,-13-1-326 16,-14-4-847-16,16 4 374 0</inkml:trace>
          <inkml:trace contextRef="#ctx0" brushRef="#br0" timeOffset="33444.8601">4500 8064 10 0,'-22'-7'487'0,"22"7"-55"0,0 0-35 0,0 0-23 15,8-18-8-15,-8 18-14 0,0 0-16 0,21-16-35 16,-21 16-21-16,26-8-25 0,-10 2-10 0,2 1-12 15,-1 3-22-15,0 1-19 0,-17 1-17 0,34-4-13 0,-34 4-15 16,30 4-12-16,-13-1-15 0,-3 2-12 16,-14-5-9-16,21 14-8 0,-13-9-13 0,0 4-6 0,-2 2-6 15,-6 2-9-15,3 5-4 0,-6-6-11 0,1 4-11 16,-4-2-12-16,0 5-9 0,-2 0-6 0,0-5-15 16,-5 4-10-16,-1 1-8 0,-3-3-15 0,-1 4 1 15,4-9-4-15,4 3 2 0,-2-2-1 0,-2-1 3 16,6-3 0-16,-3-2 4 0,1-1 0 0,10-5 5 15,-12 9 2-15,12-9-1 0,0 0 10 0,-13 9-4 0,13-9 10 16,0 0 11-16,0 0 13 0,0 0 2 0,0 0 4 16,0 0 14-16,0 0 10 0,0 0 8 0,60-23 6 15,-44 20 9-15,-2 1 8 0,8 1 10 0,5 1 6 16,1 0-5-16,-7 1-5 0,7 4-1 0,-1 3 1 16,0 2-2-16,-2 0-1 0,2 6-7 0,-5-4-3 15,-1 6-5-15,0 1 4 0,-7 2-6 0,3 3-6 16,-7-2-3-16,-1 3-3 0,-3 0-6 0,-1-1-4 0,-3 0-4 15,-2 3-2-15,-10-1-1 0,-2 0-1 0,2-1-4 16,-7 1-2-16,-5-2 0 0,-7 2-6 0,-4-1-5 16,-3-3-7-16,-7-3-5 0,2 1-8 0,-2-3-1 15,-6-5 0-15,8-3-6 0,-3-1-11 0,0-2-17 16,-2-6-14-16,-5-3-14 0,9 0-19 0,0-7-20 16,0 2-30-16,5-7-32 0,-4-7-40 0,7-2-45 0,-1-8-54 15,0-2-68-15,11-6-74 0,-4-3-286 16,4-4-806-16,8 0 356 0</inkml:trace>
          <inkml:trace contextRef="#ctx0" brushRef="#br0" timeOffset="31399.5394">3542 5138 256 0,'0'0'370'0,"-18"-6"-29"0,18 6-40 0,0 0-26 0,0 0-28 16,0 0-24-16,0 0-7 0,0 0-23 0,0 0-16 16,0 0-16-16,49-15-24 0,-21 11-20 0,0-3-20 15,6 3-21-15,-1 1-47 0,-3-1-42 0,5 0-53 16,7 1-69-16,4-5-101 0,-14 4-225 0,10-4-500 16,-1-2 221-16</inkml:trace>
          <inkml:trace contextRef="#ctx0" brushRef="#br0" timeOffset="30962.0206">3557 5091 144 0,'0'0'338'0,"0"-20"-5"0,0 20-6 16,-7-19 1-16,6 12-14 0,1 7 10 15,-5-19-8-15,3 11-5 0,2 8-11 0,-9-17-2 16,9 17-2-16,-9-10-9 0,5 3-17 0,4 7-15 0,0 0-14 16,-11-11-13-16,11 11-20 0,0 0-16 0,0 0-18 15,0 0-16-15,0 0-18 0,0 0-12 0,0 0-5 16,0 0-9-16,-16 44 0 0,15-16 2 0,-4 14 2 16,2 8 1-16,-6 22 7 0,7 0 21 0,-1 5-29 15,-10 4 3-15,5 4 3 0,-4 38-2 0,4 5 9 16,-5-42 2-16,-6 36 1 0,10-31 5 0,-10 42 4 15,4-10-4-15,1-35-139 0,-3 34 0 0,9-33 0 16,-5 0 0-16,-1 2 0 0,-3 37 0 0,1-44 0 16,2-1 0-16,7 0 0 0,-1-5 0 0,-4 2 0 15,2 3 0-15,-1-6 0 0,6-1 0 0,-6 5 0 0,2-11 0 16,-1 3 0-16,3-23 0 0,-8 19 0 16,7-17 0-16,1 0 0 0,-1-1 0 0,-5 5 0 0,7-7 0 15,-2 0 0-15,0 3 0 0,-3-3 0 0,3-5 0 16,2-1 0-16,1 0 0 0,-5-6 0 0,2 0 0 15,7-8 0-15,-4-3 0 0,-3 0 0 0,8-2 0 16,-3-4 0-16,-2-5 0 0,1 3 0 0,2 1 0 16,-1-5 0-16,3-2 0 0,0-12 0 0,-3 19 0 15,1-8 0-15,2-11 0 0,-1 11 0 0,1-11 0 16,-7 11 0-16,7-11 0 0,0 0 0 0,-1 12 0 16,1-12 0-16,0 0 0 0,0 0 0 0,-11 8 0 0,11-8 0 15,0 0 0-15,0 0 0 0,0 0 0 0,0 0 0 16,0 0 0-16,0 0 0 0,-2 12 0 0,2-12 0 15,0 0 0-15,0 0 0 0,0 0 0 0,0 0 0 16,0 0 0-16,0 0 0 0,0 0 0 0,0 0 0 16,0 0 0-16,0 0 0 0,0 0 0 0,0 0 0 15,0 0 0-15,0 0 0 0,16 14 0 0,-10-8 0 16,-6-6 0-16,27 15 0 0,-3-5 0 0,4 1 0 0,5-3 0 16,10 3 0-16,8 0 0 0,4-3 0 15,2 4 0-15,3-5 0 0,20 0 0 0,3 4 0 0,-25-4 0 16,26-3-242-16,-2-7-116 0,-22 3-43 0,2-3-44 15,-1-2-50-15,18-3-73 0,-22-5-379 0,25-4-1027 16,-31-1 455-16</inkml:trace>
          <inkml:trace contextRef="#ctx0" brushRef="#br0" timeOffset="31858.7013">4837 5104 46 0,'-3'-16'449'0,"3"1"-18"16,-5 1 12-16,5-2-2 0,-2 1 3 0,-1 6 3 16,3 9-3-16,-1-21-18 0,1 9-18 0,0 12-14 15,-7-14-32-15,7 14-28 0,-8-7-32 0,8 7-21 16,0 0-29-16,0 0-24 0,0 0-20 0,0 0-8 0,0 0-21 16,-6 34-17-16,0-8-1 0,4 3-21 0,2 12-16 15,-1 0-14-15,-4 3-11 0,3 1-9 0,1 2-11 16,-4 0-1-16,3-5-10 0,2 6-29 0,0-7-27 15,-3-1-46-15,2 1-59 0,-7 4-71 0,3-8-86 16,2-8-64-16,-2 8-63 0,-3 4-73 0,5-10-98 16,-8-2-395-16,3-4-1019 0,-5-3 451 0</inkml:trace>
        </inkml:traceGroup>
      </inkml:traceGroup>
    </inkml:traceGroup>
  </inkml:traceGroup>
</inkml:ink>
</file>

<file path=ppt/ink/ink1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5T04:54:34.095"/>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63077DA0-B705-4B9A-836E-BD55B44B33C5}" emma:medium="tactile" emma:mode="ink">
          <msink:context xmlns:msink="http://schemas.microsoft.com/ink/2010/main" type="inkDrawing" rotatedBoundingBox="15472,7014 15745,12980 13827,13068 13554,7102" semanticType="verticalRange" shapeName="Other">
            <msink:sourceLink direction="with" ref="{24E484FD-7A66-4D77-91DB-B8B210A8B416}"/>
            <msink:sourceLink direction="with" ref="{EE3ADED8-1CFB-4BA0-9EC1-1C0AD1CC53E7}"/>
          </msink:context>
        </emma:interpretation>
      </emma:emma>
    </inkml:annotationXML>
    <inkml:trace contextRef="#ctx0" brushRef="#br0">421 27 222 0,'-13'3'386'0,"13"-3"-27"15,0 0-28-15,0 0-21 0,0 0-7 0,0 0-8 16,0 0-1-16,0 0-7 0,0 0-13 0,85-7-16 15,-36 2-6-15,5 3-6 0,3 2-1 0,3 0-26 16,17-1-7-16,-16 1-10 0,0 0-22 0,18 1-12 16,-24 2-14-16,-4 1-16 0,1 3-12 0,-3 0-11 0,-6 0-10 15,-12 0-10-15,11 9-1 0,-16-5-2 16,1 5-4-16,-3 2 0 0,-3 4-4 0,1 11 11 16,-2 6 13-16,-6 11 10 0,5 19 7 0,-3 3 2 15,-3 6 15-15,-4 12 13 0,2 37 9 0,-1 6 7 16,-2-6 7-16,4 17 10 0,-2 4 5 0,3 11 3 15,4 7-187-15,-3 5-9 0,2 6 0 0,5-1 0 0,2-5 0 16,-2 3 0-16,-2-4 0 0,-3-4 0 0,4-2 0 16,-7-10 0-16,7-5 0 0,-12-9 0 0,-1-11 0 15,2-3 0-15,-3 0 0 0,1-38 0 0,-4 5 0 16,3-4 0-16,-3 2 0 0,0-5 0 0,4 0 0 16,-6-3 0-16,6-8 0 0,-7-4 0 0,0-16 0 15,-2-7 0-15,-4 22 0 0,11-17 0 0,-12-1 0 16,-1-5 0-16,-3 8 0 0,-1 14 0 0,8-16 0 15,-7-3 0-15,3-3 0 0,-1-4 0 0,4 3 0 16,-1-2 0-16,-2 1 0 0,2-2 0 0,-1-3 0 16,-1-2 0-16,1 1 0 0,0 0 0 0,6-12 0 15,-4 1 0-15,3 2 0 0,-4-3 0 0,0-2 0 0,-1 1 0 16,4-7 0-16,-2-1 0 0,-1 1 0 0,-2-3 0 16,0 0 0-16,2 1 0 0,-3-4 0 0,-4 2 0 15,-8 4 0-15,-2 0 0 0,-3 1 0 0,-10 3 0 16,-8-6 0-16,-10 6 0 0,-22-2 0 0,-3-6 0 15,-8-6 0-15,-9-1 0 0,-51 0 0 0,5-9 0 16,42-7 0-16,-37 1 0 0,32 2-223 0,6-1-355 16,9-7-78-16,-5 0-467 0,-2 5-1216 0,7-13 539 15</inkml:trace>
  </inkml:traceGroup>
</inkml:ink>
</file>

<file path=ppt/ink/ink1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5T04:56:09.591"/>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84329B16-79E7-4C1C-A566-27B3A2874ACF}" emma:medium="tactile" emma:mode="ink">
          <msink:context xmlns:msink="http://schemas.microsoft.com/ink/2010/main" type="inkDrawing" rotatedBoundingBox="30321,2193 30980,7576 29474,7761 28815,2378" semanticType="verticalRange" shapeName="Other">
            <msink:sourceLink direction="with" ref="{98D100FF-3828-4120-BB72-4C8A889B09BB}"/>
          </msink:context>
        </emma:interpretation>
      </emma:emma>
    </inkml:annotationXML>
    <inkml:trace contextRef="#ctx0" brushRef="#br0">-11-2 171 0,'0'0'352'0,"0"0"-26"0,0 0-16 16,-22 3-22-16,22-3-29 0,0 0-15 0,0 0-17 15,0 0-8-15,0 0 20 0,0 0 17 0,59 7-8 16,-17 0-2-16,7-7-25 0,3 0-20 0,-1-1-15 15,1-1-23-15,2 4-18 0,-3-4-9 0,-1 2-15 16,2 0-7-16,-3-4-14 0,0 3-7 0,-5-3-8 16,4 4-6-16,-13-2-4 0,-7 2-5 0,-3 0 5 15,7 0-9-15,-4 0-11 0,-7 4 5 0,0-1-6 16,4 7 5-16,2-2 2 0,-7 10 3 0,1 3 0 16,3 12 18-16,-7 5 10 0,3 9 1 0,-5 4 3 15,8 22 6-15,-8 8 8 0,5 4 11 0,5 48 5 16,-9-7-1-16,13 3 20 0,-7 1-12 0,5 3-1 15,-7 9-5-15,7 5-8 0,-3-4-18 0,6 8 14 0,-3 0-2 16,1-1 3-16,-7-5-10 0,1-1 3 16,-2-6 0-16,-2 1-22 0,-9 0-87 0,4-5 0 15,-10 3 0-15,-3-3 0 0,6-46 0 0,-1 48 0 0,-8-42 0 16,8 31 0-16,-4-37 0 0,2 38 0 0,-6-39 0 16,8-2 0-16,-10 3 0 0,2 1 0 0,0-3 0 15,0 1 0-15,-4-10 0 0,3 1 0 16,4-4 0-16,0-24 0 0,0-3 0 0,3 4 0 0,-6 4 0 15,6-3 0-15,-3-8 0 0,1-1 0 0,-1 0 0 16,2 5 0-16,-2-8 0 0,5-9 0 0,-5-6 0 16,1 5 0-16,1-4 0 0,1-1 0 0,0-2 0 15,-3-5 0-15,0 0 0 0,5-4 0 0,-3-2 0 16,-2-1 0-16,0-11 0 0,0 15 0 0,0-15 0 16,0 12 0-16,0-12 0 0,0 0 0 0,-4 12 0 15,4-12 0-15,0 0 0 0,-12 9 0 0,12-9 0 16,-30 0 0-16,1-1 0 0,-12-10 0 0,-13 8 0 15,-26-10 0-15,-7-7 0 0,-11 2 0 0,-43-14 0 0,48 8 0 16,-7 2 0-16,2 2-50 0,1-1-551 16,10-3-63-16,-3 1-482 0,12 5-1242 0,21 1 549 15</inkml:trace>
  </inkml:traceGroup>
</inkml:ink>
</file>

<file path=ppt/ink/ink1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5T04:56:10.481"/>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76D8BCC3-8D33-411C-9908-135804195CF0}" emma:medium="tactile" emma:mode="ink">
          <msink:context xmlns:msink="http://schemas.microsoft.com/ink/2010/main" type="writingRegion" rotatedBoundingBox="31158,6259 33031,6851 32598,8221 30725,7628"/>
        </emma:interpretation>
      </emma:emma>
    </inkml:annotationXML>
    <inkml:traceGroup>
      <inkml:annotationXML>
        <emma:emma xmlns:emma="http://www.w3.org/2003/04/emma" version="1.0">
          <emma:interpretation id="{848D6524-7FF4-4F5C-81DD-54EA6EDB1296}" emma:medium="tactile" emma:mode="ink">
            <msink:context xmlns:msink="http://schemas.microsoft.com/ink/2010/main" type="paragraph" rotatedBoundingBox="31158,6259 33031,6851 32598,8221 30725,7628" alignmentLevel="1"/>
          </emma:interpretation>
        </emma:emma>
      </inkml:annotationXML>
      <inkml:traceGroup>
        <inkml:annotationXML>
          <emma:emma xmlns:emma="http://www.w3.org/2003/04/emma" version="1.0">
            <emma:interpretation id="{61024FDC-16D0-49F9-A0C2-3B886FE62CC6}" emma:medium="tactile" emma:mode="ink">
              <msink:context xmlns:msink="http://schemas.microsoft.com/ink/2010/main" type="line" rotatedBoundingBox="31158,6259 33031,6851 32598,8221 30725,7628"/>
            </emma:interpretation>
          </emma:emma>
        </inkml:annotationXML>
        <inkml:traceGroup>
          <inkml:annotationXML>
            <emma:emma xmlns:emma="http://www.w3.org/2003/04/emma" version="1.0">
              <emma:interpretation id="{D90D2279-7515-4C9D-B0E4-FD7D747C1B1C}" emma:medium="tactile" emma:mode="ink">
                <msink:context xmlns:msink="http://schemas.microsoft.com/ink/2010/main" type="inkWord" rotatedBoundingBox="31089,6478 32168,6819 31927,7582 30848,7241"/>
              </emma:interpretation>
              <emma:one-of disjunction-type="recognition" id="oneOf0">
                <emma:interpretation id="interp0" emma:lang="" emma:confidence="1">
                  <emma:literal/>
                </emma:interpretation>
              </emma:one-of>
            </emma:emma>
          </inkml:annotationXML>
          <inkml:trace contextRef="#ctx0" brushRef="#br0">589 194 4592 0,'32'3'186'0,"-1"0"-119"0,-2 5-41 0,4 6-1 16,3 9-5-16,-1 1-6 0,-7 3-2 0,1 3-16 15,-9-7 8-15,2 10 8 0,-7-9 6 0,-1 3-4 0,-1 3-2 16,1-2 2-16,0 7-6 0,-6-7-5 0,1-2 7 15,1-1-6-15,-2-3 3 0,3-1-6 16,-3-3-12-16,0-3-18 0,-2-1-34 0,2-2-42 16,0 2-43-16,-3-6-46 0,-5-8-55 0,7 15-55 0,-7-15-77 15,0 0-213-15,0 0-643 0,0 0 285 0</inkml:trace>
          <inkml:trace contextRef="#ctx0" brushRef="#br0" timeOffset="171.8909">924 260 324 0,'0'0'396'0,"-35"11"-21"16,21-1-20-16,-7 8 1 0,-5 1 3 0,5 4-16 15,-7 10-14-15,2 4-33 0,-5-1-33 0,7-1-23 16,-4 1-27-16,4 7-20 0,-1 0-32 0,-2-3-37 16,1 4-60-16,9-7-71 0,-4 3-75 0,-1-2-87 15,-3-6-104-15,11-6-371 0,0-3-696 0,-1-5 308 16</inkml:trace>
          <inkml:trace contextRef="#ctx0" brushRef="#br0" timeOffset="-218.7391">97 71 67 0,'0'0'440'0,"-7"-12"-12"0,7 12-9 15,-4-8-19-15,4 8-9 0,0 0-11 0,2-18-31 16,-2 18-25-16,8-8-31 0,-8 8-28 0,17-13-21 16,-6 8-21-16,-11 5-21 0,22-2-15 0,-22 2-21 15,34-5-17-15,-34 5-11 0,30 7-17 0,-18 1-8 16,3 0-11-16,-1 0-10 0,-6 0-13 0,-2 8-8 16,0 6-7-16,-4-3-7 0,1 4-5 0,-6 3-7 15,-2-1-8-15,-8 2-6 0,-1 2-10 0,3 0-6 16,-6-4-16-16,-2 2-17 0,-2-2-7 0,1-1-14 15,2-6-9-15,1 0-7 0,0-1-20 0,2-3 2 0,3-5-12 16,-1 3-12-16,4-7 3 0,9-5-2 0,-18 13-11 16,10-9 12-16,8-4 7 0,0 0 7 0,0 0 13 15,0 0 17-15,0 0 1 0,0 0 7 0,-25-15 14 16,25 15 19-16,0 0 19 0,0 0 11 0,0 0 10 16,30-25 9-16,-20 22-2 0,-10 3-6 0,28-4 0 15,-9 3 10-15,-19 1 8 0,44 4 13 0,-11-1 0 16,-3 9-3-16,-3-2 0 0,5 5-8 0,-4 0 1 15,-2 2-8-15,-3 4 0 0,-4-2-2 0,2 6-8 16,-7 0-10-16,-3-4 1 0,-8-4 0 0,2 9-4 16,-7-5-2-16,-5 3-9 0,-3-7 7 0,-6 5-8 15,-4-4-13-15,-1-3-32 0,-6 3-20 0,2-1-39 16,-2-10-52-16,-6-4-35 0,3 3-42 0,0-1-48 16,1-8-58-16,-2-5-70 0,-7-7-240 0,13 1-693 15,4-10 307-15</inkml:trace>
        </inkml:traceGroup>
        <inkml:traceGroup>
          <inkml:annotationXML>
            <emma:emma xmlns:emma="http://www.w3.org/2003/04/emma" version="1.0">
              <emma:interpretation id="{38A6800B-8633-4B6C-B2AC-0406AA67A806}" emma:medium="tactile" emma:mode="ink">
                <msink:context xmlns:msink="http://schemas.microsoft.com/ink/2010/main" type="inkWord" rotatedBoundingBox="32282,6614 33031,6851 32598,8221 31849,7984"/>
              </emma:interpretation>
              <emma:one-of disjunction-type="recognition" id="oneOf1">
                <emma:interpretation id="interp1" emma:lang="" emma:confidence="0.5">
                  <emma:literal>3</emma:literal>
                </emma:interpretation>
                <emma:interpretation id="interp2" emma:lang="" emma:confidence="0">
                  <emma:literal>}</emma:literal>
                </emma:interpretation>
                <emma:interpretation id="interp3" emma:lang="" emma:confidence="0">
                  <emma:literal>)</emma:literal>
                </emma:interpretation>
                <emma:interpretation id="interp4" emma:lang="" emma:confidence="0">
                  <emma:literal>s</emma:literal>
                </emma:interpretation>
                <emma:interpretation id="interp5" emma:lang="" emma:confidence="0">
                  <emma:literal>,</emma:literal>
                </emma:interpretation>
              </emma:one-of>
            </emma:emma>
          </inkml:annotationXML>
          <inkml:trace contextRef="#ctx0" brushRef="#br0" timeOffset="624.9558">1299 215 397 0,'17'-11'600'16,"-3"3"-60"-16,7-1-48 0,4-1-42 0,3 3-41 0,-1 5-37 16,0 1-39-16,-6 4-32 0,2 2-28 0,4 4-28 15,-1 3-26-15,-4 3-27 0,-2 3-25 16,-4 1-24-16,-3 6-24 0,-5 1-23 0,-2 1-15 16,-9 2-15-16,-5 8-17 0,0-3-11 0,-5-4-9 0,-7 5-6 15,1 0-3-15,-6-2-1 0,-2-1-4 0,1-3-1 16,7-9-1-16,-1 2 3 0,-1-6-3 15,1 5-1-15,10-10-4 0,-1 0 1 0,-3 1 0 0,8-5-6 16,-2 2-7-16,8-9-1 0,0 0 4 0,0 0-2 16,3 14 1-16,-3-14-2 0,0 0 5 0,25 6-1 15,-12-2-1-15,1 0-2 0,5 0 1 0,3-1 2 16,-6 3 0-16,16 6 11 0,7-1 14 0,-12-1 7 16,5 3 16-16,7 12 12 0,-15-13 2 0,14 8-3 15,-13 1-3-15,-1-2-8 0,-2 2-1 0,-8 2-8 16,0-2-7-16,-3 5 0 0,-7-3-6 0,-4 3-4 15,-8 0-10-15,-2 0-12 0,-10 9-24 0,-7-4-21 16,-6-2-27-16,-4-3-35 0,-10 4-30 0,1-7-33 16,-8 2-32-16,-15 3-29 0,-18-1-15 0,-6-3-57 15,-4-5-81-15,-37 10-359 0,34-12-802 0,9-5 354 16</inkml:trace>
        </inkml:traceGroup>
      </inkml:traceGroup>
    </inkml:traceGroup>
  </inkml:traceGroup>
</inkml:ink>
</file>

<file path=ppt/ink/ink1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5T04:55:27.434"/>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98D100FF-3828-4120-BB72-4C8A889B09BB}" emma:medium="tactile" emma:mode="ink">
          <msink:context xmlns:msink="http://schemas.microsoft.com/ink/2010/main" type="writingRegion" rotatedBoundingBox="18632,1510 29654,2499 29210,7457 18187,6469">
            <msink:destinationLink direction="with" ref="{84329B16-79E7-4C1C-A566-27B3A2874ACF}"/>
            <msink:destinationLink direction="with" ref="{72DD66D6-1021-4EAA-89D5-25F3C5AD2AEE}"/>
          </msink:context>
        </emma:interpretation>
      </emma:emma>
    </inkml:annotationXML>
    <inkml:traceGroup>
      <inkml:annotationXML>
        <emma:emma xmlns:emma="http://www.w3.org/2003/04/emma" version="1.0">
          <emma:interpretation id="{6AA970FB-4988-4C9C-8A4A-10411CE81445}" emma:medium="tactile" emma:mode="ink">
            <msink:context xmlns:msink="http://schemas.microsoft.com/ink/2010/main" type="paragraph" rotatedBoundingBox="18592,1609 29446,2321 29345,3859 18492,3148" alignmentLevel="1"/>
          </emma:interpretation>
        </emma:emma>
      </inkml:annotationXML>
      <inkml:traceGroup>
        <inkml:annotationXML>
          <emma:emma xmlns:emma="http://www.w3.org/2003/04/emma" version="1.0">
            <emma:interpretation id="{5128FE3F-4E0F-4C9D-98A6-0E18B265DD92}" emma:medium="tactile" emma:mode="ink">
              <msink:context xmlns:msink="http://schemas.microsoft.com/ink/2010/main" type="line" rotatedBoundingBox="18592,1609 29446,2321 29345,3859 18492,3148"/>
            </emma:interpretation>
          </emma:emma>
        </inkml:annotationXML>
        <inkml:traceGroup>
          <inkml:annotationXML>
            <emma:emma xmlns:emma="http://www.w3.org/2003/04/emma" version="1.0">
              <emma:interpretation id="{FA0ED7DD-7CE4-471D-A5CC-4C54A12271B2}" emma:medium="tactile" emma:mode="ink">
                <msink:context xmlns:msink="http://schemas.microsoft.com/ink/2010/main" type="inkWord" rotatedBoundingBox="18592,1609 23816,1952 23715,3490 18492,3148">
                  <msink:destinationLink direction="with" ref="{41C72ABF-D426-4A68-8AC0-E35975BAF041}"/>
                </msink:context>
              </emma:interpretation>
              <emma:one-of disjunction-type="recognition" id="oneOf0">
                <emma:interpretation id="interp0" emma:lang="" emma:confidence="1">
                  <emma:literal/>
                </emma:interpretation>
              </emma:one-of>
            </emma:emma>
          </inkml:annotationXML>
          <inkml:trace contextRef="#ctx0" brushRef="#br0">57 271 169 0,'-21'-1'330'0,"2"-3"2"0,19 4-17 0,-20-2-2 16,20 2-16-16,0 0-12 0,0 0 6 0,0 0-1 0,0 0-13 16,0 0-9-16,91-14-12 0,-34 9-10 0,24-6-21 15,7 1-19-15,1-2-20 0,1 3-18 0,-1-5-19 16,1 4-17-16,1 1-13 0,7 2-18 0,-6-2-25 16,0-1-41-16,-4-2-42 0,-1 5-38 0,-2-11-31 15,-9 6-28-15,-19 5-25 0,0-2-21 0,-5-1-27 16,-6 3-33-16,-3 0-29 0,-12-4-33 0,-1 2-42 15,-3 0-244-15,-5-8-603 0,-6 8 267 0</inkml:trace>
          <inkml:trace contextRef="#ctx0" brushRef="#br0" timeOffset="-249.9753">1086-307 388 0,'-5'9'380'0,"-3"5"-15"15,2-2 8-15,-2 5-18 0,-6 5 7 0,-1-2-3 16,1 4-13-16,2 3-22 0,-4 8-10 0,0 2-23 16,-3-2-17-16,13-9-15 0,-12 6-10 0,6-5-14 15,-7 6-7-15,9-4-20 0,-3-2-9 0,6-1-12 16,-4-1-13-16,1 0-15 0,-3-3-14 0,7-5-13 16,1 1-12-16,-4-4-11 0,7 2-8 0,-1-7-14 15,3-9-3-15,-9 17-7 0,9-17-1 0,-4 14-6 16,4-14 3-16,-3 8 11 0,3-8 9 0,0 0 13 0,0 0 3 15,0 0 8-15,0 0-6 0,0 0 1 16,0 0-13-16,0 0-14 0,21-45-9 0,-9 23-8 16,3-20-40-16,-7 3-28 0,6 1 0 0,5-9 0 0,-3 5 0 15,4 2 0-15,5 1 0 0,-15 10 0 0,9-8 0 16,-2 12 0-16,4-8 0 0,-1 0 0 0,-5 9 0 16,0 4 0-16,1 1 0 0,-5 4 0 0,3 0 0 15,-2 5 0-15,-6-2 0 0,3 3 0 0,2 2 0 16,-3-2 0-16,-8 9 0 0,16-5 0 0,-16 5 0 15,0 0 0-15,0 0 0 0,0 0 0 0,36 16 0 16,-23-2 0-16,-5 3 0 0,3 7 0 0,-1-1 0 16,-4 3 0-16,7 13 0 0,-2-5 0 0,0 5 0 15,1 2 0-15,-1-2 0 0,2 4 0 0,1-2 0 16,-3 1 0-16,-1-3 0 0,-2 1 0 0,3-5 0 16,-8-4 0-16,5-3 0 0,-3 4 0 0,-5-5 0 0,1 2 0 15,-1-2 0-15,-3-2 0 0,-2 1 0 0,-1 0-35 16,-4-3-200-16,-1 2-59 0,0-10-58 15,-6 4-39-15,-4-1-37 0,6-7-42 0,-12-3-65 0,-2-2-374 16,-2-5-984-16,-1-4 435 0</inkml:trace>
          <inkml:trace contextRef="#ctx0" brushRef="#br0" timeOffset="513.1704">1860 282 204 0,'-8'3'348'0,"8"-3"-19"0,-12 12 4 0,12-12 21 0,0 0 9 0,20 13 5 16,1-8 1-16,21 2-9 0,9-7 4 0,9 0 11 16,24 2 15-16,1-8-9 0,-1 3-29 0,-4-1-39 15,1 0-31-15,-23 4-29 0,4-4-28 0,-3 2-21 16,-4-2-25-16,-5-1-32 0,3 3-42 0,-8-3-35 16,-10 2-43-16,8 3-25 0,-11-4-34 0,-15 4-19 15,2-1-15-15,-19 1-18 0,27-2-20 0,-27 2-26 0,17-4-30 16,-17 4-24-16,13-5-19 0,-13 5-9 15,0 0-13-15,8-10-21 0,-8 10-35 0,0 0-26 16,0 0-25-16,0 0-55 0,0 0-229 0,-15-19-667 0,15 19 295 16</inkml:trace>
          <inkml:trace contextRef="#ctx0" brushRef="#br0" timeOffset="263.4018">1999-93 239 0,'0'0'337'16,"0"0"-6"-16,-1 16-5 0,1-16-2 0,0 0-1 15,0 0-9-15,0 0 1 0,0 0 0 0,15 4 5 16,-15-4-5-16,16 6-5 0,-16-6-14 0,35 0-15 16,-16 0-17-16,-19 0-22 0,46-2-21 0,-16 1-23 15,1-2-20-15,12 2-16 0,-10-1-16 0,18 1-13 16,-16 0-18-16,6-4-12 0,-11-1-36 0,4 2-53 0,-5 7-60 15,3-3-72-15,-13 0-57 0,1 0-92 16,-20 0-81-16,33 0-69 0,-33 0-386 0,8 7-871 16,-8-7 386-16</inkml:trace>
          <inkml:trace contextRef="#ctx0" brushRef="#br0" timeOffset="3956.1381">3545-773 151 0,'-18'5'361'16,"18"-5"1"-16,-17 7-13 0,1-2 2 0,16-5-19 16,-17 7-26-16,17-7-32 0,-13 7-22 0,13-7-23 0,0 0-3 15,-1 13-3-15,1-13 17 0,22 12 6 0,-3-9-6 16,9 4-1-16,15 2 3 0,11-7-3 15,4 3-2-15,4-5-2 0,23-4-14 0,-6 3-21 0,2 2-14 16,-23 3-18-16,4-8-13 0,-2 4-17 0,1 4-11 16,-4-8-15-16,-1 8-14 0,-9-4-14 0,-3 0-2 15,-9 0-10-15,-5 0-25 0,-3 0-2 0,-11 0-58 16,-16 0-68-16,24 0-74 0,-24 0-104 0,0 0-119 16,30 0-163-16,-30 0-400 0,0 0-1018 0,15-5 450 15</inkml:trace>
          <inkml:trace contextRef="#ctx0" brushRef="#br0" timeOffset="6182.1445">4254-144 351 0,'0'0'347'15,"0"-18"-12"-15,0 18 8 16,-4-17 4-16,4 17-7 0,-8-14-2 0,3 5-16 0,5 9-13 16,-9-12-16-16,9 12 3 0,-8-12-6 0,8 12-21 15,-13-11-31-15,13 11-21 0,-24-2-14 0,24 2-15 16,-27 0-11-16,27 0-17 0,-39 7-9 0,18 0-8 15,-7 6-13-15,7 3-6 0,-2-1-7 0,-3 3-4 16,11-3-18-16,-6 8-7 0,4-1-7 0,4 3 1 16,-6 0-14-16,8-1-6 0,5 1-5 0,-5-2-7 15,4 1-1-15,6 2-7 0,-1-2-1 0,2 1-2 16,3-5-2-16,4-4-7 0,1 0-1 0,3 3-4 0,1-5 2 16,2 0-4-16,5 0 3 0,2 0-6 15,0-7 1-15,4 0 0 0,-8 0-7 0,7-3 1 0,-5-3 1 16,1 2-3-16,1-3 1 0,-21 0 2 0,47-11 9 15,-20 5-18-15,-9-1 8 0,7-6 0 0,-1 0-1 16,-5-6-3-16,-2 3 7 0,2-3 1 0,-3-3 14 16,-2 2 8-16,0-3 3 0,-1 0 2 0,-5 0 2 15,3-2-2-15,-3 0 5 0,-7-1 9 0,4 2 1 16,-3 6 15-16,-2 0-1 0,0 1 11 0,1 0-5 16,-1 1-4-16,0 2-77 0,0 14 0 0,-1-19 0 15,1 19 0-15,-7-17 0 0,7 17 0 0,0 0 0 16,0-11 0-16,0 11 0 0,0 0 0 0,0 0 0 15,0 0 0-15,0 0 0 0,0 0 0 0,0 40 0 16,7-15 0-16,-7-5 0 0,0 5 0 0,0 3 0 16,6 4 0-16,-5 4 0 0,3-6 0 0,-3-4 0 0,1 0 0 15,-1 4-198-15,-1-5-69 0,7-1-57 16,-3 0-36-16,-2-5-53 0,-2-3-58 0,6 2-69 16,-6-4-397-16,5-6-1014 0,-5-8 449 0</inkml:trace>
          <inkml:trace contextRef="#ctx0" brushRef="#br0" timeOffset="6482.4785">4729-53 64 0,'0'0'403'0,"0"0"8"15,4-16-8-15,-4 16 5 0,2-8-5 0,-2 8-15 0,0 0-35 16,0 0-32-16,0 0-29 0,0 0-25 15,0 0-19-15,0 0-12 0,0 0-4 0,0 0-4 16,0 0-5-16,0 0-4 0,0 0-10 0,0 48-13 0,1-34-15 16,3 4-15-16,-1 9-12 0,-3-2-20 0,0 2-14 15,0 2-13-15,6-3-6 0,-6 0-14 0,0 4 1 16,5-2-4-16,-8-1-23 0,1 0-34 0,2 1-48 16,0-2-48-16,-1-1-59 0,-1 2-65 0,-1-4-36 15,3-2-56-15,0-2-65 0,-3-5-66 0,3 0-81 16,0-14-274-16,0 17-836 0,0-17 370 0</inkml:trace>
          <inkml:trace contextRef="#ctx0" brushRef="#br0" timeOffset="8580.8735">5184 122 163 0,'0'0'308'0,"0"-11"5"0,0 11 1 15,0 0-6-15,0-18 9 0,0 18-1 0,0 0 7 16,1-14 3-16,-1 14 3 0,0 0-4 0,0 0-4 16,-1-16-6-16,1 16-9 0,0 0-19 0,0 0-17 15,0 0-13-15,0 0-24 0,0 0-25 0,0 0-23 16,0-11-21-16,0 11-19 0,0 0-12 0,0 0-16 0,0 0 0 16,6 37 5-16,-6-12 1 0,0 0-17 15,3 6-4-15,-4 11-1 0,7-2-1 0,0 5 6 16,-4-1-13-16,3 2-4 0,-4-4-4 0,1 1-3 0,-2-1-8 15,3 2-8-15,-6-2-10 0,3-2 1 0,0-12-8 16,-2 2 1-16,2-1-8 0,-1-4-3 16,-3 1-10-16,4-9 2 0,-1 2-14 0,1-3-4 0,-2-7-35 15,2-9-34-15,-4 18-40 0,4-18-41 0,0 15-39 16,0-15-51-16,-8 8-78 0,8-8-72 0,0 0-67 16,0 0-71-16,0 0-432 0,-34-29-1025 0,30 14 454 15</inkml:trace>
        </inkml:traceGroup>
        <inkml:traceGroup>
          <inkml:annotationXML>
            <emma:emma xmlns:emma="http://www.w3.org/2003/04/emma" version="1.0">
              <emma:interpretation id="{53ADB390-2192-4E0C-88ED-0F629CF80CB7}" emma:medium="tactile" emma:mode="ink">
                <msink:context xmlns:msink="http://schemas.microsoft.com/ink/2010/main" type="inkWord" rotatedBoundingBox="24740,2343 29425,2650 29348,3812 24664,3505">
                  <msink:destinationLink direction="with" ref="{41C72ABF-D426-4A68-8AC0-E35975BAF041}"/>
                </msink:context>
              </emma:interpretation>
            </emma:emma>
          </inkml:annotationXML>
          <inkml:trace contextRef="#ctx0" brushRef="#br0" timeOffset="11080.732">6709 8 170 0,'0'0'305'0,"0"0"-5"0,-8-15-11 0,8 15-10 15,-8-14-8-15,8 14-5 0,-9-10-10 0,9 10-18 0,-8-12-14 16,0 5-9-16,8 7 7 0,-13-10-1 0,13 10-25 16,-14-10-11-16,14 10-4 0,-22-13-15 15,8 11-14-15,14 2-7 0,-31-5-11 0,5 5-10 0,26 0-9 16,-48 5-12-16,20 3-1 0,1-1-3 0,-3 3-8 15,3 0-7-15,2 3 0 0,-1 6-8 0,0-1-8 16,3 0-6-16,6 1-3 0,0 3-6 0,2 0-5 16,1 2-2-16,5 1-7 0,-2-1 0 0,4 1-7 15,6-4-4-15,7 1 2 0,-4 4-5 0,9-4-1 16,-8-3 0-16,5-1-5 0,6 2-1 0,-1 1-1 16,-1-7 4-16,1 0-4 0,1-3 0 0,4-4-3 15,-4 0 3-15,5-1-2 0,-3 0-1 0,-16-6 0 16,28 1 0-16,-28-1 1 0,38-3-4 0,-21-7 3 15,4 2 0-15,1-4 7 0,-5 1-1 0,-6-4 6 16,10-3 1-16,-2-1 2 0,1-7 8 0,-4 5-5 16,-1-6 5-16,-1 0-3 0,0-1-1 0,0 1 0 0,-6-10 8 15,5 7-3-15,-7 4-4 0,0-1-1 16,1 3 2-16,-4 6 7 0,3-6 2 0,-4 7 1 16,3 1 0-16,-4 3 7 0,4 5 5 0,-5 8 0 0,1-22-4 15,-1 22-6-15,5-10-14 0,-5 10-6 0,0 0-6 16,0 0-3-16,0 0-4 0,0 0-3 0,0 0 0 15,0 0 6-15,0 0-11 0,0 0 7 0,3 40-3 16,-3-18-1-16,0 4-5 0,3 4 1 0,-1-2 4 16,-2 3-9-16,2 8-12 0,-2-7-21 0,3 8-33 15,-6-11-23-15,7 9-29 0,-4-8-32 0,2-4-48 16,4 0-40-16,1-3-38 0,-1 0-28 0,0-2-49 16,-1-1-56-16,8-7-62 0,-12-1-290 0,9-7-825 15,-10-5 366-15</inkml:trace>
          <inkml:trace contextRef="#ctx0" brushRef="#br0" timeOffset="11330.6783">6954 114 90 0,'0'-9'408'0,"0"9"-8"16,-3-19-9-16,3 19-8 0,0-16-12 0,0 16-17 16,4-8-30-16,-4 8-27 0,0 0-17 15,0 0-11-15,0 0-15 0,0 0-9 0,0 0-9 0,21 27-15 16,-20-10-10-16,6 9-15 0,-2 1-13 0,-9 2-6 15,8 7-13-15,-3 4-13 0,1 0-16 0,-2 0-13 16,-3 1-14-16,-1-1-6 0,1 7-13 0,-2-5 0 16,2 2-16-16,0-4-12 0,-5 2-34 0,2-14-40 15,-2 8-39-15,5-11-46 0,-7 5-54 0,9-13-51 16,-1 2-51-16,-2-3-64 0,-3 2-69 0,7-10-77 16,0-8-281-16,0 10-808 0,0-10 358 0</inkml:trace>
          <inkml:trace contextRef="#ctx0" brushRef="#br0" timeOffset="11891.4455">7368 374 1 0,'0'0'354'16,"0"0"-6"-16,0 0-8 0,0 0-15 0,-32-14-18 16,32 14-25-16,0 0-21 0,-1-17-16 0,1 17-11 15,1-14-18-15,-1 14-15 0,5-22-17 0,-3 12-13 16,-2 10-3-16,7-19-4 0,0 5-10 0,1 2-2 16,-4 4-5-16,3-2-14 0,-7 10-14 0,9-16-7 15,2 5-17-15,-3 5-7 0,-8 6-10 0,21-8-6 16,-12 4-12-16,-9 4-6 0,26-8-5 0,-26 8-5 15,25 4-9-15,-25-4-3 0,20 10-2 0,-7 0-3 16,0 3-4-16,-4 2-1 0,4 8-4 0,-5-5-2 16,-4 7-1-16,3 3-2 0,-6-3-2 0,-2 3 0 0,-2 3 1 15,-5-1-1-15,-2-1-3 0,-2 6-5 0,-1-8 3 16,-1-1-1-16,-4-2 1 0,-5 4-4 16,2-2-1-16,-1-6 2 0,1 2 2 0,4-2-4 0,-2-1 0 15,2-7 1-15,-1 4-3 0,6-7 3 0,4 3-3 16,-2-4 3-16,5-1-9 0,5-7 9 0,-7 11 3 15,7-11 9-15,0 0 6 0,0 0 7 0,19 15 2 16,-4-12-1-16,6-2 0 0,7 2-2 0,6-3 2 16,15 4 1-16,1-5 14 0,5-3 14 0,23 1 22 15,-20-1 17-15,28-7 20 0,-9 4 8 0,-17 0-5 16,0 2-13-16,2 2-3 0,-5-3-2 0,-5 5-24 16,-5-4-4-16,-1 3-8 0,-16-2-9 0,-1 0-9 15,-9 5-15-15,-1-2-23 0,-19 1-40 0,18-3-39 16,-18 3-38-16,0 0-53 0,0 0-55 0,0 0-47 15,0 0-39-15,0 0-51 0,0 0-45 0,0 0-96 16,-65-12-276-16,36 4-833 0,-4 0 369 0</inkml:trace>
          <inkml:trace contextRef="#ctx0" brushRef="#br0" timeOffset="13938.4737">9585 30 266 0,'-6'-11'350'0,"0"3"-10"0,1-3-10 0,-5 0-16 15,-1 0-5-15,2 4-5 0,9 7-6 0,-19-18-23 16,8 17-23-16,11 1-16 0,-27-5-12 0,10 5-3 15,17 0-12-15,-37 5-15 0,10 0-2 0,-4 7-20 16,2 1-13-16,4 5-15 0,-7 5-14 0,9-3-10 16,-3 3-6-1,-4 6-11-15,3 2-12 0,1-1-5 0,3 3-11 0,3 0-8 0,9-5-6 0,-2-3-7 16,2 3-2-16,8-2-4 0,-2-3-4 0,5 5-7 16,2-4-1-16,4 2 1 0,0-1-9 0,1-7-2 15,7 5-2-15,-3-8-1 0,3-1-3 0,4-2-1 16,-4-5-1-16,5 0-2 0,-5-2-3 0,2-2-2 15,3 0 2-15,-19-3-2 0,36-10-3 0,-17 3 3 16,-1-1-4-16,-4-6 1 0,5-3 4 0,0-1-3 0,-2-4-2 16,-3 0-6-16,1-2 6 0,7-9 2 0,-10 8-2 15,-4 4 6-15,3-6 0 0,-4-2 5 16,2 7 6-16,-3-3 7 0,-2 1 5 0,2 6 11 0,-3 1 9 16,0 3 6-16,-3 0 6 0,5 3 5 0,-5 11-5 15,2-18-3-15,-2 18-10 0,1-10-7 0,-1 10-11 16,0 0-7-16,0 0-4 0,0 0-1 0,0 0-4 15,0 0 3-15,-1 42-5 0,-3-18-1 0,1 5 0 16,3 12-3-16,0-5-7 0,0 7 0 0,-6 0-6 16,11 1-22-16,-5-2-31 0,4 2-22 0,1 0-48 15,1-4-53-15,2-10-65 0,5-2-63 0,-7 0-61 16,4-4-82-16,2-1-454 0,1-12-974 0,1 2 432 16</inkml:trace>
          <inkml:trace contextRef="#ctx0" brushRef="#br0" timeOffset="14183.9078">9867 315 100 0,'-2'-11'510'0,"2"11"-26"0,0-15-24 16,0 15-29-16,2-12-23 0,-2 12-25 0,6-13-31 0,-6 13-31 16,0 0-26-16,0 0-13 0,0 0-14 0,0 0-7 15,0 0-4-15,19 37-17 0,-16-16-7 0,0 4-8 16,-1 1-26-1,-2 2-15-15,-2 4-20 0,-1 7-13 0,3 2-18 0,-3 1-15 0,-2-1-5 16,-1-2-17-16,-1-1-8 0,0 0-8 0,3 2-31 16,-2-13-42-16,-5 9-50 0,3-7-57 15,0-2-60-15,3-1-63 0,-2-8-59 0,0 0-72 0,1-3-81 16,4 1-448-16,-1-6-956 0,3-10 423 0</inkml:trace>
          <inkml:trace contextRef="#ctx0" brushRef="#br0" timeOffset="14886.9499">10239 401 85 0,'0'-9'273'16,"0"9"-17"-16,0 0-3 0,5-19-14 0,-5 19-14 0,16-13-10 16,-8 7-13-16,9-1-8 0,1 0-5 15,2 0-4-15,1-2-5 0,4 2-9 0,0 1-15 16,4 5-15-16,-9 1-11 0,-20 0-9 0,49 7-17 0,-22 0-1 16,-5 5-11-16,0 2-10 0,-4-2-15 0,-7 2-5 15,3 2-6-15,-1 3 3 0,-5-1-3 0,-2 1-11 16,-3 5-7-16,-6 1 10 0,-3-1-17 0,-4 0 1 15,-2 1 0-15,-4-3-13 0,-3 0 4 0,3 0-9 16,-5-2 2-16,1-3-1 0,-1 1 2 0,7-8-6 16,-3 6-3-16,3-8 4 0,4 1 9 0,-1-2-10 15,0 0 5-15,11-7 1 0,-16 7 9 0,16-7 10 16,0 0 10-16,0 0 7 0,0 0-3 0,0 0-5 16,0 0 3-16,0 0 1 0,0 0-6 0,30-28 2 15,-16 22-5-15,4-1 0 0,7-4 1 0,-6 4-1 16,0 3-2-16,6 0 11 0,2 0-4 0,2 5-2 15,-4-2-2-15,3 5-1 0,-4 0-7 0,4 3 4 0,-1 4 0 16,-5 3-3-16,1-2 9 0,-3 12 9 16,-1-4-6-16,-5 0-5 0,-6-2-1 0,0 8-5 15,-3 0-5-15,-5 1-4 0,-5-3 0 0,-3 2-1 0,0 0-3 16,-4-4-3-16,-6-1-1 0,1 3-2 0,-5-2-1 16,-5 0-4-16,-2-7 0 0,6-1-8 15,-9 1-10-15,4 0-19 0,-4-7-26 0,4 0-18 0,-12 8-22 16,9-16-27-16,0 3-40 0,1-6-30 0,0-1-32 15,-1 1-35-15,-1-7-46 0,5-5-58 0,-1 7-299 16,3-10-711-16,2-1 314 0</inkml:trace>
        </inkml:traceGroup>
      </inkml:traceGroup>
    </inkml:traceGroup>
    <inkml:traceGroup>
      <inkml:annotationXML>
        <emma:emma xmlns:emma="http://www.w3.org/2003/04/emma" version="1.0">
          <emma:interpretation id="{4FB36CF5-8884-4BF5-9786-C987829AD3DA}" emma:medium="tactile" emma:mode="ink">
            <msink:context xmlns:msink="http://schemas.microsoft.com/ink/2010/main" type="paragraph" rotatedBoundingBox="21862,3962 29462,4644 29364,5735 21764,5053" alignmentLevel="2"/>
          </emma:interpretation>
        </emma:emma>
      </inkml:annotationXML>
      <inkml:traceGroup>
        <inkml:annotationXML>
          <emma:emma xmlns:emma="http://www.w3.org/2003/04/emma" version="1.0">
            <emma:interpretation id="{9A20AFB4-2215-41CC-83A7-A89548F11A1D}" emma:medium="tactile" emma:mode="ink">
              <msink:context xmlns:msink="http://schemas.microsoft.com/ink/2010/main" type="line" rotatedBoundingBox="21862,3962 29462,4644 29364,5735 21764,5053"/>
            </emma:interpretation>
          </emma:emma>
        </inkml:annotationXML>
        <inkml:traceGroup>
          <inkml:annotationXML>
            <emma:emma xmlns:emma="http://www.w3.org/2003/04/emma" version="1.0">
              <emma:interpretation id="{860A6DE1-29CB-4797-B652-B301A297A397}" emma:medium="tactile" emma:mode="ink">
                <msink:context xmlns:msink="http://schemas.microsoft.com/ink/2010/main" type="inkWord" rotatedBoundingBox="21855,4039 23509,4188 23428,5099 21773,4950"/>
              </emma:interpretation>
              <emma:one-of disjunction-type="recognition" id="oneOf1">
                <emma:interpretation id="interp1" emma:lang="" emma:confidence="1">
                  <emma:literal/>
                </emma:interpretation>
              </emma:one-of>
            </emma:emma>
          </inkml:annotationXML>
          <inkml:trace contextRef="#ctx0" brushRef="#br0" timeOffset="17827.5587">3728 1648 44 0,'2'-14'293'0,"-2"14"0"16,4-13-4-16,-4 13-7 0,2-17-17 0,-2 17-16 16,2-17-7-16,-2 17-8 0,3-18-9 0,-2 10 8 15,-1 8 5-15,-4-15-7 0,4 15 4 0,-7-15-21 16,6 4-1-16,1 11-15 0,-14-17-9 0,7 8-3 16,-2 0-12-16,-4 3-15 0,-1 2-16 0,14 4-8 0,-35-6-6 15,16 5-5-15,-3 1-12 0,22 0-5 0,-43 4-4 16,23 3-11-16,-2 0-9 0,1 1-5 15,-6 1 2-15,11 0-20 0,-4 8-3 0,-1 0-8 0,7-6-5 16,0 3-6-16,0 10-4 0,-1-4-2 0,3 4-1 16,2-2-7-16,4-5-1 0,3 6 2 0,0 1-7 15,1 2-1-15,4 2-1 0,-4-13-4 0,4 4-3 16,2-1 4-16,0 0-2 0,2-4-4 0,0 2-1 16,2-5-1-16,-2 2 0 0,5-3 1 0,-3-3-2 15,2 0-4-15,-10-7 2 0,20 9 0 0,-7-5 1 16,-13-4 0-16,29 1 2 0,-29-1 1 0,30-7-1 15,-13 0 0-15,0 0-1 0,5-8 0 0,-3 4-1 0,8-6 1 16,-6 1-2-16,-4-2 4 0,-3-5 0 0,1 1-3 16,-1 1 2-16,-3-3 1 0,3-1 0 15,-4 1-1-15,-1-1 2 0,-1-1 1 0,0 4 0 0,-6-1 7 16,4 4 6-16,2 2 3 0,-7 2 9 0,4 0 7 16,-3 0 4-16,-2 15 10 0,-4-21 12 0,4 21-8 15,2-15 1-15,-2 15-2 0,2-12-10 0,-2 12-5 16,0 0-10-16,0 0-4 0,0 0-8 0,0 0-1 15,0 0 1-15,0 0-6 0,0 0-2 0,-21 40 1 16,20-16-4-16,-6 4 0 0,6 9 1 0,-9-7 7 16,7-1-16-16,1 1-7 0,9 7-11 0,1-6-14 15,-8 7-31-15,0-11-30 0,1 0-22 0,-1-1-36 16,7-1-33-16,-1-7-44 0,0 1-32 0,-4-7-36 16,6 6-44-16,-2-4-55 0,2-4-86 0,-2-3-294 15,5 0-838-15,-11-7 371 0</inkml:trace>
          <inkml:trace contextRef="#ctx0" brushRef="#br0" timeOffset="18436.89">3861 1864 21 0,'-14'-8'294'0,"14"8"-11"0,0 0-6 0,-11-11-7 16,11 11-13-16,0 0-18 0,-4-9-26 0,4 9-12 16,4-17-18-16,-4 17-1 0,0 0-15 0,6-22-9 15,-4 12-19-15,9 3 0 0,-8-5-12 0,8 4-6 16,-2-3-4-16,2 2-13 0,-1 0-8 0,2-2-2 0,-12 11-3 16,19-13-16-16,-3 6-2 0,-3 1-7 15,-13 6-12-15,24-4-3 0,-24 4-4 0,28 0-5 16,-28 0-6-16,33 8-4 0,-19-2-10 0,1 2 6 0,-6 0 1 15,5 5-2-15,-3 3-11 0,2 0 5 0,-3-1-10 16,-4 2 2-16,0 2-1 0,-3 1 7 16,-3 4-14-16,0-7 6 0,-3 2-4 0,-3 7-1 0,-7 0 3 15,-1-2 0-15,1-2-1 0,-1-1-1 0,-6 3-8 16,2-5 7-16,-2-3-1 0,-7 2 0 0,6 1-5 16,-1-7 0-16,-2 2-1 0,5-7 3 0,-6 2 6 15,9 1-11-15,1-3 10 0,-4-2-3 0,4 1-1 16,3-1-4-16,12-5 3 0,-24 7 3 0,24-7 0 15,-19 4 18-15,19-4 1 0,0 0 9 0,-17 3 10 16,17-3 7-16,0 0 11 0,0 0-9 0,0 0-6 16,0 0 8-16,0 0-7 0,0 0-1 0,0 0 5 15,-21 0-3-15,21 0-2 0,0 0-6 0,0 0-3 16,0 0 3-16,0 0-3 0,0 0 2 0,65-11 4 16,-37 8 10-16,7-1 9 0,11-3-3 0,0 2-1 15,3 2-3-15,1-8-9 0,6 0-1 0,-3 8-10 0,4-2 0 16,-8-2-5-16,3 0-4 0,-4 2-4 0,-15 2 0 15,-4-1-7-15,-1 1-4 0,-11-1-6 0,1-2-2 16,-18 6-12-16,20-5-11 0,-20 5-18 0,11-8-37 16,-11 8-16-16,7-14-59 0,-7 14-35 0,0 0-30 15,-8-19-40-15,8 19-30 0,-16-11-45 0,16 11-95 16,-19-9-229-16,5 2-707 0,4 2 313 0</inkml:trace>
          <inkml:trace contextRef="#ctx0" brushRef="#br0" timeOffset="18936.8814">4827 1606 81 0,'-8'-9'353'15,"8"9"-2"-15,-7-10-16 0,7 10 6 0,-3-15 0 16,3 15 9-16,0 0-19 0,0 0-9 0,-3-11-10 15,3 11-11-15,0 0-7 0,0 0-24 0,0 0-21 16,0 0-16-16,0 0-29 0,0 0-22 0,0 0-18 16,0 0-18-16,0 0-15 0,0 0-5 0,0 0 4 0,0 0 2 15,8 52-1-15,-5-26-1 0,-6 13-4 16,8 1-1-16,-1 2-6 0,1 3 2 0,1 0-4 16,1 2-3-16,-7 4-16 0,6-5-6 0,2 1-7 0,-2-2-3 15,1 6-12-15,1-9-8 0,-2 2 8 0,0-6-16 16,1 1-2-16,-4-1-8 0,-3-12-6 0,4-1-3 15,-2-6-1-15,3-2-9 0,-5 0 0 0,0-7-16 16,1-2-8-16,-1-8-15 0,2 18-36 0,-2-18-36 16,3 11-35-16,-3-11-45 0,0 0-53 0,0 0-47 15,0 0-60-15,0 0-61 0,0 0-55 0,0 0-83 16,-27-45-298-16,22 27-891 0,-2-9 393 0</inkml:trace>
        </inkml:traceGroup>
        <inkml:traceGroup>
          <inkml:annotationXML>
            <emma:emma xmlns:emma="http://www.w3.org/2003/04/emma" version="1.0">
              <emma:interpretation id="{AF80C12A-C1F2-4F9F-9685-F3070CF728B7}" emma:medium="tactile" emma:mode="ink">
                <msink:context xmlns:msink="http://schemas.microsoft.com/ink/2010/main" type="inkWord" rotatedBoundingBox="24322,4183 29462,4644 29364,5735 24224,5274"/>
              </emma:interpretation>
              <emma:one-of disjunction-type="recognition" id="oneOf2">
                <emma:interpretation id="interp2" emma:lang="" emma:confidence="0.5">
                  <emma:literal>3</emma:literal>
                </emma:interpretation>
                <emma:interpretation id="interp3" emma:lang="" emma:confidence="0">
                  <emma:literal>,</emma:literal>
                </emma:interpretation>
                <emma:interpretation id="interp4" emma:lang="" emma:confidence="0">
                  <emma:literal>)</emma:literal>
                </emma:interpretation>
                <emma:interpretation id="interp5" emma:lang="" emma:confidence="0">
                  <emma:literal>z</emma:literal>
                </emma:interpretation>
                <emma:interpretation id="interp6" emma:lang="" emma:confidence="0">
                  <emma:literal>Z</emma:literal>
                </emma:interpretation>
              </emma:one-of>
            </emma:emma>
          </inkml:annotationXML>
          <inkml:trace contextRef="#ctx0" brushRef="#br0" timeOffset="20850.2181">6135 1735 292 0,'0'0'307'0,"5"-10"-5"16,-5 10 1-16,0 0-9 0,-2-16-13 0,2 16-11 0,0 0-8 15,-8-16 0-15,8 16-3 0,-9-12-11 0,9 12-22 16,-11-7-26-16,11 7-10 0,-18-3-24 0,18 3-5 15,0 0-14-15,-42 8-9 0,26 3-8 0,-3-3-5 16,-6 1-12-16,1 4-3 0,3 1-6 0,-1 3-9 16,2-1-6-16,-2 3-14 0,1 0 0 0,4-1-8 15,-1 2-8-15,4 1-5 0,3 1-1 0,2-5-11 16,1 7-3-16,5-5-8 0,-2-3 0 0,3 1-4 16,2 1-1-16,3 1-3 0,4 0-1 0,-3-2-4 15,3 3 1-15,2-6-3 0,-1 4-3 0,5-6-1 16,-4 4-2-16,2-4 1 0,-1-1-4 0,1-6-5 15,-11-5 2-15,22 10-3 0,-9-9 4 0,4 2 2 16,-17-3-1-16,33-4-3 0,-17 1 4 0,-2-4-4 0,4 0-1 16,-7-2 3-16,3-3-4 0,3-1 5 0,-7 2 1 15,7-5 2-15,1-4 3 0,-6 4 1 16,-2-2 13-16,1-5 8 0,-2 2 3 0,-1 2 0 0,-3-1 5 16,3-2-4-16,-7 4 7 0,4 0 13 0,0 4 9 15,-4-1 7-15,1 7 1 0,-2 8 2 0,5-18 0 16,-5 18-8-16,-5-12-10 0,5 12-8 0,0 0-6 15,2-14-6-15,-2 14-3 0,0 0-7 0,0 0-5 16,0 0 0-16,0 0-4 0,0 0-6 0,-10 54 6 16,5-28-1-16,4 0-6 0,-2 1-8 0,3 3-9 15,1 11-14-15,1-1-19 0,6-3-36 0,-2 4-40 16,-4-11-34-16,4-1-54 0,2-3-35 0,1 2-32 16,1-4-40-16,-2-2-41 0,3 3-49 0,-2-8-67 15,-4-3-274-15,4-3-802 0,-1-4 355 0</inkml:trace>
          <inkml:trace contextRef="#ctx0" brushRef="#br0" timeOffset="21240.8482">6358 2204 178 0,'0'-7'311'0,"0"7"-9"16,0-22-12-16,2 14-11 0,-2 8-13 0,6-23-20 0,2 11-16 15,-2 3-15-15,2 1-24 0,6-2-15 0,-1-2-19 16,0 4-11-16,1 1-15 0,-5 1-9 0,9-1-14 15,-4 2-13-15,-14 5-8 0,28-4-11 0,-28 4-13 16,24 2-4-16,-24-2-3 0,25 10-9 0,-17-4-8 16,2 5-2-16,-4 4-1 0,2 3-5 0,-5 1-10 15,0 7 4-15,-6 0-2 0,0 0-6 0,-5 2-6 16,2-1-5-16,-10 10 5 0,0-10-1 0,-1 10-8 16,-5-5-1-16,-1-1 2 0,3-6-3 0,-7 2 0 15,3-8-2-15,5 2 2 0,-3-3 0 0,-2-1-9 16,4-3 6-16,-4-1-3 0,8-6-1 0,1 0 9 15,-1 2 9-15,6-5-10 0,10-4-2 0,-14 6 7 16,14-6 9-16,0 0 9 0,0 0 12 0,0 0 25 0,0 0 9 16,0 0 2-16,0 0-4 0,0 0 0 0,66-9 8 15,-40 4-2-15,7-1 9 0,8 0 3 16,2 0-7-16,-10 3-9 0,6-4-6 0,-4 3-12 0,11-1-1 16,-2-2-5-16,-3 5-5 0,-11 0-10 0,5-1-26 15,-6-1-41-15,-1-3-47 0,4 0-43 0,-9 2-45 16,-2 2-69-16,-5-5-90 0,-2 4-384 0,0-5-773 15,-4-1 342-15</inkml:trace>
          <inkml:trace contextRef="#ctx0" brushRef="#br0" timeOffset="21928.2678">6943 2115 33 0,'0'0'324'15,"0"0"-1"-15,-24-3-7 0,24 3-12 0,0 0 2 0,-21-4-29 16,21 4-21-16,-12-10-10 0,12 10-23 0,-8-12-4 16,8 12 5-16,-5-12-13 0,5 12-16 15,0-21-11-15,5 9-7 0,1 1-15 0,1-3-10 0,0 0-16 16,6 2-3-16,-2 0-21 0,2 1-10 0,3-1-9 16,-4 2-10-16,4-4-6 0,3 5-12 15,-3 2-1-15,3 0-6 0,-3 0-6 0,3 3-7 0,-4 1-2 16,-15 3-7-16,35 0-1 0,-17 6-5 0,-1 2-13 15,-3-1 3-15,2 5-4 0,-3 6 1 16,4 1 0-16,-1 3-6 0,-7 4 3 0,-2 3-2 0,-1 1-1 16,-5-3 2-16,-1 13-9 0,-7-10 2 0,0-1-1 15,-7 8-3-15,-7 4 2 0,1-8-4 0,-4 4 5 16,-6-4-6-16,5 0 4 0,-2-2-2 0,3 1 1 16,-3-2-4-16,1-4 2 0,5-7 3 0,2 0 0 15,2-1 5-15,-1-1-1 0,7-2-4 0,2-7 4 0,-2 6 6 16,3-9 5-16,8-5 15 0,-2 13 10 0,2-13 8 15,0 0 13-15,16 12 2 0,-16-12-2 0,29 1 1 16,-1-2 2-16,0 1 3 0,13-4 15 16,7-3 14-16,-4-1 19 0,11 1 20 0,2-9 18 0,21-4 39 15,-2 1 1-15,0 7-13 0,-24 3-21 0,1 3-10 16,-2-2-13-16,0 3-20 0,-2-3-13 16,-4 5-9-16,-13 0-10 0,-4-2-9 0,4 5-55 0,-11-2-23 15,-6 2 0-15,-15 0 0 0,27-3 0 0,-27 3 0 16,16-6 0-16,-16 6 0 0,0 0 0 0,0 0 0 15,0 0 0-15,0 0 0 0,29 0 0 0,-29 0 0 16,7-7 0-16,-7 7-13 0,0 0-210 0,13-8-56 16,-13 8-50-16,10-15-52 0,-10 15-52 0,6-13-79 0,-5 6-492 15,4-6-1087-15,-3-1 481 0</inkml:trace>
          <inkml:trace contextRef="#ctx0" brushRef="#br0" timeOffset="23929.2266">9106 1980 53 0,'-6'-8'348'0,"0"-7"-6"0,-1 4-1 15,3-2-11-15,-6 0 4 0,4 3-21 0,6 10-11 16,-11-16-6-16,0 9-18 0,1 2-22 0,-2-2-21 16,12 7-17-16,-30-7-11 0,30 7-16 0,-27 0-13 15,27 0-10-15,-41 9-11 0,17 0-16 0,6 1-12 16,-7 2-8-16,0 6-11 0,3 1-9 0,1-7-5 15,1 6-7-15,2 4-12 0,1-7-6 0,7 1-6 16,-1-2-8-16,-3 9-7 0,5-4-3 0,4-3-7 16,2 2-1-16,-2-1-5 0,5 1-3 0,0-1-4 15,2-1 4-15,4 2-7 0,0-1-4 0,2-3 1 16,5 3-3-16,-5-6 1 0,4 1-1 0,4-2 0 16,2-1-1-16,-1-3-2 0,3-2 2 0,1 0-1 15,1-4-2-15,0 0-1 0,5 0-2 0,-5-1 0 0,4-6 3 16,-3-3-6-16,3 2 1 0,-4-6 5 15,0 0-3-15,-2-3 10 0,1 3 9 0,-7-6 4 16,-6 3 0-16,8-6 5 0,-4 2 9 0,3-5-4 0,-4 2-1 16,-2 0 6-16,-1-2 12 0,-3 9 3 0,-7-4 1 15,5 3 7-15,2 3 9 0,-5-4 12 16,0 1 2-16,2 4-4 0,-2 2-2 0,0 12-2 0,0-18 0 16,0 18-16-16,0-14-5 0,0 14-7 0,0 0-15 15,0 0-4-15,0 0-14 0,0 0 2 0,0 0-5 16,0 0-4-16,0 0 5 0,-7 50-10 0,7-31 7 15,-3 8-8-15,0 3 0 0,3 0-9 0,-1-2-12 16,2 12-16-16,-2-2-17 0,2-1-22 0,4-9-23 16,-4 7-30-16,4-3-32 0,-2-8-30 0,1 2-41 15,-1-6-40-15,3-3-40 0,0-3-32 0,1 5-53 16,-4-5-46-16,3 0-75 0,2-7-297 0,-8-7-870 16,11 12 385-16</inkml:trace>
          <inkml:trace contextRef="#ctx0" brushRef="#br0" timeOffset="24726.0475">9549 2304 39 0,'0'0'228'0,"0"0"-11"0,-13 4-12 0,13-4-14 15,0 0-13-15,0 0-11 0,0 0-4 16,0 0-8-16,0 0-6 0,0 0-6 0,0 0-1 16,0 0-8-16,0 0-1 0,0 0-4 0,0 0 0 15,-27-12 7-15,27 12-5 0,0 0 4 0,0 0 2 0,-8-7-14 16,8 7 6-16,0 0-13 0,-9-14-3 0,9 14 0 16,-6-7 11-16,6 7 2 0,-7-12-6 15,7 12-9-15,0 0 5 0,-6-13-15 0,6 13-5 0,5-15-3 16,-5 15-6-16,3-16 3 0,-3 16-16 0,14-12-13 15,-8 1-1-15,5 1 1 0,1 1-4 0,0 2-7 16,-12 7-6-16,22-12-6 0,-15 5 0 0,-7 7-2 16,25-9-10-16,-8 5 5 0,-17 4-5 0,21-6-2 15,-21 6-3-15,20 1-3 0,-20-1 5 0,23 11-13 16,-9-4 2-16,-3 5 4 0,-2 0-10 0,4 2 0 16,-4 8 10-16,1-3-8 0,-5 7-1 0,1 3 0 15,-1-3-4-15,-5 1 0 0,-2 13 1 0,-1-15 2 16,-5 4-1-16,-6-2 0 0,4 3-5 0,-9 2 0 15,4-5 1-15,-11 6 0 0,1-4-3 0,1-6 0 16,2-1 1-16,0 1 0 0,-5-3 2 0,5-4-1 16,-2-1 1-16,-1 0-2 0,1-2-3 0,1-3 6 0,5 0-1 15,1-3 4-15,6 1-4 0,0-1-3 0,11-7 5 16,-16 7 3-16,16-7 11 0,0 0 17 16,0 0 5-16,0 0-2 0,0 0 2 0,0 0-4 0,0 0-3 15,0 0 3-15,44-18 4 0,-18 3 13 0,4 4 8 16,12-4 21-16,6 1 20 0,4-2 11 0,3 3 0 15,2 1-11-15,-2-2-8 0,2 4-10 0,-1-3-11 16,-3 5-6-16,-4-3-8 0,-5 8-5 0,-1-4 10 16,-8 2-21-16,-7 2-3 0,-5-1-2 0,-3-1-3 15,-1 3-8-15,-19 2-1 0,24-5 9 0,-24 5-16 16,14-7-3-16,-14 7-5 0,0 0-9 0,14-9-23 16,-14 9-24-16,0 0-28 0,0 0-28 0,0 0-40 15,0 0-43-15,-24-17-53 0,24 17-44 0,-19-3-37 16,19 3-51-16,-23-4-60 0,23 4-403 0,-27-3-902 15,11-1 399-15</inkml:trace>
          <inkml:trace contextRef="#ctx0" brushRef="#br0" timeOffset="25429.0998">10315 2189 67 0,'-6'-12'357'0,"6"12"-19"0,0-19-18 0,0 19-9 16,2-16-14-16,7 6-25 0,-4 1-6 0,12 1-19 15,1 1-5-15,-1-4-24 0,0 4-17 0,1 2-9 16,-1-1-20-16,4 1-5 0,-6 2-20 0,-15 3-14 15,38 3-18-15,-20-2-11 0,-1 7-11 0,-3-1-11 16,-3 0-3-16,1 4-16 0,-3 4-5 0,-3-3-5 0,-1 2 0 16,-5 4-13-16,0-1-1 0,0 0-6 0,-5 9 8 15,2-1-18-15,-8-2-2 0,2 2 4 16,-6 1-10-16,-2-5-1 0,3-1-6 0,-7 2-9 0,4-3 0 16,-4-2-9-16,2-5-9 0,5 0-5 0,0 2-1 15,0-3 0-15,-1-4-1 0,3-3 9 0,12-4 6 16,-14 7 3-16,14-7 2 0,0 0-3 0,0 0 18 15,0 0-13-15,0 0 6 0,0 0 2 0,0 0 0 16,38-21 7-16,-23 9-7 0,7 2 6 0,-3 2 0 16,-1-1 18-16,9 0-2 0,-5 2-1 0,-2-1 1 15,6 4-3-15,-6 4-4 0,-1-4 1 0,5 4-6 16,-24 0 3-16,43 6 6 0,-20 6-7 0,3-4-2 16,-4 3-2-16,-5 4 4 0,10 4-3 0,-7 0-1 15,1 3 0-15,-5 4-1 0,-4 3-8 0,1-1-4 16,-5-1 11-16,0 2 3 0,-8 0-7 0,0 2-5 15,0-1 1-15,-10 10 5 0,-2-12-5 0,-10 4-13 16,-10 4-20-16,4-6-26 0,-9 0-19 0,-1-6-11 16,-1-6-9-16,-4 3-16 0,2 0-18 0,5-4-33 15,-7-7-37-15,10 1-20 0,4 0-44 0,1-8-41 16,-7 4-261-16,5-9-612 0,2 2 271 0</inkml:trace>
        </inkml:traceGroup>
      </inkml:traceGroup>
    </inkml:traceGroup>
    <inkml:traceGroup>
      <inkml:annotationXML>
        <emma:emma xmlns:emma="http://www.w3.org/2003/04/emma" version="1.0">
          <emma:interpretation id="{7356E44C-796A-4077-AEC6-C6DEF1518443}" emma:medium="tactile" emma:mode="ink">
            <msink:context xmlns:msink="http://schemas.microsoft.com/ink/2010/main" type="paragraph" rotatedBoundingBox="22183,5470 29247,6343 29094,7582 22030,6708" alignmentLevel="2"/>
          </emma:interpretation>
        </emma:emma>
      </inkml:annotationXML>
      <inkml:traceGroup>
        <inkml:annotationXML>
          <emma:emma xmlns:emma="http://www.w3.org/2003/04/emma" version="1.0">
            <emma:interpretation id="{3FEA7C95-387A-4286-AA54-4427E91BFB1A}" emma:medium="tactile" emma:mode="ink">
              <msink:context xmlns:msink="http://schemas.microsoft.com/ink/2010/main" type="line" rotatedBoundingBox="22183,5470 29247,6343 29094,7582 22030,6708"/>
            </emma:interpretation>
          </emma:emma>
        </inkml:annotationXML>
        <inkml:traceGroup>
          <inkml:annotationXML>
            <emma:emma xmlns:emma="http://www.w3.org/2003/04/emma" version="1.0">
              <emma:interpretation id="{7FE779D0-72A8-4E15-903B-B9148C7B9EC4}" emma:medium="tactile" emma:mode="ink">
                <msink:context xmlns:msink="http://schemas.microsoft.com/ink/2010/main" type="inkWord" rotatedBoundingBox="22162,5639 23631,5821 23498,6890 22030,6708"/>
              </emma:interpretation>
              <emma:one-of disjunction-type="recognition" id="oneOf3">
                <emma:interpretation id="interp7" emma:lang="" emma:confidence="1">
                  <emma:literal/>
                </emma:interpretation>
              </emma:one-of>
            </emma:emma>
          </inkml:annotationXML>
          <inkml:trace contextRef="#ctx0" brushRef="#br0" timeOffset="34178.496">4096 3180 248 0,'-22'-14'316'0,"16"5"-18"16,-4 3 2-16,-2-2-9 0,12 8-16 0,-24-15-21 15,10 9-14-15,3 1 3 0,11 5-15 0,-29-12-15 16,15 5-7-16,-2 5-1 0,16 2-11 0,-33-8-5 15,19 4-6-15,14 4-16 0,-35 1-6 0,15-1-5 0,20 0-11 16,-35 7-12-16,14-1-10 0,4 4-12 0,-2-1-11 16,2-1-8-16,-1 3-6 0,2 4-7 0,-3 1-8 15,8-2-9-15,0 4-6 0,2-3-8 0,1 3-3 16,-2 7-2-16,4-6-4 0,3 4-4 0,1-4-3 16,6 3-1-16,-3-3-5 0,9-1 1 0,5 4-5 15,-7-5-1-15,3 5-4 0,0-5 3 0,2-3-4 16,0 1 5-16,3-4-7 0,-2 0 2 0,0-4-4 15,0 2 0-15,4-3 0 0,-3-2 3 0,-15-4-1 16,32 2-2-16,-15-2 2 0,-17 0-1 0,30-6 1 16,-15 3 1-16,2-7-1 0,-1 3 3 0,0 2-2 15,-2-9 3-15,0 5 1 0,0-6-4 0,1 4 5 16,-1-7 1-16,-2 4 1 0,3-6-3 0,-3 2 1 0,-4-3-6 16,6 1 1-16,-6 2-4 0,5-4 5 15,-5 5-4-15,0-6 2 0,-5 4 3 0,2 4 10 16,1-4-3-16,-1 3 1 0,-4 2 0 0,1 0 5 0,3-2 10 15,-5 2 8-15,0 14 10 0,0-19 6 0,0 19-1 16,-5-13-3-16,5 13-9 0,0 0-4 16,3-15 2-16,-3 15-16 0,0 0-5 0,0 0-9 0,0 0-1 15,0 0 2-15,0 0-2 0,-14 42-1 0,11-18 0 16,1 4-5-16,2-3 2 0,-2 4-2 0,2 11 5 16,2-11-4-16,6 8-10 0,-2-8 7 0,2 8-2 15,-2-8 0-15,2 12 0 0,-1-15-3 0,1 1-1 16,-2-9 2-16,7 6-4 0,-6-3-15 0,0-2-23 15,-1-2-29-15,-4-2-32 0,4-1-30 0,0-2-32 16,-4-5-35-16,-2-7-18 0,8 16-16 0,-8-16-11 16,6 9-5-16,-6-9-14 0,0 0-18 0,0 0-22 15,6 9-23-15,-6-9-19 0,0 0-21 0,0 0-267 16,0 0-680-16,0 0 301 0</inkml:trace>
          <inkml:trace contextRef="#ctx0" brushRef="#br0" timeOffset="37037.8972">4490 3388 209 0,'0'0'270'0,"0"0"-9"15,0 0-13-15,0 0-16 0,0 0-17 0,0 0-14 16,0 0-18-16,0 0-9 0,0 0-13 0,-6-19-9 16,6 19-14-16,0 0-3 0,0 0-12 0,12-18 1 15,-12 18-11-15,14-12-11 0,-14 12-1 0,18-9-14 0,-10 4-4 16,-8 5-12-16,22-6 0 0,-22 6-1 16,20-6-13-16,-20 6-12 0,24 1-2 0,-24-1-7 15,27 7-2-15,-13 2-1 0,0-2 1 0,-2 2-6 0,-3-2-2 16,-1 5-5-16,-2-4 0 0,-4 10-6 0,3-6-1 15,-4 6-1-15,-1-3 3 0,-6 3-3 0,-2 5-2 16,2-8-3-16,-5 3 1 0,-2 4-1 16,-3-2-2-16,-1 1 2 0,-4-2 3 0,4 0-8 0,-9-3-3 15,6 3 14-15,3-7-11 0,-1-1-4 0,2-4 0 16,1 3 0-16,0-5-2 0,4 1 0 0,11-6 3 16,-17 5-1-16,17-5-2 0,-11 8 2 0,11-8-4 15,0 0 4-15,0 0 1 0,0 0 1 0,0 0 3 16,0 0-2-16,0 0 1 0,0 0-1 0,22-34 2 15,-9 29 3-15,2-2-1 0,-2-3 2 0,1 6 4 16,-14 4 4-16,22-7-4 0,-7 2 4 0,-15 5 10 16,31-1-9-16,-31 1 2 0,30 1-4 0,-14 5 8 15,3 1-15-15,-5 4 12 0,-3-2-4 0,5 3-2 0,-2 3 3 16,-4-2 5-16,2 6-9 0,-1-5 0 16,-3 3 8-16,-4 2-6 0,2-5-7 0,-6 5 2 15,-2-1 0-15,-6-2-2 0,-4 6 2 0,-4 2-8 0,-3-5-10 16,-8 0-25-16,0-1-12 0,-9-1-21 0,7-1-13 15,-7 3-18-15,3-11-14 0,-7 1-21 0,9 0-19 16,1-8 1-16,-3 2-26 0,4-6-25 16,2-7-32-16,4 5-259 0,-4-7-533 0,14 1 235 0</inkml:trace>
          <inkml:trace contextRef="#ctx0" brushRef="#br0" timeOffset="37334.748">4876 3358 211 0,'11'-7'430'0,"-3"-1"-19"0,-8 8-5 0,15-11-29 16,-15 11-8-16,13-6-30 0,-13 6-27 0,0 0-33 0,13-6-21 16,-13 6-13-16,0 0-11 0,0 0-3 15,17 20 2-15,-12-7 1 0,3 4-11 0,6 9-3 16,-9-1-9-16,-2 4-7 0,3 13-17 0,-4 0-17 0,4-2-2 15,-4 3-13-15,2-2-23 0,-2 3-8 0,-4 1-2 16,4-1-21-16,-2 0-17 0,5 0-5 0,-7 1-11 16,-1-3 7-16,3 1-24 0,-2-6-28 0,4 3-27 15,-10-10-50-15,2 0-49 0,-2-4-54 0,5-4-49 16,-2-4-56-16,0 0-51 0,-3-3-69 0,5-1-68 16,-6-7-390-16,9-7-909 0,-4 10 403 0</inkml:trace>
        </inkml:traceGroup>
        <inkml:traceGroup>
          <inkml:annotationXML>
            <emma:emma xmlns:emma="http://www.w3.org/2003/04/emma" version="1.0">
              <emma:interpretation id="{F34B3609-ABBE-48B9-AFEA-53FA3365AF76}" emma:medium="tactile" emma:mode="ink">
                <msink:context xmlns:msink="http://schemas.microsoft.com/ink/2010/main" type="inkWord" rotatedBoundingBox="24477,5900 26422,6140 26290,7204 24345,6964"/>
              </emma:interpretation>
              <emma:one-of disjunction-type="recognition" id="oneOf4">
                <emma:interpretation id="interp8" emma:lang="" emma:confidence="1">
                  <emma:literal/>
                </emma:interpretation>
              </emma:one-of>
            </emma:emma>
          </inkml:annotationXML>
          <inkml:trace contextRef="#ctx0" brushRef="#br0" timeOffset="38537.926">6296 3379 129 0,'-8'-7'322'0,"8"7"-9"15,-9-9-8-15,9 9-14 0,-11-12-5 0,11 12-19 16,-14-8-8-16,14 8-4 0,-10-6-14 0,10 6-9 15,-14-7-23-15,14 7-2 0,0 0-12 0,-19-9-9 16,19 9-10-16,-21-1-16 0,21 1-6 0,0 0-2 16,-36 7-3-16,17 1-3 0,5-3-19 0,-3 6-3 15,-2 0-15-15,1-7-6 0,-2 13-10 0,1 2-5 16,4-9-5-16,1 10-11 0,-2-2-6 0,-1 5-4 0,9-5-9 16,0 4 0-16,-1 1-2 0,2 2-8 15,1-1-5-15,5-3-8 0,-3 0-1 0,9 2 0 16,-3-3-5-16,2-4 3 0,3 2-3 0,1-1-3 0,1-1-7 15,-1 7 3-15,5-9 3 0,-2 1-1 0,3-2 1 16,-3-2-3-16,3-2 4 0,0-2-9 0,1-1-2 16,2-1 1-16,0-3 0 0,-17-2-1 15,29 0-1-15,-29 0 0 0,35-6-1 0,-23 3 2 0,4-1-4 16,2-1 1-16,-1-2 0 0,0-3-1 0,-6 1 3 16,2-5-6-16,1 2 3 0,-3-2 0 0,0 0 5 15,4-6 0-15,-3 5 2 0,1-8 5 0,-5-1-5 16,-2-1-1-16,-3 1 3 0,-3-1 7 0,3-1-7 15,-1 0 4-15,0 8 0 0,-4 1 1 0,-3-2 3 16,5 2 2-16,-1 2 3 0,-1 1 3 0,2 14 1 16,-2-20-2-16,-1 13 3 0,3 7 4 0,0-13-8 15,0 13 0-15,0 0-4 0,5-16-8 0,-5 16-4 16,0 0-6-16,0 0 1 0,0 0-6 0,0 0 6 16,0 0 2-16,0 0-7 0,0 0 4 0,-16 42-3 15,13-26 2-15,3 8 1 0,3 1-3 0,0-1 0 16,4 0-1-16,-7 3 0 0,0-2-2 0,0 1-5 0,1-2-19 15,2-1-28-15,-1 1-29 0,-2-6-31 16,2 1-52-16,-1-3-44 0,6 5-42 0,-7-7-42 16,4 1-59-16,3 3-69 0,-6-7-401 0,1 1-889 0,-2-12 393 15</inkml:trace>
          <inkml:trace contextRef="#ctx0" brushRef="#br0" timeOffset="39069.1351">6480 3840 153 0,'0'0'318'0,"-22"-27"-10"16,22 27-12-16,0 0-6 0,4-15-14 0,-4 15-16 15,3-9-22-15,-3 9-19 0,13-9-15 0,-13 9-18 16,13-12-15-16,-13 12-1 0,9-7-13 0,-9 7-13 15,13-5-15-15,-13 5-7 0,0 0-6 0,16-6-17 0,-16 6-8 16,0 0-15-16,0 0 2 0,0 0-12 0,28 13-12 16,-28-13-8-16,11 13 3 0,-9-5-7 0,4 6-6 15,-4 1 14-15,-2 0-20 0,0 0-3 0,-4-4-4 16,0 4-3-16,-3 2-6 0,0-2-12 0,-3 3-5 16,-1-4-11-16,0 3-13 0,0-2 1 0,-3 0-13 15,-1-3-7-15,3 1 5 0,4-5 10 0,-2 0-13 16,10-8 11-16,-20 14-8 0,14-10 5 0,6-4 2 15,-16 6 7-15,16-6 5 0,0 0 5 0,-10 8 3 16,10-8 17-16,0 0 11 0,0 0 12 0,0 0 12 16,0 0-4-16,0 0 4 0,0 0 12 0,41-25-6 15,-30 18 1-15,-11 7 8 0,24-5-9 0,-10 0 10 16,-14 5-15-16,27-2 2 0,-27 2 11 0,29 4-3 16,-14 3 12-16,4 0-5 0,-3 1-2 0,-2-1-1 15,4 6-5-15,-7 1-3 0,9 7 0 0,-7-2-10 16,-5-1 0-16,0 1-4 0,-2 3-6 0,-1-3-5 15,-5 1-4-15,-5-1 2 0,-1 5 0 0,-8-1-6 0,-7-3-2 16,1 0-25-16,-6-2-19 0,-1-3-19 0,-14 7-22 16,0-7-30-16,-1-3-6 0,-3-5-17 15,-2-5-10-15,1 2-13 0,0-8-11 0,5 4-12 0,-2-7-11 16,12 0-30-16,-1-4-31 0,4 0-25 0,7-5-264 16,-1-2-579-16,6-3 255 0</inkml:trace>
          <inkml:trace contextRef="#ctx0" brushRef="#br0" timeOffset="39569.0703">7083 3968 84 0,'-17'4'336'0,"17"-4"-3"0,0 0-16 16,0 0-13-16,0 0-14 0,-27 0-5 0,27 0-4 0,0 0-3 16,0 0-30-16,-11-15-20 0,11 15 0 0,0 0-4 15,11-24-25-15,-11 24-12 0,16-20-5 16,-8 12-11-16,3-3-14 0,2 3-12 0,2-2-15 0,1 0-11 16,-2 3-11-16,5-3-14 0,-3 4-8 0,0-1-7 15,1 4-11-15,-17 3-6 0,29-9-7 0,-29 9-2 16,30 0-9-16,-30 0-5 0,25 9-4 0,-11-2-5 15,-4 0-2-15,2 5-4 0,-4 1 0 0,-1-2-6 16,-3 7 1-16,0 1-10 0,-6 6 2 0,-3 1 0 16,-1-2-17-16,-8 15-8 0,3-15 0 0,-7 2-1 15,2-1 2-15,-14 6-2 0,11-8-1 0,-11 8 4 16,5-11-1-16,3-3 5 0,-3 4-1 0,3-7 1 16,-1-1 4-16,3-2 0 0,6-2-5 0,-1 0 4 15,6-4 11-15,9-5-12 0,-13 6 2 0,13-6 9 16,0 0 12-16,-8 12 6 0,8-12 8 0,0 0 1 15,0 0-2-15,42 5-6 0,-25-5 0 0,15 0-2 0,-7 2 0 16,6-2 4-16,9-2 5 0,7-2 8 0,2-1-2 16,0 4-6-16,2-5-6 0,-4 3-1 15,-2-1-3-15,2 3-28 0,-3-3-66 0,4-4-81 0,-6 2-90 16,-7 4-115-16,8-4-131 0,-10-4-276 0,-5 0-828 16,1-4 366-16</inkml:trace>
        </inkml:traceGroup>
        <inkml:traceGroup>
          <inkml:annotationXML>
            <emma:emma xmlns:emma="http://www.w3.org/2003/04/emma" version="1.0">
              <emma:interpretation id="{9B2B7209-05FC-44CF-8BFF-AC621EC1F64A}" emma:medium="tactile" emma:mode="ink">
                <msink:context xmlns:msink="http://schemas.microsoft.com/ink/2010/main" type="inkWord" rotatedBoundingBox="27353,6109 29247,6343 29107,7471 27214,7237"/>
              </emma:interpretation>
              <emma:one-of disjunction-type="recognition" id="oneOf5">
                <emma:interpretation id="interp9" emma:lang="" emma:confidence="0.5">
                  <emma:literal>33</emma:literal>
                </emma:interpretation>
                <emma:interpretation id="interp10" emma:lang="" emma:confidence="0.5">
                  <emma:literal>3 3</emma:literal>
                </emma:interpretation>
                <emma:interpretation id="interp11" emma:lang="" emma:confidence="0">
                  <emma:literal>3</emma:literal>
                </emma:interpretation>
                <emma:interpretation id="interp12" emma:lang="" emma:confidence="0">
                  <emma:literal>3 ,</emma:literal>
                </emma:interpretation>
                <emma:interpretation id="interp13" emma:lang="" emma:confidence="0">
                  <emma:literal>333</emma:literal>
                </emma:interpretation>
              </emma:one-of>
            </emma:emma>
          </inkml:annotationXML>
          <inkml:trace contextRef="#ctx0" brushRef="#br0" timeOffset="40256.5587">9247 3609 408 0,'-8'-10'414'0,"3"2"-8"0,5 8-24 16,-14-18-16-16,6 7-2 0,0 4-10 0,8 7-27 0,-22-12-25 15,22 12-27-15,-22-4-20 0,5 4-15 0,17 0-14 16,-32 8-12-16,5 3-10 0,0-2-15 0,0 4-14 16,5 1-14-16,-5 1-16 0,5 1-11 0,0 5-13 15,-6 4-8-15,6-5-12 0,4-1-14 0,2 1-3 16,1 3-10-16,4-4-9 0,-4 3-6 0,9-3-7 15,3-3-3-15,-2 2-7 0,5 4-3 0,2 0 0 16,2-7-7-16,3 4 7 0,2 5-16 0,2-9-2 16,5 1-2-16,0-2-3 0,1-3-2 0,-2 0-1 15,8 0-6-15,6-3 10 0,-2-5-14 0,-5-2-9 16,5 2-4-16,-7-3-2 0,7-3-8 0,0-1 4 16,-2-4-7-16,-4-1-3 0,1-1 1 0,3-8 2 15,-3 0 0-15,0-1 7 0,-7 1 0 0,2 0 0 16,-3-7 0-16,-3 1 5 0,0-4-2 0,-1 4 6 15,-4-2-1-15,-1 1 4 0,-4 9 11 0,1-3 13 0,3 0 5 16,-5 3 11-16,1 4 10 0,-1 0 11 0,0 12 9 16,5-17-16-16,-5 17-6 0,2-11-9 0,-2 11 2 15,0 0-9-15,0 0-1 0,0 0-6 0,0 0-1 16,0 0-1-16,0 0-3 0,0 0-2 0,0 40 10 16,1-21-10-16,-1 2-8 0,0 6 2 0,3-1-5 15,-1 3-25-15,0-3-35 0,-2 5-43 0,3 1-61 16,1-1-45-16,1-4-59 0,0 10-57 0,-3-13-82 15,4 2-93-15,-6-4-331 0,3-5-897 0,2-1 396 16</inkml:trace>
          <inkml:trace contextRef="#ctx0" brushRef="#br0" timeOffset="40740.9012">9500 3997 384 0,'0'0'383'0,"14"-15"-15"0,-1 9 13 0,-13 6-2 16,28-10 1-16,-12 8-14 0,3-1-28 0,1 1-30 15,3 0-28-15,7 2-27 0,-10 0-26 0,-1 4-21 16,-1 1-20-16,0 4-23 0,-3-2-15 0,-3 1-15 16,-2 6-15-16,1-5-12 0,-6 9-10 0,-2-4-9 15,-8 3-13-15,2-2-11 0,-3 2-5 0,-9 5-11 16,1-3-13-16,-3 2-6 0,-5-3-15 0,1-2-10 15,-1 1-15-15,-5-1-6 0,5-4-15 0,-5-2-15 16,3 2-4-16,5-5-12 0,-1 0 5 0,2 1-8 16,1-4-1-16,3-1 1 0,14-3 2 0,-16 7 0 15,16-7 14-15,-16 5 4 0,16-5 1 0,0 0 5 16,0 0 7-16,0 0-6 0,0 0 22 0,0 0 4 16,0 0 6-16,0 0 12 0,0 0-3 0,0 0 13 15,0 0 13-15,32-27 10 0,-18 24 7 0,-14 3 6 16,33-9 16-16,-12 9 10 0,-21 0 2 0,36 0-1 15,-14 1 12-15,5 3-5 0,-11 0-6 0,3 4 0 0,-3-2-8 16,1-1-2-16,-3 6-8 0,1-4-8 0,-6 4-4 16,2-1-6-16,-5 0-5 0,-1 0-3 0,-5 4-3 15,0 1-4-15,-3-1-5 0,-2-1-1 0,-9 0-4 16,6 1-8-16,-6-1-10 0,-10 1-25 0,-1 1-18 16,-5-5-32-16,-11 7-29 0,1-7-28 0,12-3-27 15,-7 1-13-15,-8 1-30 0,1-4-20 0,-2-4-23 16,9-1-28-16,2-4-38 0,6-3-39 0,-13-4-268 15,12 3-668-15,4-5 296 0</inkml:trace>
          <inkml:trace contextRef="#ctx0" brushRef="#br0" timeOffset="41218.7563">10086 4013 82 0,'24'-5'354'0,"-13"2"-14"0,-11 3-17 16,27-1-20-16,-27 1-19 0,33 0-19 0,-17 0-28 15,4 5-12-15,-1 2-11 0,-1 1-22 0,7 6-22 16,-9-2-11-16,4 2-20 0,-5 0-18 0,-6-1-11 16,4 5-13-16,-5-3-14 0,-2 2-14 0,-1-1-22 15,-4 2-16-15,-1 1-19 0,-3-4-15 0,-6 2-14 16,-6-3-6-16,6-2-9 0,-7 0-1 0,-3 6-4 15,0-8-3-15,3 1-1 0,-6 2-1 0,3-5-5 16,-1-5 4-16,5 4 3 0,4-3 6 0,11-4 0 16,-20 3 4-16,20-3 5 0,0 0 6 0,-24 0 2 15,24 0 6-15,0 0 5 0,0 0 8 0,0 0 16 16,0 0-1-16,0 0 8 0,30-24 11 0,-30 24-9 16,29-7 8-16,-12 5 5 0,4-3 11 0,-2 1 5 15,6-2 17-15,-5 6 14 0,7 1 26 0,2 3 26 16,-1-3 29-16,1 5 17 0,-3 1-2 0,3 1-11 15,-4 4-11-15,0 1-15 0,2 2-8 0,-1 0-12 16,-9 5-13-16,2-3-14 0,-6 5-10 0,1 0-6 0,-8 3-10 16,-3-1-9-16,-9 2-6 0,-2-1-4 15,-5 1-12 1,-1-4-17-16,-3 1-26 0,-15 7-35 0,-3 2-35 0,-4-11-40 0,-7-2-40 16,-6-3-49-16,-29 2-62 0,-4-7-93 0,0-3-101 15,-9-4-267-15,3-10-784 0,2-4 347 0</inkml:trace>
        </inkml:traceGroup>
      </inkml:traceGroup>
    </inkml:traceGroup>
  </inkml:traceGroup>
</inkml:ink>
</file>

<file path=ppt/ink/ink1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5T04:56:14.729"/>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5DDDAA82-2616-452A-888D-1A0C124E921C}" emma:medium="tactile" emma:mode="ink">
          <msink:context xmlns:msink="http://schemas.microsoft.com/ink/2010/main" type="writingRegion" rotatedBoundingBox="22130,6859 29843,9733 28710,12775 20996,9901"/>
        </emma:interpretation>
      </emma:emma>
    </inkml:annotationXML>
    <inkml:traceGroup>
      <inkml:annotationXML>
        <emma:emma xmlns:emma="http://www.w3.org/2003/04/emma" version="1.0">
          <emma:interpretation id="{08B25660-0E19-44D9-A98F-3A962D59040D}" emma:medium="tactile" emma:mode="ink">
            <msink:context xmlns:msink="http://schemas.microsoft.com/ink/2010/main" type="paragraph" rotatedBoundingBox="22130,6859 29843,9733 28710,12775 20996,9901" alignmentLevel="1"/>
          </emma:interpretation>
        </emma:emma>
      </inkml:annotationXML>
      <inkml:traceGroup>
        <inkml:annotationXML>
          <emma:emma xmlns:emma="http://www.w3.org/2003/04/emma" version="1.0">
            <emma:interpretation id="{18D519EB-84E4-4BAB-B8B0-019012E6C443}" emma:medium="tactile" emma:mode="ink">
              <msink:context xmlns:msink="http://schemas.microsoft.com/ink/2010/main" type="line" rotatedBoundingBox="22130,6859 29843,9733 28710,12775 20996,9901"/>
            </emma:interpretation>
          </emma:emma>
        </inkml:annotationXML>
        <inkml:traceGroup>
          <inkml:annotationXML>
            <emma:emma xmlns:emma="http://www.w3.org/2003/04/emma" version="1.0">
              <emma:interpretation id="{6BEB2DEA-9FC6-4343-BA02-93C86BBDC543}" emma:medium="tactile" emma:mode="ink">
                <msink:context xmlns:msink="http://schemas.microsoft.com/ink/2010/main" type="inkWord" rotatedBoundingBox="22130,6859 26918,8643 25785,11685 20996,9901"/>
              </emma:interpretation>
              <emma:one-of disjunction-type="recognition" id="oneOf0">
                <emma:interpretation id="interp0" emma:lang="" emma:confidence="1">
                  <emma:literal/>
                </emma:interpretation>
              </emma:one-of>
            </emma:emma>
          </inkml:annotationXML>
          <inkml:trace contextRef="#ctx0" brushRef="#br0">5550 6187 363 0,'0'0'443'0,"-8"-14"1"0,2 1-6 0,0 6-9 16,6 7-15-16,-11-14-20 0,6 8-29 0,5 6-32 15,-16-8-34-15,16 8-29 0,-19-4-28 0,19 4-22 16,-23-3-13-16,23 3-11 0,-34 14-17 0,15-2-12 15,-3 4-10-15,0 3-13 0,0 5-13 0,1-3-11 16,3 4-8-16,-3 9-13 0,-1 0-8 0,6-1-10 16,2-7-10-16,3 0-5 0,3 3-9 0,2-2 2 15,-2-2-9-15,8-3-10 0,1-2 0 0,6 2-5 0,-1-1 0 16,6-3-5-16,-2-6-3 0,7 10-4 16,-2-11-5-16,-1 0-4 0,6 3 1 0,1-7-1 0,-4 1-3 15,12-4-4-15,-4-4-5 0,-3 0 0 0,5-4-4 16,-6 1-1-16,2-8-3 0,-2 3-2 0,1-5 7 15,-6 1 2-15,4-7-6 0,-2 2 2 0,-3-3-2 16,-5-4 4-16,3 0-2 0,-6 2 2 0,0 0-1 16,-1-4 0-16,-4 0 10 0,-2 7 12 0,0 2 1 15,0-2 7-15,0 5 10 0,-2 2 13 0,2 12 14 16,-6-21 4-16,6 12 5 0,0 9 13 0,0-17-26 16,0 17-8-16,0 0-7 0,-3-13-7 0,3 13-6 15,0 0-9-15,0 0 0 0,0 0 2 0,0 0-4 16,-7 50-1-16,4-34-5 0,2 11-1 0,1 2 1 0,0 0-3 15,0 1-8-15,-2 8-12 0,2 1-33 0,2-12-26 16,-2 10-41-16,0-6-45 0,1-4-50 0,2-1-48 16,4 0-46-16,-4-1-60 0,3 1-69 0,2-5-88 15,-2-4-383-15,5 6-971 0,4-1 430 0</inkml:trace>
          <inkml:trace contextRef="#ctx0" brushRef="#br0" timeOffset="622.7551">6064 6399 3744 0,'-11'-26'279'0,"-6"2"-152"0,2 4-28 0,1 6 16 15,5 0-33-15,-2 6 1 0,1 1 6 0,10 7 12 0,-19-7 3 16,19 7 10-16,0 0 8 0,0 0 0 0,-38 14-3 15,27-8-9-15,5 4-2 0,-4 1-7 0,4 4-3 16,4-4-6-16,-1 0-6 0,3-11-8 0,0 19-7 16,3-7-2-16,-3-12-5 0,10 17-7 0,-4-9-2 15,-6-8-8-15,13 8-6 0,-13-8-1 0,22 6 0 0,-22-6-9 16,0 0-2-16,38-12-5 0,-19 5-8 16,-6 0-12-16,2-6-10 0,-2 5-15 0,-4-6-12 0,4 2-1 15,-2-1-3-15,-3-6-2 0,0 6-10 0,-6-5-6 16,4 3-1-16,-5 2 0 0,-1-1 2 15,0 14-2-15,-7-20 0 0,5 12-2 0,2 8-3 0,-19-11-7 16,19 11-19-16,-22-5-9 0,22 5-21 0,0 0-19 16,-38 12-33-16,21-1-39 0,-1 3-46 0,-1 5-57 15,7-7-72-15,-6 9-295 0,6 2-733 0,0 1 326 16</inkml:trace>
          <inkml:trace contextRef="#ctx0" brushRef="#br0" timeOffset="325.8642">6015 6787 139 0,'0'0'488'0,"5"-14"-35"0,-5 14-29 16,0 0-15-16,0 0-8 0,12-9-22 0,-12 9-19 15,0 0-14-15,0 0-9 0,0 0-9 0,23 35-14 16,-20-18-21-16,3-1-21 0,-3 9-10 0,0 1-23 16,-3 2-14-16,0 9-23 0,5 2-18 0,-8 0-14 15,1-11-19-15,4-4-3 0,-4 6-22 0,2-4-19 0,0 4-8 16,0-1-12-16,5-4-7 0,-2 2-16 16,0-3-28-16,-3-5-33 0,2-3-39 0,-2-1-49 0,3-1-47 15,0-3-44-15,-3-11-49 0,10 10-39 0,-10-10-45 16,0 0-52-16,0 0-62 15,0 0-73-15,0 0-275 0,19-40-833 0,-16 16 369 0</inkml:trace>
          <inkml:trace contextRef="#ctx0" brushRef="#br0" timeOffset="-562.4659">4454 5829 53 0,'-7'-20'370'16,"7"2"-21"-16,3 0-32 0,5-2-22 0,7-1-23 15,5-2-17-15,4 4-13 0,9-4-19 0,2 0-12 16,4 3-17-16,2 2-21 0,5 2-16 0,3 0-10 16,2 4-19-16,-1-2-12 0,-1 7-17 0,0-1-16 0,-1 3-38 15,-6 5-44-15,3 0-48 0,-3 5-58 0,-13 2-74 16,4-2-84-16,-11 7-260 0,7 0-566 0,-9 6 250 15</inkml:trace>
          <inkml:trace contextRef="#ctx0" brushRef="#br0" timeOffset="-810.3067">4643 5478 442 0,'-8'-15'445'0,"-3"0"-8"0,3 0 1 0,0 4-5 0,5-1 1 16,-3 4-12-16,6 8-30 0,-11-14-32 0,11 14-30 15,0 0-38-15,-6-11-37 0,6 11-25 0,0 0-6 16,0 0 1-16,0 0 3 0,-2 51-6 0,4-9-8 16,2-1-8-16,-2 3-15 0,6 5 4 0,1 4-16 15,-4 23 0-15,5 0-11 0,-1 0-7 0,-3 0-14 0,-4-3-5 16,4 4 2-16,2 2-15 0,-5 0-5 15,2 0-9-15,0-2-27 0,1-4-88 0,-6 1 0 16,-1-1 0-16,2-2 0 0,1-15 0 0,2 15 0 0,-4-17 0 16,2 2 0-16,-4-4 0 0,6 2 0 0,-4-5 0 15,0 2 0-15,0-7 0 0,0-2 0 0,4-1 0 16,-4-9 0-16,2-4 0 0,-1 1 0 0,4 0 0 16,-3-11 0-16,3-2 0 0,-1 3 0 0,-1-1 0 15,-1-1 0-15,1-2 0 0,0-1 0 0,0-2 0 16,-1-2 0-16,-2-10 0 0,6 18 0 0,-4-10 0 15,-2-8 0-15,2 12 0 0,-2-12 0 0,6 11 0 0,-6-11 0 16,6 8 0-16,-6-8 0 0,8 9 0 16,-8-9 0-16,14 6 0 0,-14-6 0 0,15 5 0 15,-15-5 0-15,20 7 0 0,-12-4 0 0,9 1 0 0,1-1 0 16,1 3 0-16,8-5 0 0,1 3 0 0,4-6 0 16,10 0 0-16,-10 2-21 0,12-7-186 0,2 4-24 15,-3-6-36-15,1 2-39 0,7-8-31 0,-9 4-29 16,1-3-13-16,4 2-51 0,-6-7-23 0,-3-2-413 15,-11 3-938-15,10-13 415 0</inkml:trace>
          <inkml:trace contextRef="#ctx0" brushRef="#br0" timeOffset="1872.656">6759 5630 420 0,'0'0'418'0,"0"0"-23"0,0 0-13 0,-15-6-6 0,15 6-8 15,0 0-16-15,0 0-20 0,0 0-14 0,0 0-13 16,0 0-16-16,44-3-15 0,-17 0-14 0,1 3-12 15,2 0-32-15,5 0-14 0,14 0-23 0,-6 0-17 16,-2 0-16-16,-10-1-15 0,1 1-14 0,-4 0-13 16,6 0-8-16,-11 1-10 0,-2-1-8 0,-2 3-11 15,-19-3-5-15,33 2-7 0,-33-2-4 0,24 0 0 16,-24 0 3-16,19 1 2 0,-19-1 1 0,17 6 0 16,-4 0 2-16,-4 2 3 0,2-2-4 0,-1 8 0 0,1 2 8 15,3 7 2-15,0 6 5 0,2 9 8 16,-2 11 13-16,0 1 5 0,9 20-4 0,-4 4-8 15,0 0 0-15,-4 9 1 0,4 4 1 0,3 38 2 0,-7-42 4 16,2 8-18-16,4 33-77 0,-9-40 0 0,12 42 0 16,-4-41 0-16,-1 6 0 0,0-4 0 0,-3 3 0 15,-6-3 0-15,-4-3 0 0,-1 0 0 0,-5-8 0 16,-5-1 0-16,5-20 0 0,-6-4 0 0,-4-4 0 16,2-2 0-16,2-1 0 0,-10-6 0 0,-1-5 0 15,-1 4 0-15,1 0 0 0,3-15 0 0,0 1 0 16,-7 12 0-16,4-14 0 0,-4 1 0 0,-12 7 0 15,-5-1 0-15,-5-1 0 0,-9-1 0 0,-22 4 0 16,-15-5 0-16,-5-7 0 0,-3-2 0 0,4-3 0 16,3-6 0-16,1 3 0 0,10 1 0 0,24-4 0 15,-7-7-318-15,5-2-995 0,7 4-1421 0,15-10 629 0</inkml:trace>
          <inkml:trace contextRef="#ctx0" brushRef="#br0" timeOffset="1341.4306">6619 6712 53 0,'-7'-18'431'0,"7"18"-34"0,-9-5-17 0,9 5-10 15,0 0 5-15,0 0 1 0,0 0-16 0,-35 19-14 0,29-8-16 16,1 1-32-16,5-12-22 0,-5 17-28 0,5-8-20 16,0-9-18-16,-3 18-16 0,3-18-16 0,5 17-12 15,-2-10-16-15,-3-7-12 0,13 12-10 0,-5-5-15 16,-8-7-12-16,17 2-7 0,-17-2-10 0,0 0-6 16,0 0-11-16,38-8-7 0,-38 8-4 0,16-10-9 15,-4 4-5-15,-5-1-16 0,-7 7-17 0,8-18-18 16,-4 11-11-16,-4 7-28 0,2-18-25 0,-2 18-26 15,-6-19-36-15,-1 11-42 0,-1-3-40 0,-4 2-33 16,-4 3-59-16,-5-1-78 0,-2 1-395 0,-6-3-845 16,2-1 375-16</inkml:trace>
          <inkml:trace contextRef="#ctx0" brushRef="#br0" timeOffset="1044.5978">6595 7148 276 0,'0'0'462'15,"0"0"-40"-15,0 0-3 0,-3 15 9 0,3-15 3 16,3 13-10-16,-3-13-19 0,6 20-20 0,-2-7-22 15,0 5-19-15,3 7-12 0,-3-3-14 0,3 6-18 0,-1 3-10 16,0-1-11-16,-1 11-14 0,0 4-12 16,0-2-13-16,-5 6-17 0,1 2-10 0,-2-6-9 15,1 6-13-15,-5 0-9 0,3 2-17 0,-1-3-10 0,-2 2-13 16,-1 1-11-16,0-1-113 0,2 2-15 0,0-4 0 16,-3 3 0-16,0 0 0 0,5-7 0 0,-3 4 0 15,-1-8 0-15,4-1 0 0,1 3 0 0,1 1 0 16,1-6 0-16,4-2 0 0,-3-10 0 0,-2 2 0 15,1-2 0-15,-1-4 0 0,3-3 0 0,-6-6 0 16,0 2 0-16,0 0 0 0,-3-3 0 0,1-5 0 16,-2 3 0-16,-4-3 0 0,11-8 0 0,-22 13 0 0,5-10 0 15,17-3 0-15,-40-6 0 0,14-1 0 0,-3 0 0 16,-1-8-95-16,2 0-134 0,-4-10-28 16,4-1-33-16,5-9-26 0,0-1-38 0,-4-4-53 0,5-2-52 15,4 5-4-15,3-17-29 0,0 6-314 0,7 0-871 16,4-1 386-16</inkml:trace>
          <inkml:trace contextRef="#ctx0" brushRef="#br0" timeOffset="-1497.7554">3020 5903 342 0,'0'0'405'16,"0"0"-17"-16,0 0-7 0,-20 3-18 0,20-3-15 16,0 0-8-16,0 0-20 0,0 0-29 0,0 0-23 15,0 0-27-15,0 0-24 0,0 0-22 0,49-17-23 16,-18 6-12-16,1 5-13 0,10-1-15 0,1-4-19 0,3 4-6 15,-5-1-12-15,3 4-23 0,-3-3-38 16,-11 3-33-16,5 1-37 0,8-2-43 0,-10 3-42 0,-3 4-39 16,-1-2-48-16,-9 1-52 0,-20-1-62 0,29-1-336 15,-29 1-712-15,0 0 314 0</inkml:trace>
          <inkml:trace contextRef="#ctx0" brushRef="#br0" timeOffset="-1325.9067">3153 6046 207 0,'-24'14'282'0,"5"-5"-18"0,5-1-11 16,0 1-11-16,6-1-6 0,-3 0-11 0,11-8-12 0,-8 11-6 16,8-11-15-16,0 0-13 0,0 0-10 0,25 15-10 15,-7-11-17-15,10-4-16 0,7-4-17 16,7 3-11-16,7-1-26 0,0-9-29 0,0 6-44 0,5-2-56 16,-2-2-56-16,4 2-78 0,1-2-102 0,3-1-168 15,17 0-499-15,-22-8 221 0</inkml:trace>
        </inkml:traceGroup>
        <inkml:traceGroup>
          <inkml:annotationXML>
            <emma:emma xmlns:emma="http://www.w3.org/2003/04/emma" version="1.0">
              <emma:interpretation id="{68B116F9-6F14-4F04-A11F-F2F985FD2B3B}" emma:medium="tactile" emma:mode="ink">
                <msink:context xmlns:msink="http://schemas.microsoft.com/ink/2010/main" type="inkWord" rotatedBoundingBox="27013,9560 29555,10507 29062,11828 26521,10881"/>
              </emma:interpretation>
              <emma:one-of disjunction-type="recognition" id="oneOf1">
                <emma:interpretation id="interp1" emma:lang="" emma:confidence="0.5">
                  <emma:literal>n</emma:literal>
                </emma:interpretation>
                <emma:interpretation id="interp2" emma:lang="" emma:confidence="0">
                  <emma:literal>.</emma:literal>
                </emma:interpretation>
                <emma:interpretation id="interp3" emma:lang="" emma:confidence="0">
                  <emma:literal>N</emma:literal>
                </emma:interpretation>
                <emma:interpretation id="interp4" emma:lang="" emma:confidence="0">
                  <emma:literal>,</emma:literal>
                </emma:interpretation>
                <emma:interpretation id="interp5" emma:lang="" emma:confidence="0">
                  <emma:literal>m</emma:literal>
                </emma:interpretation>
              </emma:one-of>
            </emma:emma>
          </inkml:annotationXML>
          <inkml:trace contextRef="#ctx0" brushRef="#br0" timeOffset="5544.2624">10162 7615 477 0,'19'-8'546'0,"-5"-2"-55"16,7 7-49-16,-4 5-43 0,-17-2-37 0,29 13-29 15,-12 1-13-15,-1 7-8 0,-5 5-18 0,0 11-16 16,0 2-15-16,-5 4-16 0,-1-3-8 0,5 6-13 16,-9-6-12-16,2 5-15 0,4-6-13 0,-3-1-17 15,-4-6-10-15,5 3-22 0,-3 4-18 0,-7-9-11 16,3-3-6-16,-2-1-14 0,0-9-4 0,0 2-14 0,2-4-9 15,-4 2-2-15,-1-6-5 0,1 1-5 16,0-4-5-16,6-8-4 0,-2 11-3 0,2-11-6 16,0 0 3-16,0 0-4 0,-20 4-2 0,20-4-1 0,0 0 0 15,-13-34 15-15,13 15-17 0,0-6 1 0,5-15-1 16,-4 0-4-16,6-5 1 0,-1 0 0 0,5-4-2 16,-1-2-6-16,4 7-3 0,-5 3 1 0,9 2-1 15,-3 2 3-15,1 11 9 0,2 5-10 0,2 0-9 16,1 6 1-16,-4 4 6 0,4 6-2 0,-2 3-1 15,-19 2-5-15,44 16 3 0,-16 12-10 0,2 1-3 16,-4 15-2-16,1-3-5 0,-10 11-12 0,7 19-5 16,-13-18-6-16,8 19 1 0,-5 6-15 0,-5-8-6 15,-4-2-7-15,0-16-6 0,-8 1-13 0,0 0-12 16,-2-2-16-16,-5 4-21 0,-1-10-23 0,2 3-34 16,-2-8-37-16,-5 1-38 0,-3-3-46 0,-2-4-59 0,7-8-84 15,-10 6-371-15,4-12-892 0,-1 1 395 0</inkml:trace>
          <inkml:trace contextRef="#ctx0" brushRef="#br0" timeOffset="4700.5701">8141 7925 130 0,'0'0'420'0,"0"0"-34"15,3-17-11-15,-3 17-28 0,0 0-29 0,5-7-16 16,-5 7-13-16,0 0-15 0,0 0 7 0,0 0-5 16,0 0-21-16,0 0-23 0,31 24-13 0,-24-15-10 15,-7-9-15-15,12 20-9 0,-6-5-12 0,-2 4-9 16,2 0-10-16,-1-1-16 0,-4 1-11 0,-1-5-12 16,0 5-8-16,0-1-11 0,-1 1-6 0,-4-3-4 15,-1 10-8-15,2-12-8 0,-2-1-8 0,-2 3-4 16,0-5-6-16,-1 0-1 0,9-11-1 0,-10 15 1 15,1-11 1-15,9-4-3 0,-14 9-1 0,14-9 2 16,-13 9 0-16,13-9-3 0,0 0 7 0,0 0-5 0,0 0-3 16,0 0 2-16,-27-25-1 0,26 17-2 15,-4-10 0-15,5 0-9 0,0-6-1 0,8-2 1 0,0-3-10 16,1-8 2-16,2 1-6 0,2 9-4 0,-2-3-7 16,0 4-5-16,2 0 2 0,-1 1 1 0,2 4-1 15,1 2 4-15,1-2-2 0,2 1-1 0,-2 1-1 16,-1 7 1-16,-4-2 10 0,0 7-15 0,1 2 1 15,2-1-3-15,-14 6 4 0,31-1-2 0,-31 1 2 16,34 11-6-16,-19-3 2 0,-1 4 1 0,0 1-3 16,7 6 2-16,-3 0-2 0,-3 4-4 0,-6-9 2 15,5 5 7-15,-4-1-7 0,-5 1 5 0,1-5-3 16,-1 5 5-16,-4 0-7 0,4 0 2 0,-2-5 1 16,0 4-2-16,-3-4-3 0,-3-6 2 0,2 5 1 15,1-13-2-15,-2 17 3 0,2-17 0 0,-2 15 0 0,2-15-1 16,0 0 1-16,0 17-6 0,0-17 1 0,0 0-2 15,0 0-1-15,2 8-8 0,-2-8-9 0,0 0-10 16,0 0-15-16,0 0-12 0,0 0-13 0,0 0-18 16,0 0-13-16,0 0-14 0,0 0-4 0,0 0-5 15,0 0-4-15,0 0 9 0,0 0-3 0,0 0 13 16,0 0-10-16,0 0 12 0,0 0-5 0,-35-24 17 16,35 24 6-16,0 0 12 0,0 0 15 0,-19-4 5 15,19 4 10-15,0 0-1 0,0 0 9 0,-20-3 4 0,20 3 6 16,0 0 0-16,0 0 3 0,0 0 17 15,0 0-3-15,-16-2 0 0,16 2 24 0,0 0 7 16,0 0 3-16,0 0 3 0,0 0 0 0,0 0-2 0,0 0 4 16,0 0-5-16,0 0-2 0,0 0 2 0,0 0 0 15,0 0-3-15,0 0 0 0,0 0 1 0,0 0 1 16,0 0 2-16,0 0-4 0,0 0 7 0,0 0-6 16,0 0-2-16,0 0-4 0,0 0 4 0,0 0-4 15,0 0-5-15,0 0 5 0,0 0-2 0,0 0 1 16,0 0-3-16,0 0 0 0,0 0 2 0,0 0-4 15,0 0 3-15,0 0-7 0,0 0 0 0,0 0 5 16,0 0 5-16,0 0-4 0,0 0-4 0,0 0 4 16,0 0-2-16,0 0 3 0,0 0 3 0,0 0 8 15,0 0-2-15,0 0 5 0,0 0 0 0,0 0 4 16,-6-11 5-16,6 11 2 0,0 0-4 0,0 0-4 0,8-20 0 16,-8 20 1-16,6-18 1 0,0 8 1 0,0-4-2 15,2 2 1-15,5-6 1 0,-3 6-3 0,-3-7-4 16,14-1 4-16,-8 6-4 0,-1-2-1 0,4-1-1 15,-2 1-7-15,4 4 7 0,-7 1-5 0,3 3-1 16,0-3-1-16,0 6-1 0,-14 5-3 0,24 0-2 16,-24 0-2-16,22 11 1 0,-11-2-1 0,2 8-1 15,1 6 4-15,-3 1-2 0,-1 2-3 0,1 1 0 16,0 12 3-16,-5-2 0 0,0 0-2 0,-1 5-1 16,-3-14 0-16,-2 10-1 0,-5 1-5 0,3-8-8 15,-4-3-27-15,0-5-34 0,-2 3-34 0,-2-4-42 16,-1 0-46-16,0-4-51 0,-6-2-64 0,7-2-87 0,-9-5-339 15,5-3-798-15,-2-5 353 0</inkml:trace>
          <inkml:trace contextRef="#ctx0" brushRef="#br0" timeOffset="4934.927">9073 7896 392 0,'43'-5'509'0,"4"5"-16"0,-4 3-25 15,0 6-39-15,-1 2-43 0,-2 3-33 0,-4 6-27 16,0 5-28-16,-1 1-31 0,6 2-24 0,-11 3-23 16,10 1-21-16,-10-2-18 0,-2 6-19 0,1-1-16 15,4 0-16-15,-6-2-14 0,-3-5-11 0,-4-3-8 16,-1-1-15-16,-2-1-27 0,2-4-31 0,-11-2-49 0,3-2-46 16,-1-3-41-16,-4-4-40 0,2-2-28 0,-8-6-28 15,6 8-37-15,-6-8-47 0,0 0-50 16,0 0-334-16,0 0-732 0,0 0 324 0</inkml:trace>
          <inkml:trace contextRef="#ctx0" brushRef="#br0" timeOffset="5091.17">9740 7928 56 0,'-6'-17'368'0,"-4"2"-25"0,-1-3-17 16,6 10-23-16,-4-4-6 0,1 5-21 0,8 7-13 16,-16-3-28-16,16 3-13 0,0 0-9 0,-47 23-13 15,25 0-20-15,-7 8-18 0,1 4-17 0,-5 4-13 16,1 6-13-16,-11 17-12 0,-2 2-9 0,2-1-13 15,-1-2-28-15,10-17-27 0,-13 15-44 0,12-13-53 0,-1-5-52 16,1 3-71-16,5-5-78 0,3-1-326 16,7-12-642-16,4-5 284 0</inkml:trace>
        </inkml:traceGroup>
      </inkml:traceGroup>
    </inkml:traceGroup>
  </inkml:traceGroup>
</inkml:ink>
</file>

<file path=ppt/ink/ink1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5T04:54:43.456"/>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8B2CF038-176F-4E92-80B6-4E7AA30F25E6}" emma:medium="tactile" emma:mode="ink">
          <msink:context xmlns:msink="http://schemas.microsoft.com/ink/2010/main" type="writingRegion" rotatedBoundingBox="1738,13294 29030,11152 29544,17698 2251,19840"/>
        </emma:interpretation>
      </emma:emma>
    </inkml:annotationXML>
    <inkml:traceGroup>
      <inkml:annotationXML>
        <emma:emma xmlns:emma="http://www.w3.org/2003/04/emma" version="1.0">
          <emma:interpretation id="{6CCE14C6-E492-4C67-8350-F1591A5B5EB7}" emma:medium="tactile" emma:mode="ink">
            <msink:context xmlns:msink="http://schemas.microsoft.com/ink/2010/main" type="paragraph" rotatedBoundingBox="1738,13294 29030,11152 29544,17698 2251,19840" alignmentLevel="1"/>
          </emma:interpretation>
        </emma:emma>
      </inkml:annotationXML>
      <inkml:traceGroup>
        <inkml:annotationXML>
          <emma:emma xmlns:emma="http://www.w3.org/2003/04/emma" version="1.0">
            <emma:interpretation id="{24E484FD-7A66-4D77-91DB-B8B210A8B416}" emma:medium="tactile" emma:mode="ink">
              <msink:context xmlns:msink="http://schemas.microsoft.com/ink/2010/main" type="line" rotatedBoundingBox="1738,13294 26645,11339 26933,15004 2025,16959">
                <msink:destinationLink direction="with" ref="{63077DA0-B705-4B9A-836E-BD55B44B33C5}"/>
              </msink:context>
            </emma:interpretation>
          </emma:emma>
        </inkml:annotationXML>
        <inkml:traceGroup>
          <inkml:annotationXML>
            <emma:emma xmlns:emma="http://www.w3.org/2003/04/emma" version="1.0">
              <emma:interpretation id="{5CB89234-9DF2-4859-A3E5-C17AF986E1D0}" emma:medium="tactile" emma:mode="ink">
                <msink:context xmlns:msink="http://schemas.microsoft.com/ink/2010/main" type="inkWord" rotatedBoundingBox="1790,13967 7987,13481 8222,16472 2025,16959"/>
              </emma:interpretation>
              <emma:one-of disjunction-type="recognition" id="oneOf0">
                <emma:interpretation id="interp0" emma:lang="" emma:confidence="1">
                  <emma:literal/>
                </emma:interpretation>
              </emma:one-of>
            </emma:emma>
          </inkml:annotationXML>
          <inkml:trace contextRef="#ctx0" brushRef="#br0">-559 7198 76 0,'-13'10'309'0,"-1"-3"-6"0,0-2 0 0,14-5-1 16,-24 11-7-16,13-10 5 0,11-1 5 0,-16 3-5 0,16-3-3 16,0 0-12-16,0 0-21 0,-24-11-18 15,24 11-18-15,0-19-14 0,4 1-15 0,2-6 0 16,7-2-21-16,2-9-13 0,1-4-12 0,9-3-13 0,-2-3-9 16,5 1-10-16,8-20-7 0,2-1-11 0,0 2-10 15,2-1-10-15,-2-5-2 0,4 3-17 0,-2-1-1 16,-2 7-4-16,-3-3-10 0,6 1-2 0,-19 13-5 15,5-1-4-15,-5 7-7 0,0 0 3 0,-2-2-5 16,-2 6-2-16,-7 3-1 0,-5 10-4 0,0 0 2 16,-6 8 1-16,5 0 3 0,-5 7 1 0,-3 1-4 15,3 10-2-15,-17-19 0 0,6 18-7 0,11 1 0 16,-32 1-1-16,32-1-2 0,-41 21-3 0,16-2 2 16,3 0-5-16,7 6-1 0,-13 5-1 0,12-4 1 15,2 0-1-15,3 4 0 0,9-4-5 0,4 3 0 16,4 0-2-16,13 8-1 0,6-3 6 0,5 1-10 15,4 0 5-15,-1 0 0 0,11-2 1 0,3 0-4 0,4-1 9 16,-4-4-6-16,2 0-4 0,-6 3-13 16,0-3-10-16,-4 4-12 0,-4-5-11 0,-5 2-6 0,-11-8 0 15,-3 2-8-15,-8-7 8 0,-4 2 1 0,-7 3-10 16,-5-4-2-16,-7 1-3 0,-20 8-1 0,0-3-16 16,-8-2 5-16,-6-6 5 0,-8 2 6 0,1-4 7 15,-20 5-15-15,19-17 0 0,-5 0-4 0,10 0-11 16,-3-2-1-16,1-1-21 0,5-5-16 0,6-4-19 15,13 3-23-15,2-5-41 0,3-3-44 0,9-3-60 16,3-2-289-16,7-3-660 0,6-5 291 0</inkml:trace>
          <inkml:trace contextRef="#ctx0" brushRef="#br0" timeOffset="2124.8255">158 6370 22 0,'32'-5'289'15,"-2"6"-11"-15,-2 5-14 0,-1 0-15 0,-1 2-11 16,-1 8 0-16,-3-1-15 0,-3 1-6 0,-2 5-3 0,2 2-15 15,-6-3-6-15,3 7-9 0,-4 0 6 0,1-1-8 16,-4-1-19-16,6 0-6 0,-1-1 0 0,0 1-2 16,5-6-6-16,-3 3-16 0,4-3-9 0,-4-9-4 15,2 2-4-15,-1-1-17 0,2-3-5 0,3 0-7 16,2-1-8-16,-4-4-7 0,4-2-3 0,-24-1-8 16,46-7-6-16,-26-2-6 0,-1 2 0 0,4-5 0 15,-8-2 0-15,0 2-3 0,-1-10 9 0,-2 0 2 16,1-2-3-16,-5 0 11 0,0-1 9 0,-3 1 4 15,-2 0 3-15,3-2-1 0,-1 11 10 0,-4-4 9 16,-1-1 3-16,2 3 4 0,1 2 8 0,-3-3 0 16,2 9 6-16,-2 9-20 0,0-17-6 0,0 17-12 0,0 0-11 15,0 0-1-15,0 0-9 0,0 0-14 16,3 44 4-16,-3-7-8 0,5 4-2 0,-7 4-2 16,4 6-2-16,-1 20-7 0,-2 3 15 0,2-1-3 0,2 5 2 15,-6 2 6-15,3 2 6 0,3-9 8 0,-6 6-5 16,0-2-6-16,-2 9 6 0,5 4-2 0,-6-11 1 15,4 7-2-15,1 3-6 0,-2-4 0 0,0-5 0 16,4 3-19-16,-9-3-31 0,2-2 0 0,0-3 0 16,-2-24 0-16,1 1 0 0,-1-1 0 0,4-2 0 15,-4-8 0-15,0 7 0 0,0-10 0 0,-2-6 0 16,-1-5 0-16,4-2 0 0,-6 0 0 0,-1-3 0 16,-1-3 0-16,1-3 0 0,0 0 0 0,-2-6 0 15,-3 3 0-15,-8-5 0 0,2-1 0 0,-7-3 0 16,2-2 0-16,-3-8 0 0,-8-1 0 0,2-5 0 15,-1-9 0-15,5-9 0 0,1-3 0 0,2-7 0 0,7-10 0 16,-8-19 0-16,9-8-56 0,8-8-9 0,8-4-11 16,10-38 7-16,7 39 5 0,16 0 7 0,20-39 4 15,-11 40 2-15,30-23 9 0,-14 36 0 0,32-31 2 16,1 4 5-16,-25 35 3 0,4-4-2 0,3 0 5 16,-1 2-1-16,0 0 6 0,0 0-5 0,-4 5 5 15,-7-2 0-15,2 9 7 0,-20 19 0 0,4-1 7 16,-7 5 7-16,-1 3 3 0,-9 9 16 0,-12 2 9 15,4 8 6-15,-1 1 0 0,-2 1-5 0,-11 9 4 16,11-10-1-16,-11 10-1 0,19 0 17 0,-19 0-24 16,0 0 4-16,22 21-3 0,-14-9-11 0,-2 7 9 15,2-1-1-15,3 6 0 0,-4 3-3 0,0-3-7 16,0 4 5-16,-2-2-1 0,-1-1-3 0,3 2 1 0,-7-2-1 16,1-7-2-16,5-3-2 0,-4 3-1 15,3-5 4-15,-5 0-12 0,1-4 8 0,-1-9 7 16,0 14 13-16,0-14-14 0,0 0 3 0,0 0-2 0,0 12-14 15,0-12 10-15,0 0 0 0,0 0 9 0,0 0-12 16,0-45 4-16,0 27-3 0,5 0 4 0,-3-8 7 16,4-4 11-16,2 4-3 0,0-1 12 0,-2 2 2 15,8-3-1-15,-1 2-2 0,1-1 2 0,5 5-19 16,-1-2-19-16,-1 4 0 0,2 1 0 0,2 3 0 16,2 2 0-16,-7 3 0 0,0 1 0 0,-2 4 0 15,5 5 0-15,-19 1 0 0,35 2 0 0,-19 7 0 16,-1 0 0-16,4 3 0 0,-4 2 0 0,-1 5 0 0,-2-4 0 15,3 8 0-15,-3-2 0 0,-4 4 0 0,2-2 0 16,-4 1 0-16,2 2 0 0,-2-5 0 16,-1 4 0-16,-2-6 0 0,3-4 0 0,-6 3 0 0,2-4 0 15,1-4 0-15,-3-10 0 0,2 16 0 0,-2-16 0 16,1 16 0-16,-1-16 0 0,7 8 0 0,-7-8 0 16,0 0 0-16,0 0 0 0,0 0 0 0,14-32 0 15,-8 15 0-15,1 0 0 0,0 0 0 0,1-8 0 16,3-1 0-16,-3 3 0 0,0 1 0 0,5 0 0 15,-4 0 0-15,2 6 0 0,-1 0 0 0,1 0 0 16,-3 6 0-16,1-3 0 0,-2 6 0 0,-7 7 0 16,14-13 0-16,-14 13 0 0,14-5 0 0,-14 5 0 0,0 0 0 15,0 0 0-15,30 15 0 0,-19-4 0 16,-3 3 0-16,2 0 0 0,-1 3 0 0,1 0 0 16,-3-2 0-16,5 10 0 0,-5-9 0 0,6 4 0 0,-3-3 0 15,-3 1 0-15,5-7 0 0,-1 2 0 0,0-6 0 16,-11-7 0-16,15 11 0 0,-7-9-49 0,-8-2-46 15,0 0 10-15,0 0 1 0,0 0 4 0,41-13 7 16,-34 5 10-16,5-4 1 0,-2-2 13 0,-2-1 8 16,12-4 6-16,-12 4 7 0,5-8 12 0,3 7 15 15,-5 0 7-15,-3 2 10 0,-7 2 19 0,12 2-13 16,-7 1-1-16,-6 9 18 0,13-15-9 0,-10 8-6 16,-3 7 0-16,13-6 3 0,-13 6-3 0,0 0 7 15,0 0 0-15,0 0-6 0,28 14 3 0,-20-3-10 16,-2-1-1-16,-1 2 3 0,1 3 6 0,-1 0-8 15,-2 0-5-15,-3 3-3 0,7 0 1 0,-3-3 0 16,1 1 0-16,3 2 3 0,-2-6-2 0,-4 5-4 0,4-5 7 16,1-2-2-16,-7-10-5 0,0 13 7 0,0-13-7 15,7 9-12-15,-7-9 12 0,0 0 5 0,13 7-13 16,-13-7 5-16,0 0-5 0,0 0-2 0,21-21 7 16,-15 9-5-16,2-1 4 0,0-2-8 0,-2 1 6 15,2-3 0-15,3 0-3 0,-3 0 7 0,1-2 12 16,-1 2 0-16,2-1-1 0,-2 3-2 0,3-7 4 15,0 8-10-15,-3-1-9 0,1 0 0 0,1 0 0 16,-1 4 0-16,-3 3 0 0,-6 8 0 0,15-14 0 16,-15 14 0-16,12-7 0 0,-12 7 0 0,0 0 0 15,0 0 0-15,0 0 0 0,38 15 0 0,-33-4 0 16,3-1 0-16,0 8 0 0,3-6 0 0,-6 6 0 0,4-3 0 16,-1 4 0-16,2 6 0 0,-4-10 0 15,2 3 0-15,3 1 0 0,-3 0 0 0,0-4 0 16,-4-1 0-16,0 0 0 0,8-2 0 0,-6-1 0 0,1-7 0 15,-7-4 0-15,14 11 0 0,-14-11 0 0,16 0 0 16,-16 0 0-16,0 0 0 0,27-11 0 0,-13 1 0 16,-6 1 0-16,6-5 0 0,-4 2 0 0,2-3 0 15,1 1 0-15,-5-5 0 0,4 2 0 0,-4 1 0 16,5 1 0-16,-5 1 0 0,0 2 0 0,0-1 0 16,-2 0 0-16,2 2 0 0,-2 1 0 0,-6 10 0 15,8-12 0-15,-8 12 0 0,6-10 0 0,-6 10 0 16,0 0 0-16,0 0 0 0,0 0 0 0,0 0 0 0,0 0 0 15,0 0 0-15,32 22 0 0,-32-22 0 16,9 15 0-16,-4-8 0 0,0 6 0 0,8-1 0 16,-6-4 0-16,6 3 0 0,-2 0-15 0,0-3-36 0,2 1-10 15,1-4-8-15,-14-5-2 0,27 7 5 0,-11-7-1 16,-16 0 14-16,28-3-10 0,-14-1 7 0,4-7 3 16,-4 0 5-16,0 2 4 0,1-1 5 0,-6-6 0 15,4 2 9-15,-4 0 4 0,2-9 15 0,-1 7-6 16,-4 0 10-16,2 4 5 0,0-3 15 0,-5 2 6 15,0-1 11-15,0 5 21 0,-3 9-11 0,3-22 3 16,-3 22 11-16,0-16-5 0,0 16-1 0,2-10 2 16,-2 10-10-16,0 0-5 0,0 0 0 0,0 0-4 0,0 0-6 15,0 0-4-15,0 0 2 0,0 0-10 16,0 0 4-16,-22 31 3 0,22-14-6 0,-3-8-7 16,3-9 4-16,3 25-10 0,-3-10 6 0,6 2-7 0,-1-2 5 15,3-1-1-15,0 2 4 0,6-6-12 0,7 7 4 16,-6-7-8-16,3 0 2 0,5 1-11 0,6-3 3 15,-2-4-5-15,3 0-3 0,-2 0-9 0,1-5-4 16,-2-5-7-16,1 1 1 0,0-6 6 0,1-7-4 16,-4 7 12-16,-1-8-4 0,-2-3 5 0,6-5 1 15,-10 1 6-15,-1-8 3 0,2-5 4 0,-5 2 0 16,-4 0 2-16,-4-8 2 0,1-1 4 0,-3-3-4 16,-2-2 5-16,-2 2 2 0,-2-4-3 0,-4-17-2 15,-2 1 6-15,-3 17 5 0,2-4-3 0,-4 5 8 16,-8 6 7-16,12 0 0 0,-4 2 6 0,-1 5 4 15,8 9 8-15,-2 4-3 0,0 2-1 0,2 13 1 16,4-2 5-16,-3 4-14 0,5 8-10 0,-6-11 4 0,6 11-10 16,0 0-3-16,0 0 5 0,-8 38-2 15,10-10 0-15,1 10-2 0,0 8-2 0,5 3 0 16,3 0 2-16,-5 3 0 0,10 18-1 0,-3-18 3 0,-1 2-7 16,4 14 0-16,-3 2 0 0,-4-24-2 0,5 6 3 15,-7-2 1-15,1 2-21 0,-8-8-19 0,12 4-33 16,-10-8-28-16,-1 0-41 0,3-12-44 0,-9 2-64 15,3-11-42-15,1-3-46 0,-9 1-66 0,2-4-51 16,2-1-77-16,-8-9-315 0,14-3-916 0,-22 0 405 16</inkml:trace>
          <inkml:trace contextRef="#ctx0" brushRef="#br0" timeOffset="2421.7097">2583 6059 80 0,'-45'3'391'0,"12"-1"-29"0,14 0-10 0,3-2 22 16,16 0 43-16,0 0 11 0,0 0-23 0,0 0-27 15,0 0-24-15,119-14-13 0,-26 6-16 0,48-8-8 16,14-8-1-16,6 5 10 0,0-5 10 0,7 1-8 16,1-6-3-16,0 8-10 0,-9 7-39 0,-10-5-23 15,-5 1-25-15,-7 10-25 0,-42-5-17 0,-3 1-31 16,-3 5-28-16,-14-4-29 0,-24 5-17 0,-4 0-20 15,-15 3-12-15,-6-1-45 0,-10 3-4 0,-17 1 0 0,19-3 0 16,-19 3-27-16,0 0-46 0,0 0-8 16,0 0-26-16,0 0-39 0,-74 4-45 0,45 3-64 15,1 5-42-15,-2 1-37 0,-13 6-40 0,4 4-63 0,10-8-71 16,-7 10-386-16,1-3-968 0,13 0 429 0</inkml:trace>
          <inkml:trace contextRef="#ctx0" brushRef="#br0" timeOffset="3062.2587">4525 6534 193 0,'6'9'281'15,"1"-1"-4"-15,-7-8-5 0,14 14-14 0,-6-9-5 16,-8-5-8-16,19 11-22 0,-11-8-7 0,-8-3-7 16,20 10-7-16,-20-10 0 0,19 5-4 0,-19-5 8 15,16 3-1-15,-16-3-1 0,0 0 1 0,22 0-2 16,-22 0 13-16,0 0 2 0,0 0 1 0,0 0-1 15,27-7 4-15,-27 7-5 0,8-11-5 0,-8 11-3 0,11-14-6 16,-6 6 12-16,1-6 6 0,7 5 7 0,-6-6 2 16,5 1 7-16,-3-1 5 0,5-14-5 0,2 4-5 15,-2 1-16-15,12-15-69 0,-11 0-147 0,4 3 0 16,-3 3 0-16,-2 6 0 0,-1 0 0 0,0 1 0 16,-10 9 0-16,0-1 0 0,-3 2 0 0,-6 2 0 15,1 0 0-15,-3 6 0 0,-6 1 0 0,0 1 0 16,-7 3 0-16,-6 3 0 0,-1 4 0 0,1 2 0 15,2 3 0-15,-2 2-195 0,1 2-14 0,9-4-6 16,3 0 3-16,1 2-2 0,7 0 6 0,0 2 7 16,6-4 2-16,0-9 18 0,12 24 17 0,2-14 7 15,5 1 24-15,5 3 5 0,4-3 17 0,4 1 8 0,-2-4 18 16,8 6 20-16,-5-7-9 0,-4 9 12 16,-1-6 6-16,4 5 12 0,-9-1 6 0,7 0 6 15,-1 0 3-15,-4-2-2 0,-3 4 17 0,0 1 3 0,4-7 5 16,-9 3-2-16,2-3 7 0,-5-1 12 0,2 2-13 15,3 0 5-15,-5-3 2 0,2-1 4 16,2 0-4-16,-9-2 3 0,-9-5-6 0,28 8 6 0,-15-7-1 16,-13-1 9-16,24-1 2 0,-24 1 2 0,27-6 10 15,-19-1 12-15,6-2 8 0,-2-2 4 0,-4-4 17 16,3 2 3-16,-4-1 5 0,-4-5 1 0,5-7-7 16,-3 1 6-16,-7 6 2 0,-1-7 2 0,0 8-3 15,-2-2-2-15,-1 2 11 0,-1 4 7 0,4 2 4 16,-2 2-9-16,5 10-12 0,-3-16-9 0,3 16-4 15,0 0-6-15,-5-9-12 0,5 9-3 0,0 0-2 16,0 0-7-16,-7 35 4 0,10-23-9 0,1 7-3 0,1 7 0 16,-3-1 1-16,4 0-12 0,0 1 0 15,-2 0 1-15,7-3-5 0,-2 1-11 0,-1-1-36 16,-2-6-49-16,-1-3-70 0,1-1-80 0,-2-3-64 0,-4-10-75 16,6 10-114-16,-6-10-424 0,0 0-986 0,0 0 437 15</inkml:trace>
          <inkml:trace contextRef="#ctx0" brushRef="#br0" timeOffset="3348.2336">5355 5829 76 0,'-19'-7'453'0,"-2"3"-39"16,2-2-20-16,-1 5-6 0,20 1-5 0,-29 0-8 16,29 0-20-16,0 0-22 0,-22 4-34 0,22-4-22 15,0 0-32-15,0 0-20 0,0 11-10 0,0-11-16 0,0 0-16 16,0 0-19-16,38 6-13 0,-38-6-18 15,33-3-13-15,-33 3-11 0,29-7-13 16,-14 1-12-16,3-4-20 0,-4 0-13 16,-1 0-15-16,-4-3-11 0,4 0-10 0,-7-1-9 15,4 1-3-15,-2-2-12 0,-5 1 3 0,-2-3-9 16,1 3 4-16,-2 1-8 0,0 13-3 0,-2-19-13 16,-2 12-13-16,4 7-18 0,-15-12-16 0,15 12-9 15,-14-3-23-15,14 3-26 0,0 0-22 0,-35 10-29 16,26-2-35-16,-5 7-55 0,1-6-64 0,-6 10-323 15,0-5-724-15,6 2 320 0</inkml:trace>
        </inkml:traceGroup>
        <inkml:traceGroup>
          <inkml:annotationXML>
            <emma:emma xmlns:emma="http://www.w3.org/2003/04/emma" version="1.0">
              <emma:interpretation id="{898D1733-8553-4697-AEA4-44E64127AC02}" emma:medium="tactile" emma:mode="ink">
                <msink:context xmlns:msink="http://schemas.microsoft.com/ink/2010/main" type="inkWord" rotatedBoundingBox="8560,13961 9590,13880 9683,15063 8653,15144"/>
              </emma:interpretation>
              <emma:one-of disjunction-type="recognition" id="oneOf1">
                <emma:interpretation id="interp1" emma:lang="" emma:confidence="1">
                  <emma:literal/>
                </emma:interpretation>
              </emma:one-of>
            </emma:emma>
          </inkml:annotationXML>
          <inkml:trace contextRef="#ctx0" brushRef="#br0" timeOffset="3629.4631">6175 5907 323 0,'8'-7'381'0,"-8"7"-12"0,8-16 19 0,-2 8-7 16,-6 8-13-16,0-13-13 0,0 13-22 0,0 0-22 15,0 0-16-15,0 0-10 0,0 0-10 0,0 0 3 16,0 0-4-16,-51 19-10 0,37-5-8 0,-2 6-14 16,-3 2 4-16,5 3-17 0,-2-1-23 0,-1 0-10 15,3 1-23-15,6 3-8 0,2-2-18 0,-2-1-16 0,6 3-4 16,2-4-14-16,2 4-12 0,6-2-15 15,4 1-10-15,2-5-5 0,5-6-37 0,10 12-48 16,-5-9-67-16,10 2-86 0,6-3-101 0,-2-2-76 0,3-1-102 16,-6-8-151-16,7-3-330 0,-7-1-1005 15,13-2 444-15</inkml:trace>
          <inkml:trace contextRef="#ctx0" brushRef="#br0" timeOffset="3801.3541">6940 6351 224 0,'1'11'469'0,"-1"-11"7"0,2 23 41 0,3-10 24 0,1 1 25 16,2 2 17-16,5 4 16 0,-4-2-5 0,8 7-28 16,1-1-39-16,1 9-47 0,-5-5-48 0,2-2-40 15,-8 0-40-15,3 4-37 0,-8 7-40 0,-5-6-62 16,-10 9-143-16,-6-3-70 0,-15 3-143 0,-8 0-241 16,-22 9-249-16,-8-14-540 0,-21-7-1269 0,-47-3 563 0</inkml:trace>
        </inkml:traceGroup>
        <inkml:traceGroup>
          <inkml:annotationXML>
            <emma:emma xmlns:emma="http://www.w3.org/2003/04/emma" version="1.0">
              <emma:interpretation id="{396F8D68-4989-49BA-9D43-879582175967}" emma:medium="tactile" emma:mode="ink">
                <msink:context xmlns:msink="http://schemas.microsoft.com/ink/2010/main" type="inkWord" rotatedBoundingBox="10956,12571 18101,12010 18277,14249 11132,14810"/>
              </emma:interpretation>
              <emma:one-of disjunction-type="recognition" id="oneOf2">
                <emma:interpretation id="interp2" emma:lang="" emma:confidence="1">
                  <emma:literal/>
                </emma:interpretation>
              </emma:one-of>
            </emma:emma>
          </inkml:annotationXML>
          <inkml:trace contextRef="#ctx0" brushRef="#br0" timeOffset="6115.8053">12310 6190 222 0,'-31'0'456'0,"13"-2"-11"15,18 2 6-15,-28-1-19 0,28 1-18 0,-21-4-6 0,21 4-4 16,0 0-15-16,6-17-16 0,-6 17-18 0,43-26-13 16,1 9-7-16,5-2-4 0,32-12 1 0,1 3-13 15,2-2-19-15,4 2-23 0,-2 0-39 0,-1 2-19 16,-6 0-33-16,-3-4-53 0,1 2-72 0,-7-5-71 15,-16 9-76-15,-2-4-77 0,-2 1-85 0,20-17-73 16,-27 11-74-16,4 0-87 0,-3-5-472 0,12-13-1032 16,-17 11 458-16</inkml:trace>
          <inkml:trace contextRef="#ctx0" brushRef="#br0" timeOffset="5928.3207">12685 5607 152 0,'0'0'508'0,"0"0"-43"16,0 0-36-16,0 0 13 0,0 0 4 0,0 0 7 15,0 0-20-15,17 29-31 0,-9-9-35 0,1 4-22 16,-1 0-26-16,-1 17-14 0,-3-13-14 0,0 14-21 15,-4-1-11-15,-8 3-19 0,1-6-17 0,-7 8-17 16,3-8-5-16,-5 2-14 0,0 1-14 0,2-4-13 16,-2 3-3-16,2-13-24 0,2 1-10 0,-3-1-10 0,1-3-12 15,1 2-3-15,1-3-13 0,2-6-8 0,4 1-49 16,0-8-28-16,4 1 0 0,2-11 0 0,-8 12 0 16,8-12 0-16,-5 9 0 0,5-9 0 0,0 0 0 15,0 0 0-15,0 0 0 0,0 0 0 0,0 0 0 16,21-54 0-16,-7 28 0 0,4-15 0 0,-4-2 0 15,5-3 0-15,1-6 0 0,7-17 0 0,-13 17 0 16,2 3 0-16,2-1 0 0,-3 2 0 0,0-2 0 16,-1 6 0-16,0 2 0 0,-1 7 0 0,-4 4 0 15,5 5 0-15,1 1 0 0,-1 3 0 0,2 1 0 16,-5 6 0-16,1 1 0 0,1 2 0 0,1 2 0 16,-1 0 0-16,4 8 0 0,-1-2 0 0,-16 4 0 15,33 11 0-15,-14 0 0 0,5 5 0 0,-3 9 0 16,5 7 0-16,-2 8 0 0,-3 0 0 0,-4 7 0 15,0-2 0-15,-2-2 0 0,5 4 0 0,-6-4 0 0,1 4 0 16,-3-1 0-16,1-3 0 0,-5 1 0 0,-2-13 0 16,4 5 0-16,1 4 0 0,-7-17 0 0,3-1 0 15,-2-4 0-15,-4 1 0 0,-1-5 0 0,0 5 0 16,-3-8-102-16,3-11-280 0,-11 19-58 0,-3-12-75 16,-1-4-71-16,-11-2-442 0,-3-2-1114 0,-9-9 494 15</inkml:trace>
          <inkml:trace contextRef="#ctx0" brushRef="#br0" timeOffset="6631.4108">13970 4569 574 0,'-45'-41'251'0,"4"5"27"0,0 9 1 0,2-3-8 15,2 5 6-15,14 8 9 0,2 3 16 0,2 3 15 0,6-1 14 16,4 3-9-16,1 2-5 0,8 7-18 0,-8-12-14 16,8 12-14-16,11-15-1 0,8 5 0 0,22-5-9 15,10-1 0-15,9 2 1 0,25-9-4 0,10-5 9 16,43-6 2-16,-6 7 3 0,6-9 3 0,6 7-9 15,-8-2-22-15,6-1-21 0,-5 9-90 0,-43 6-133 16,2 1 0-16,-9 6 0 0,-3 2 0 0,-31 2 0 16,-2 6-379-16,-8-6-923 0,-15 5-1411 0,-28 1 624 15</inkml:trace>
          <inkml:trace contextRef="#ctx0" brushRef="#br0" timeOffset="6459.5572">14132 4413 4513 0,'2'-19'259'0,"4"4"-117"0,-1-3 5 0,3 3 34 15,1-2 16-15,4 4 16 0,-2 0 1 0,3 1-1 16,-3 4-19-16,4-2-8 0,-3 7-3 0,-12 3-10 16,21-1-6-16,-21 1-3 0,30 10-1 0,-16 1-5 15,2 4-4-15,0 9-4 0,4 10-3 0,-6 8-4 0,-1 0-13 16,-2 3-130-16,-5 6 0 0,6-3 0 15,-9 1 0-15,1 6 0 0,0-4 0 0,-1 1 0 16,-3-1 0-16,3 1 0 0,3-3 0 0,-4-2 0 0,4-2 0 16,-4 3 0-16,-2-5 0 0,0-9 0 0,-2-3 0 15,4-5 0-15,-4-1 0 0,2-10 0 0,2-1 0 16,2-3 0-16,-4-11 0 0,2 15 0 0,-2-15-32 16,0 0-269-16,-9 8-29 0,9-8-16 0,0 0 2 15,0 0-7-15,-34-34 4 0,20 9-10 0,-2 1-17 16,-6-18-19-16,2-1-39 0,-2-3-332 0,-12-18-828 15,-7-2 366-15</inkml:trace>
          <inkml:trace contextRef="#ctx0" brushRef="#br0" timeOffset="4946.9832">8531 6140 38 0,'-15'8'439'0,"15"-8"-31"15,0 0-10-15,0 0-2 0,0 0-14 0,0 0-11 0,0 0-24 16,0 0-30-16,71-9-33 0,-38 3-15 0,11-2-16 16,10 0-14-16,-4-5-6 0,28-1-8 15,-21 2-4-15,28-11-15 0,4 9-11 0,-4-5-21 0,-3-2-16 16,5 1-18-16,-2 3-23 0,1 1-48 0,-3 1-74 16,1 1-81-16,2-2-75 0,-6 2-84 0,-24 9-94 15,4-9-123-15,-5 4-302 0,0 1-827 0,1-5 366 16</inkml:trace>
          <inkml:trace contextRef="#ctx0" brushRef="#br0" timeOffset="4731.6518">9091 5556 4331 0,'3'-7'275'0,"-3"7"-155"0,0 0-68 15,0 0-17-15,0 0 9 0,0 0 23 0,0 0 32 16,0 0 30-16,0 0 8 0,14 37 5 0,-14-13-1 15,-3 3 2-15,1 3 4 0,-2 7-9 0,-3 4 10 16,7-3-2-16,-3 4-9 0,-3-4-1 0,0 7-10 16,-2-5-24-16,3 4 3 0,-3-7-8 0,2 4-4 15,-1-4-13-15,-1 0-14 0,2-5 13 0,0-5-10 0,-2-4-17 16,2 2-1-16,-2 1-16 0,1-1 6 16,4-8-8-16,0-3-1 0,2-2 0 0,-4-3-4 15,5-9-10-15,-5 16 22 0,5-16 20 0,-5 8-8 0,5-8 2 16,0 0-15-16,0 0 2 0,0 0-3 0,10-53-4 15,-4 27-5-15,7-14-9 0,-1-5 12 0,3-5-6 16,-6-3-18-16,5 1 4 0,4-3-12 0,-7 5 0 16,9-20 0-16,-5 22 0 0,5 0 0 0,1 1 0 15,-1 3 0-15,-4 3 0 0,3 4 0 0,0-1 0 16,-2 2 0-16,1 14 0 0,-7-3 0 0,3 2 0 16,0 4 0-16,-1 5 0 0,-4 4 0 0,4 0 0 0,0 2 0 15,-4 5 0-15,-9 3 0 0,0 0 0 0,44 8 0 16,-26 10 0-16,4 5 0 0,2 8 0 0,1 4 0 15,-5 14 0-15,1 3 0 0,7 15 0 0,-7 2 0 16,1-2 0-16,-1-15 0 0,4 17 0 0,-9-19 0 16,4 20 0-16,2-4 0 0,-14-13 0 0,10-1 0 15,-4-6 0-15,-3 1 0 0,3 2 0 0,-1-8 0 16,-5 0 0-16,-2-12 0 0,2 0 0 0,-2-3 0 16,-4-7 0-16,3-4 0 0,-4 0 0 0,2-5 0 15,2-3 0-15,-5-7 0 0,0 0 0 0,0 0-152 16,-14 11-208-16,14-11-38 0,0 0-31 0,-43-21-40 0,18-1-56 15,-10 0-452-15,2-9-1057 0,-7-3 467 0</inkml:trace>
          <inkml:trace contextRef="#ctx0" brushRef="#br0" timeOffset="5431.5342">10472 6163 337 0,'-47'22'372'0,"6"-1"-18"0,9-8-12 0,16-3-3 0,2-2-4 15,4-1 7-15,10-7 4 0,-3 16-5 0,3-16-23 16,21 14-22-16,-1-13-20 0,21 5-26 0,10-1-15 16,27-9-18-16,5-3-10 0,7 6-23 0,0-3-21 15,5-7-19-15,0 7-18 0,0-9-43 0,3 4-64 16,-6-5-89-16,4 2-84 0,-3-2-90 0,-4 8-100 16,-1-8-120-16,1-4-261 0,-2-1-786 0,3 0 347 15</inkml:trace>
          <inkml:trace contextRef="#ctx0" brushRef="#br0" timeOffset="5240.7415">10464 5944 28 0,'-11'7'402'0,"11"-7"-17"0,0 0-18 15,0 0 8-15,0 0-7 0,0 0-9 0,0 0-5 16,0 0-8-16,0 0-14 0,0 0-14 0,0 0-21 16,52-6-10-16,-25 1-16 0,3 3-15 0,2-4-13 15,14-7-25-15,3 8-16 0,1-2-21 0,4 0-20 16,1 2-16-16,1-1-20 0,-1-1-25 0,-1 1-47 15,-1 0-57-15,-2 1-83 0,-2 0-79 0,-8 0-60 0,-11 5-75 16,-3-4-84-16,-7 4-449 0,-4-7-904 0,-16 7 400 16</inkml:trace>
        </inkml:traceGroup>
        <inkml:traceGroup>
          <inkml:annotationXML>
            <emma:emma xmlns:emma="http://www.w3.org/2003/04/emma" version="1.0">
              <emma:interpretation id="{95DDC2D5-16E8-48C2-9293-1197D096FAA8}" emma:medium="tactile" emma:mode="ink">
                <msink:context xmlns:msink="http://schemas.microsoft.com/ink/2010/main" type="inkWord" rotatedBoundingBox="21042,12696 26717,12250 26869,14191 21194,14637"/>
              </emma:interpretation>
              <emma:one-of disjunction-type="recognition" id="oneOf3">
                <emma:interpretation id="interp3" emma:lang="" emma:confidence="1">
                  <emma:literal/>
                </emma:interpretation>
              </emma:one-of>
            </emma:emma>
          </inkml:annotationXML>
          <inkml:trace contextRef="#ctx0" brushRef="#br0" timeOffset="174210.7384">21040 4945 92 0,'0'0'355'0,"-11"7"-28"0,11-7-12 0,0 0-6 15,0 0-4-15,0 0-9 0,0 0 0 0,0 0-15 16,0 0-20-16,56 3-9 0,-25-5-11 0,9-5-10 16,7-1-13-16,2-1-12 0,2-1-19 0,-1 2-20 15,9 0-17-15,-7-3-14 0,3 2-15 0,2 2-11 16,-8-5-19-16,0 7-43 0,-6-1-43 0,-1-2-55 16,-13 5-42-16,-1-4-42 0,-7 7-43 0,-7-2-49 0,-14 2-51 15,0 0-41-15,29 5-303 0,-29-5-673 16,0 0 297-16</inkml:trace>
          <inkml:trace contextRef="#ctx0" brushRef="#br0" timeOffset="174398.2507">21091 5290 120 0,'-10'11'271'16,"6"-4"11"-16,4-7 10 0,0 12 10 0,0-12-8 15,0 0-7-15,19 7-14 0,-19-7-6 0,30 2-23 16,-30-2-18-16,41-3-25 0,-13 3-17 0,1-3-24 15,4 0-6-15,-1-4-17 0,10 2-4 0,1-2-33 16,-2 0-7-16,2-4-4 0,-2 6-15 0,1-4-20 0,1-3-34 16,4 4-38-16,-4-7-30 0,8 5-39 15,-4 5-53-15,2-2-65 0,8-2-92 0,-6-1-280 16,4 4-626-16,3-2 277 0</inkml:trace>
          <inkml:trace contextRef="#ctx0" brushRef="#br0" timeOffset="172945.1972">19115 4583 69 0,'-33'-5'331'0,"-2"4"-14"0,-4 1-2 0,6 0-4 16,-11 1-1-16,-1 4 10 0,6 0-4 0,-2 5-17 0,7-4-14 15,3 6-13-15,2 4-13 0,3 0-18 0,-1 0-18 16,3 7 5-16,5-1-7 0,-8 12-15 0,0-1-7 16,13 7-13-16,0-6-12 0,4 3-16 0,2-6-12 15,2 9-11-15,6 3-8 0,-5-5-11 0,10-9-8 16,3 8-8-16,0-9-9 0,0-2-6 0,4-1-2 16,1-1-5-16,3-1-1 0,3-4 1 0,-2-5-9 15,4-2-2-15,1 1 0 0,5-1-6 0,1-10 3 16,1 3-5-16,2-5-4 0,1-5-4 0,0-1-2 15,-1-2-5-15,4 1 4 0,4-5-2 0,-10-1-3 16,-2 1-2-16,-2-4-2 0,2-1-6 0,1-4 1 16,-6 1 0-16,4-9-7 0,-6 6 11 0,-4-3-13 0,0 0-5 15,4-9-2-15,-7 8-5 0,-3 0 4 0,1-1-1 16,-3-3-2-16,-4 2-3 0,-1 3 16 0,4-3-16 16,-6 6 4-16,6-3-6 0,-7 1 5 0,0 7 4 15,0-2-1-15,0 6-1 0,0-4 13 0,3 8 3 16,-3 10 7-16,0-20 6 0,0 20-3 0,-5-11 0 15,5 11-8-15,0 0-9 0,-5-15-4 0,5 15-10 16,0 0-2-16,0 0 3 0,0 0 1 0,0 0-3 0,0 0-3 16,-1 41-2-16,1-17 3 0,0-1-7 15,-2 4 5-15,4 6-4 0,-1-4-3 0,-1 11-1 16,5-2 6-16,-3 6-2 0,1-9-7 0,0 12-8 0,5-7-24 16,-2 1-41-16,-1-5-49 0,-2 2-64 0,3-8-73 15,2-2-72-15,3-1-75 0,-1 0-80 0,1 2-533 16,5-7-1107-16,-4-8 490 0</inkml:trace>
          <inkml:trace contextRef="#ctx0" brushRef="#br0" timeOffset="173304.5463">19650 5168 153 0,'0'0'368'0,"-10"-9"-10"0,10 9 19 0,-5-15 22 0,1 6-6 15,4 9-10-15,-2-18-10 0,2 18-10 0,-6-16-18 16,6 16-10-16,-2-10-4 0,2 10-10 0,0 0-5 16,-5-12-21-16,5 12-22 0,0 0-15 0,0 0-29 15,0 0-21-15,0 0-9 0,0 0 4 0,0 0 1 16,0 0-3-16,0 0-1 0,-3 58-14 0,3-35-10 0,0 4-5 15,-3 5-15-15,3-5-16 0,5 14-14 16,-5-12-15-16,0 0-71 0,0 0-40 0,1 1 0 0,3 8 0 16,-3-8 0-16,1 2 0 0,-1-1 0 15,2-2 0-15,-1 0 0 0,-2-3 0 0,2-4 0 16,-2 1-21-16,-2 2-264 0,2-8-66 0,0-3-60 0,-2-2-58 16,-2-3-73-16,4-9-477 0,0 12-1104 0,0-12 489 15</inkml:trace>
          <inkml:trace contextRef="#ctx0" brushRef="#br0" timeOffset="173820.1369">20127 5405 318 0,'-25'0'346'0,"25"0"-19"0,0 0-5 16,-23-12 1-16,23 12-6 0,-12-12-22 0,7 5-19 16,5 7-19-16,-14-25-17 0,11 15-11 0,0-2-16 15,-1-3-8-15,3 4-11 0,-1-8-6 0,4 5 0 16,3-4-17-16,1 2-8 0,-1 1-10 0,4-1-9 16,2 3-16-16,2-3-9 0,1 2-8 0,0 3-8 15,2 0-8-15,-2 0-10 0,5 3-12 0,0 0-2 16,-3 2-10-16,-3 1-4 0,-13 5-6 0,23-2-6 0,-23 2-12 15,0 0-2-15,29 16-4 0,-21-3-6 0,-4 2-4 16,-2 6-2-16,-4 2-7 0,-5 6-8 16,-6 8-15-16,-1 5-8 0,-7-6-10 0,1 6-9 0,-3-2-6 15,1 1-7-15,-5-1 0 0,1-3 4 0,3 0-5 16,-5-4 9-16,6-4-3 0,-3 3 7 0,9-8 5 16,2-5 2-16,-2 0 13 0,5-3-2 0,3-6 4 15,0 4 2-15,2-6 12 0,6-8 28 0,-7 12 28 16,7-12 21-16,0 0 14 0,11 13 11 0,-11-13 14 15,22 1 6-15,-22-1 10 0,35 0-2 0,-6-4-3 16,-2 1 2-16,4 1-9 0,-2 0-1 0,4-1-6 16,0-2-13-16,2 1-7 0,4 4-5 0,-6-1-12 15,-3 0-6-15,2 1-9 0,-3-1 0 0,-3 1 6 16,-7 0-21-16,-19 0-7 0,41 0-21 0,-22 0-38 16,-19 0-60-16,27-4-62 0,-27 4-80 0,32-3-57 0,-18-1-86 15,-3 0-109-15,-11 4-471 0,27-15-1030 0,-13 3 455 16</inkml:trace>
          <inkml:trace contextRef="#ctx0" brushRef="#br0" timeOffset="175007.5563">22839 4653 226 0,'0'0'358'0,"-17"-16"-5"0,17 16-12 16,-16-5-15-16,16 5-22 0,-21-4-6 0,21 4-4 15,-27 4-21-15,27-4-13 0,-36 10-4 0,14 4-16 0,-3 2-1 16,1-1-6-16,2 5-8 0,-4 1-11 0,-2 5-11 16,7-4-14-16,-7 8-15 0,12-9-18 0,-3 4-14 15,2-5-6-15,3 3-15 0,1 1-12 0,0-4-13 16,7-1-7-16,3 6-10 0,-2-6-4 0,5 0 3 15,0-1-17-15,8-2-4 0,5 8-5 0,-1-3-5 16,1-9-1-16,3 3-6 0,4 0-2 0,4 0-5 16,1-6-4-16,1-4 0 0,0 1 4 0,-5-4-9 15,6 1-3-15,0-3-1 0,-2 0-5 0,2-5 3 16,-5-5-2-16,-1 6 1 0,5-2-1 0,-10-6-3 16,8 0-3-16,-10-2 0 0,0 0 4 0,-4 0-6 15,6-9 0-15,-4 1-1 0,-1-3-2 0,-3-2 12 16,0-2-11-16,-2 2-2 0,-2 0 0 0,-1 1 0 0,-6 0-1 15,3 9 5-15,0-1 0 0,-2 0 7 16,2 4 3-16,-2-3 1 0,2 17 5 0,-4-16 4 16,4 16 3-16,0-16 2 0,0 16-10 0,0-10 12 0,0 10-19 15,0 0-1-15,0 0-8 0,-2-13 6 0,2 13-2 16,0 0-5-16,0 0 0 0,0 0-2 0,0 0 1 16,0 0-1-16,0 45 6 0,2-31-10 0,1 1 3 15,-3 4 0-15,1 1 3 0,3 3-8 0,2 4 7 16,0-1-1-16,-4 1-4 0,4 1-2 0,0-1-6 15,-4 3-18-15,9-3-32 0,-5 4-40 0,-2-5-54 16,2 2-72-16,-1-1-50 0,-2 0-55 0,-3-2-84 16,5-6-105-16,-4-4-327 0,-1-4-916 0,0-11 406 15</inkml:trace>
          <inkml:trace contextRef="#ctx0" brushRef="#br0" timeOffset="175460.6503">23194 5276 117 0,'-36'-23'382'0,"36"23"-18"0,0 0-8 0,14-22-7 16,-6 15 0-16,-1-2-12 0,7 2-8 0,0-7-19 16,0 10-22-16,5-4-24 0,-3 1-16 0,1-1-18 15,1 4-15-15,1 0-17 0,1 1-7 0,-2-4-20 16,-1 3-7-16,0 1-17 0,-17 3-15 0,29-2-11 15,-29 2-11-15,27 5-7 0,-27-5-10 0,16 11-2 16,-12-4-11-16,3 7-8 0,-6 0-4 0,-2 2-6 16,-4-3-4-16,-1 5-9 0,-2 8-4 0,-2 0-7 0,-7 3-3 15,-5 5 0-15,-2-1-8 0,-1-3 0 0,-12 5-5 16,7-4-3-16,-8-2 0 0,2-2-2 16,0 2-3-16,2-7 0 0,6-3-3 0,0-1 1 15,5-3-6-15,3-2 5 0,4-4-8 0,2 2 3 0,3-3-1 16,11-8-2-16,-14 11 2 0,14-11 8 0,0 0-1 15,0 0 0-15,0 0 6 0,0 0-1 0,34 3 0 16,-34-3 4-16,49-11 9 0,-6 3 7 0,-2 0 11 16,10-2 20-16,4-1 28 0,-1-3-8 0,-4 9-5 15,4-10-9-15,0 5-9 0,-7 3 7 0,-3-1-23 16,5 1-7-16,-1 0 7 0,-5-1-35 0,-13 4-41 16,1-3-51-16,-7 2-66 0,-4-1-71 0,1 3-54 15,1-2-49-15,-5 1-57 0,1-3-65 0,-1 4-80 16,-6-3-308-16,4-2-895 0,-3-3 397 0</inkml:trace>
          <inkml:trace contextRef="#ctx0" brushRef="#br0" timeOffset="175759.7635">24203 4892 157 0,'-19'-7'423'16,"19"7"-17"-16,0 0-17 0,-13-9-10 0,13 9-8 0,0 0-13 16,0 0-12-16,0 0-8 0,0 0-8 15,0 0-7-15,-24 27 1 0,26-14-5 0,0 6-5 16,4 6-7-16,0 3 6 0,2 12-11 0,-1 4-13 0,0 7-14 16,0 0-19-16,-7 2-12 0,4 21-21 0,-2-20-11 15,0 16-18-15,-9 2-15 0,6-17-18 16,-2 15-15-16,-1-18-14 0,-2 0-11 0,3 0-61 0,-2-5-60 15,4-2 0-15,-6 0 0 0,1-4 0 0,4-10 0 16,-2-4 0-16,4-1 0 0,-2 0-93 0,4-12-271 16,-9 3-125-16,10-1-151 0,-6-7-462 0,3-9-1192 15,0 0 528-15</inkml:trace>
        </inkml:traceGroup>
      </inkml:traceGroup>
      <inkml:traceGroup>
        <inkml:annotationXML>
          <emma:emma xmlns:emma="http://www.w3.org/2003/04/emma" version="1.0">
            <emma:interpretation id="{64EB5ECD-0491-4B92-B875-FC440E525789}" emma:medium="tactile" emma:mode="ink">
              <msink:context xmlns:msink="http://schemas.microsoft.com/ink/2010/main" type="line" rotatedBoundingBox="10607,14797 29580,15569 29437,19084 10465,18312"/>
            </emma:interpretation>
          </emma:emma>
        </inkml:annotationXML>
        <inkml:traceGroup>
          <inkml:annotationXML>
            <emma:emma xmlns:emma="http://www.w3.org/2003/04/emma" version="1.0">
              <emma:interpretation id="{1E0AF545-2E53-41C5-B7E4-BE1339A57CD9}" emma:medium="tactile" emma:mode="ink">
                <msink:context xmlns:msink="http://schemas.microsoft.com/ink/2010/main" type="inkWord" rotatedBoundingBox="10607,14797 18643,15124 18500,18639 10465,18312"/>
              </emma:interpretation>
              <emma:one-of disjunction-type="recognition" id="oneOf4">
                <emma:interpretation id="interp4" emma:lang="" emma:confidence="1">
                  <emma:literal/>
                </emma:interpretation>
              </emma:one-of>
            </emma:emma>
          </inkml:annotationXML>
          <inkml:trace contextRef="#ctx0" brushRef="#br0" timeOffset="145069.7052">11526 8656 4679 0,'-1'14'469'0,"-1"0"-272"0,-3-3-74 0,5-11 8 16,7 15 18-16,-7-15 22 0,14 15 12 0,0-8 10 15,0-6-13-15,5 3 7 0,10-1-32 0,-6-4-5 0,23 1-23 16,-1-2-1-16,4-2-20 0,0-6-12 0,-7 5-6 16,4-6-56-16,-6 3-80 0,-9 4-73 0,-6-2-96 15,2 1-77-15,-12 2-71 0,-1-2-80 0,-14 5-90 16,17-6-385-16,-17 6-996 0,0 0 441 0</inkml:trace>
          <inkml:trace contextRef="#ctx0" brushRef="#br0" timeOffset="145179.072">11461 9084 451 0,'-34'23'463'0,"12"-4"-38"0,6-3-14 0,5 0-6 16,4-5-7-16,6 0-9 0,1-11-7 0,6 18-16 15,10-14-26-15,11 3-29 0,15-7-32 0,14-3-25 0,26-8-31 16,5-7-18-16,12-1-20 0,39-13-25 0,-45 8-52 16,-1 3-103-16,1-9-170 0,-12 9-219 0,-9-3-485 15,0-1-941-15,-19 2 417 0</inkml:trace>
          <inkml:trace contextRef="#ctx0" brushRef="#br0" timeOffset="152647.346">12116 7960 381 0,'-8'-27'369'0,"8"-1"-36"16,5-2-11-16,6-8-16 0,9 6-16 0,5-1-21 0,4 3-25 15,6-2-18-15,6 4-27 0,8-1-15 16,1 3-16-16,6 4-26 0,16-8-11 0,-18 12-13 16,5 1-39-16,-9 7-37 0,4-3-53 0,-5 12-50 0,-3-1-63 15,-2 5-69-15,-12 4-92 0,-6 3-237 0,-3 5-565 16,-3 3 251-16</inkml:trace>
          <inkml:trace contextRef="#ctx0" brushRef="#br0" timeOffset="152397.3674">12565 8019 78 0,'-2'-25'372'0,"2"6"-6"0,2 2-12 0,-2-1 4 16,0-3 5-16,0 7 6 0,0-3 0 0,0 4-11 15,0 13-14-15,0-15-15 0,0 15-16 0,0-18-21 0,0 18-24 16,0-8-18-16,0 8-21 0,0 0-19 0,0 0-3 15,0 0-8-15,0 0 11 0,0 0 11 16,4 54-2-16,-1-17-2 0,4 11 6 0,1-1-15 0,0 8-5 16,3 15-3-16,-3 5-6 0,4 5-10 15,-2-9-5-15,-4 8-4 0,5 0-45 0,-8-1-130 0,5 6 0 16,-3-5 0-16,3 3 0 0,-2-3 0 0,-3-1 0 16,2-3 0-16,0 2 0 0,-2-2 0 0,0-22 0 15,5 22 0-15,-8-23 0 0,3 1 0 0,2-2 0 16,-2-3 0-16,2-3 0 0,0 3 0 0,-2-4 0 15,1-6 0-15,0 2 0 0,-1-10 0 0,-2-4 0 16,1 0 0-16,-1 0 0 0,3 0 0 0,-4-8 0 16,3 0 0-16,0 1 0 0,-3-2 0 0,0-5 0 15,0 0 0-15,0-12 0 0,0 18 0 0,0-18 0 16,3 14 0-16,-3-14 0 0,0 11 0 0,0-11 0 0,0 0 0 16,0 0 0-16,2 10 0 0,-2-10 0 0,0 0 0 15,0 0 0-15,0 0 0 0,33-5 0 16,-33 5 0-16,28-4 0 0,-9 1 0 0,3-2 0 0,2-4 0 15,6-1 0-15,2 3 0 0,14-2 0 0,-2-5 0 16,-1-4 0-16,-1 4-251 0,6-3-79 0,1 0-24 16,-4 1-25-16,4 0-20 0,-3 0-27 0,-1-3-29 15,0-2-45-15,-11-4-350 0,3 2-921 0,-5-3 409 16</inkml:trace>
          <inkml:trace contextRef="#ctx0" brushRef="#br0" timeOffset="153225.4669">13377 8274 8 0,'0'0'453'0,"0"0"-10"15,-27-30-4-15,27 30-3 0,-11-12-8 0,11 12-22 16,-11-10-30-16,11 10-28 0,-19-3-28 0,19 3-24 16,-22 0-23-16,22 0-25 0,-33 11-9 0,18 0-13 15,-7 1-14-15,-3 7-13 0,1 2-7 0,-6 5-7 16,10-3-11-16,-4 0-14 0,-6 8-11 0,9-8-12 0,6 2-10 16,-1 4-10-16,-3 2-12 0,6-2-7 15,2-2-8-15,2-1-6 0,7-1-6 0,4 3-6 16,1-1 6-16,5-1-18 0,1-4-8 0,9 4-6 0,-1-7 1 15,-1 2-9-15,8 1 10 0,-4-5-21 0,5-1 13 16,4-4-17-16,-2-1-1 0,1-3 0 0,1 0-6 16,-1-4 5-16,-1-2-6 0,1-2 0 0,1-3-5 15,-10-3 1-15,-2-3-1 0,2 1 3 0,3-10-8 16,-1 0 4-16,-7-4-2 0,-1 6-3 0,-7-22-2 16,3-2 3-16,-2 3-1 0,-7-6-3 0,0 0 7 15,-2 1 7-15,-3-1-10 0,-1 3-3 0,-3-3 4 16,2 6 12-16,1 7-12 0,3 2 4 0,-2 3 2 15,-1-3 4-15,6 9 22 0,-7 1 3 0,7 3 8 16,-3 3 6-16,-1 2-7 0,4 10-2 0,-4-18-11 16,4 18-23-16,-4-8-12 0,4 8 0 0,0 0 0 0,0 0 0 15,4 37 0-15,0-17 0 0,0 8 0 16,3 9 0-16,-3 4 0 0,1 3 0 0,6 1 0 16,-3-1 0-16,2 4 0 0,1-4 0 0,0 0 0 0,0 7 0 15,-2-6-108-15,-2 1-85 0,0-3-52 0,1-4-65 16,-1 1-63-16,-1-1-65 0,2-8-78 15,-5-3-486-15,0-2-1085 0,5-5 480 0</inkml:trace>
          <inkml:trace contextRef="#ctx0" brushRef="#br0" timeOffset="153631.7071">14028 9065 401 0,'0'0'446'16,"-8"-9"15"-16,8 9 7 0,-6-9-4 0,6 9-19 0,0 0-18 15,-8-11-44-15,8 11-31 0,0 0-32 0,0 0-30 16,0 0-23-16,0 0-8 0,0 0-3 0,0 0-16 16,0 0-1-16,0 0-10 0,0 47-7 0,0-23-5 15,0 4 3-15,0 2-19 0,-2 11-6 0,2 3-3 16,0-3-7-16,0 4-3 0,0 2-17 0,2 2-12 15,-2-2-5-15,0-2-8 0,0 3-116 0,-2 2-24 16,-2 3 0-16,2-1 0 0,-3 2 0 0,2-7 0 16,2 8 0-16,-4-7 0 0,-2-2 0 0,-7 3 0 15,2-4 0-15,-3-1 0 0,1-2 0 0,3-6 0 16,-5-7 0-16,-1 4 0 0,3-10 0 0,1 0 0 16,-6-5 0-16,5-2 0 0,-2-2 0 0,-1-6 0 0,-2-2 0 15,0-2 0-15,-3-4 0 0,-5-7 0 0,3-4 0 16,-4 0-119-16,-9-6-133 0,9 0-40 15,-7-12-15-15,7-1-16 0,-2 1-6 0,1-1-1 0,10 9-14 16,-1-3-13-16,1-9-7 0,3 7-15 0,3-11-21 16,5-3-28-16,8 10-234 0,-4-17-716 0,8 5 317 15</inkml:trace>
          <inkml:trace contextRef="#ctx0" brushRef="#br0" timeOffset="153959.7907">13824 8677 1 0,'0'-14'415'0,"0"14"-23"0,-6-12-18 15,6 12-5-15,0 0-17 0,0 0-6 0,0 0-15 16,0 0-24-16,0 0-16 0,0 0-23 0,0 0-3 16,-22 32-15-16,22-32-15 0,0 13-16 0,0-13-11 0,3 14-10 15,-3-14-15-15,0 0-16 0,9 19-7 0,-9-19-12 16,7 8-13-16,-7-8-8 0,0 0-13 0,15 2-9 15,-15-2-11-15,0 0-8 0,0 0-9 0,27-21-9 16,-19 9-6-16,0 2-4 0,-2 3-9 0,2-8 0 16,-3 3-12-16,1-4-5 0,-4 2-7 0,0 1-3 15,-2 1-8-15,0 12-7 0,-2-21-8 0,-3 13-11 16,5 8-11-16,-11-23-12 0,3 16-13 0,8 7-21 16,-20-8-26-16,20 8-25 0,-27 0-24 0,27 0-28 15,-33 11-26-15,17-7-35 0,0 8-38 0,-1 1-58 16,1-5-69-16,0 7-351 0,-1-4-812 0,6 5 360 15</inkml:trace>
          <inkml:trace contextRef="#ctx0" brushRef="#br0" timeOffset="154303.5164">14393 8752 20 0,'0'0'453'0,"27"-6"-11"16,-27 6-14-16,0 0-5 0,0 0-13 0,0 0-20 16,14 8-29-16,-14-8-16 0,0 0-16 0,2 14-10 15,-2-14-20-15,-3 20-14 0,-1-6 11 0,1 2-15 16,2 1-18-16,-2 3-15 0,-1 9-4 0,1-2-2 16,-1 5-16-16,0 3-1 0,4 7-20 0,-6-5-12 15,4 4-16-15,1 1-19 0,-4 2-11 0,10-4-17 16,-5 0-13-16,-2 0-3 0,4-5-14 0,1 2-10 0,2-5-22 15,-4-5 0-15,6-1-2 0,1 0-37 0,-5-8-29 16,5 1 0-16,1-6 0 0,5 3 0 0,1-4 0 16,-1-4 0-16,11-1 0 0,-3-3 0 0,7-4 0 15,-1-5 0-15,5-4 0 0,8-8 0 0,-4-1-171 16,-3-4-72-16,-3-4-60 0,5-4-42 0,-9-7-46 16,-7 0-45-16,-4-10-69 0,-2 5-462 0,-9-12-1046 15,-3-18 463-15</inkml:trace>
          <inkml:trace contextRef="#ctx0" brushRef="#br0" timeOffset="154615.9939">14491 8385 233 0,'-20'-8'344'0,"5"5"-15"0,-5-1-7 0,4-1 7 0,16 5-5 16,-28 0 2-16,28 0 1 0,-29 10-9 16,15-1-21-16,1-4-11 0,1 7-21 0,4 2-4 15,0-1-3-15,0 2-7 0,2 1-19 0,6-1-13 0,-5 0-10 16,3 0-7-16,2 3-4 0,2-3-24 0,1-1-11 15,-3-14-10-15,6 19-13 0,-1-8-1 0,0 0-18 16,3-3-8-16,-8-8-5 0,19 11-20 0,-10-9-3 16,-9-2-7-16,25-2-4 0,-25 2-11 0,35-8-8 15,-21-2 1-15,4-2-4 0,-6 4-15 0,0-5-1 16,-3 0-3-16,-1-1-14 0,-2-1-10 0,-1-2-6 16,-2 3-9-16,-3 0-17 0,0 0-13 0,-1-4-14 15,-6 5-10-15,1-1-11 0,0 7-23 0,-5-8-30 0,-5 11-27 16,1-3-20-16,0 0-31 0,0 3-27 15,15 4-21-15,-36-5-22 0,17 6-25 0,-9 4-44 16,7-5-45-16,1 4-375 0,2-2-825 0,18-2 364 0</inkml:trace>
          <inkml:trace contextRef="#ctx0" brushRef="#br0" timeOffset="155162.8632">14569 7135 123 0,'-21'-7'454'0,"21"7"-26"0,-9-7-6 15,9 7-5-15,0 0-19 0,0 0-17 0,0 0-20 16,0 0-26-16,0 0-15 0,42-17-17 0,-15 11-7 15,5 4-8-15,15-7-10 0,-4 2-20 0,6-1-31 16,0 0-18-16,-7 1-23 0,7 1-16 0,0 1-19 16,-6-2-8-16,0-4-25 0,-10 8-7 0,-3-1-12 15,-2-1-12-15,-1 2 4 0,-6-1-21 0,-1 3-7 0,-20 1-4 16,37 1-4-16,-23 3 1 0,6-1 2 0,-4 2-1 16,2 6 5-16,2 7 6 0,-2 0 16 15,2 5 6-15,5 10 8 0,-2 8 5 0,0 6 6 0,-2 2 8 16,4 17-4-16,0 11 8 0,1 6 10 0,1 5-108 15,-4 40-23-15,14 3 0 0,-11 0 0 0,0-2 0 16,-1-1 0-16,2 2 0 0,0-1 0 0,1-3 0 16,2 2 0-16,-9-38 0 0,7 32 0 0,-9-33 0 15,-1 36 0-15,-4-41 0 0,-3 0 0 0,-2 1 0 16,-2-4 0-16,-1-4 0 0,-4-4 0 0,1-17 0 16,0 17 0-16,-5-20 0 0,-2 3 0 0,-1-4 0 15,0 0 0-15,-1-5 0 0,-1 2 0 0,-7-6 0 0,6-2 0 16,2-9 0-16,-8 10 0 0,1-15 0 15,4 2 0-15,-10 4 0 0,-2-11 0 0,-7 12 0 16,-1-7 0-16,-7-2 0 0,0 0 0 0,-13-5 0 0,-8-4 0 16,-24-4 0-16,-6 0 0 0,-16-6 0 0,9-6 0 15,-3-5 0-15,12-4 0 0,-2-3 0 0,-8-7 0 16,24-5 0-16,-13-5 0 0,12-6-490 0,8-5-794 16,3-7-1390-16,12 15 614 0</inkml:trace>
          <inkml:trace contextRef="#ctx0" brushRef="#br0" timeOffset="142318.6254">7981 8143 100 0,'-1'-27'314'0,"4"1"-27"0,6-1-16 0,1-3-12 16,3-6-7-16,2 2-20 0,7-3-18 0,1 4-14 0,3 0-23 15,6 7-20-15,1-6-19 0,2 4-13 0,5 3-16 16,-4 2-10-16,5 9-18 0,-3-8-35 0,1 7-33 16,-10 3-43-16,-1 5-50 0,2 1-43 0,2 2-54 15,-15 7-267-15,2 1-481 0,2 3 212 0</inkml:trace>
          <inkml:trace contextRef="#ctx0" brushRef="#br0" timeOffset="142068.6309">8497 7619 320 0,'-16'-12'354'0,"8"6"-3"15,8 6-7-15,-16-7 10 0,16 7 3 0,-14-12 1 16,14 12-13-16,-13-2-22 0,13 2-22 0,0 0-28 16,-16-6-23-16,16 6-6 0,0 0-14 0,0 0 9 15,-11 31-10-15,10-13-2 0,1 9-4 0,0 1-10 16,1 12-7-16,-1 4-3 0,2 5-6 0,3 1-10 0,-4 3-5 16,4 0-12-16,-3 23-4 0,2-4 7 0,-4-2-26 15,3-18-5-15,-3 22-9 0,0-21-9 16,0 19-10-16,0-27-5 0,0 11-13 0,0-1 1 0,0-4-17 15,5 1-10-15,-3-8-10 0,-2 1-60 0,5 0 0 16,-5-3 0-16,0-3 0 0,0-11 0 0,0 3 0 16,0-3 0-16,-4-4 0 0,4-5 0 0,0-2 0 15,0 0 0-15,0-1 0 0,0 0 0 0,-1-6 0 16,1-10 0-16,0 23 0 0,0-15 0 0,0-8 0 16,-3 21 0-16,-1-12 0 0,4-9 0 0,-1 10 0 15,1-10 0-15,0 0 0 0,-2 14 0 0,2-14 0 16,0 0 0-16,0 0 0 0,0 0 0 0,3 12 0 15,-3-12 0-15,0 0 0 0,18 8 0 0,-18-8 0 16,17 3-32-16,-17-3-12 0,35 1-5 0,-14-1-12 16,-21 0-1-16,49-6-18 0,-21 4-9 0,0-2-10 0,1 1-3 15,2-5-15-15,1 1-20 0,0-1-13 0,-1 0-13 16,10-5-15-16,-12 5-16 0,12-10-26 16,-11 7-2-16,-2-1-14 0,1 1-17 0,-5-5-13 0,-1 3-25 15,-9-1-13-15,-1 1-23 0,3-12-41 0,-8 10-324 16,-5-5-749-16,-6-6 332 0</inkml:trace>
          <inkml:trace contextRef="#ctx0" brushRef="#br0" timeOffset="142881.0722">9156 8193 249 0,'0'0'372'0,"-7"-12"-19"0,7 12 4 0,-6-12 9 0,6 12-25 16,-10-7-27-16,10 7-23 0,-22-2-16 0,22 2-9 15,0 0-5-15,-42 11-18 0,24-2-6 0,2 3-12 16,-4 2-16-16,-1 6-13 0,-1 2-15 0,2 0-12 15,2 0-9-15,-2 2-23 0,2 11-9 0,3-9-5 16,0-2-13-16,3 4-12 0,5-3-7 0,0 2 2 16,7 2-19-16,-4-2-5 0,4-4-4 0,2 2-3 0,1-10-11 15,3 4 0-15,5-2-6 0,-1-2-6 0,4-1-1 16,0-3-6-16,1-3-3 0,4 3-3 16,-4-7-2-16,6-1-7 0,-2-2 1 0,1 5 0 0,-20-6-4 15,37-10-2-15,-10 2-2 0,-7-2 2 16,2-2-2-16,0-2 0 0,-7 2-1 0,-3-2-3 15,4-4-1-15,0-5 4 0,-3 2-4 0,-5 2-2 0,-2-2 1 16,6-5 1-16,-4 0 9 0,-3 2-7 0,-2 1-4 16,-3-4 0-16,2 3 13 0,-2 6-12 0,3 1 8 15,-8-1 1-15,5 1 10 0,-3 2 3 0,-2 2 16 16,5 13 7-16,-1-17 5 0,1 17-3 0,-7-14-7 16,7 14-5-16,-1-9-5 0,1 9 0 0,0 0-10 15,0 0 0-15,0 0-6 0,0 0-1 0,-19 35 1 16,14-18-3-16,5 0-5 0,0 7 1 0,-3 3-15 15,5-1-9-15,-2 3-19 0,1-3-29 0,6 2-37 0,-3 3-43 16,-4-1-35-16,10-6-65 0,-4 1-43 0,2 0-49 16,0-6-69-16,4 2-85 0,-4-6-338 15,5-3-894-15,-5-1 395 0</inkml:trace>
          <inkml:trace contextRef="#ctx0" brushRef="#br0" timeOffset="143491.6897">9597 8285 312 0,'-12'-23'231'0,"5"7"47"0,-8 2-18 0,1 2-17 15,5 4-5-15,-4 0 5 0,2-1-4 0,11 9 2 16,-16-7-6-16,16 7 9 0,-16-2-4 0,16 2-14 16,0 0-11-16,0 0-11 0,0 0-14 0,-25 14 0 15,25-14-10-15,-2 11-1 0,2-11-7 0,0 0-10 16,5 15-8-16,-5-15-8 0,0 0-9 0,18 11-11 15,-18-11-9-15,14 7-12 0,-2-3-9 0,-12-4-10 16,21 1-4-16,-21-1-11 0,0 0-10 0,35-3-3 16,-35 3-5-16,22-9-8 0,-13 4-1 0,-9 5-7 15,19-13-3-15,-4 1-11 0,-9 1-4 0,2 0-9 16,-3-5-8-16,1 2-6 0,-3-1-6 0,3 1-1 0,-6-2-9 16,-1 2-2-16,-4 1 1 0,2-1-4 0,-2-3-5 15,0 10-2-15,5 7-9 0,-9-18-4 16,-1 13-12-16,10 5-17 0,-14-7-30 0,14 7-17 0,-20-1-28 15,20 1-14-15,0 0-12 0,-32 19-33 0,23-7-45 16,-4 2-49-16,5 3-70 0,-5-3-294 16,7 4-720-16,4-3 320 0</inkml:trace>
          <inkml:trace contextRef="#ctx0" brushRef="#br0" timeOffset="143210.4559">9657 8443 208 0,'0'0'414'0,"0"0"-14"16,0 0-17-16,0 0-4 0,-8-10-8 0,8 10-20 0,0 0-19 16,0 0-22-16,0 0-19 0,0 0-9 0,0 0-18 15,0 0-16-15,3 37-2 0,0-23-6 16,-3 1-9-16,6 3-14 0,-7 5-11 0,2 3-17 0,-1 1-13 15,0 3-20-15,-1-4-12 0,1 6-8 0,-3-3-13 16,3 1-16-16,-2 0-8 0,-1-4-16 0,0 3 2 16,1 0-13-16,2-5-10 0,0-7-3 0,0 5-8 15,-1-9-12-15,2 3-6 0,-1-5-21 0,0-11-20 16,0 16-29-16,0-16-19 0,5 14-28 16,-5-14-24-16,0 0-28 0,0 0-37 0,0 0-23 0,0 0-22 0,24-32-10 15,-17 15-11-15,-2-1-19 0,-2-8-21 0,7-13-15 16,-9 2-26-16,1-6-16 0,-2-7-56 15,-8 1-215-15,0-4-656 0,-4-19 290 0</inkml:trace>
          <inkml:trace contextRef="#ctx0" brushRef="#br0" timeOffset="143897.9451">10210 8555 298 0,'0'0'369'0,"-7"9"-9"0,7-9 3 0,-1 16-1 0,-1-8-6 16,-1 8-6-16,6-2-15 0,-1 0-27 0,1 3-9 15,2 6-1-15,3 3-7 0,-4-2-5 0,3 3-8 16,-1 12-18-16,4-2-14 0,2 0-15 0,-2 4-6 15,4 0-17-15,-1 3-14 0,1-2-7 0,-5 2-15 16,2 3-8-16,-3-2-13 0,-1 1-3 0,0-3-9 16,1 4-1-16,-1-3-15 0,-6-2-6 0,2 2-2 15,-1-7-20-15,-7-1-3 0,5 3-13 0,-3-11-2 16,-3-2-9-16,-1-1 3 0,-2-2-7 0,-2 2-13 16,3-2 8-16,-5-5-12 0,-1 2-9 0,5-6-9 15,-4 0 0-15,3 1-8 0,-2-3-21 0,-2-2 0 16,1 1 0-16,-3-1 0 0,-1-5 0 0,-1 0 0 15,-8 2 0-15,2-7-47 0,-3 0-33 0,0-3-20 16,0-2-25-16,-1-6-23 0,-9-6-29 0,-4-6-33 0,7-5-41 16,4-5-46-16,-4-6-36 0,0-6-55 0,4 0-62 15,-4-21-53-15,9 0-344 0,6-1-919 0,11 12 407 16</inkml:trace>
          <inkml:trace contextRef="#ctx0" brushRef="#br0" timeOffset="144226.0142">10112 8180 277 0,'0'0'383'0,"0"0"-19"16,0 0 9-16,0 0-10 0,0 0 0 0,-14 42 1 16,14-27-27-16,0-3-14 0,0 4-23 0,0-16-20 15,1 20-16-15,4-9-18 0,-5-11-15 0,5 19-14 0,-2-12-12 16,-3-7-16-16,12 10-14 0,-4-4-7 0,-8-6-15 15,0 0-18-15,22 4-16 0,-22-4 1 0,0 0-23 16,27-11-5-16,-27 11-11 0,15-13-6 0,-11 6-9 16,-4 7-5-16,8-19-9 0,-6 8-5 0,2 4-7 15,-4 7-2-15,0-21-5 0,0 21 0 0,-6-17-9 16,6 17-9-16,-8-16-6 0,-1 9-10 0,9 7-20 16,-19-9-17-16,19 9-24 0,-29 0-37 0,29 0-23 15,-31 9-39-15,10-3-37 0,4 1-36 0,-1 1-38 16,1 2-50-16,-2-1-66 0,6 1-86 0,-2-3-246 15,7-2-780-15,8-5 345 0</inkml:trace>
          <inkml:trace contextRef="#ctx0" brushRef="#br0" timeOffset="144772.8583">10143 7534 228 0,'-15'-7'459'0,"15"7"-39"0,0 0-21 16,0 0-13-16,0 0-13 0,-15-6-18 0,15 6-24 15,0 0-19-15,0 0-18 0,0 0-24 0,0 0-21 16,0 0-14-16,70 6-10 0,-42-6-11 0,-1 1-17 16,16-1-19-16,0 0-13 0,-10 0-16 0,-3 3-15 0,16 0-10 15,-2-6-13-15,-14 3-14 0,1-3-8 0,-2 2-7 16,1-2 2-16,-10 2-16 0,1 1-2 15,-5-4 0-15,-16 4 6 0,27-3 14 0,-27 3-11 0,19-2-1 16,-19 2-1-16,0 0 2 0,0 0-4 0,0 0-3 16,25 5 11-16,-25-5 2 0,11 15-4 0,-5-2 0 15,1 1 12-15,-1 5-4 0,5 7 0 0,-3 2 10 16,6 14-1-16,0 2-5 0,2 3-5 0,-5 1 9 16,3 9 0-16,7 15 8 0,-7 1-86 0,5 4-15 15,-3-4 0-15,5 4 0 0,-7 1 0 0,2 4 0 16,1 1 0-16,-8-3 0 0,12 8 0 0,-7-6 0 15,-1-1 0-15,-4-4 0 0,2 1 0 0,-9-4 0 0,3 0 0 16,-2-18 0-16,3-5 0 0,-6 2 0 16,0 2 0-16,5-4 0 0,-11-4 0 0,1-2 0 15,3-1 0-15,2-7 0 0,-6-6 0 0,6 9 0 0,-2-9 0 16,-2-6 0-16,-3 7 0 0,6-8 0 0,-6 1 0 16,4 1 0-16,-8-2 0 0,3-1 0 15,2-4 0-15,-7 4 0 0,-1-2 0 0,3-6 0 0,-3 0 0 16,-7 2 0-16,-2 4 0 0,-1-7 0 0,-3-4 0 15,-1-3 0-15,-7-2 0 0,-9-5 0 0,-4-2 0 16,-1-4 0-16,0-4 0 0,0-5 0 0,-1 1 0 16,2-5-113-16,9-4-256 0,-2 6-23 0,6-7-21 15,-5 3-40-15,15 3-60 0,4-5-64 0,-5-10-317 16,13 7-968-16,-1-9 429 0</inkml:trace>
        </inkml:traceGroup>
        <inkml:traceGroup>
          <inkml:annotationXML>
            <emma:emma xmlns:emma="http://www.w3.org/2003/04/emma" version="1.0">
              <emma:interpretation id="{30FF1D93-E297-4DE7-96C2-26E269FE651C}" emma:medium="tactile" emma:mode="ink">
                <msink:context xmlns:msink="http://schemas.microsoft.com/ink/2010/main" type="inkWord" rotatedBoundingBox="21521,16491 24789,16624 24727,18150 21459,18017"/>
              </emma:interpretation>
              <emma:one-of disjunction-type="recognition" id="oneOf5">
                <emma:interpretation id="interp5" emma:lang="" emma:confidence="1">
                  <emma:literal/>
                </emma:interpretation>
              </emma:one-of>
            </emma:emma>
          </inkml:annotationXML>
          <inkml:trace contextRef="#ctx0" brushRef="#br0" timeOffset="199650.687">21515 8951 619 0,'0'0'601'15,"0"0"-50"-15,12 6-44 0,-12-6-26 0,0 0-36 16,36 0-29-16,-36 0-38 0,40-6-35 0,-12 2-35 15,2 0-33-15,5-2-27 0,-2 0-26 0,-3 0-30 16,16-1-17-16,-16 0-14 0,15-1-49 0,-17 0-56 0,0 5-62 16,-1-2-62-16,0 2-83 0,-11-3-69 0,-16 6-70 15,22-1-80-15,-22 1-116 0,0 0-265 16,0 0-811-16,0 0 359 0</inkml:trace>
          <inkml:trace contextRef="#ctx0" brushRef="#br0" timeOffset="199963.1913">21469 9298 71 0,'-15'13'430'0,"4"-2"-39"0,5-2-25 0,6-2-8 16,0-7-8-16,0 0 13 0,21 13-9 0,-1-10-19 15,10-6-22-15,14 2-25 0,2-5-18 0,8 0-15 16,-2 4-15-16,0-6-19 0,7 2-20 0,-9-1-18 16,-4 2-20-16,-14-1-14 0,15 0-12 0,-17 3-17 0,-3 2-11 15,-2-4-10-15,-7 4-3 0,-4-4 7 16,-14 5 11-16,22-3 2 0,-22 3 13 0,0 0 7 15,0 0 15-15,29 0-5 0,-29 0 8 0,0 0 9 0,0 0 3 16,0 0 1-16,0 0-6 0,0 0 0 0,20 0-2 16,-20 0-8-16,0 0 1 0,0 0-152 15,0 0 0-15,0 0 0 0,0 0 0 0,0 0 0 0,0 0 0 16,14-7 0-16,-14 7 0 0,0 0 0 0,0 0 0 16,0 0 0-16,0 0 0 0,0 0 0 0,0 0 0 15,0 0 0-15,0 0 0 0,0 0 0 0,0 0-324 16,0 0-236-16,0 0-128 0,0 0-416 0,0 0-1195 15,0 0 530-15</inkml:trace>
          <inkml:trace contextRef="#ctx0" brushRef="#br0" timeOffset="191120.0475">19356 8523 129 0,'0'0'316'0,"0"0"1"0,-7-12-7 15,7 12-9-15,0 0-5 0,-8-14-10 0,8 14-2 16,-7-8-3-16,7 8-2 0,-10-8 4 0,10 8-17 15,0 0-13-15,-24-4-5 0,24 4-11 0,0 0-16 0,-34 4-8 16,34-4-11-16,-32 10-5 0,13-4-14 16,-2 4-14-16,6 0-15 0,-14 2-12 0,2 3-6 0,4 0-14 15,-3 4-8-15,3-4-11 0,2 5-12 0,-4 13-4 16,9-10-9-16,3 0-7 0,-1 1-9 0,1-1-6 16,6 0-3-16,0-1-5 0,6 2-5 0,1 1-2 15,1-6-4-15,6 3-16 0,-1-5 1 0,2-2-1 16,9 4-7-16,-3-1 4 0,2-7-4 0,0 1 0 15,-2-2-2-15,7-3 0 0,-4-2 2 0,2-1-3 16,2-2-1-16,-1-2 0 0,-20 0 3 0,38-7-2 16,-20 1 0-16,2 1 6 0,-1-5 1 0,-2-1 5 15,-2 0 2-15,2-3 5 0,-3 2-2 0,4-7 4 16,-4 0 5-16,0-2-2 0,3 2 5 0,-2-4-1 16,-6 0 1-16,4-1-1 0,-4 0 12 0,-1-1 2 15,-1-1 1-15,-1 0 6 0,-5-3 7 0,3 12 11 0,-8-3-2 16,4-4-4-16,-1 4 0 0,-2 1 2 0,-2-4 0 15,0 7 10-15,2 2-48 0,-5 1-36 16,3 6 0-16,5 7 0 0,-6-19 0 0,6 19 0 0,-8-12 0 16,8 12 0-16,-6-9 0 0,6 9 0 0,0 0 0 15,0 0 0-15,0 0 0 0,0 0 0 0,0 0 0 16,-8 40 0-16,10-15 0 0,2-2 0 0,-2 2 0 16,4 2 0-16,2 3 0 0,0 12 0 0,1-5 0 15,3 3 0-15,-1-4 0 0,1 4 0 0,-2-13 0 16,4 9 0-16,-5-6 0 0,-2-1 0 0,4 1-162 15,-3-1-135-15,0-5-62 0,3 0-61 0,-8-1-83 16,5-4-106-16,-8-6-365 0,3-5-1055 0,-3-8 467 0</inkml:trace>
          <inkml:trace contextRef="#ctx0" brushRef="#br0" timeOffset="198885.1106">19828 9074 170 0,'0'0'341'0,"-28"-7"-11"0,20 3 8 16,8 4-5-16,-22-12-7 0,12 5-27 0,1-1-18 15,9 8-14-15,-8-13-16 0,2 4-14 0,6 9-9 16,-2-14-17-16,2 14-13 0,2-19-19 0,4 11-15 16,0-1-15-16,-6 9-9 0,21-18-13 0,-9 9-17 15,4 1-11-15,-2-3-10 0,1 4-7 0,-1 2-3 16,-14 5-13-16,35 0-9 0,-35 0-5 0,31 8-5 16,-15 0-5-16,0 2-7 0,-4 5 1 0,-2 2-10 15,-2 6-3-15,-3 3-3 0,-1 2-3 0,-7 0 2 0,0 1-7 16,-10 12-6-16,-1-3-3 0,-5-5-2 0,2 6-1 15,-5-8 0-15,-4 0 2 0,6-6-1 0,-1-6-2 16,4 2 7-16,-5-2 1 0,1-5-5 0,-2 4 1 16,7-6 0-16,6-4-1 0,-1 2 7 0,3-6 0 15,8-4 5-15,-8 11 4 0,8-11 5 0,0 0-5 16,-8 12-1-16,8-12 3 0,0 0-1 0,0 0 1 16,0 0-5-16,0 0 1 0,0 0-4 0,0 0-3 0,53-15 4 15,-39 11 2-15,3-1-7 0,1-1 0 16,2 0-3-16,2 0 1 0,5 3-1 0,-2-4-11 15,1-2-21-15,2 2-29 0,1 0-37 0,-3-2-47 0,0-3-37 16,-6 7-53-16,2-2-51 0,-6-1-55 16,5 1-52-16,-9-3-289 0,1 2-734 0,-2 1 326 15</inkml:trace>
          <inkml:trace contextRef="#ctx0" brushRef="#br0" timeOffset="199401.7002">20185 9098 67 0,'7'-5'357'0,"1"-5"-23"0,4 0-14 16,1-1-16-16,4-1-22 0,-3 2-9 0,12-2-23 15,-3 1-31-15,-4 7-18 0,5-7-16 0,3 8-23 16,1-1-13-16,1 4-1 0,-2-1-27 0,-7 4-14 0,1 0-11 16,-5 1-11-16,1 6-6 0,0-1-12 0,-5 1-2 15,-1 4-14-15,-5 2 0 0,-1 2-8 16,-2-1-9-16,-5 6-6 0,-6-1 0 0,0 3-10 0,-4 0-8 15,-1 1-5-15,-1 0-8 0,-7-3 0 0,6-2 0 16,-4 0-3-16,-4-2-5 0,6-2-2 0,0 1 1 16,1-6 1-16,3 0-4 0,4-3 1 0,-2 2 2 15,3-5 8-15,8-6-5 0,-14 10-6 0,14-10 13 16,-7 8-9-16,7-8 5 0,0 0 6 0,0 0 5 16,0 0 0-16,0 0 10 0,0 0 0 0,0 0 3 15,46-26 6-15,-32 20 1 0,1 0 1 0,-1 2-1 16,-14 4-3-16,30-7-2 0,-16 7 3 0,-14 0-11 15,33 0 3-15,-17 1 2 0,3 5 1 0,-2-1-7 16,-2 6 14-16,2-1 0 0,-6 6-7 0,3-2 1 16,7 4-5-16,-9 4-5 0,1 2 5 0,-5 1 7 15,-3 1-14-15,4 0 7 0,-7 3-10 0,-2-2 7 0,-7 2 2 16,0-6-8-16,-1 4 8 0,-7 3-8 16,0-6-4-16,-11 8-8 0,1-1 10 0,-7-3-10 15,6-9-3-15,-6 5-6 0,-8-4-13 0,10-8-7 0,0 2-7 16,-1 0-13-16,-10-7-19 0,11 2-24 0,-5-6-32 15,5-2-39-15,-3-2-50 0,9-8-48 16,-4 4-289-16,-1-3-603 0,9-6 267 0</inkml:trace>
        </inkml:traceGroup>
        <inkml:traceGroup>
          <inkml:annotationXML>
            <emma:emma xmlns:emma="http://www.w3.org/2003/04/emma" version="1.0">
              <emma:interpretation id="{D42B1F5C-1C6D-45C8-B246-54AE479DBE1F}" emma:medium="tactile" emma:mode="ink">
                <msink:context xmlns:msink="http://schemas.microsoft.com/ink/2010/main" type="inkWord" rotatedBoundingBox="25182,16700 29527,16877 29481,17991 25136,17815"/>
              </emma:interpretation>
              <emma:one-of disjunction-type="recognition" id="oneOf6">
                <emma:interpretation id="interp6" emma:lang="" emma:confidence="0.5">
                  <emma:literal>932</emma:literal>
                </emma:interpretation>
                <emma:interpretation id="interp7" emma:lang="" emma:confidence="0.5">
                  <emma:literal>a 32</emma:literal>
                </emma:interpretation>
                <emma:interpretation id="interp8" emma:lang="" emma:confidence="0">
                  <emma:literal>azz</emma:literal>
                </emma:interpretation>
                <emma:interpretation id="interp9" emma:lang="" emma:confidence="0">
                  <emma:literal>a 322</emma:literal>
                </emma:interpretation>
                <emma:interpretation id="interp10" emma:lang="" emma:confidence="0">
                  <emma:literal>AV</emma:literal>
                </emma:interpretation>
              </emma:one-of>
            </emma:emma>
          </inkml:annotationXML>
          <inkml:trace contextRef="#ctx0" brushRef="#br0" timeOffset="200947.5038">22932 8684 331 0,'-13'-12'339'0,"13"12"-11"16,-14-9-13-16,14 9-20 0,-12-7-8 0,12 7-12 15,-11-5-8-15,11 5-16 0,0 0-28 0,-21-7-15 16,21 7-2-16,0 0-4 0,-32 7-6 0,32-7-3 16,-23 14-15-16,4-5-16 0,3 12-5 0,2-7-12 0,-5 6-9 15,-2 2-12-15,4 4-9 0,-4-4-14 16,2 4-6-16,4 0-13 0,2 0-5 0,3 0-4 16,-1-4-10-16,2 3-7 0,4-2 1 0,4-4-9 0,1 2-8 15,6-1 0-15,-1-2-5 0,-1-2-3 0,7-2-3 16,-1 0-1-16,7-2 0 0,1-3-4 15,1 3 0-15,1-11-2 0,2 3 1 0,7-4-4 0,1 0-3 16,-3-4-3-16,-1-4 6 0,5 0-5 0,-3-3 0 16,-6-3 3-16,5-1-7 0,-2-1 3 0,-1-1 8 15,-4-3 8-15,3-3-6 0,-6 2 3 0,0-1 2 16,-2-2 3-16,-3-3 2 0,-4-2 10 0,5 6 4 16,-5-3-2-16,-7-4 0 0,2 5 1 0,-6-3 4 15,3 9 18-15,-1 3 7 0,2 1 1 0,-7 4-8 16,4-1-4-16,2 12-1 0,-3-18 2 0,3 18-6 15,-9-12-5-15,9 12-6 0,0 0-12 0,0 0 1 16,0 0-1-16,0 0 0 0,0 0-10 0,-22 30-1 16,20-15-3-16,2 4-11 0,0 1 6 0,2 4-4 15,1 6 3-15,0 1-7 0,3-3-1 0,1 2-8 0,2 10-16 16,4 0-22-16,-1-3-29 0,4-3-34 0,-3-7-40 16,1 2-48-16,2-9-50 0,1 1-46 0,-3 0-37 15,2-2-55-15,-3-4-72 0,-2 1-421 0,2-6-943 16,-6-6 417-16</inkml:trace>
          <inkml:trace contextRef="#ctx0" brushRef="#br0" timeOffset="201541.1769">23395 8966 311 0,'0'0'333'0,"0"0"-18"16,-19-8-20-16,19 8-20 0,0 0-17 0,2-14-21 15,-2 14-14-15,0 0-21 0,27-22-16 0,-19 14-11 16,4 4-18-16,1-3 11 0,-4-1-15 0,6 1 0 16,-1 3-13-16,3-2-1 0,-3 1-16 0,-14 5-8 15,24-11-9-15,-10 8-9 0,-14 3-13 0,27 0-10 16,-27 0-8-16,19 7 0 0,-8 0-10 0,-11-7-5 15,18 15-5-15,-12-5-4 0,-3 2-8 0,5 3-4 16,-5 6 1-16,-3-3-4 0,0 8 0 0,-3 0-13 16,-3-2 4-16,-4-1 0 0,2 2 10 0,-3 1-23 15,-3 2-9-15,0-4 1 0,-2 1 1 0,3-4-30 16,-2-4-6-16,-8 6 6 0,3-4-8 0,6-7-2 16,-1 3-2-16,-2-3 5 0,3-2 2 0,3-1 5 15,-2 1-3-15,5-3 8 0,8-7-2 0,-19 11 4 0,19-11 0 16,-8 5-3-16,8-5 9 0,0 0 6 0,0 0 3 15,0 0-5-15,0 0 14 0,0 0 9 0,0 0 5 16,34-38 4-16,-20 26 0 0,0 4-9 0,0-1 9 16,8-6 3-16,5 6 0 0,-9 2 0 0,2-3 3 15,5 6 10-15,-1-3 3 0,-3 2-7 0,-6 3 7 16,6-2 3-16,-21 4 12 0,46 4-11 0,-29 2 2 16,1-3-3-16,-1 4-2 0,0 3-3 0,1 4-2 15,-6-2 3-15,4 5-2 0,-8 0 2 0,6 4 4 16,-7-3-12-16,-3 2 0 0,-2 5-6 0,-2-10 0 0,-2 11-13 15,-4-8 9-15,-2 4-8 0,-6 3 1 16,-5-4-12-16,-3 0 0 0,0-2-27 0,-11 6-10 16,-2-6-4-16,5-1-15 0,-11-3-10 0,7-4-14 0,-5-1-6 15,-2 1-15-15,8-6-7 0,-2-3-19 0,-6-2-20 16,11 0-30-16,0-2-48 0,3-6-62 0,0 0-312 16,5-8-650-16,1-1 288 0</inkml:trace>
          <inkml:trace contextRef="#ctx0" brushRef="#br0" timeOffset="202181.7957">24302 9093 121 0,'-19'5'386'0,"19"-5"-1"15,-14 5-3-15,14-5-12 0,0 0-8 0,0 0-17 16,0 0-21-16,0 0-18 0,-20-20-16 0,20 20-21 16,3-18-17-16,-3 18-15 0,3-18-13 0,3 3-14 15,-4 6-17-15,4-1-10 0,8-4-17 0,-6 2-16 16,5 1-11-16,0-3-14 0,1 3-13 0,-2 3-12 15,4-4-6-15,0 6-9 0,1 1-11 0,1-1-6 16,1 3-6-16,-3-2-9 0,-16 5-1 0,39 5-8 0,-21 2-6 16,0 4-5-16,0-1-7 0,2 8 2 15,-2 3-4-15,-2 3-2 0,-7 4-10 0,4 11 4 16,-7 1-6-16,-8-3 1 0,-2 3-3 0,-3 6-3 0,-1-2 0 16,2-2 1-16,-8 1-2 0,-7-3 2 15,-1 1-3-15,-1 3-2 0,2-4 3 0,-7-1-5 16,1-3 7-16,1-1-3 0,4-3-2 0,2-6 4 0,6-5 5 15,-1-1 6-15,6-5 10 0,-4 0 11 0,12-5 6 16,-1-2 21-16,2-8 12 0,8 16 10 0,1-10 14 16,-9-6-5-16,46 0-3 0,-2-7-5 0,4-1 3 15,4-3 6-15,25-11 22 0,9-3 24 0,5-1 40 16,42-16 43-16,-36 14-58 0,58-14-167 0,1 0 0 16,5 2 0-16,-1-3 0 0,7 2 0 0,-15 7 0 15,-7 1 0-15,-9 8 0 0,-41 7 0 0,-2 2 0 16,-7 8 0-16,-2-8 0 0,-23 9 0 0,-4-3 0 0,-8-1 0 15,0 3 0-15,-19-2 0 0,-1 3 0 0,-10 1 0 16,-4 4 0-16,-4-2 0 0,-11 4 0 16,16-8 0-16,-16 8 0 0,8-10 0 0,-8 10 0 0,0 0 0 15,-13-22 0-15,6 14 0 0,-5-4 0 0,-5 2 0 16,3 2 0-16,0-6 0 0,7 7 0 0,-7 0-281 16,0-4-374-16,4-1-555 0,-2 2-1309 0,4-6 579 15</inkml:trace>
        </inkml:traceGroup>
      </inkml:traceGroup>
    </inkml:traceGroup>
  </inkml:traceGroup>
</inkml:ink>
</file>

<file path=ppt/ink/ink1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5T04:54:32.031"/>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EE3ADED8-1CFB-4BA0-9EC1-1C0AD1CC53E7}" emma:medium="tactile" emma:mode="ink">
          <msink:context xmlns:msink="http://schemas.microsoft.com/ink/2010/main" type="writingRegion" rotatedBoundingBox="13193,7287 14318,7287 14318,11814 13193,11814">
            <msink:destinationLink direction="with" ref="{63077DA0-B705-4B9A-836E-BD55B44B33C5}"/>
          </msink:context>
        </emma:interpretation>
      </emma:emma>
    </inkml:annotationXML>
    <inkml:traceGroup>
      <inkml:annotationXML>
        <emma:emma xmlns:emma="http://www.w3.org/2003/04/emma" version="1.0">
          <emma:interpretation id="{392C9AB3-8E48-47D8-BCBF-5E16F14CE5A8}" emma:medium="tactile" emma:mode="ink">
            <msink:context xmlns:msink="http://schemas.microsoft.com/ink/2010/main" type="paragraph" rotatedBoundingBox="13193,7287 14318,7287 14318,11814 13193,11814" alignmentLevel="1"/>
          </emma:interpretation>
        </emma:emma>
      </inkml:annotationXML>
      <inkml:traceGroup>
        <inkml:annotationXML>
          <emma:emma xmlns:emma="http://www.w3.org/2003/04/emma" version="1.0">
            <emma:interpretation id="{3A88C816-2B8C-4537-A7BE-024D94D8240A}" emma:medium="tactile" emma:mode="ink">
              <msink:context xmlns:msink="http://schemas.microsoft.com/ink/2010/main" type="line" rotatedBoundingBox="13193,7287 14318,7287 14318,11814 13193,11814"/>
            </emma:interpretation>
          </emma:emma>
        </inkml:annotationXML>
        <inkml:traceGroup>
          <inkml:annotationXML>
            <emma:emma xmlns:emma="http://www.w3.org/2003/04/emma" version="1.0">
              <emma:interpretation id="{86B11985-0B5E-4397-9929-0A7DBA1DA38D}" emma:medium="tactile" emma:mode="ink">
                <msink:context xmlns:msink="http://schemas.microsoft.com/ink/2010/main" type="inkWord" rotatedBoundingBox="13193,7287 14318,7287 14318,11814 13193,11814"/>
              </emma:interpretation>
              <emma:one-of disjunction-type="recognition" id="oneOf0">
                <emma:interpretation id="interp0" emma:lang="" emma:confidence="0.5">
                  <emma:literal>NO</emma:literal>
                </emma:interpretation>
                <emma:interpretation id="interp1" emma:lang="" emma:confidence="0.5">
                  <emma:literal>N )</emma:literal>
                </emma:interpretation>
                <emma:interpretation id="interp2" emma:lang="" emma:confidence="0">
                  <emma:literal>T.</emma:literal>
                </emma:interpretation>
                <emma:interpretation id="interp3" emma:lang="" emma:confidence="0">
                  <emma:literal>N .</emma:literal>
                </emma:interpretation>
                <emma:interpretation id="interp4" emma:lang="" emma:confidence="0">
                  <emma:literal>VO</emma:literal>
                </emma:interpretation>
              </emma:one-of>
            </emma:emma>
          </inkml:annotationXML>
          <inkml:trace contextRef="#ctx0" brushRef="#br0">6238-81 284 0,'-24'0'335'15,"24"0"-14"-15,-25-4-6 0,25 4-11 0,-27-3-8 16,27 3-11-16,-16-4-10 0,16 4-23 0,-18-12-2 0,18 12 0 16,-12-8-5-16,12 8-11 0,-11-14-22 0,10 5-18 15,1 9-20-15,-2-23-14 0,2 4-15 16,2 1-9-16,3 5-9 0,-1-1-11 0,9-4-7 0,-5 0-7 16,4 3-9-16,-2 0-14 0,6-1-6 0,1-1-6 15,4 0-9-15,-2 7-4 0,-2-1 0 0,2 0-7 16,-3 4-6-16,1 0-5 0,1 1-2 0,-3 4-4 15,3-3 0-15,-18 5-5 0,30 9 1 0,-18-1-3 16,1 6-4-16,-3 5-1 0,4 6-2 0,-6 3 3 16,-2 3-4-16,-6 10 1 0,0-3-5 0,-3 2 4 15,-3 0-6-15,-6 4-1 0,-2-4 0 0,0-5 3 0,-7 3-2 16,7 1-3-16,-6-2 4 0,-2-7-1 16,1 4 1-16,7-11-1 0,0 0 4 0,-1-6-1 15,3-3 0-15,4-2 2 0,0 0 0 0,2-4 5 0,-2 0 5 16,8-8 4-16,-7 11 1 0,7-11 2 0,-6 13-1 15,6-13 4-15,0 0 1 0,-2 11 1 0,2-11 0 16,0 0-4-16,0 0-2 0,34-1-5 0,-34 1-1 16,39 0-1-16,-6 0-2 0,-3-3-2 0,23-2-5 15,-4 3 0-15,4-3-2 0,7 5-8 0,19-1-7 16,-22 1-24-16,5 5-35 0,-4 2-53 0,23 5-55 16,-26-3-57-16,4 7-61 0,-6-2-72 0,0 1-109 0,-11 4-361 15,-1-1-897-15,0 1 398 0</inkml:trace>
          <inkml:trace contextRef="#ctx0" brushRef="#br0" timeOffset="718.6955">6330 1966 10 0,'0'0'401'0,"-18"-10"-13"0,9-1-13 16,9 11-9-16,-10-12 8 0,4 0-9 0,0 4-30 0,3-5-29 15,-2 0-5-15,3-1-26 0,4 1-24 16,-4-2-19-16,4-2-18 0,6 1-20 0,0 2-14 0,3 0-21 15,1-1-17-15,-1 2-11 0,4 3-17 0,-3-2-10 16,3 1-13-16,-1 3-8 0,0 1-9 0,2 0-11 16,1 3-2-16,-17 4-10 0,24-5-1 0,-24 5-8 15,28 9-1-15,-15 1-12 0,0 1 2 0,-4 5-3 16,4 7-2-16,-5 0-5 0,0 4 1 0,-4 0-6 16,-2 14 1-16,3-1-6 0,-9-2-2 0,3 2-4 15,-5-3-5-15,-1 3-1 0,4-10 0 0,-5-4 1 16,0 4-3-16,-3-2 0 0,3 0 0 0,-4-4 1 15,-3 1 2-15,3-1 0 0,1-5 2 0,-7 3 1 0,7-8-2 16,0 1 1-16,-3 0 8 0,5-4 2 0,-3 0 2 16,9-4-2-16,3-7 2 0,-17 14 0 0,14-8 1 15,3-6-4-15,0 0 6 0,-11 11 2 0,11-11 7 16,0 0-3-16,0 0 1 0,-2 9-4 0,2-9-3 16,0 0 1-16,0 0 0 0,0 0-4 0,41 0 1 15,-20 0-4-15,-21 0 0 0,52-3 0 0,-20-1-2 16,10 2 0-16,1 2-2 0,1-1 1 0,4 1-6 0,-1 1 0 15,-1 1 4-15,3 3-4 0,-3-3-2 0,-1 3-17 16,-13-5-39-16,0 7-52 0,10-2-50 16,-13 1-55-16,-2-1-62 0,-13 2-77 0,2 0-113 0,-4-3-324 15,-12-4-854-15,8 11 378 0</inkml:trace>
          <inkml:trace contextRef="#ctx0" brushRef="#br0" timeOffset="1251.5782">6336 3499 142 0,'0'0'471'0,"-6"20"-51"0,-1-6-32 0,1 5-12 16,1 5-9-16,-1-1-12 0,-5 5-29 0,3 0-30 15,-1 0-25-15,4 10-28 0,-1-9-25 0,-1 0-20 16,4 10-21-16,6 0-17 0,-3-12-18 0,7 2-11 16,1 0-13-16,6-3-13 0,-3 0-6 0,3-5-11 15,2-2-1-15,3 2-10 0,-3-1 0 0,6-5 0 0,0-3-1 16,5-1-2-16,0-3 0 0,1-2 0 16,0-3-2-16,2-3 4 0,2-2 1 0,0-3 0 0,-1-3-5 15,-1 1 5-15,-1-2 3 0,-2-4-2 0,-4 2 5 16,3-6 4-16,-6 5-1 0,1-5 1 0,-5 3 3 15,-2 2 2-15,0-8 3 0,-3 5-7 0,-3-10-4 16,-6-1-2-16,-2 0-11 0,0-4 4 0,-8 8-14 16,-3-3 1-16,1 2-3 0,-6 3-1 0,-3-1-10 15,-1 1-8-15,-7 4-11 0,-2 3-12 0,-8-1-12 16,-5 3-25-16,1 3-19 0,-1 2-26 0,-3 2-31 0,4 1-34 16,7-1-68-16,4-2-62 0,-4 4-71 0,4-2-79 15,10 1-105-15,-13-2-428 0,12-2-1019 0,5-5 451 16</inkml:trace>
        </inkml:traceGroup>
      </inkml:traceGroup>
    </inkml:traceGroup>
  </inkml:traceGroup>
</inkml:ink>
</file>

<file path=ppt/ink/ink1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5T04:57:25.805"/>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41C72ABF-D426-4A68-8AC0-E35975BAF041}" emma:medium="tactile" emma:mode="ink">
          <msink:context xmlns:msink="http://schemas.microsoft.com/ink/2010/main" type="inkDrawing" rotatedBoundingBox="24241,1420 27681,172 27798,496 24358,1744" semanticType="callout" shapeName="Other">
            <msink:sourceLink direction="with" ref="{FA0ED7DD-7CE4-471D-A5CC-4C54A12271B2}"/>
            <msink:sourceLink direction="with" ref="{53ADB390-2192-4E0C-88ED-0F629CF80CB7}"/>
          </msink:context>
        </emma:interpretation>
      </emma:emma>
    </inkml:annotationXML>
    <inkml:trace contextRef="#ctx0" brushRef="#br0">-5 1131 264 0,'0'0'270'0,"-8"-11"-8"0,8 11-9 16,0 0-17-16,0 0-17 0,0 0-17 0,0 0-15 15,0 0-14-15,0 0-21 0,0 0-12 16,0 0-12-16,0 0-8 0,0 0-4 0,0 0-9 0,0 0 8 15,0 0 0-15,0 0-6 0,0 0 20 0,8 34-14 16,0-24-3-16,-2 1-6 0,5 1 3 0,-3-1-13 16,2 4 11-16,1-1 2 0,5-3-1 0,-2 4-2 15,2-3-1-15,7 4 4 0,6-7 1 0,2 3 8 16,12-5-5-16,9-3 2 0,7-8 2 16,24-4 0-16,11-12 9 0,46-17 6 0,-2-10 4 0,10-8 10 15,7-3 1-15,0-4-9 0,-6 5 6 0,-4-4 0 16,10-6 2-16,-11 3-8 0,1-1 19 0,-9 4-3 15,-5 2 0-15,-1-4 3 0,-5 8-5 0,-42 14-4 16,3 0-2-16,-2 0 1 0,-7 2-10 0,2 1-2 16,-5 1-1-16,5 4-130 0,-28 7-4 0,1 0 0 15,-3 3 0-15,-5 2 0 0,-3 5 0 0,-4-9 0 16,-10 17 0-16,-10-3 0 0,0 3 0 0,-1-1 0 16,-8 4 0-16,-8 5 0 0,19-11 0 0,-19 11 0 15,13-7 0-15,-13 7 0 0,0 0 0 0,0 0 0 16,11-4 0-16,-11 4 0 0,0 0 0 0,0 0 0 15,0 0-572-15,0 0-181 0,0 0-392 0,0 0-1239 0,0 0 548 16</inkml:trace>
  </inkml:traceGroup>
</inkml:ink>
</file>

<file path=ppt/ink/ink1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5T04:55:30.703"/>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72DD66D6-1021-4EAA-89D5-25F3C5AD2AEE}" emma:medium="tactile" emma:mode="ink">
          <msink:context xmlns:msink="http://schemas.microsoft.com/ink/2010/main" type="inkDrawing" rotatedBoundingBox="23148,1907 23216,6229 21462,6257 21393,1935" semanticType="verticalRange" shapeName="Other">
            <msink:sourceLink direction="with" ref="{98D100FF-3828-4120-BB72-4C8A889B09BB}"/>
          </msink:context>
        </emma:interpretation>
      </emma:emma>
    </inkml:annotationXML>
    <inkml:trace contextRef="#ctx0" brushRef="#br0">3453-607 198 0,'-8'-7'409'0,"8"7"18"0,-14-18-3 16,8 10 15-16,6 8-12 0,-11-14-12 0,9 5-15 15,2 9-23-15,-8-9-22 0,8 9-33 0,0 0-24 16,-6-11-31-16,6 11-25 0,0 0-28 0,0 0-18 15,0 0-23-15,0 0-15 0,0 0-12 0,0 0 9 16,-19 32 9-16,13-7 4 0,2 4 20 0,-7 10-1 16,3 6 5-16,-4 2 18 0,-2 4 2 0,-2 16 2 15,-8 4-1-15,7 4-4 0,-1 0-17 0,-1 5-192 16,4 3 0-16,-3 2 0 0,-1 2 0 0,2 4 0 16,1-2 0-16,3 4 0 0,-4-4 0 0,4 2 0 15,5 35 0-15,-4-44 0 0,1 0 0 0,3 6 0 0,0 37 0 16,8-39 0-16,-3-3 0 0,-2 7 0 0,5-7 0 15,-5 5 0-15,5-4 0 0,0 3 0 16,0-8 0-16,5-1 0 0,-3-4 0 0,-2-3 0 0,3-15 0 16,-2-4 0-16,-2 20 0 0,-2-22 0 0,1 1 0 15,2 0 0-15,-5-1 0 0,2 0 0 0,-3-4 0 16,6 3 0-16,-7-5 0 0,6-4 0 0,-4 3 0 16,2-4 0-16,0 0 0 0,1-1 0 0,-4-1 0 15,6-8 0-15,1 3 0 0,-2-4 0 0,-1 2 0 16,-2-6 0-16,2 4 0 0,-3 0 0 0,4-3 0 15,1 1 0-15,0 0 0 0,-2-2 0 0,4-6 0 16,-5 3 0-16,3-2 0 0,-4-1 0 0,4-1 0 16,0 0 0-16,0-1 0 0,-1-2 0 0,1 4 0 15,-5-6 0-15,5 6 0 0,-2-10 0 0,2 5 0 16,0-13 0-16,-6 23 0 0,3-12 0 0,3-11 0 0,-3 18 0 16,1-10 0-16,2-8 0 0,0 18 0 0,0-18 0 15,-3 14 0-15,3-14 0 0,-3 12 0 0,3-12 0 16,0 0 0-16,-3 18 0 0,3-18 0 0,0 0 0 15,-7 8 0-15,7-8 0 0,0 0 0 0,0 0 0 16,0 0 0-16,0 0 0 0,0 0 0 0,0 0 0 16,0 0 0-16,0 0 0 0,0 0 0 0,0 0 0 15,10 12 0-15,-10-12 0 0,17 6 0 0,1-3 0 16,2-2 0-16,10 3 0 0,18 0 0 0,2 1 0 16,10 1 0-16,21 2 0 0,1-1 0 0,0-3 0 15,11 4 0-15,-6 2 0 0,4-7 0 0,-1 5 0 16,-3 3 0-16,3-6 0 0,-5 1 0 0,11-6-29 15,-6 1-455-15,-4-1-38 0,-2-1-44 0,1-5-49 0,-23 6-382 16,15-9-1078-16,-22-2 477 0</inkml:trace>
  </inkml:traceGroup>
</inkml:ink>
</file>

<file path=ppt/ink/ink2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5T04:57:49.184"/>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80868679-D87D-4D70-9C56-4CE1D233DB87}" emma:medium="tactile" emma:mode="ink">
          <msink:context xmlns:msink="http://schemas.microsoft.com/ink/2010/main" type="writingRegion" rotatedBoundingBox="21459,14601 27130,14803 27082,16149 21411,15947"/>
        </emma:interpretation>
      </emma:emma>
    </inkml:annotationXML>
    <inkml:traceGroup>
      <inkml:annotationXML>
        <emma:emma xmlns:emma="http://www.w3.org/2003/04/emma" version="1.0">
          <emma:interpretation id="{C9C7DAAA-C687-4104-A061-87600F8502CE}" emma:medium="tactile" emma:mode="ink">
            <msink:context xmlns:msink="http://schemas.microsoft.com/ink/2010/main" type="paragraph" rotatedBoundingBox="21459,14601 27130,14803 27082,16149 21411,15947" alignmentLevel="1"/>
          </emma:interpretation>
        </emma:emma>
      </inkml:annotationXML>
      <inkml:traceGroup>
        <inkml:annotationXML>
          <emma:emma xmlns:emma="http://www.w3.org/2003/04/emma" version="1.0">
            <emma:interpretation id="{D0C0E6BE-DF53-4623-A136-5E9593130022}" emma:medium="tactile" emma:mode="ink">
              <msink:context xmlns:msink="http://schemas.microsoft.com/ink/2010/main" type="line" rotatedBoundingBox="21459,14601 27130,14803 27082,16149 21411,15947"/>
            </emma:interpretation>
          </emma:emma>
        </inkml:annotationXML>
        <inkml:traceGroup>
          <inkml:annotationXML>
            <emma:emma xmlns:emma="http://www.w3.org/2003/04/emma" version="1.0">
              <emma:interpretation id="{387422EA-A932-4034-A1FB-60F1284BF92E}" emma:medium="tactile" emma:mode="ink">
                <msink:context xmlns:msink="http://schemas.microsoft.com/ink/2010/main" type="inkWord" rotatedBoundingBox="21459,14601 27130,14803 27082,16149 21411,15947"/>
              </emma:interpretation>
              <emma:one-of disjunction-type="recognition" id="oneOf0">
                <emma:interpretation id="interp0" emma:lang="" emma:confidence="1">
                  <emma:literal/>
                </emma:interpretation>
              </emma:one-of>
            </emma:emma>
          </inkml:annotationXML>
          <inkml:trace contextRef="#ctx0" brushRef="#br0">19212 6595 332 0,'-32'5'343'0,"4"2"-11"0,-4 0-2 0,2 4-15 15,2 0 1-15,2 3-23 0,1 1-12 0,-2 3-22 16,8 1-22-16,0 0-15 0,4 3-18 0,0 1-6 16,3 2-11-16,1 1-13 0,3-2-10 0,1 3-27 15,4 3-12-15,3-4-10 0,0 0-8 0,0 0-7 16,3-2-7-16,2-6-7 0,1 3-6 0,1-6-6 15,2 3-7-15,-1-3-1 0,5 1-4 0,-1-2-1 16,-1-3 0-16,8-2-8 0,-3-3 1 0,3 0 1 16,0-2-3-16,2-3 0 0,-21-1-3 0,46-4 0 0,-20-3-1 15,-5 1 1-15,0-1-4 0,1-7-3 16,0 2-6-16,0-6 7 0,-3 0-4 0,1 0 2 16,-2-7-3-16,1 2 5 0,-3-3-4 0,-4 0 0 0,2-11-2 15,-6 11-1-15,3-4 4 0,-4 1-3 0,-4-1-2 16,2 2 3-16,-4-2 4 0,-1 4 14 0,2 3 10 15,1 2 5-15,-3 8 0 0,-5-4 0 0,5 3-1 16,0 2 7-16,0 12 1 0,-3-14-8 0,3 14-8 16,0-16-6-16,0 16-10 0,0 0 1 0,0 0-14 15,0 0 1-15,0 0-3 0,0 0-4 0,0 0-2 16,0 43 0-16,2-24-7 0,-1 5 1 0,6 4-4 16,-6 3 8-16,2 9-16 0,0-3-1 0,-3 0 2 15,8 3-18-15,-8-10-34 0,3 9-30 0,-3 0-32 16,0-10-60-16,0 2-63 0,0-5-53 0,-3 2-50 15,2 2-54-15,-4-15-73 0,3 3-93 0,1-4-286 16,1-3-907-16,0-11 402 0</inkml:trace>
          <inkml:trace contextRef="#ctx0" brushRef="#br0" timeOffset="281.2242">19797 6817 389 0,'0'0'455'0,"1"-14"2"0,-1 14 1 16,-1-12-7-16,1 12-25 0,0 0-33 0,0 0-35 16,1-14-38-16,-1 14-26 0,0 0-27 0,0 0-8 15,0 0-14-15,0 0-5 0,19 28-8 0,-16-11-10 16,4 2-15-16,-3 5-15 0,3 6-11 0,-1-1-6 16,-3 8-16-16,5 2-17 0,-2 0-2 0,-1 1-21 0,3-2-10 15,-6 6-14-15,2-6-11 0,0 9-6 16,-4-6-9-16,0-1-10 0,0 2-16 0,-8 0-37 15,8 1-48-15,-4-6-45 0,-2 2-49 0,0-1-57 0,1-12-59 16,3-1-43-16,-4-2-53 0,5-5-64 0,-1-3-74 16,-1-5-360-16,3-10-916 0,0 0 406 0</inkml:trace>
          <inkml:trace contextRef="#ctx0" brushRef="#br0" timeOffset="828.0318">20157 7087 67 0,'-6'-15'386'15,"4"7"-19"-15,2 8-15 0,0-14-9 0,0 14-16 16,6-18-29-16,-6 18-21 0,10-16-28 0,-4 9-19 16,5-2-17-16,0 1-8 0,7 1 4 0,-4-2-10 0,6 2-14 15,-2 2-22-15,1 1-16 0,-3 1-15 16,4-1-14-16,2 4-10 0,-22 0-13 0,38 7-13 0,-20-3-9 15,-4 1-9-15,0 2 0 0,0 7-14 0,-6-3-8 16,3 2-13-16,-9 5-17 0,-2 0-3 0,0 4-11 16,-7 3-12-16,0 1-21 0,-6 1 0 0,-1-2 1 15,-1-2-11-15,0 3-9 0,-4-3-16 0,1-1 0 16,-1 1-10-16,2-7-10 0,0 3-6 0,1-7-16 16,3 0-11-16,-1 1-15 0,1-2-12 0,-1-1-10 15,3-3-1-15,0-1 10 0,11-6 6 0,-21 10 7 16,21-10 19-16,-14 5 12 0,14-5 9 0,0 0 23 15,0 0 18-15,-16 3 13 0,16-3 14 0,0 0 16 16,0 0 18-16,0 0 16 0,0 0 16 0,0 0 18 16,0 0 13-16,0 0 12 0,41-24 7 0,-25 22 4 15,0-3-7-15,11 3 2 0,-7-2-4 0,4 3 4 16,3 1 9-16,5 0 7 0,-7 0-1 0,3 5-5 16,1-2 8-16,1 3 6 0,9 4 1 0,-12 1 1 15,2-1-15-15,-7 1-2 0,-3-1-10 0,3 6-7 0,-5-5-9 16,5 9-2-16,-7 3-8 0,-6 1-1 0,2-1-8 15,-1 3-6-15,-10-1-1 0,-2 1-5 0,-6 0-9 16,-3 0 3-16,-2-1 2 0,-2-2-6 0,-6 1 0 16,-1-3-8-16,-11 5-8 0,-4-1-8 0,3-4-28 15,-7-2-20-15,11-8-6 0,-4-3-53 0,-8 4-24 16,2-5-33-16,-4-3-38 0,11-4-50 0,0-2-55 16,-1-4-351-16,3-2-708 0,2-6 313 0</inkml:trace>
          <inkml:trace contextRef="#ctx0" brushRef="#br0" timeOffset="1421.7447">21241 7306 180 0,'-32'26'361'0,"14"-8"-10"0,5-3-2 16,8-5 20-16,2 0 7 0,3-10-6 0,0 16-14 15,14-8-16-15,4-4-17 0,13 1-10 0,15-7-8 16,12 1 6-16,20-10-12 0,-18 1-24 0,-2 1-24 0,1 0-24 15,1 2-29-15,-2-3-18 0,-9 2-27 16,0-1-44-16,-1 1-57 0,-18 5-61 0,-2-3-57 16,-7 0-56-16,-1 3-43 0,-1-4-46 0,-8 4-35 0,-11 3-42 15,18-5-46-15,-18 5-53 0,6-9-317 0,-6 9-761 16,0 0 336-16</inkml:trace>
          <inkml:trace contextRef="#ctx0" brushRef="#br0" timeOffset="1234.2964">21470 6913 85 0,'-9'4'542'0,"9"-4"-42"0,-10 11-25 0,10-11-19 16,0 0-5-16,0 0-21 0,0 0-17 0,0 0-40 16,41 10-30-16,-18-12-34 0,3-2-32 0,4 0-26 15,4 1-26-15,-6-1-25 0,19 3-19 0,-18-6-17 0,-2 4-15 16,4-2-15-16,-10 1-18 0,6 1-12 0,-7-1-23 16,-4-1-39-16,3 3-48 0,-19 2-60 15,21-4-61-15,-21 4-74 0,0 0-63 0,17-1-69 0,-17 1-72 16,0 0-412-16,0 0-885 0,0 0 393 0</inkml:trace>
          <inkml:trace contextRef="#ctx0" brushRef="#br0" timeOffset="3296.6445">22937 6686 350 0,'-18'-7'418'15,"-2"1"-5"-15,-1 0-17 0,-1 4 3 0,2-3-10 16,-1 5-28-16,21 0-22 0,-42 5-32 0,18 0-27 15,5 2-21-15,-5 6-23 0,5-7-16 0,5 8-16 0,-7 5-20 16,6-2-7-16,0 7-24 0,0 1-13 0,4 1-11 16,3-4-13-16,-3 4-9 0,6 3-9 15,2-2-13-15,1 0-8 0,4-3-6 0,2 6-4 0,0-8 1 16,2 4-13-16,5-3-4 0,5-2-8 0,-5 2 2 16,0-7-1-16,2 0-10 0,-1-6 1 0,-2-1-1 15,7 1-3-15,-1-3-4 0,0-3 4 0,3-3-9 16,-19-1 1-16,36-1-1 0,-20-5 1 0,4-1-6 15,1-5-3-15,4 0 4 0,-1-2-6 0,-2-4-3 16,0 3 3-16,3-7 1 0,-6 3-5 0,-3-3-2 16,0-4 0-16,-3 1 3 0,2 2-1 0,-7-3-4 15,3 4 12-15,-3-1 5 0,-3 4 11 0,-2-1 16 16,3 5 12-16,-4-1 9 0,1 2-1 0,-3 0 10 0,0 14-7 16,2-16 7-16,-2 16-10 0,0-14-8 15,0 14-11-15,0 0-5 0,0 0-9 0,0 0 5 16,0 0-11-16,0 0 6 0,0 0-4 0,-2 42-4 0,2-22-13 15,2 2 0-15,-1 8 1 0,-1-4 3 0,7 5-8 16,1-1-6-16,-2 7-28 0,2-8-32 0,-2 1-42 16,0-3-51-16,1 4-51 0,2-6-60 0,1 2-50 15,-6-6-41-15,3 2-54 0,1-7-66 0,-4 1-431 16,4-10-977-16,0 2 433 0</inkml:trace>
          <inkml:trace contextRef="#ctx0" brushRef="#br0" timeOffset="3814.0259">23392 7112 298 0,'5'-9'329'0,"-5"9"-9"0,11-24-2 0,-6 13 9 15,-1-3-5-15,4 4-3 0,0-2-13 0,0 0-18 16,-2 3-30-16,7 0-15 0,-4 1-17 0,7 4-20 0,-16 4-13 16,19-10-13-16,-19 10-21 0,24-4-17 0,-24 4-14 15,35 0-11-15,-24 8-15 0,6-1-9 16,-1 0-9-16,-7 8-14 0,6-3-5 0,-9 2-8 0,0 1-10 15,-1 3-2-15,-5-3-5 0,0 3-9 0,0 7-4 16,-6-8-18-16,-7 4-11 0,4-2-20 0,-6 2-11 16,-2-2-11-16,0 0-16 0,-1-8-12 0,4 3-7 15,-8 2-17-15,0-2-4 0,0-6-3 0,3 2 2 16,-8-2 0-16,11 0 8 0,-5-1 5 0,7-3 5 16,14-4 3-16,-23 5 4 0,23-5 11 0,-21 1 6 15,21-1 4-15,0 0 8 0,0 0 6 0,0 0 3 16,0 0 5-16,-14-13 9 0,14 13 9 0,0 0 13 15,0 0 0-15,0 0 9 0,31-15 5 0,-31 15 8 16,21-6 9-16,-21 6 0 0,25-5 11 0,-25 5 0 16,24-4 4-16,-24 4 5 0,32 4 3 0,-32-4 4 15,30 11 15-15,-15-10-4 0,4 1 6 0,-3 9 20 16,5-6 13-16,4 4-4 0,-9-2-8 0,0 3 3 16,3 0-3-16,-5 3-4 0,2 0-5 0,-4 0-3 15,-5 3-9-15,2-4-9 0,-3 5-5 0,-1 7-3 0,-5-10-3 16,-5 6-9-16,-1-3-5 0,-11 2-2 0,-2 4-6 15,-10 4-3-15,2-8-3 0,-7 4-10 0,-9-4-6 16,5-2-19-16,-2-3-23 0,-1-1-23 0,10-5-30 16,-12 6-9-16,11-10-12 0,-10-1-34 0,7-6-26 15,5-1-39-15,-3 4-43 0,1-11-60 0,1 0-75 16,-7-5-260-16,12-2-695 0,6-4 307 0</inkml:trace>
          <inkml:trace contextRef="#ctx0" brushRef="#br0" timeOffset="4220.2936">24196 6842 366 0,'0'0'513'0,"15"-11"-3"0,-6 5-11 16,-9 6-8-16,11-8-10 0,-11 8-24 15,11-8-28-15,-11 8-31 0,10-7-34 0,-10 7-15 16,0 0-26-16,0 0-24 0,0 0-20 0,0 0-3 0,0 0 7 16,19 20 0-16,-15-7 3 0,3 7-13 0,-1 6-2 15,2 1-7-15,0 3-4 0,3 8-23 0,0 4-237 16,0 3 0-16,3 1 0 0,-1 1 0 0,1 2 0 15,0-4 0-15,-4 3 0 0,-1-1 0 0,7 2 0 16,-5 3 0-16,0-1 0 0,-1-3 0 0,-2-6 0 16,3 1 0-16,-5-2 0 0,2-11 0 0,-5-5 0 15,4-1 0-15,-1 2 0 0,-6-7 0 0,5-5 0 16,-2 0 0-16,-3-2 0 0,0-12 0 0,0 14 0 16,0-14 0-16,3 12 0 0,-3-12 0 0,0 0-25 15,0 0-623-15,0 0-605 0,0 0-1358 0,0 0 600 16</inkml:trace>
        </inkml:traceGroup>
      </inkml:traceGroup>
    </inkml:traceGroup>
  </inkml:traceGroup>
</inkml:ink>
</file>

<file path=ppt/ink/ink2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5T04:58:48.850"/>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272419EA-DF46-4B12-9ACF-E92C945D68E6}" emma:medium="tactile" emma:mode="ink">
          <msink:context xmlns:msink="http://schemas.microsoft.com/ink/2010/main" type="inkDrawing" rotatedBoundingBox="5927,1143 6326,5571 5218,5670 4819,1243" semanticType="verticalRange" shapeName="Other">
            <msink:sourceLink direction="with" ref="{2905D520-E1D9-404C-84C9-C8BFBD8ED7C4}"/>
          </msink:context>
        </emma:interpretation>
      </emma:emma>
    </inkml:annotationXML>
    <inkml:trace contextRef="#ctx0" brushRef="#br0">36 234 343 0,'-3'-16'413'0,"-2"-2"-7"0,4 3-14 16,-4-3-1-16,5 1-6 0,-2 3 1 0,2-1-23 16,0 15-13-16,-1-29-8 0,1 19-8 0,-5-6-10 15,5 5-10-15,5 0-6 0,-5 11-18 0,-5-20-1 16,5 20-8-16,0-12-7 0,0 12-22 0,0 0-12 15,0-14-15-15,0 14-21 0,0 0-18 0,0 0-14 16,0 0-10-16,0 0-9 0,0 0-3 0,0 0-2 16,-8 38-34-16,10-19-114 0,-6 11 0 0,4 10 0 15,0 8 0-15,0 0 0 0,0 3 0 0,-3 5 0 16,2 15 0-16,-1 3 0 0,2 4 0 0,-3 2 0 0,9-1 0 16,-6 2 0-16,7 3 0 0,-7-6 0 15,1 4 0-15,4 0 0 0,1 6 0 0,2 3 0 0,-3 1 0 16,4-2 0-16,-9 3 0 0,8 30 0 0,-9-39 0 15,7 3 0-15,-3 0 0 0,4 1 0 0,0 3 0 16,-7-4 0-16,5-2 0 0,2 5 0 0,-1 1 0 16,-3-4 0-16,2-7 0 0,-5 5 0 0,3 0 0 15,0-2 0-15,0 0 0 0,2-8 0 0,-7-2 0 16,7-19 0-16,-2 0 0 0,-1-3 0 0,-2 5 0 16,0 0 0-16,5-4 0 0,-5-1 0 0,0 0 0 15,0-2 0-15,0 3 0 0,-5-14 0 0,5 4 0 16,1 0 0-16,3-10 0 0,-3 4 0 0,1-4 0 0,-2-3 0 15,0 0 0-15,0-3 0 0,3 1 0 0,0 2 0 16,-1-2 0-16,1 0 0 0,0-4 0 0,0-4 0 16,-3 2 0-16,3 2 0 0,-3-4 0 0,0-5 0 15,5 1 0-15,-3-3 0 0,-2 1 0 0,4-3 0 16,-4-10 0-16,4 17 0 0,-4-17 0 0,1 16 0 16,-1-16 0-16,-1 10 0 0,1-10 0 0,1 11 0 15,-1-11 0-15,0 0 0 0,0 0 0 0,-1 15 0 16,1-15 0-16,0 0 0 0,0 0 0 0,0 0 0 15,0 0 0-15,0 0 0 0,0 0 0 0,1 11 0 16,-1-11 0-16,0 0 0 0,0 0 0 0,0 0 0 16,0 0 0-16,0 0 0 0,0 0 0 0,0 0 0 0,0 0 0 15,0 0 0-15,0 0 0 0,0 0 0 16,0 0 0-16,0 0 0 0,0 0 0 0,0 0 0 16,0 0 0-16,0 0 0 0,0 0 0 0,0 0 0 0,3 15 0 15,-3-15 0-15,0 0 0 0,16 7 0 0,-16-7 0 16,21 7 0-16,-7-2 0 0,0-2 0 0,13 4 0 15,3-3 0-15,9 4 0 0,7-2 0 0,2-3 0 16,5 2 0-16,0-1 0 0,5-4 0 0,24-2 0 16,-22-2 0-16,26-1 0 0,-7-9 0 0,-22 6 0 15,4-1 0-15,18-12-711 0,-22 7-536 0,-2-4-1351 16,15-12 598-16</inkml:trace>
  </inkml:traceGroup>
</inkml:ink>
</file>

<file path=ppt/ink/ink2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5T04:58:47.569"/>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734F0EB3-E4F9-403D-BCBA-6C1770609C9A}" emma:medium="tactile" emma:mode="ink">
          <msink:context xmlns:msink="http://schemas.microsoft.com/ink/2010/main" type="writingRegion" rotatedBoundingBox="2708,1336 4800,1595 4679,2567 2588,2308">
            <msink:destinationLink direction="with" ref="{B14DCF6E-0727-4C1E-94C1-68AE0DCB9740}"/>
          </msink:context>
        </emma:interpretation>
      </emma:emma>
    </inkml:annotationXML>
    <inkml:traceGroup>
      <inkml:annotationXML>
        <emma:emma xmlns:emma="http://www.w3.org/2003/04/emma" version="1.0">
          <emma:interpretation id="{37608B23-6D7E-49D7-B319-33E7CAC21E27}" emma:medium="tactile" emma:mode="ink">
            <msink:context xmlns:msink="http://schemas.microsoft.com/ink/2010/main" type="paragraph" rotatedBoundingBox="2708,1336 4800,1595 4679,2567 2588,2308" alignmentLevel="1"/>
          </emma:interpretation>
        </emma:emma>
      </inkml:annotationXML>
      <inkml:traceGroup>
        <inkml:annotationXML>
          <emma:emma xmlns:emma="http://www.w3.org/2003/04/emma" version="1.0">
            <emma:interpretation id="{BE7E310C-0032-42A3-BF43-1BD62EFB5D26}" emma:medium="tactile" emma:mode="ink">
              <msink:context xmlns:msink="http://schemas.microsoft.com/ink/2010/main" type="line" rotatedBoundingBox="2708,1336 4800,1595 4679,2567 2588,2308"/>
            </emma:interpretation>
          </emma:emma>
        </inkml:annotationXML>
        <inkml:traceGroup>
          <inkml:annotationXML>
            <emma:emma xmlns:emma="http://www.w3.org/2003/04/emma" version="1.0">
              <emma:interpretation id="{1E876AB9-810A-4E41-BA3A-5259D7F27A32}" emma:medium="tactile" emma:mode="ink">
                <msink:context xmlns:msink="http://schemas.microsoft.com/ink/2010/main" type="inkWord" rotatedBoundingBox="2708,1336 4800,1595 4679,2567 2588,2308"/>
              </emma:interpretation>
            </emma:emma>
          </inkml:annotationXML>
          <inkml:trace contextRef="#ctx0" brushRef="#br0">122 295 13 0,'-30'1'302'0,"3"1"-9"16,9 0 1-16,18-2-4 0,-26 1-6 0,26-1-2 15,0 0-5-15,-23-1 10 0,23 1 1 0,0 0-7 0,0 0-11 16,0 0-16-16,49-12-8 0,-21 6-23 0,15 5-18 16,2-10-17-16,0 0-14 0,8 3-24 0,3-4-16 15,1 2-13-15,1-1-14 0,20-7-8 0,-22 4-17 16,5 0-20-16,11-3-48 0,-16 3-45 0,-4-4-36 15,3 5-48-15,0-4-35 0,-6 2-47 16,-6 0-42-16,3 2-59 0,0-1-66 0,-5 0-263 0,0 2-678 16,-13 2 299-16</inkml:trace>
          <inkml:trace contextRef="#ctx0" brushRef="#br0" timeOffset="-202.4732">641-488 194 0,'-8'-12'384'0,"8"12"-14"0,0 0-11 0,0 0-7 0,-18-4-6 16,18 4-9-16,0 0-21 0,-20 20 2 0,12-6-8 16,-6 5-8-16,6 7 0 0,-5-1-7 0,12 6-9 15,-7 9-10-15,0-7-19 0,-2 6-9 0,7 3-3 16,-3 1-22-16,0-3-15 0,-2 4-15 0,1-4-13 16,-1 4-7-16,1-4-19 0,0 0-14 0,1 2-14 15,0-12 2-15,-2 1-22 0,1 4-17 0,1-5 1 16,3-4-12-16,-2 0-7 0,2-7-4 0,0-3-3 15,-4 2-15-15,6-6 3 0,1-3-8 0,0-9-14 16,-2 19 4-16,2-19-6 0,0 0 10 0,2 12 4 16,-2-12 5-16,0 0-2 0,0 0-3 0,0 0 1 15,22-28-7-15,-11 6-3 0,5-5-4 0,-2-9-17 16,2-7-12-16,-2-5 0 0,7-23 0 0,-9 19 0 16,1 0 0-16,1-21 0 0,0 3 0 0,1 19 0 0,-3 4 0 15,-2-4 0-15,-2 7 0 0,0 1 0 0,1 6 0 16,-4 14 0-16,4-1 0 0,-6 5 0 0,4 0 0 15,-6 6 0-15,6 5 0 0,-6-2 0 0,-1 10 0 16,7-11 0-16,-7 11 0 0,9-7 0 0,-9 7 0 16,0 0 0-16,25 21 0 0,-6-2 0 0,-6 7 0 15,3 0 0-15,7 9 0 0,-4 7 0 0,4-4 0 16,-1 10 0-16,-2-6 0 0,7 8 0 0,-5-4 0 16,5-3 0-16,-6 1 0 0,1 4 0 0,-6-5 0 15,4 0 0-15,-1-6 0 0,-3 3 0 0,1 3 0 16,-3-5 0-16,2-1 0 0,-8-10 0 0,-1-4 0 0,0 1 0 15,0-6 0-15,7 6 0 0,-6-3 0 0,-2-5 0 16,-1-2 0-16,-3-2 0 0,-2-1 0 0,0-11 0 16,1 17 0-16,-1-17 0 0,-8 16 0 0,0-10-279 15,8-6-109-15,0 0-57 0,-44 1-51 0,44-1-62 16,-62-19-447-16,21 5-1087 0,-1-4 481 0</inkml:trace>
          <inkml:trace contextRef="#ctx0" brushRef="#br0" timeOffset="218.7643">1361-37 247 0,'7'12'352'0,"-7"-12"5"0,0 0-2 16,19 2-2-16,-19-2-7 0,22 1-11 0,-22-1-8 0,33 4-22 15,-12-8-19-15,7 3-22 0,-3-1-22 0,2-2-19 16,5-1-26-16,-4 2-22 0,7-2-16 0,-3 3-17 16,1-5-25-16,-5 2-40 0,2 1-50 0,-3-3-51 15,2 0-56-15,-10 3-48 0,-4 0-55 0,-15 4-62 16,29-6-81-16,-29 6-324 0,12-1-705 0,-12 1 312 15</inkml:trace>
          <inkml:trace contextRef="#ctx0" brushRef="#br0" timeOffset="406.2512">1331 310 195 0,'-14'12'392'0,"8"-3"-23"0,0 0 11 16,6-9-6-16,0 15 8 0,0-15-11 0,12 11-23 0,9-9-23 15,2-2-26-15,9 0-24 0,11-5-30 16,3-1-22-16,6 1-26 0,-2 0-23 0,1-2-32 16,4-2-60-16,0 2-72 0,2-3-88 0,2 3-81 0,-4-4-99 15,-1 6-119-15,-4-4-276 0,4 1-705 0,-2-1 313 16</inkml:trace>
        </inkml:traceGroup>
      </inkml:traceGroup>
    </inkml:traceGroup>
  </inkml:traceGroup>
</inkml:ink>
</file>

<file path=ppt/ink/ink2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5T04:59:17.875"/>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B14DCF6E-0727-4C1E-94C1-68AE0DCB9740}" emma:medium="tactile" emma:mode="ink">
          <msink:context xmlns:msink="http://schemas.microsoft.com/ink/2010/main" type="inkDrawing" rotatedBoundingBox="12833,286 13637,5918 11970,6156 11166,524" semanticType="verticalRange" shapeName="Other">
            <msink:sourceLink direction="with" ref="{734F0EB3-E4F9-403D-BCBA-6C1770609C9A}"/>
            <msink:sourceLink direction="with" ref="{2905D520-E1D9-404C-84C9-C8BFBD8ED7C4}"/>
          </msink:context>
        </emma:interpretation>
      </emma:emma>
    </inkml:annotationXML>
    <inkml:trace contextRef="#ctx0" brushRef="#br0">0 34 24 0,'0'0'353'0,"0"0"-20"0,0 0-12 0,0 0-12 15,0 0-25-15,0 0-24 0,0 0-21 0,0 0-4 0,0 0 4 16,0 0-11-16,0 0-11 0,0 0-1 0,67 3-8 16,-39-3 4-16,7-3-3 0,12 0-19 15,-1-1-7-15,1 2-10 0,4 0-10 0,4-2-5 0,1 1 12 16,1-1-14-16,-1 3-15 0,0-2-14 0,-2 3-12 16,-2 0-7-16,-3 0-6 0,-2 3-3 0,-6-3-7 15,-9 0-5-15,1 5-5 0,-5-3-8 0,-1 10-4 16,3-2-4-16,-4 6 1 0,-4 3-1 0,-2 6 20 15,2 12 18-15,-1 9-3 0,-1 5 13 0,3 19 3 16,-3 5 7-16,-2 6 7 0,-1-3 9 0,-1 15-3 16,-2-6 1-16,2 48 1 0,4-3 3 0,6-7 2 15,-6 12 3-15,-2 8-96 0,10-6-51 0,0 2 0 16,-2 4 0-16,4 7 0 0,-2 0 0 0,-1 6 0 16,1 3 0-16,1-2 0 0,-9-12 0 0,7 1 0 15,-6-12 0-15,-4 13 0 0,4-13 0 0,-4-4 0 16,2 2 0-16,-9-8 0 0,-6-35 0 0,7 34 0 0,-6-38 0 15,-2 1 0-15,-1 1 0 0,3-2 0 16,-1-4 0-16,0-3 0 0,-4-7 0 0,0 0 0 16,0-17 0-16,-4-3 0 0,1 1 0 0,3-2 0 0,-1-2 0 15,-4 2 0-15,3-3 0 0,-1-1 0 0,-2-5 0 16,-1 2 0-16,6-5 0 0,0-6 0 0,0-5 0 16,-5 1 0-16,1-2 0 0,1-2 0 0,1 0 0 15,2-1 0-15,0-3 0 0,0 6 0 0,-2-11 0 16,-1-3 0-16,2 4 0 0,1-7 0 0,-4 1 0 15,4-12 0-15,-9 18 0 0,7-11 0 0,-4 4 0 16,-3-2 0-16,-4 2 0 0,13-11 0 0,-41 24 0 16,12-12 0-16,-16 6 0 0,-4-10 0 0,-29 8 0 15,-4-9 0-15,-8 6 0 0,-11-10 0 0,-45-6 0 16,-1 0 0-16,0 3-23 0,49-3-777 0,-39-5-428 16,40-4-1331-16,14-6 589 0</inkml:trace>
  </inkml:traceGroup>
</inkml:ink>
</file>

<file path=ppt/ink/ink2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5T04:59:20.845"/>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20835093-AB33-433D-A3EC-0B10E0D661E7}" emma:medium="tactile" emma:mode="ink">
          <msink:context xmlns:msink="http://schemas.microsoft.com/ink/2010/main" type="writingRegion" rotatedBoundingBox="14018,587 23164,1242 22779,6616 13633,5961">
            <msink:destinationLink direction="with" ref="{FEBF92A1-A09E-4845-9452-CC53C51300C5}"/>
            <msink:destinationLink direction="with" ref="{91B33CAA-E05E-424E-A1CC-EB4BB4F8446D}"/>
          </msink:context>
        </emma:interpretation>
      </emma:emma>
    </inkml:annotationXML>
    <inkml:traceGroup>
      <inkml:annotationXML>
        <emma:emma xmlns:emma="http://www.w3.org/2003/04/emma" version="1.0">
          <emma:interpretation id="{F395AB4E-703E-448C-99C9-B8945C122ED8}" emma:medium="tactile" emma:mode="ink">
            <msink:context xmlns:msink="http://schemas.microsoft.com/ink/2010/main" type="paragraph" rotatedBoundingBox="13918,776 22185,853 22169,2560 13902,2484" alignmentLevel="1"/>
          </emma:interpretation>
        </emma:emma>
      </inkml:annotationXML>
      <inkml:traceGroup>
        <inkml:annotationXML>
          <emma:emma xmlns:emma="http://www.w3.org/2003/04/emma" version="1.0">
            <emma:interpretation id="{BF4E8935-7148-4FC1-AEC2-57888643C7E4}" emma:medium="tactile" emma:mode="ink">
              <msink:context xmlns:msink="http://schemas.microsoft.com/ink/2010/main" type="line" rotatedBoundingBox="13918,776 22185,853 22169,2560 13902,2484"/>
            </emma:interpretation>
          </emma:emma>
        </inkml:annotationXML>
        <inkml:traceGroup>
          <inkml:annotationXML>
            <emma:emma xmlns:emma="http://www.w3.org/2003/04/emma" version="1.0">
              <emma:interpretation id="{C82A5155-3250-4ED5-81FD-41DDB6BED265}" emma:medium="tactile" emma:mode="ink">
                <msink:context xmlns:msink="http://schemas.microsoft.com/ink/2010/main" type="inkWord" rotatedBoundingBox="13918,776 17197,807 17181,2511 13903,2481"/>
              </emma:interpretation>
              <emma:one-of disjunction-type="recognition" id="oneOf0">
                <emma:interpretation id="interp0" emma:lang="" emma:confidence="1">
                  <emma:literal/>
                </emma:interpretation>
              </emma:one-of>
            </emma:emma>
          </inkml:annotationXML>
          <inkml:trace contextRef="#ctx0" brushRef="#br0">1457 387 222 0,'-9'-17'457'16,"3"7"1"-16,-1 1-8 0,1 1-10 0,6 8-15 15,-22-18-17-15,8 7-11 0,-1 6-36 0,1-3-33 16,-2 5-30-16,-3-1-23 0,19 4-27 0,-41 1-12 15,21 6-20-15,-9 0-13 0,6 2-21 0,-6 4-16 16,2 2-7-16,0 3-18 0,2 2-15 0,1-2-12 16,2 3-8-16,2 5-10 0,4-3-9 0,2 2-8 15,0 1-8-15,-2 0-6 0,9 4-10 0,3-4-6 16,2 0-5-16,5-4-1 0,4 4-6 0,-1-1-4 16,7-4-2-16,-4-4-14 0,5 1 9 0,4 0-1 15,2-3 2-15,-2-4-11 0,0-1 2 0,0-4-6 16,2 1 3-16,7-6-4 0,-5-1 2 0,7-1 1 15,-4-5-7-15,2-1 3 0,1-5-1 0,-2 0-1 16,1-7-5-16,-2 3 6 0,-1-5-2 0,-2-2 5 16,-3-3-5-16,4-6 3 0,-5 6-1 0,-2 0 8 0,-4 1 14 15,-2 3 2-15,1 1 20 0,-3 2 10 16,-2 1 10-16,0 3 4 0,-3 2-1 0,2 2-1 16,-5 11 3-16,3-13-18 0,-3 13-7 0,0 0-8 0,5-12-14 15,-5 12 1-15,0 0-29 0,0 0-3 0,0 0 0 16,-1 40 0-16,-3-22 0 0,4 12 0 0,0 11 0 15,7-1 0-15,-9-2-20 0,10-1-93 0,-3 3-43 16,1-1-50-16,-3-3-43 0,5-11-52 0,3 6-57 16,-1-6-47-16,-2 0-62 0,4-3-90 0,-4-8-337 15,-2-2-967-15,2-5 428 0</inkml:trace>
          <inkml:trace contextRef="#ctx0" brushRef="#br0" timeOffset="218.7021">1920 582 79 0,'4'-16'478'0,"-3"0"-4"16,1 6 4-16,-2 10-4 0,0-17-7 0,0 17-18 16,1-14-22-16,-1 14-33 0,0-12-35 0,0 12-37 15,0 0-30-15,0 0-29 0,0 0-5 0,0 0-13 0,0 0-20 16,0 0-19-16,24 31-15 0,-21-17-20 0,4 12-18 16,-3-1-15-16,-2 7-10 0,-1 7-15 15,1 1-10-15,-2 2-10 0,3 0-11 0,-1 1-16 16,-2-2-57-16,0 1-68 0,0 1-78 0,-5-3-90 0,5-1-79 15,-2 0-92-15,1-13-123 0,-4-7-395 0,-1-3-990 16,3 1 438-16</inkml:trace>
          <inkml:trace contextRef="#ctx0" brushRef="#br0" timeOffset="421.8112">2151 750 5814 0,'7'-16'130'0,"-4"-2"-12"0,1 4-11 0,3-1-15 0,-4 7 4 15,-3 8 4-15,5-15 12 0,-5 15-21 0,8-7-7 16,-8 7-9-16,0 0-5 0,0 0-7 0,26 32-9 16,-18-10 1-16,3 2-4 0,-1 5-6 0,1 8-8 15,-3 2 0-15,-2 2 5 0,-3 9-13 0,4-4-15 16,-6 3-48-16,4 0-63 0,-7-2-65 0,4 0-86 16,-7-2-83-16,5 4-96 0,0-5-150 0,-6-17-330 15,4-2-982-15,2-2 434 0</inkml:trace>
          <inkml:trace contextRef="#ctx0" brushRef="#br0" timeOffset="-1548.2018">-899 1567 101 0,'-24'14'349'0,"4"4"-23"15,6-6-9-15,-1-4-17 0,4 3-12 0,3-4-14 16,4 4-16-16,4-11-2 0,0 0-28 0,15 21-17 0,1-13-25 16,5-4-23-16,7-1-16 0,7 1-43 0,9-1-50 15,5-5-58-15,-5-2-57 0,5 1-79 0,12-2-81 16,-6 3-302-16,-1-8-566 0,7 1 250 0</inkml:trace>
          <inkml:trace contextRef="#ctx0" brushRef="#br0" timeOffset="-1720.0988">-984 1345 3619 0,'-7'12'367'0,"7"-12"-228"0,0 0-47 16,-6 10-32-16,6-10 10 0,0 0 12 0,0 0 13 15,0 0 7-15,0 0-2 0,0 0 6 0,0 0 0 16,0 0-5-16,21 8-5 0,-21-8-11 0,33-1-9 16,-3 1-8-16,-2-3-6 0,1 3-9 0,-1 0-17 15,1 0-35-15,18-1-50 0,-4-5-79 0,1 6-67 16,-3-5-78-16,-8 4-95 0,-4 1-383 0,-7-1-813 16,-3-4 360-16</inkml:trace>
          <inkml:trace contextRef="#ctx0" brushRef="#br0" timeOffset="-543.3144">0 143 204 0,'0'0'314'0,"0"0"-21"0,0 0-16 16,16-22-3-16,5 13-9 0,7-1-8 0,13-4-12 15,8-4-20-15,8 2-18 0,0 2-20 0,5 2-20 16,17-2-19-16,3 6-48 0,-24 2-50 0,2 6-65 15,-1 0-71-15,18 2-81 0,-20 3-120 0,-3-5-156 16,-5 4-481-16,-8-1 213 0</inkml:trace>
        </inkml:traceGroup>
        <inkml:traceGroup>
          <inkml:annotationXML>
            <emma:emma xmlns:emma="http://www.w3.org/2003/04/emma" version="1.0">
              <emma:interpretation id="{1BE9EEE0-ACBF-4637-B3DA-BD249F7C8E73}" emma:medium="tactile" emma:mode="ink">
                <msink:context xmlns:msink="http://schemas.microsoft.com/ink/2010/main" type="inkWord" rotatedBoundingBox="18238,1049 22183,1085 22169,2560 18225,2524"/>
              </emma:interpretation>
              <emma:one-of disjunction-type="recognition" id="oneOf1">
                <emma:interpretation id="interp1" emma:lang="" emma:confidence="1">
                  <emma:literal/>
                </emma:interpretation>
              </emma:one-of>
            </emma:emma>
          </inkml:annotationXML>
          <inkml:trace contextRef="#ctx0" brushRef="#br0" timeOffset="965.5091">3548 586 234 0,'-4'-18'471'16,"4"0"-24"-16,0 4-27 0,-7-1 4 0,7 4 0 15,0 11-11-15,0-20-20 0,-1 11-26 0,1 9-24 0,-7-11-29 16,7 11-18-16,0 0-33 0,-6-13-22 0,6 13-27 16,0 0-10-16,0 0-39 0,0 0-8 0,0 0-16 15,-52 19-16-15,39-9-13 0,-1 0-11 0,-2 3-10 16,2 1-2-16,0 1-15 0,-4 4-4 0,9-3-13 15,-2 3-6-15,-3 1-3 0,7-1-6 0,3-4-3 16,-1 0-8-16,5 2-6 0,0-1 2 0,1-1-3 16,6 1-1-16,-1-3-6 0,2 0 8 0,0-2-15 15,4-1 3-15,1 1-2 0,3-4-2 0,3-4-1 0,-2 1-6 16,1 0 3-16,-18-4 0 0,36-4-1 0,-20 0-3 16,3-5 2-16,-3 1 3 0,3-6-1 15,-4 2-7-15,4-7 4 0,-3-1-2 0,-6 6 5 0,4-8 10 16,-2-1-10-16,-4-3-1 0,-1 1 6 0,1 0 17 15,-4 5-1-15,-2-3 19 0,-2 6 23 16,6 3 16-16,-6-1 1 0,2 4 3 0,1 0-2 0,-3 11-3 16,2-16-4-16,-2 16-9 0,0 0-11 0,1-14-8 15,-1 14-15-15,0 0 1 0,0 0-4 0,0 0-1 16,0 0 0-16,0 0-5 0,14 59-7 0,-9-33-20 16,1 3 0-16,2 14 0 0,-1-3 0 0,-1 0-15 15,3 8-55-15,-1-8-40 0,3 1-47 0,-1 0-47 16,1-1-57-16,-2-10-54 0,-1-4-41 0,0 0-48 15,2-1-61-15,-6-9-78 0,3-6-340 0,-1 2-954 16,0-5 422-16</inkml:trace>
          <inkml:trace contextRef="#ctx0" brushRef="#br0" timeOffset="1168.619">4092 661 453 0,'5'-15'467'0,"-4"0"4"15,4 4-1-15,-5-3-3 0,0 14-3 0,3-14-16 16,-3 14-31-16,2-13-33 0,-2 13-43 0,0 0-36 15,0 0-27-15,0 0-20 0,0 0-30 0,0 0-17 16,17 40-24-16,-14-20-16 0,2 5-18 0,-3 5-14 16,-2 7-15-16,3 3-14 0,0 1-11 0,-3-11-10 15,0 14-15-15,0-4-41 0,-3-2-51 0,-2 8-51 16,0-3-60-16,4-2-71 0,-1 0-67 0,-3-2-69 16,-1-2-83-16,5-11-103 0,1-3-292 0,0-9-882 15,0 1 391-15</inkml:trace>
          <inkml:trace contextRef="#ctx0" brushRef="#br0" timeOffset="1527.9707">4427 797 444 0,'-5'-19'510'16,"2"1"-32"-16,0 3-21 0,8-1-9 0,-2 7-16 15,3-7-23-15,2 1-35 0,6 1-35 0,1 4-33 16,3 2-29-16,1 1-29 0,5-4-26 0,-3 7-22 15,1 2-17-15,-2 1-25 0,-20 1-18 0,48 6-11 16,-32 1-12-16,3 1-11 0,-4 5-14 0,4 10-8 16,-3-1-6-16,-8 3-11 0,-2 11-10 0,-6-4-15 15,-9 10-8-15,-2-2-9 0,-10 1-11 0,-1 0-8 16,-5 3-7-16,2-4 0 0,-7 2 3 0,-2-9-4 16,2-1-1-16,0-1 2 0,2-2 2 0,10-7-3 0,-2-3 1 15,4-7 2-15,7 2-3 0,0-6 1 0,3-1-3 16,8-7 2-16,-6 10-1 0,6-10 5 0,0 0-2 15,0 0 3-15,0 0-1 0,63-7-4 0,-30-3-1 16,8 2 0-16,4-7 4 0,-1 4-2 0,11-2 0 16,1 0 2-16,-3-2-4 0,6 1-10 0,-4 2-22 15,2 1-38-15,0 1-59 0,3-2-60 0,-8 5-51 16,5-1-46-16,-8-1-62 0,8 0-90 0,-8-2-340 16,-8-1-846-16,2 2 375 0</inkml:trace>
          <inkml:trace contextRef="#ctx0" brushRef="#br0" timeOffset="2027.9077">5962 424 45 0,'1'-15'506'0,"-1"15"-11"0,0-22-2 0,3 12 0 15,-6-3 3-15,3 13-8 0,-8-21-13 0,7 12-25 16,1 9-30-16,-5-17-23 0,5 17-36 0,-8-15-24 15,8 15-25-15,-14-12-30 0,8 9-29 0,6 3-24 16,-23-6-26-16,23 6-15 0,-26 2-17 0,26-2-12 16,-35 7-22-16,19 1-13 0,-3 3-11 0,2 1-12 15,1 2-12-15,-2 5-16 0,1 3-3 0,0-1-2 16,2 0-10-16,6 1-13 0,-5 1-2 0,3 0-26 0,7 0-17 16,0-3 0-16,1 7 0 0,4-1 0 15,1-2 0-15,2-6 0 0,0-1 0 0,2-1 0 16,2 3 0-16,5-5 0 0,1 0 0 0,0-2 0 0,5 0 0 15,-3-4 0-15,4-2 0 0,1-3 0 16,6-2 0-16,-7-2 0 0,2-2-8 0,2-1-24 16,8-5-3-16,-7-2 3 0,0-3 7 0,-1-5 2 0,-4 5 9 15,-1-7 2-15,-3-2-5 0,-2 4 6 0,-2-3 1 16,-3-3 6-16,-7 0 4 0,4 2 9 0,-3-1 3 16,0 5 24-16,-6 3-6 0,3-3 17 0,0 7 1 15,0-6-7-15,0 18-41 0,0-15 0 0,0 15 0 16,2-13 0-16,-2 13 0 0,0 0 0 0,0-13 0 15,0 13 0-15,0 0 0 0,0 0 0 0,0 0 0 16,8 34 0-16,-7-8 0 0,2 3 0 0,0 8 0 16,4 8 0-16,1-1 0 0,0 2 0 0,0 4 0 15,-2-5 0-15,5 6-65 0,-8-1-206 0,14-3-89 16,-13 4-75-16,2-6-89 0,2 1-130 0,-2-7-327 16,2-17-1062-16,-2-4 470 0</inkml:trace>
          <inkml:trace contextRef="#ctx0" brushRef="#br0" timeOffset="2840.3478">6742 849 340 0,'7'-14'505'0,"1"-1"-27"0,6-7 5 16,0 8 19-16,7-2-4 0,-1 0-34 0,2 6-37 15,7-1-36-15,2 0-44 0,1 3-33 0,-1 7-35 16,1-1-30-16,1 2-26 0,-6 7-24 0,-3 2-34 15,3 1-24-15,-11 1-34 0,-2 5-35 0,0 1-25 16,-3 8-31-16,-8 1-25 0,-3 0-29 0,-6 4-25 16,-4-4-18-16,-9 9-9 0,0 0-20 0,1-10-16 15,-5-5-14-15,-8 10-5 0,7-9 7 0,-3-2 6 16,5 3 14-16,-5-5 12 0,3-4 11 0,6-3 6 16,2-2 10-16,2-1 11 0,2-2 11 0,12-5 15 0,-15 9 15 15,15-9 48-15,-10 5-2 0,10-5 2 16,0 0 13-16,0 0 2 0,0 0 0 0,0 0 3 15,0 0-4-15,44-15 1 0,-25 11 4 0,0-1 20 0,2 3 7 16,6 2 18-16,1 0 11 0,-1 2 11 0,3 4 4 16,2 4 0-16,-2-2-9 0,-7 6-6 0,6 0-7 15,-5 3-3-15,-1 1-7 0,-8 1-4 0,2 2-8 16,-3 2-5-16,-9 3-6 0,1-1-5 0,-6 2-3 16,-3 2-4-16,-2-2-2 0,-4-6-3 0,-9 7-8 15,-4 7 2-15,-6-6-5 0,-2-2-9 0,-7 5-25 16,-7-6-42-16,-5-3-69 0,-3-6-66 0,-30 3-68 15,-10 2-63-15,-7-7-87 0,-48-5-104 0,0-7-274 0,-5-12-843 16,-3-1 373-16</inkml:trace>
          <inkml:trace contextRef="#ctx0" brushRef="#br0" timeOffset="2418.5043">6409 755 104 0,'0'-20'397'0,"0"20"-12"15,3-15 0-15,-3 15 1 0,2-16 4 0,-2 16-8 16,4-12-15-16,-4 12-14 0,2-10-17 0,-2 10-10 16,0 0-10-16,0 0-12 0,5-11-16 0,-5 11-17 15,0 0-26-15,0 0-18 0,0 0-13 0,0 0-28 16,0 0-11-16,0 0 2 0,0 0-8 0,0 0-9 15,0 0-10-15,15 41-11 0,-8-24-17 0,-6-1-16 16,4 8-9-16,-3 4-7 0,1 2-11 0,-8 8-6 16,10-2-10-16,-2 1-7 0,-3 2 1 0,0-3-22 15,2-4-43-15,1 8-48 0,-2-2-56 0,-1 1-62 16,-1-9-81-16,4-3-68 0,-3-1-85 0,0-3-103 16,-2-5-450-16,4-4-1041 0,1-6 462 0</inkml:trace>
        </inkml:traceGroup>
      </inkml:traceGroup>
    </inkml:traceGroup>
    <inkml:traceGroup>
      <inkml:annotationXML>
        <emma:emma xmlns:emma="http://www.w3.org/2003/04/emma" version="1.0">
          <emma:interpretation id="{73C2C17F-C539-48C2-8813-56472B980DC6}" emma:medium="tactile" emma:mode="ink">
            <msink:context xmlns:msink="http://schemas.microsoft.com/ink/2010/main" type="paragraph" rotatedBoundingBox="15864,3001 23002,3512 22915,4722 15777,4211" alignmentLevel="2"/>
          </emma:interpretation>
        </emma:emma>
      </inkml:annotationXML>
      <inkml:traceGroup>
        <inkml:annotationXML>
          <emma:emma xmlns:emma="http://www.w3.org/2003/04/emma" version="1.0">
            <emma:interpretation id="{2D68730A-2CD5-4BDB-BFDF-6CCD2A3E9D53}" emma:medium="tactile" emma:mode="ink">
              <msink:context xmlns:msink="http://schemas.microsoft.com/ink/2010/main" type="line" rotatedBoundingBox="15864,3001 23002,3512 22915,4722 15777,4211"/>
            </emma:interpretation>
          </emma:emma>
        </inkml:annotationXML>
        <inkml:traceGroup>
          <inkml:annotationXML>
            <emma:emma xmlns:emma="http://www.w3.org/2003/04/emma" version="1.0">
              <emma:interpretation id="{B4C1D636-8AFD-43A9-9248-96DDAB51855C}" emma:medium="tactile" emma:mode="ink">
                <msink:context xmlns:msink="http://schemas.microsoft.com/ink/2010/main" type="inkWord" rotatedBoundingBox="15860,3046 17333,3152 17264,4119 15791,4013"/>
              </emma:interpretation>
              <emma:one-of disjunction-type="recognition" id="oneOf2">
                <emma:interpretation id="interp2" emma:lang="" emma:confidence="1">
                  <emma:literal/>
                </emma:interpretation>
              </emma:one-of>
            </emma:emma>
          </inkml:annotationXML>
          <inkml:trace contextRef="#ctx0" brushRef="#br0" timeOffset="3946.3907">1546 2842 289 0,'1'-17'381'0,"7"1"-38"0,-1 2-30 16,1-2-30-16,3 1-12 0,4-1 0 0,1 0-36 15,3-1-27-15,3 8-20 0,-1-2-14 0,-2 3-7 16,1 2-29-16,1 1-17 0,-4 4-21 0,-17 1-2 16,40 1-8-16,-24 5-14 0,-4 2-1 0,-1 0-11 15,-1 2-6-15,-7 4-6 0,2 2 0 0,-10 3-5 16,3 3-1-16,-10 5-11 0,2-5-3 0,-7 3 9 16,-5 8-14-16,-5-2-7 0,5-10 4 0,-13 10-2 15,7-1-5-15,-7-4-7 0,3-2 9 0,-1 0-14 16,-2 0 9-16,13-9-3 0,-5 0-5 0,7-4-3 15,2 1-5-15,4-4-1 0,3 1-6 0,2-4-12 16,9-5-20-16,-15 11-13 0,15-11 3 0,-6 7-2 16,6-7-3-16,0 0-6 0,0 0-4 0,0 0 0 15,0 0-4-15,73-11 0 0,-40 4 6 0,-3 0 6 16,16-6 1-16,-7 0 9 0,9-1 2 0,-4-2 4 16,2 4-1-16,3-5-3 0,-3 3-2 0,-1-2-12 15,3 1-12-15,-4-1-18 0,0-5-30 0,-4 5-39 0,3-5-39 16,-6 5-67-16,-8 1-133 0,1 1-431 15,-2 0 190-15</inkml:trace>
          <inkml:trace contextRef="#ctx0" brushRef="#br0" timeOffset="4149.5318">2363 2655 206 0,'0'0'341'0,"-8"-12"1"0,8 12 3 16,-13-12 16-16,13 12 5 0,-9-11 15 0,3 4 4 15,6 7-15-15,0 0-11 0,-8-8-7 0,8 8-16 16,0 0-17-16,0 0-21 0,0 0-27 0,0 0-27 15,0 0-16-15,0 0-17 0,0 0-18 0,0 0-19 16,9 50-21-16,-6-25-14 0,1 1-13 0,3 14-10 16,0-1-16-16,-7 0-11 0,5 9-19 0,-2 1-53 0,0 2-56 15,-3-1-70-15,1 1-83 0,1-1-70 16,-2-1-109-16,0-5-111 0,0 1-425 0,0-5-981 16,-3-14 434-16</inkml:trace>
          <inkml:trace contextRef="#ctx0" brushRef="#br0" timeOffset="3602.6598">1412 2324 213 0,'-18'-9'445'0,"2"-2"-3"16,-4 4-12-16,-7-2 2 0,3 2-26 15,-4 4-31-15,1 1-26 0,6 6-31 0,1-3-26 0,-9 8-31 16,6 4-20-16,-3-2-22 0,4 4-20 0,0 3-17 15,2 4-17-15,-1 0-18 0,-3 12-12 0,7-12-13 16,0 4-10-16,-4 10-15 0,10-7-6 0,3-2-8 16,-1 2-12-16,2-3-2 0,3 2-10 0,2-5-6 15,4 1-10-15,1-4-1 0,0-1-1 0,5-3-9 16,3 1-1-16,-2-3 0 0,4-1-3 0,3-5-1 16,-4 3-8-16,4-4 3 0,2 0-2 0,-1-2-1 15,0-5-1-15,-17 0-2 0,32-7 1 0,-13 2-3 16,5-8 2-16,-5-1-4 0,1-5 5 0,1 2-3 15,-1-6-2-15,-4-2 6 0,0 4-3 0,1-3 5 16,-3-1-1-16,2 3 8 0,-2-3 0 0,-4-1 4 16,-1 7 13-16,-5 4 2 0,4-1 2 0,-2 0 6 0,-5 6-1 15,3-1 3-15,-4 11 4 0,1-14-2 0,-1 14-10 16,6-14-7-16,-6 14-6 0,0 0-4 0,0 0-4 16,0 0 1-16,0 0-5 0,0 0-3 0,-1 40-3 15,1-14-2-15,1 3-4 0,1 10-19 0,3-7-23 16,3 5-28-16,-7 3-37 0,10-2-43 0,-4 2-58 15,2-11-52-15,4 10-47 0,-7-2-49 0,4 2-70 16,-2-13-82-16,-4-7-344 0,-2 2-909 0,4-7 403 16</inkml:trace>
        </inkml:traceGroup>
        <inkml:traceGroup>
          <inkml:annotationXML>
            <emma:emma xmlns:emma="http://www.w3.org/2003/04/emma" version="1.0">
              <emma:interpretation id="{24A3CD64-CB01-442F-BCCF-75E15E4AFD6D}" emma:medium="tactile" emma:mode="ink">
                <msink:context xmlns:msink="http://schemas.microsoft.com/ink/2010/main" type="inkWord" rotatedBoundingBox="18400,3260 20334,3398 20280,4147 18346,4009"/>
              </emma:interpretation>
              <emma:one-of disjunction-type="recognition" id="oneOf3">
                <emma:interpretation id="interp3" emma:lang="" emma:confidence="0.5">
                  <emma:literal>3</emma:literal>
                </emma:interpretation>
                <emma:interpretation id="interp4" emma:lang="" emma:confidence="0">
                  <emma:literal>,</emma:literal>
                </emma:interpretation>
                <emma:interpretation id="interp5" emma:lang="" emma:confidence="0">
                  <emma:literal>5</emma:literal>
                </emma:interpretation>
                <emma:interpretation id="interp6" emma:lang="" emma:confidence="0">
                  <emma:literal>z</emma:literal>
                </emma:interpretation>
                <emma:interpretation id="interp7" emma:lang="" emma:confidence="0">
                  <emma:literal>.</emma:literal>
                </emma:interpretation>
              </emma:one-of>
            </emma:emma>
          </inkml:annotationXML>
          <inkml:trace contextRef="#ctx0" brushRef="#br0" timeOffset="4711.4729">3686 2592 354 0,'11'-13'487'0,"-2"0"-11"0,-4 5 1 0,5-4 18 15,-4 4-25-15,-6 8-19 0,14-19-16 16,-11 14-13-16,-3 5-24 0,5-14-13 0,-5 14-12 0,0 0-28 16,0 0-34-16,-5-14-20 0,5 14-39 0,0 0-24 15,-25 0-22-15,25 0-22 0,0 0-17 0,-47 16-14 16,32-6-33-16,-7 0 0 0,2 10-13 0,-2-8-9 0,6 6-14 15,-5 1-4-15,9-4-11 0,-4 4-8 16,2 4-12-16,1-9-6 0,5 5-43 0,2-2 0 16,1 0 0-16,3 2 0 0,-1-2 0 0,5 1 0 0,6 0 0 15,-4-4 0-15,0 3 0 0,3-2 0 0,5-1 0 16,-6-3 0-16,8 3-13 0,-3-6-31 0,2-2 2 16,3-1-12-16,1 0-4 0,-17-5 6 0,32 7 2 15,-12-12 0-15,-20 5 7 0,33-11-4 0,-17 1 7 16,5-2 5-16,-7 0 5 0,0 3 2 0,-8-8 5 15,9-3 0-15,-4-2 5 0,-2 1 1 0,-4 3 22 16,0-3 0-16,1-3 9 0,-3 5 10 0,-1 2 4 16,-2 2 8-16,1 0 25 0,-1 5 0 0,0 10-9 15,0-15 2-15,0 15-3 0,-1-14-9 0,1 14-8 16,0 0-7-16,0 0-7 0,0 0-5 0,0 0 1 16,0 0-2-16,0 0-5 0,0 0 2 0,-8 42-24 15,9-16-14-15,-1 4-33 0,2 10-22 0,1 0-46 16,-1-1-46-16,-1 1-65 0,2-9-71 0,2 13-56 0,2-3-61 15,7-5-99-15,-14-6-433 0,6-8-1038 0,2 1 459 16</inkml:trace>
          <inkml:trace contextRef="#ctx0" brushRef="#br0" timeOffset="5352.0816">4192 2764 449 0,'-8'-14'446'0,"1"5"5"0,4 0-12 0,3 9-28 0,-6-18-37 16,4 10-38-16,2 8-28 0,11-19-33 0,2 7-27 16,1 1-29-16,0 2-19 0,5 2-23 15,-1-2-16-15,-1 5-18 0,1-2-17 0,-1 5-12 0,-17 1-14 16,32 0-1-16,-32 0-13 0,20 4-14 0,-9 3-7 16,-11-7-6-16,11 19-7 0,-11-3-6 0,3 0-6 15,-6 2-4-15,-5 6-2 0,-4 2-6 0,-3-1 0 16,0 9-3-16,-4 0-4 0,-3-1 0 0,-1 0-6 15,0 0-1-15,-3-1 5 0,4 3-4 0,0-4-2 16,5-10 0-16,7 5 0 0,-4-6-8 0,8-3 3 16,-1-3-2-16,1-2-2 0,6-2 0 0,0-10-1 15,3 18 1-15,-3-18 2 0,18 12 2 0,-6-8-4 16,4-1-2-16,5-3 3 0,7-1-10 0,1-3 2 16,2-5 4-16,-2 2-8 0,-1-5-3 0,-4-2-3 15,4 1-3-15,-6-5 7 0,8 0-5 0,-6-3 6 16,-2 2 3-16,-1-1-1 0,-2-5 5 0,-5 2 14 0,2 2 0 15,-2-3 5-15,2-1 6 0,-5 3 2 16,5-1-3-16,-2-2 2 0,3 4 3 0,-6-2 9 16,2 6 2-16,3-4 6 0,4 3 9 0,-2 3 1 0,-7 3-4 15,6 2-3-15,-3 3-6 0,1-2-8 0,-6 7-4 16,-9 2 1-16,0 0-10 0,0 0-1 0,41 14-7 16,-35-3-5-16,-4 4-1 0,-2 4-2 0,-2 7-2 15,-5 10-1-15,-11-10-1 0,10 1-1 0,-9 6 0 16,3-3 1-16,-10 4 4 0,3 4 0 0,4-3-3 15,-2-12-1-15,2 1-1 0,2 2-1 0,3-4 3 16,-1 0 7-16,5-4-8 0,0 1-1 0,4-7-3 16,0 2-5-16,1-3 9 0,3-11 0 0,7 22 3 15,-1-13-2-15,2-2 7 0,4 1-2 0,4-1 3 16,3-3 2-16,5 2-4 0,8-1 3 0,-2-5-3 16,6 0 4-16,7 1 0 0,4-6 8 0,-3 3 4 0,5-5 13 15,0-2 19-15,0-3 0 0,0 1 3 0,-6-2-5 16,3 4-9-16,-2 4 1 0,-16-1-18 0,1 0-21 15,-2 1-67-15,-11 1-78 0,3-1-95 0,-19 5-90 16,15-3-119-16,-15 3-528 0,0 0-1051 0,3-14 466 16</inkml:trace>
        </inkml:traceGroup>
        <inkml:traceGroup>
          <inkml:annotationXML>
            <emma:emma xmlns:emma="http://www.w3.org/2003/04/emma" version="1.0">
              <emma:interpretation id="{2355761F-B684-4528-A666-79E7C42B7624}" emma:medium="tactile" emma:mode="ink">
                <msink:context xmlns:msink="http://schemas.microsoft.com/ink/2010/main" type="inkWord" rotatedBoundingBox="21107,3376 23002,3512 22915,4722 21021,4586"/>
              </emma:interpretation>
            </emma:emma>
          </inkml:annotationXML>
          <inkml:trace contextRef="#ctx0" brushRef="#br0" timeOffset="6113.0288">6510 2702 5 0,'0'0'421'0,"-3"-21"5"16,0 11 5-16,3 10 1 0,-2-17-5 0,1 5-10 16,1 12-18-16,-5-14-12 0,5 14-14 0,-8-15-36 15,8 15-30-15,-14-8-30 0,14 8-28 0,-16-2-15 16,16 2-31-16,0 0-21 0,-46 10-15 0,19 2-18 15,5-1-13-15,-2 7-13 0,-1-4-11 0,11-1-10 0,-7 3-10 16,5 2-10-16,-4 2-6 16,6 2-9-16,1-3-6 0,2 3-2 0,5-3-13 15,-1-4-2-15,1 0 0 0,6 3-10 0,0 1 4 0,2 0-10 16,-4-1 3-16,8-2-5 0,4 3-4 0,-2-5 2 16,4 2-4-16,1-6 1 0,1 2-3 15,-1-3-4-15,4-2 0 0,1-2-3 0,-1-2 1 0,-3 0 6 16,-14-3-8-16,38-4 4 0,-20-3 5 0,4-2-10 15,-5-1 0-15,-3-6 1 0,8 3 0 0,-4-6 11 16,-1 0-9-16,-7-2 4 0,7 1 3 0,-6-1 7 16,-5 3 9-16,2 0 10 0,-4-1 5 0,-1 0 15 15,1 8 16-15,-4-8 10 0,4 11 13 0,-4 8-2 16,0-18-7-16,0 18-12 0,3-12-16 0,-3 12-67 16,0 0 0-16,0-14 0 0,0 14 0 0,0 0 0 15,0 0 0-15,0 0 0 0,0 0 0 0,0 0 0 0,-11 57 0 16,11-33 0-16,0 15 0 0,0 5 0 15,1 2 0-15,6-6 0 0,2 9-161 0,-4 1-67 16,4 1-68-16,2-6-56 0,2 2-59 0,0 1-63 0,2-7-102 16,-2-6-374-16,0-11-1027 0,-5-5 455 0</inkml:trace>
          <inkml:trace contextRef="#ctx0" brushRef="#br0" timeOffset="6441.1332">6946 3073 304 0,'-3'-25'462'0,"-2"1"-9"0,1 9 0 0,2-1-13 16,2 3-25-16,0 2-42 0,0 11-32 0,11-26-29 16,-1 13-38-16,2 2-27 0,2 2-26 0,-1 2-23 15,4 0-21-15,-2 2-19 0,-15 5-16 0,34-4-12 16,-34 4-17-16,29 4-14 0,-29-4-15 0,20 14-7 16,-9-3-11-16,-6 3-8 0,-2 5-10 0,1 1-11 0,-6-2-14 15,-6 12-4-15,-6 3-8 0,3-3 6 0,-10 8-9 16,2-3-2-16,-4 2 3 0,-1-4-1 15,-3-2-1-15,5 2 1 0,-7-1-1 0,10-9-4 0,2-4 1 16,0 0 1-16,7 0 1 0,-2-6-1 0,8-3-3 16,-2-1 2-16,6-9 1 0,-5 18 14 0,5-18 13 15,11 14 2-15,-11-14 0 0,18 8-6 0,-4-6 1 16,11 0 0-16,1-4-6 0,2 0-2 0,5-3-5 16,-4 2-15-16,2-3-35 0,1-4-51 0,9-3-48 15,-3-2-64-15,-8 1-37 0,-5-1-62 0,0 0-54 16,7-7-57-16,-5 5-322 0,-6 0-788 0,1-5 348 15</inkml:trace>
          <inkml:trace contextRef="#ctx0" brushRef="#br0" timeOffset="6844.8582">7468 2953 218 0,'0'-16'342'16,"3"7"-11"-16,0-7-20 0,2 7-17 0,4-7-2 0,2 6-1 16,2-2 1-16,1 0 6 0,10-6 8 0,4 7 4 15,12-6-3-15,-9 8-22 0,12 2-32 0,-2 1-25 16,-11 0-21-16,-3 6-20 0,2 2-21 0,-3 4-21 0,1 0-12 0,-11 2-16 0,-2 8-15 15,-6 0-33-15,-1 8-31 0,-3 3-18 0,-5 2-18 16,-10 12-20-16,-5-6-14 0,-5 5-11 0,-1-5 3 0,-9 2-13 16,2-3-9-16,-2-4 3 0,-1-1 3 0,-3-5 2 15,11-5-4-15,-1-3 10 0,5-1-3 16,4-6-3-16,2 1 13 0,6-3 5 0,8-7-3 0,-16 9 2 16,16-9 2-16,-14 2 3 0,14-2 11 0,0 0 25 15,0 0-7-15,0 0-4 0,0 0 6 0,0 0 7 16,46-18-4-16,-29 10 12 0,0-1 7 0,4 6 29 15,6-3-5-15,0 1 14 0,3 3 14 0,-2 1 8 16,0 4 5-16,6-3 1 0,-4 8 1 0,-2 0-6 16,-1 2-6-16,-3 2-6 0,1 4-12 0,-3 2-1 15,-9-1-4-15,7 5-2 0,-10 1-6 0,1 7-3 16,-8-3-3-16,-3 1-2 0,0 1-4 0,-6 1-4 16,-4-5-3-16,-4 2-1 0,0 2-2 0,-12 5-4 15,-2-5-2-15,0-3-26 0,-10-2-25 0,-5-1-42 16,-3-3-43-16,0 0-50 0,-6-3-53 0,-25 5-68 15,-9-6-84-15,-4-3-95 0,-1-8-248 0,-1 1-777 0,2-6 344 16</inkml:trace>
        </inkml:traceGroup>
      </inkml:traceGroup>
    </inkml:traceGroup>
    <inkml:traceGroup>
      <inkml:annotationXML>
        <emma:emma xmlns:emma="http://www.w3.org/2003/04/emma" version="1.0">
          <emma:interpretation id="{176A6B59-A4E4-49D5-87B8-F6B94E9D99A9}" emma:medium="tactile" emma:mode="ink">
            <msink:context xmlns:msink="http://schemas.microsoft.com/ink/2010/main" type="paragraph" rotatedBoundingBox="16209,4768 22545,5284 22438,6596 16103,6081" alignmentLevel="2"/>
          </emma:interpretation>
        </emma:emma>
      </inkml:annotationXML>
      <inkml:traceGroup>
        <inkml:annotationXML>
          <emma:emma xmlns:emma="http://www.w3.org/2003/04/emma" version="1.0">
            <emma:interpretation id="{4021359B-C5A7-4987-928C-DFFD0A45CE02}" emma:medium="tactile" emma:mode="ink">
              <msink:context xmlns:msink="http://schemas.microsoft.com/ink/2010/main" type="line" rotatedBoundingBox="16209,4768 22545,5284 22438,6596 16103,6081"/>
            </emma:interpretation>
          </emma:emma>
        </inkml:annotationXML>
        <inkml:traceGroup>
          <inkml:annotationXML>
            <emma:emma xmlns:emma="http://www.w3.org/2003/04/emma" version="1.0">
              <emma:interpretation id="{9DF41A28-92BD-4AE2-B86B-09A997B15476}" emma:medium="tactile" emma:mode="ink">
                <msink:context xmlns:msink="http://schemas.microsoft.com/ink/2010/main" type="inkWord" rotatedBoundingBox="16194,4953 17941,5095 17860,6102 16112,5959"/>
              </emma:interpretation>
              <emma:one-of disjunction-type="recognition" id="oneOf4">
                <emma:interpretation id="interp8" emma:lang="" emma:confidence="0.5">
                  <emma:literal>931</emma:literal>
                </emma:interpretation>
                <emma:interpretation id="interp9" emma:lang="" emma:confidence="0">
                  <emma:literal>937</emma:literal>
                </emma:interpretation>
                <emma:interpretation id="interp10" emma:lang="" emma:confidence="0">
                  <emma:literal>631</emma:literal>
                </emma:interpretation>
                <emma:interpretation id="interp11" emma:lang="" emma:confidence="0">
                  <emma:literal>93)</emma:literal>
                </emma:interpretation>
                <emma:interpretation id="interp12" emma:lang="" emma:confidence="0">
                  <emma:literal>637</emma:literal>
                </emma:interpretation>
              </emma:one-of>
            </emma:emma>
          </inkml:annotationXML>
          <inkml:trace contextRef="#ctx0" brushRef="#br0" timeOffset="7597.1971">1734 4224 329 0,'-13'-9'372'0,"-6"4"-2"16,4-1-21-16,0-1 1 0,-4 1-29 0,19 6-8 16,-34 0-9-16,11 0-24 0,3 5-11 15,-4 2-5-15,-1 5-16 0,-4 2-6 0,7 0-13 0,-4 3-15 16,2 0-17-16,-9 9-10 0,10-4-7 0,3 1-13 15,1 3-11-15,5-1-12 16,-7 9-18-16,7 3-11 0,6-9-13 16,0-1-6-16,2 0-9 0,6 1-15 0,0-5-4 15,5 2-7-15,1 1-2 0,3-3-7 0,2-8-4 16,-1 0-8-16,4 2-2 0,0-5-1 0,2-4-5 16,2-1-1-16,-3-1 0 0,6 0 1 0,-2-5 0 15,-19-1-1-15,35-6 3 0,-18-1 0 0,2-1 4 16,-3-4-3-16,-2-1 0 0,5-6 9 0,-2 0-5 15,-4-6 7-15,1 3-3 0,-3-5-1 0,-1-1 4 16,-2 5 0-16,-2 0 9 0,-4 5-4 0,1-7-3 16,-2 5-5-16,-1-2 0 0,0 7-4 0,-1-3 10 15,1 3 1-15,-3 4-8 0,3 11-8 0,-7-14 3 16,7 14-1-16,-4-12-11 0,4 12 7 0,0 0-11 16,0 0-1-16,0 0-9 0,0 0 3 0,-32 26-10 15,22-10 0-15,6 9 5 0,-3-2-11 0,4 7-6 0,-2 2-11 16,5 3-19-16,5 4-30 0,-5-8-25 15,3 5-40-15,4-4-48 0,-1-5-46 0,5 2-53 16,0-2-42-16,2-2-52 0,-4 0-66 0,9-6-96 0,-9-4-315 16,5-6-921-16,-1 1 408 0</inkml:trace>
          <inkml:trace contextRef="#ctx0" brushRef="#br0" timeOffset="8081.5461">1949 4610 9 0,'0'0'404'0,"-2"-16"-37"16,2 16-27-16,2-16-24 0,-2 16-1 0,8-16-39 16,-2 9-23-16,8-1-26 0,-1 3-18 0,3-4-29 15,4 5-16-15,-2 0-11 0,-1 1-16 0,-17 3-19 16,32 0-8-16,-32 0-15 0,31 7-10 0,-18 0-8 16,-4 4-7-16,-2 1-9 0,1 2-7 0,-4 2-12 15,-2 3 2-15,-2 1-1 0,-6 4-8 0,4 1 2 16,-6-1-3-16,0 0-15 0,-4 1-2 0,2 1-3 15,-1-7-12-15,-2 0-2 0,6-3-5 0,-3 1-6 16,2-2-8-16,-4-3-5 0,2-2-1 0,1 1 2 16,1 0-1-16,8-11 3 0,-10 8 2 0,10-8 1 0,-11 12-3 15,11-12 3-15,0 0-2 0,0 0 6 16,0 0 0-16,0 0 3 0,0 0 2 0,0 0-1 16,0 0-1-16,0 0 5 0,0 0 0 0,0 0 4 15,0 0-1-15,67-12 0 0,-67 12 3 0,31 0-1 0,-13 0 1 16,-18 0 0-16,31 2 14 0,-17 4-17 0,1 0 9 15,-1-1 0-15,0 2 1 0,0 0 3 16,-1 5 9-16,1-2-7 0,-3 1 4 0,-3 3-1 0,2-3 6 16,-4 3-8-16,0-2 6 0,-3 2-5 0,-3-4 8 15,4 6-7-15,-4-6 5 0,-5 6-9 0,2-2 1 16,-2 0-4-16,-3-2 6 0,0 1-2 0,-3-5-4 16,-3 3 0-16,0 1-5 0,-2-5-7 0,-3-4-21 15,1 7-13-15,-2-4-13 0,-1-4-12 0,1-2-26 16,20 0-31-16,-48-7-36 0,23 2-39 0,6-2-55 15,0 0-297-15,5-5-592 0,6-2 261 0</inkml:trace>
          <inkml:trace contextRef="#ctx0" brushRef="#br0" timeOffset="8315.9033">2701 4523 112 0,'18'-13'631'0,"-4"3"-45"15,-3-1-50-15,-2 6-36 0,1-3-34 0,-10 8-40 16,16-7-31-16,-16 7-31 0,0 0-24 0,0 0-33 16,27 27-22-16,-20-2-15 0,-2 1-22 0,-2 2-30 15,4 11-19-15,-3 2-17 0,4 3-22 0,-1 3-17 16,-1 2-11-16,2-2-14 0,-2 1-15 0,0 1-10 16,4-2-40-16,1 2-59 0,-3-6-82 0,0 1-74 15,1-4-82-15,2-1-80 0,-4 1-105 0,-1-13-507 16,2-2-1014-16,-2-8 449 0</inkml:trace>
        </inkml:traceGroup>
        <inkml:traceGroup>
          <inkml:annotationXML>
            <emma:emma xmlns:emma="http://www.w3.org/2003/04/emma" version="1.0">
              <emma:interpretation id="{AF15E0C4-20CF-4AA7-A38F-15F1E3D83388}" emma:medium="tactile" emma:mode="ink">
                <msink:context xmlns:msink="http://schemas.microsoft.com/ink/2010/main" type="inkWord" rotatedBoundingBox="18830,4981 22545,5284 22438,6596 18723,6294"/>
              </emma:interpretation>
              <emma:one-of disjunction-type="recognition" id="oneOf5">
                <emma:interpretation id="interp13" emma:lang="" emma:confidence="0.5">
                  <emma:literal>932933</emma:literal>
                </emma:interpretation>
                <emma:interpretation id="interp14" emma:lang="" emma:confidence="0">
                  <emma:literal>93293}</emma:literal>
                </emma:interpretation>
                <emma:interpretation id="interp15" emma:lang="" emma:confidence="0">
                  <emma:literal>93293</emma:literal>
                </emma:interpretation>
                <emma:interpretation id="interp16" emma:lang="" emma:confidence="0">
                  <emma:literal>9322933</emma:literal>
                </emma:interpretation>
                <emma:interpretation id="interp17" emma:lang="" emma:confidence="0">
                  <emma:literal>92933</emma:literal>
                </emma:interpretation>
              </emma:one-of>
            </emma:emma>
          </inkml:annotationXML>
          <inkml:trace contextRef="#ctx0" brushRef="#br0" timeOffset="8878.332">4297 4299 166 0,'0'0'547'0,"-1"-22"5"0,-7 11-22 15,2 4-32-15,6 7-20 0,-19-12-26 0,4 5-40 16,15 7-23-16,-25 0-46 0,25 0-27 0,-33 7-22 15,12 0-23-15,-1 1-9 0,-5 4-28 0,7 6-7 16,-2-3-22-16,-2 1-20 0,-1 5-13 0,4 1-19 16,1 0-25-16,-1 1-3 0,5-2-14 0,2 3-15 15,0-1-26-15,4 1 5 0,1-2-18 0,4 0-5 16,2 4-10-16,3-3 12 0,0-4-18 0,3 0-10 0,8 2 4 16,-4-2-1-16,0-2-12 0,1-1 7 15,5 1-12-15,0-2-1 0,1-4-3 0,-5 1-7 0,9-5-15 16,-4-3-3-16,2 2 1 0,0-4-8 15,-16-2-1-15,34-4 2 0,-13 0-1 0,-4 0 2 16,-1-3-5-16,0-8 6 0,4-1-3 0,-1-2 4 0,-3-4 0 16,-2-2 3-16,-1 0 3 0,0-2-2 0,-9-6 2 15,7 5 7-15,-7-2 6 0,2-2 3 0,0-5 10 16,-6 7 3-16,3 3 17 0,-3 0 15 0,0 11-1 16,0 0 5-16,0-2-5 0,0 17-5 0,-3-16-4 15,-3 8-4-15,6 8-6 0,0 0 4 0,0-16-12 16,0 16-1-16,0 0-2 0,0 0 1 0,0 0-4 15,0 0-4-15,-11 52 1 0,11-25-2 0,-3 4-5 16,3 5-19-16,0 8-29 0,4-3-31 0,0 6-44 16,-1-2-54-16,-2-1-67 0,7 1-59 0,-1-1-57 0,-7 1-61 15,6-17-97-15,-11 7-422 0,10-9-1013 0,-5-4 449 16</inkml:trace>
          <inkml:trace contextRef="#ctx0" brushRef="#br0" timeOffset="9375.8012">4351 4736 100 0,'0'0'348'0,"0"-16"-32"0,0 16-26 0,0 0-28 16,0 0-23-16,16-7-26 0,-16 7-19 0,0 0-16 16,21 0-19-16,-21 0-18 0,0 0-8 15,28 11-14-15,-20-4-6 0,-8-7-17 0,14 15-4 0,-4-3-8 16,-7 0-8-16,1 2-8 0,0 1-4 0,2 2-11 15,-6-3 0-15,2 3-6 0,-4-1-5 0,0 1-7 16,-2-1 0-16,-3-2-4 0,-1 4-5 0,0-4-1 16,2 2-5-16,-5-6-1 0,0 2-5 0,3 2 0 15,-3-3 0-15,3-3-6 0,-1 0-1 0,9-8-2 16,-15 14-7-16,9-7-6 0,6-7 1 0,-12 8-4 16,12-8-6-16,-8 8 1 0,8-8-7 0,0 0 1 15,0 0 2-15,0 0 3 0,0 0 1 0,0 0-2 16,0 0 1-16,0 0 5 0,0 0 4 0,0 0 7 15,0 0 0-15,0 0 9 0,33 8 11 0,-33-8-1 16,22 3 1-16,-22-3 2 0,27 6 3 0,-13-3-6 0,2 4 1 16,0 3 6-16,3-3-4 0,-4 4 6 15,0 0-8-15,2 2 6 0,0 3-8 0,1-4 3 16,-1 7 0-16,-9-2 3 0,5 5 0 0,-9-5 5 0,1-3 0 16,0 4-2-16,-5-7-2 0,2 8 5 0,-2-2-7 15,-2-3 3-15,-4 5-1 0,-4-5-3 0,-9 5-1 16,3-10-6-16,-3 2-3 0,4 0-2 0,-12 0-15 15,-14 0-12-15,11-4-15 0,-4-3-9 0,-15 3-10 16,0-7-18-16,7-1-19 0,-1-8-29 0,-3 5-42 16,2-6-48-16,8-9-72 0,-9-2-235 0,9 1-558 15,3-7 248-15</inkml:trace>
          <inkml:trace contextRef="#ctx0" brushRef="#br0" timeOffset="9907.0396">4838 4780 188 0,'0'0'453'0,"0"0"-22"15,0 0-30-15,0 0-27 0,0 0-28 0,0 0-26 16,0 0-35-16,0 0-25 0,5-22-24 0,9 14-26 15,2 2-18-15,-2-1-20 0,5-1-11 0,-5 0-13 16,3 5-3-16,4-2-7 0,0 3-12 0,-2-3-9 0,-19 5-12 16,36 0-13-16,-16 1-5 0,-4 3-9 0,2 3-11 15,-3 2-6-15,0 3-5 0,-1 0-2 16,-6 6-11-16,3 0-3 0,-3 6-3 0,-7 2-4 0,1 2-13 16,-4 2-6-16,-1-2-4 0,-8 3-6 15,-2-5 2-15,-2 12-1 0,-9-6 3 0,-1 1-5 16,-2-3 1-16,-3-4 1 0,11-3-1 0,-3-2 0 0,1-3 2 15,5-5-3-15,4 0 2 0,-3-1-1 0,6-2 2 16,1-5 5-16,8-5 8 0,-11 11-1 0,11-11 9 16,0 0 14-16,0 14 8 0,0-14 2 0,0 0-8 15,25 8-1-15,-7-8-4 0,2 4-4 0,9-2 1 16,-1-5 1-16,7 0 5 0,9 0 17 0,5 2 12 16,3-6 19-16,0-1 20 0,5 0 37 0,3 1 11 15,-1 0 5-15,-2-4-11 0,0 4-16 0,-8-1-11 16,-2 2-5-16,-4-2-19 0,-1 3-7 0,-13-2-19 0,-2 1-4 15,0 2-2-15,-10 0-37 0,2-4-15 0,-8 5-26 16,-11 3-19-16,24-5-23 0,-24 5-26 16,19-7-28-16,-19 7-20 0,11-6-39 0,-11 6-39 0,0 0-33 15,6-12-42-15,-6 12-31 0,6-10-34 0,-6 10-44 16,0 0-49-16,-6-18-407 0,6 18-913 0,-9-16 404 16</inkml:trace>
          <inkml:trace contextRef="#ctx0" brushRef="#br0" timeOffset="11325.2313">6483 4426 172 0,'-35'-13'389'0,"35"13"-7"15,-9-9-14-15,9 9-14 0,-13-7-16 0,13 7-24 0,0 0-18 16,-14-5-19-16,14 5-25 0,0 0-23 0,0 0-19 16,-28 0-19-16,28 0-21 0,-16 8-16 0,2 3-8 15,2-3-14-15,-2 6-11 0,-2 5-12 0,1 3-8 16,-3-1-14-16,2 2-5 0,2-1-8 0,0 4-8 15,1-4-3-15,-1 4-8 0,5 1-4 0,-2-6-8 16,7-2-3-16,0-1-2 0,5 1-8 0,2-1 3 16,-1-3-7-16,4 4-1 0,1-5-6 0,7-1 1 15,0-3-3-15,2 1 1 0,0-3 0 0,4-2-5 16,1-1-2-16,-1-3-1 0,1-2 1 0,-21 0-1 16,39-6 1-16,-21-1-1 0,2-1 1 0,-4-3 0 15,3-1 1-15,-5-2 2 0,1 3 7 0,-8-6 6 16,8-4 2-16,-9 3 9 0,0-1 8 0,-1 2 9 15,-2-7 16-15,-3 6 3 0,0 4 1 0,0-5-2 16,-3 5 3-16,0 0 0 0,1 4-5 0,2 10-1 0,-6-16-8 16,6 16-8-16,-3-10-6 0,3 10-9 0,-3-14-4 15,3 14-2-15,0 0-4 0,0 0-5 16,0 0-4-16,-18 27-4 0,15-7 3 0,-5 3-10 0,7 3-15 16,-4 4-25-16,-1 7-32 0,4 0-48 0,2 3-42 15,2-2-44-15,2-9-45 0,-4 2-51 0,2-3-70 16,6 2-89-16,-5-4-368 0,0-1-886 0,3-11 392 15</inkml:trace>
          <inkml:trace contextRef="#ctx0" brushRef="#br0" timeOffset="11793.9139">6725 4828 463 0,'-5'-12'438'0,"5"12"-42"0,0 0-38 0,0-14-20 0,0 14-11 15,14-7-18-15,-14 7-37 0,21-8-28 16,-5 2-19-16,-16 6-23 0,33 0-22 0,-17-1-14 0,-16 1-21 16,35 4-15-16,-21 0-12 0,5 3-10 0,-3 0-11 15,-5 1-7-15,3 3-11 0,-5 1-4 0,-2 2-9 16,-4-3-4-16,-3 8-13 0,5 0 8 0,-7-1-12 16,-1 1-2-16,-2 2-9 0,-1-2 1 0,-2 6-2 15,-3-4-6-15,-3 3-1 0,6-8-4 0,-5 0-2 16,7-3-2-16,-9 3-5 0,8-2-2 0,-3-1-5 15,2-5-3-15,-1 1-6 0,9-9-3 0,-15 10 0 16,15-10-6-16,-6 11-3 0,6-11 4 0,-3 11-6 0,3-11-1 16,0 0 1-16,0 0 8 0,0 0-1 15,0 0 2-15,0 0 4 0,0 0-4 0,0 0 2 16,0 0 3-16,0 0-7 0,51-16-1 0,-51 16-2 0,28 1 6 16,-11 3 2-16,-2 3-2 0,0-2 0 0,0 2-1 15,-1 6 5-15,0 0 2 0,-1-3-4 16,-4 5 4-16,-1-4 0 0,0 7 3 0,-2-2-5 0,-3 5 3 15,-1-5 10-15,-2 2-10 0,-5 0-3 0,-3 1 5 16,-4 3 8-16,1-7-12 0,-8 4 4 0,-2-2-5 16,-3-2-10-16,-1 3-7 0,-3-5 2 0,-2-3-17 15,-2-2-6-15,-7 1-18 0,7-7-14 0,0 1-16 16,1-6-16-16,2 1-17 0,1-4-27 0,-1-2-39 16,3 1-52-16,3-7-53 0,8 3-319 0,2-3-662 15,0-9 293-15</inkml:trace>
          <inkml:trace contextRef="#ctx0" brushRef="#br0" timeOffset="12223.689">7011 4935 239 0,'17'-7'450'15,"12"-7"-28"-15,-5 6-24 0,1 0-27 0,3 0-28 16,-10 2-37-16,12 4-37 0,-2-3-24 0,-3 5-22 15,7 3-22-15,-7 1-24 0,-4 2-17 0,-1 2-21 16,-1 0-17-16,-6 2-7 0,-4 2-10 0,3 0-3 16,-9 6-27-16,-3-3 0 0,0 4-10 0,-2-1 0 15,-3 0-9-15,-4 4-7 0,1-3-3 0,-6 0-10 16,3-1-1-16,-5 0-3 0,3-3-3 0,7-1-1 16,-7-2-9-16,5 0 3 0,1-5-5 0,0 3 0 0,7-10-5 15,-14 15-6-15,14-15-3 0,-6 7 4 16,6-7-1-16,0 0 1 0,0 0-4 0,0 0 3 15,0 0-4-15,0 0-2 0,0 0 4 0,0 0-1 0,41 1-4 16,-22 2-3-16,-19-3 4 0,38 0 0 0,-18 3 3 16,1 2-5-16,-1 1 6 0,4 1-2 0,1 5-3 15,-3 2 0-15,-6-2 5 0,2 2-4 0,-4 6 14 16,-2 2-9-16,0 0-5 0,-6 1 9 0,-1 2-4 16,-2 1-2-16,-10-5 6 0,6 5 0 0,-9 0-4 15,-1-1-2-15,-5-2 0 0,1 1 2 0,-9 1-9 16,-4 1-26-16,2-6-26 0,-7 0-34 0,-8 3-18 15,-2-2-39-15,2-2-43 0,-5-4-41 0,-1-3-53 16,-2-5-68-16,-6-4-264 0,4-7-667 0,-3-8 295 16</inkml:trace>
        </inkml:traceGroup>
      </inkml:traceGroup>
    </inkml:traceGroup>
  </inkml:traceGroup>
</inkml:ink>
</file>

<file path=ppt/ink/ink2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5T04:59:19.906"/>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FEBF92A1-A09E-4845-9452-CC53C51300C5}" emma:medium="tactile" emma:mode="ink">
          <msink:context xmlns:msink="http://schemas.microsoft.com/ink/2010/main" type="inkDrawing" rotatedBoundingBox="16205,656 16864,5522 15503,5706 14845,840" semanticType="verticalRange" shapeName="Other">
            <msink:sourceLink direction="with" ref="{20835093-AB33-433D-A3EC-0B10E0D661E7}"/>
          </msink:context>
        </emma:interpretation>
      </emma:emma>
    </inkml:annotationXML>
    <inkml:trace contextRef="#ctx0" brushRef="#br0">88 304 4130 0,'-13'-43'130'0,"-1"0"-105"16,0 3-11-16,1 1 47 0,5 11 64 0,2-1 10 16,1 3 4-16,2 9 12 0,-3-2 3 0,4 3 22 15,-4 9-5-15,6 7-15 0,-8-14-11 0,8 14-18 16,0 0-6-16,0 0-9 0,0 0 21 0,11 44 10 15,-8 0 3-15,3 10 19 0,2 21 3 0,-1 7-5 16,2 7-14-16,4 39 10 0,-7-39-1 0,2 45 2 16,9 0-5-16,-14-1 0 0,2 2-1 0,2-8-43 15,-4 6-111-15,3-2 0 0,2 7 0 0,-3 0 0 16,1 9 0-16,-3 1 0 0,2-4 0 0,1 1 0 16,-3-8 0-16,1 1 0 0,-1-3 0 0,5 10 0 15,-5-9 0-15,-3-3 0 0,9-6 0 0,-1 1 0 16,-2-39 0-16,-4-1 0 0,8 4 0 0,-1-1 0 15,0-11 0-15,3 2 0 0,3-1 0 0,-4-6 0 16,-3-21 0-16,0-3 0 0,5 5 0 0,-5-7 0 16,1-2 0-16,-2-2 0 0,4-5 0 0,-8-2 0 15,3 1 0-15,2-13 0 0,-2-2 0 0,-1-1 0 0,-3-5 0 16,-1-3 0-16,-1-5 0 0,0-10 0 0,0 16 0 16,0-16 0-16,3 17 0 0,-3-17 0 15,0 15 0-15,0-15 0 0,2 8 0 0,-2-8 0 0,0 0 0 16,2 15 0-16,-2-15 0 0,0 0 0 0,0 0 0 15,0 0 0-15,0 11 0 0,0-11 0 0,0 0 0 16,0 0 0-16,0 0 0 0,7 8 0 0,-7-8 0 16,15 9 0-16,-1-4 0 0,0 2 0 0,7-5 0 15,7 4 0-15,15-2 0 0,6 2 0 0,5-5 0 16,25 1 0-16,3-2 0 0,-2-2 0 0,10 1 0 16,-1-5 0-16,6-2-119 0,1-3-317 0,-3 0-43 15,-3 0-59-15,-4-4-85 0,-9-7-377 0,1-1-1082 16,-10-12 478-16</inkml:trace>
  </inkml:traceGroup>
</inkml:ink>
</file>

<file path=ppt/ink/ink2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5T04:59:33.990"/>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91B33CAA-E05E-424E-A1CC-EB4BB4F8446D}" emma:medium="tactile" emma:mode="ink">
          <msink:context xmlns:msink="http://schemas.microsoft.com/ink/2010/main" type="inkDrawing" rotatedBoundingBox="23743,635 25111,6857 22760,7374 21392,1152" semanticType="verticalRange" shapeName="Other">
            <msink:sourceLink direction="with" ref="{20835093-AB33-433D-A3EC-0B10E0D661E7}"/>
          </msink:context>
        </emma:interpretation>
      </emma:emma>
    </inkml:annotationXML>
    <inkml:trace contextRef="#ctx0" brushRef="#br0">103 0 3873 0,'0'0'84'0,"-33"3"-46"15,17-3-30-15,16 0 1 0,-25 3 1 0,25-3 8 16,-16 3 3-16,16-3 6 0,0 0-2 0,0 0 32 15,-13 7 16-15,13-7 13 0,0 0 22 0,0 0 8 16,60 5 7-16,-25-1 11 0,11-6-9 0,9 0 15 16,23-1-18-16,5 5-6 0,3-6-15 0,4 4-10 15,3 4-10-15,2-1-9 0,-7 0-7 0,2 4-3 16,-7-4-6-16,0 3 9 0,-24-1-2 0,-4 4 2 16,0 1-2-16,4 1-2 0,-12 5 0 0,6 5-5 15,-12 5 21-15,1 3-5 0,-1 7-2 0,-6 4 6 16,8 28 8-16,-7 2 11 0,2 12 3 0,-8 5 15 15,11 41 11-15,-11 1 13 0,-3-1 7 0,-6 6 6 16,-4 0 5-16,8 11 21 0,-9 8 14 0,5 7-35 16,-6 4-155-16,4 5 0 0,-4-1 0 0,-1-3 0 15,0-2 0-15,5-3 0 0,3 8 0 0,5-8 0 16,-2-1 0-16,7-5 0 0,6-5 0 0,-6-8 0 16,-1-7 0-16,5-2 0 0,-7-6 0 0,10-1 0 0,-16-40 0 15,-3 3 0-15,9 35 0 0,-10-38 0 16,-2-3 0-16,-3-1 0 0,0-1 0 0,-1-2 0 15,-7-1 0-15,1-4 0 0,-6-3 0 0,-1-19 0 0,0 19 0 16,-1-18 0-16,-4 3 0 0,2-7 0 0,-2 3 0 16,2-6 0-16,-2 0 0 0,-1-3 0 0,3-15 0 15,-2 15 0-15,5-13 0 0,-6 1 0 0,4 0 0 16,-3-1 0-16,2-3 0 0,0 0 0 0,1-3 0 16,-2-5 0-16,2 0 0 0,-1 1 0 0,-2-4 0 15,0-1 0-15,5-14 0 0,-8 30 0 0,1-15 0 16,0-2 0-16,7-13 0 0,-11 24 0 0,2-13 0 15,-1 4 0-15,-2-5 0 0,-4 7 0 0,-6-3 0 16,-5 0 0-16,-10 4 0 0,-8 8 0 0,-12-7 0 16,-24 3 0-16,-7 4 0 0,-6-1 0 0,-57 5 0 15,7-9 0-15,-8-1 0 0,5-4 0 0,-8 5-158 16,0-10-588-16,0-7-469 0,2 4-1315 0,9-6 581 16</inkml:trace>
  </inkml:traceGroup>
</inkml:ink>
</file>

<file path=ppt/ink/ink2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5T04:59:37.946"/>
    </inkml:context>
    <inkml:brush xml:id="br0">
      <inkml:brushProperty name="width" value="0.06667" units="cm"/>
      <inkml:brushProperty name="height" value="0.06667" units="cm"/>
      <inkml:brushProperty name="color" value="#FF0000"/>
      <inkml:brushProperty name="fitToCurve" value="1"/>
    </inkml:brush>
    <inkml:brush xml:id="br1">
      <inkml:brushProperty name="width" value="0.06667" units="cm"/>
      <inkml:brushProperty name="height" value="0.06667" units="cm"/>
      <inkml:brushProperty name="color" value="#FF0000"/>
    </inkml:brush>
  </inkml:definitions>
  <inkml:traceGroup>
    <inkml:annotationXML>
      <emma:emma xmlns:emma="http://www.w3.org/2003/04/emma" version="1.0">
        <emma:interpretation id="{7F8A9B72-0AA0-462D-A788-B0DD06048844}" emma:medium="tactile" emma:mode="ink">
          <msink:context xmlns:msink="http://schemas.microsoft.com/ink/2010/main" type="writingRegion" rotatedBoundingBox="82,7347 22785,5561 23854,19148 1151,20934"/>
        </emma:interpretation>
      </emma:emma>
    </inkml:annotationXML>
    <inkml:traceGroup>
      <inkml:annotationXML>
        <emma:emma xmlns:emma="http://www.w3.org/2003/04/emma" version="1.0">
          <emma:interpretation id="{654EC44F-4C94-4EC6-99C6-879A164DEE57}" emma:medium="tactile" emma:mode="ink">
            <msink:context xmlns:msink="http://schemas.microsoft.com/ink/2010/main" type="paragraph" rotatedBoundingBox="1691,7241 7744,6710 7909,8589 1857,9121" alignmentLevel="1"/>
          </emma:interpretation>
        </emma:emma>
      </inkml:annotationXML>
      <inkml:traceGroup>
        <inkml:annotationXML>
          <emma:emma xmlns:emma="http://www.w3.org/2003/04/emma" version="1.0">
            <emma:interpretation id="{230F9BB2-D717-4A7E-A4F3-D8737F083CA1}" emma:medium="tactile" emma:mode="ink">
              <msink:context xmlns:msink="http://schemas.microsoft.com/ink/2010/main" type="inkBullet" rotatedBoundingBox="1691,7241 5088,6943 5253,8823 1857,9121"/>
            </emma:interpretation>
          </emma:emma>
        </inkml:annotationXML>
        <inkml:trace contextRef="#ctx0" brushRef="#br0">-750 7093 256 0,'0'0'402'16,"0"0"-30"-16,0 0-37 0,0 0-20 0,33-25-13 16,-4 12-9-16,15-12 1 0,11 6 1 0,23-16-2 15,-1 8-15-15,2 0-17 0,3-3-23 0,5 2-27 16,-5-3-17-16,8 3-25 0,-4 2-15 0,1 1-36 0,-4 1-59 15,0 1-62-15,-3-5-66 0,-20 12-81 0,-8-1-89 16,23-9-130-16,-29 8-300 0,-4 1-723 16,-2-3 320-16</inkml:trace>
        <inkml:trace contextRef="#ctx0" brushRef="#br0" timeOffset="-187.4831">39 6349 288 0,'-8'-26'481'15,"1"8"12"-15,1 3 7 0,3 2-8 0,-2 4-13 16,5 9-32-16,-1-18-43 0,1 18-35 0,-8-10-43 0,8 10-29 15,0 0-31-15,0 0-26 0,0 0-21 0,-15 37-17 16,4-9-19-16,-1-2-18 0,1 19-11 0,-7-2-14 16,2 2-9-16,1 3-23 0,-4 2-1 0,5 0-7 15,-1 1-10-15,-1-2-11 0,-1 2-9 0,1-8-2 16,2 3-8-16,5-9-13 0,-4 0 4 0,5-10-9 16,2-4 0-16,1-4-13 0,2 0-1 0,-2-6 0 0,0-1-2 15,4-3-2-15,1-9 3 0,-2 13 7 16,2-13 8-16,0 0 20 0,0 0 1 0,0 0 6 15,0 0 16-15,22-33-2 0,-7 9 1 0,0-13 0 0,4-1-7 16,2-6-2-16,-7-2-10 0,8-2-1 16,3-20-62-16,-1 1-2 0,-2 15 0 0,-1 0 0 0,-7-1 0 15,7 2 0-15,-7 1 0 0,0-1 0 0,0 6 0 16,-1 6 0-16,0 1 0 0,-4 14 0 0,-3 7 0 16,5 0 0-16,-3 3 0 0,-1 0 0 0,-4 6 0 15,5 2 0-15,-8 6 0 0,20-8 0 0,-20 8 0 16,33 7 0-16,-10 3 0 0,-1 9 0 0,11 7 0 15,-3 8 0-15,2 3 0 0,-2 4 0 0,-2 4 0 16,0-1 0-16,1 3 0 0,4 1 0 0,-4 2 0 0,-1-3 0 16,0 1 0-16,-5-4 0 0,2 1 0 0,-8-4 0 15,4 2 0-15,-7-9 0 0,-3 7 0 0,-6-17 0 16,-7 6-10-16,-4-6-326 0,-2 1-52 0,-8-1-73 16,-12 2-80-16,-12-5-536 0,4 0-1165 0,-12-6 517 15</inkml:trace>
        <inkml:trace contextRef="#ctx0" brushRef="#br0" timeOffset="515.1345">524 5403 202 0,'-8'-15'348'16,"2"4"-14"-16,2 4-13 0,4 7-8 0,0-20-6 16,0 20-4-16,16-20-13 0,6 6-15 0,7-3-1 15,13-5-16-15,7 2-14 0,7-1-12 0,20-4-23 0,-4 1-21 16,3 5-17-16,-22 5-17 0,25 0-19 0,-1 0-33 15,-17 7-46-15,-3 2-53 0,6-1-54 0,-7 6-60 16,-4 0-60-16,-5 1-79 0,1 4-105 0,-18 3-276 16,-3-1-682-16,-12 8 302 0</inkml:trace>
        <inkml:trace contextRef="#ctx0" brushRef="#br0" timeOffset="327.6501">916 5292 5697 0,'0'-14'199'0,"0"3"-113"16,0 11-37-16,-2-20-24 0,2 20-1 0,-3-13 9 15,3 13 6-15,0 0-5 0,0 0-14 0,0 0 8 16,0 0 14-16,0 0 10 0,0 0 4 0,21 37 10 15,-15-9 5-15,2 2 5 0,-2 7-4 0,2 3-5 16,0 5-3-16,1-3-4 0,1 5-5 0,-2 0-4 16,0 1-3-16,-2 1 3 0,2-1-15 0,-2 0-5 15,1-7 4-15,-6 3-5 0,4-4-18 0,-5-2 6 16,1-9-27-16,-2-2-38 0,-4-2-43 0,5-1-50 16,-3-6-49-16,-2-3-55 0,-1-2-47 0,-4-5-57 15,-5-1-69-15,15-7-91 0,-32-1-316 0,15-8-893 0,-7-7 394 16</inkml:trace>
        <inkml:trace contextRef="#ctx0" brushRef="#br0" timeOffset="702.6119">1301 6127 323 0,'-4'16'364'16,"-3"1"-22"-16,10-1 0 0,1-5-7 0,7 3 1 0,-2-4-8 16,7-3-9-16,5 0-19 0,7 2-15 0,15-4-18 15,4-7-19-15,-3 0-22 0,8-3-25 0,1-4-17 16,2 1-22-16,-5 4-20 0,4-3-45 0,-8 6-61 16,1-6-70-16,-1 0-79 0,-14 7-84 0,-4-2-103 15,-13 4-400-15,-15-2-756 0,20 6 335 0</inkml:trace>
        <inkml:trace contextRef="#ctx0" brushRef="#br0" timeOffset="862.0509">1417 6768 416 0,'-22'18'412'0,"7"-5"-24"0,7-4-28 0,2 3-13 16,0-5-11-16,6-7-10 0,0 0-34 15,19 23-10-15,-2-21-27 0,15-1-23 0,12-2-22 0,11-5-18 16,7 1-14-16,23-10-20 0,2 1-18 0,3 0-12 15,2 3-36-15,0-1-86 0,6 0-102 0,-13-1-134 16,7 1-195-16,2-5-242 0,1 3-722 0,43-7 319 0</inkml:trace>
      </inkml:traceGroup>
      <inkml:traceGroup>
        <inkml:annotationXML>
          <emma:emma xmlns:emma="http://www.w3.org/2003/04/emma" version="1.0">
            <emma:interpretation id="{FF142AED-5488-4941-8C26-C4B8DFA3EB9F}" emma:medium="tactile" emma:mode="ink">
              <msink:context xmlns:msink="http://schemas.microsoft.com/ink/2010/main" type="line" rotatedBoundingBox="7412,7879 7843,7841 7900,8487 7469,8525"/>
            </emma:interpretation>
          </emma:emma>
        </inkml:annotationXML>
        <inkml:traceGroup>
          <inkml:annotationXML>
            <emma:emma xmlns:emma="http://www.w3.org/2003/04/emma" version="1.0">
              <emma:interpretation id="{8A967FB1-3CA8-4CAC-BA01-97FE42556D57}" emma:medium="tactile" emma:mode="ink">
                <msink:context xmlns:msink="http://schemas.microsoft.com/ink/2010/main" type="inkWord" rotatedBoundingBox="7412,7879 7843,7841 7900,8487 7469,8525"/>
              </emma:interpretation>
              <emma:one-of disjunction-type="recognition" id="oneOf0">
                <emma:interpretation id="interp0" emma:lang="" emma:confidence="0.5">
                  <emma:literal>Y</emma:literal>
                </emma:interpretation>
                <emma:interpretation id="interp1" emma:lang="" emma:confidence="0">
                  <emma:literal>y</emma:literal>
                </emma:interpretation>
                <emma:interpretation id="interp2" emma:lang="" emma:confidence="0">
                  <emma:literal>"</emma:literal>
                </emma:interpretation>
                <emma:interpretation id="interp3" emma:lang="" emma:confidence="0">
                  <emma:literal>}</emma:literal>
                </emma:interpretation>
                <emma:interpretation id="interp4" emma:lang="" emma:confidence="0">
                  <emma:literal>?</emma:literal>
                </emma:interpretation>
              </emma:one-of>
            </emma:emma>
          </inkml:annotationXML>
          <inkml:trace contextRef="#ctx0" brushRef="#br0" timeOffset="1148.4598">4818 5989 118 0,'14'-7'763'16,"0"-3"-76"-16,0 3-40 0,2 0 2 0,-2 3-2 0,-14 4-4 16,19-11-25-16,-19 11-42 0,15-5-53 0,-15 5-54 15,0 0-49-15,12-6-37 0,-12 6-43 0,0 0-35 16,0 0-29-16,0 0-149 0,0 0-127 0,15 22 0 15,-15-10 0-15,1 8 0 0,-4-3 0 0,-2 8 0 16,-1 1 0-16,0 1 0 0,2-3-170 0,-2 3-356 16,1-2-138-16,-1-10-475 0,3-3-1233 0,3-5 546 15</inkml:trace>
          <inkml:trace contextRef="#ctx0" brushRef="#br0" timeOffset="1289.071">5164 6006 363 0,'13'-12'572'0,"-6"5"2"16,-7 7-15-16,15-14-9 0,-9 10-6 0,-6 4-7 15,13-8-10-15,-13 8-35 0,0 0-43 0,15-5-36 16,-15 5-40-16,0 0-36 0,19 30-32 0,-17-6-31 16,-2 13-25-16,0 8-47 0,-6 4-94 0,-9 21-176 15,-7 3-258-15,-6 4-376 0,-12-3-354 0,-2 0-1143 16,-4-11 506-16</inkml:trace>
        </inkml:traceGroup>
      </inkml:traceGroup>
    </inkml:traceGroup>
    <inkml:traceGroup>
      <inkml:annotationXML>
        <emma:emma xmlns:emma="http://www.w3.org/2003/04/emma" version="1.0">
          <emma:interpretation id="{4E85242D-B3C0-4AC2-B1AE-1D5962489189}" emma:medium="tactile" emma:mode="ink">
            <msink:context xmlns:msink="http://schemas.microsoft.com/ink/2010/main" type="paragraph" rotatedBoundingBox="310,10245 21475,8580 21793,12618 627,14283" alignmentLevel="1"/>
          </emma:interpretation>
        </emma:emma>
      </inkml:annotationXML>
      <inkml:traceGroup>
        <inkml:annotationXML>
          <emma:emma xmlns:emma="http://www.w3.org/2003/04/emma" version="1.0">
            <emma:interpretation id="{BF095901-85B3-4232-A4E8-8DBA8B636142}" emma:medium="tactile" emma:mode="ink">
              <msink:context xmlns:msink="http://schemas.microsoft.com/ink/2010/main" type="line" rotatedBoundingBox="310,10245 21475,8580 21793,12618 627,14283"/>
            </emma:interpretation>
          </emma:emma>
        </inkml:annotationXML>
        <inkml:traceGroup>
          <inkml:annotationXML>
            <emma:emma xmlns:emma="http://www.w3.org/2003/04/emma" version="1.0">
              <emma:interpretation id="{38F74C26-297F-45F3-BFE9-EED1C660223F}" emma:medium="tactile" emma:mode="ink">
                <msink:context xmlns:msink="http://schemas.microsoft.com/ink/2010/main" type="inkWord" rotatedBoundingBox="310,10245 3970,9957 4134,12045 474,12333"/>
              </emma:interpretation>
              <emma:one-of disjunction-type="recognition" id="oneOf1">
                <emma:interpretation id="interp5" emma:lang="" emma:confidence="0.5">
                  <emma:literal>skew-Symens,</emma:literal>
                </emma:interpretation>
                <emma:interpretation id="interp6" emma:lang="" emma:confidence="0.5">
                  <emma:literal>skew. Symens,</emma:literal>
                </emma:interpretation>
                <emma:interpretation id="interp7" emma:lang="" emma:confidence="0">
                  <emma:literal>skew Symens,</emma:literal>
                </emma:interpretation>
                <emma:interpretation id="interp8" emma:lang="" emma:confidence="0">
                  <emma:literal>skew-Symrise,</emma:literal>
                </emma:interpretation>
                <emma:interpretation id="interp9" emma:lang="" emma:confidence="0">
                  <emma:literal>Sked-hymenia,</emma:literal>
                </emma:interpretation>
              </emma:one-of>
            </emma:emma>
          </inkml:annotationXML>
          <inkml:trace contextRef="#ctx0" brushRef="#br0" timeOffset="63392.7072">-1485 9605 329 0,'-11'8'357'15,"11"-8"-13"-15,0 0-1 0,-19 6-2 0,19-6-13 16,0 0-8-16,0 0-12 0,0 0-21 0,0 0-26 16,0 0-18-16,0 0-7 0,0 0-8 0,0 0-14 15,0 0-15-15,0 0-5 0,0-32-9 0,8 18-9 16,5-5-8-16,-6 5-3 0,6-10-11 0,0-3-3 0,-4 5-12 16,5-8-7-16,1-5-8 0,-3 7-10 0,4-12-2 15,-3 5-5-15,-1-4-2 0,-2 13-13 0,-2 0-3 16,-5 4-6-16,-3-7-9 0,3 10-4 0,-3 2-10 15,-1 1-2-15,-1 6 0 0,2 10-9 0,-6-16 1 16,-1 8-13-16,-1-2-6 0,8 10-4 0,-25-5-3 16,25 5 3-16,-38 4-10 0,18 0 1 0,-1 4-5 15,-4 6 4-15,1-2-8 0,2 6 1 0,1 1 0 0,3 2-7 16,2 2 5-16,3-2-2 0,0 2-3 16,9 3 0-16,-1 0 0 0,7 1-4 0,4 1 0 0,0 1 3 15,8 9-1-15,5-5 0 0,2 4 4 0,3-3-2 16,4 3-3-16,7-1 6 0,-5-2-10 0,1-1 9 15,1 3-8-15,-3-2 1 0,1-2 0 0,-7-1 1 16,-2-5-3-16,-5 9-2 0,-4-10 3 0,1 3-4 16,-7-1-3-16,-4 3 2 0,-4-1 2 0,-9 8 0 15,-2 4 0-15,-9-8 1 0,-4 4 3 0,-5-6 1 16,-3 1 0-16,-3-3 1 0,-4 1-4 0,0-2 3 16,2-2 2-16,-2-8-4 0,-1-1 0 0,0 2 1 15,-1-8-4-15,4-8-3 0,2-3-5 0,-5-3-27 16,-3-8-13-16,0-5-26 0,2-4-35 0,2-15-38 0,3-2-45 15,5-5-30-15,3-5-19 0,-5-16-16 0,16 15-20 16,11 0-6-16,3-3-22 0,10 2-2 0,1 6 3 16,4-6 5-16,4 0-32 0,7 3-279 0,-1-3-665 15,5 2 295-15</inkml:trace>
          <inkml:trace contextRef="#ctx0" brushRef="#br0" timeOffset="68454.8491">-734 9180 123 0,'8'-13'370'0,"1"0"-14"0,-4 2-11 16,1 3-5-16,1 0 4 0,-7 8-5 0,14-16-17 15,-8 10-23-15,-6 6-16 0,0 0-9 0,0 0-12 0,0 0-3 16,0 0-7-16,27 25-14 0,-25-13-14 15,-2 2-18-15,0 5-17 0,-4 6-17 0,-7 1-19 16,3 3-17-16,-7 10-13 0,0-14-9 0,-2 14-15 0,-7-4-8 16,-3 2-8-16,1-4-13 0,-6-1-8 0,0-1-7 15,-6 0-4-15,4-6-10 0,-3 5 0 0,-1-5-15 16,8-6-11-16,-4 2-13 0,5-8-4 0,1 0-9 16,-1-1 2-16,2-4-3 0,7-2 1 0,2-1 1 15,-1-2 1-15,4 1-1 0,15-4 1 0,-21 4 0 16,21-4-9-16,-14 4-3 0,14-4-1 0,0 0-1 15,0 0 4-15,0 0 12 0,0 0-11 0,0 0 3 0,0 0 3 16,0 0 4-16,0 0 1 0,24 18 6 16,-12-11 3-16,2 0 8 0,5 4 2 0,-8-1 3 15,16 7 0-15,-8-1 6 0,2 2-4 0,-1 1-4 0,-1-2 3 16,8 13-3-16,-6-9 1 0,1-2 5 0,0 2-6 16,3-1 4-16,-4 2 0 0,-1-3 0 0,1-1 5 15,0-1 0-15,1-3 5 0,1 0 0 0,-2 5 7 16,6-9-4-16,-5 0 4 0,5 2 1 0,-7-4-1 15,2 2 4-15,1-9 1 0,-4 3-1 0,-19-4 5 16,34-8-1-16,-18 5-4 0,5-2 1 0,-6-2 1 16,3-5 2-16,-2 5-2 0,-1-6-1 0,-2-7 8 15,3 0-8-15,-5 5 4 0,-2-3 2 0,4-4-2 0,-5-1 4 16,5 9 4-16,-5-3-7 0,-1 1 6 16,0-2-4-16,-1 4 8 0,-4 2 5 0,4-2 10 15,-4 2 10-15,-2 12 0 0,4-16 5 0,-4 16-1 0,2-12 1 16,-2 12-5-16,0 0-43 0,-8-16-36 0,8 16 0 15,0 0 0-15,0 0 0 0,0 0 0 0,0 0 0 16,-41 16 0-16,33-4 0 0,-6 2 0 0,4 0 0 16,-1 1 0-16,2 3 0 0,-2 5 0 0,3-8 0 15,1 10 0-15,6-6 0 0,-4-1 0 0,5 6 0 16,0-7 0-16,5-1 0 0,-2-9 0 0,6 6 0 16,3 2 0-16,0-3 0 0,2-2 0 0,1-2 0 15,-1-1 0-15,3-3 0 0,-17-4 0 0,32-3 0 16,-32 3 0-16,33-4 0 0,-16-4 0 0,2 0 0 15,-4-1 0-15,-1-3 0 0,0-2 0 0,0 3 0 0,1-8 0 16,-1 7 0-16,3-7 0 0,-7 3 0 0,4 2 0 16,-2 0 0-16,0-1 0 0,-3 1 0 0,2-1 0 15,0 7 0-15,-3-5 0 0,0 5 0 0,-2-3 0 16,2 4 0-16,-8 7 0 0,8-8 0 0,-8 8 0 16,11-11 0-16,-11 11 0 0,0 0 0 0,0 0 0 15,0 0 0-15,8-8 0 0,-8 8 0 0,0 0 0 16,0 0 0-16,0 0 0 0,8 26 0 0,-8-26 0 15,0 26 0-15,5-7 0 0,-2-5 0 0,0 1 0 0,0-2 0 16,2 3 0-16,-2-2 0 0,5 2 0 16,3-8 0-16,-5 3 0 0,1 0 0 0,-7-11 0 15,9 9 0-15,-9-9 0 0,19 7 0 0,-19-7 0 0,0 0 0 16,30-6 0-16,-30 6 0 0,22-8 0 0,-9-2 0 16,0-4 0-16,-2 3 0 0,1-4 0 0,6 0 0 15,-9 0 0-15,5-1 0 0,-1 0 0 0,-4 0 0 16,4 5 0-16,-5-5 0 0,3 3 0 0,-1 1 0 15,-3 5 0-15,1 3 0 0,-8 4 0 0,13-15 0 16,-13 15 0-16,14-7 0 0,-14 7 0 0,14-3 0 16,-14 3 0-16,0 0 0 0,0 0 0 0,0 0 0 0,31 15 0 15,-22-8 0-15,-1 0 0 0,0 4 0 0,0 0 0 16,3-3 0-16,-3 4 0 0,1-3 0 16,4-1 0-16,-4 3 0 0,4 0 0 0,0-1 0 0,1-5 0 15,0 1 0-15,0-1 0 0,0-1 0 0,-14-4 0 16,35-2 0-16,-35 2 0 0,30-2 0 0,-12-5 0 15,-1 2 0-15,-3-2 0 0,0-5 0 0,1 3 0 16,-3-7 0-16,1 7 0 0,0-8 0 0,-2 3 0 16,-3-11 0-16,-4 2 0 0,1-3 0 0,-5-12 0 15,-5-2 0-15,-7-4 0 0,-3 4 0 0,0-5 0 16,-1 1 0-16,-8 4 0 0,2 2 0 0,1 8 0 0,6 5 0 16,-6 2 0-16,1 6 0 0,-1 0 0 0,4 6 0 15,-9 2 0-15,9 2 0 0,-2 2 0 16,-2 4 0-16,21 1-15 0,-37 8-272 0,19-1-69 0,1 5-59 15,-4 2-81-15,9 2-116 0,-1-3-390 0,3 0-1085 16,-2-3 480-16</inkml:trace>
          <inkml:trace contextRef="#ctx0" brushRef="#br0" timeOffset="68439.2259">-1134 8439 199 0,'25'-33'375'0,"-9"6"-1"0,6-9-5 16,-8 10 8-16,4 5 7 0,-9 2 10 0,-1 4 4 15,5-1-3-15,-5 4-18 0,-2 1-24 0,0 4-24 0,-6 7-29 16,8-10-28-16,-8 10-16 0,0 0 5 0,0 0 14 16,26 28 7-16,-19 3-8 0,3 7-14 0,1 13-6 15,-5 0-4-15,4 19-10 0,-5 1-9 0,2 11-12 16,-5-6-6-16,6 11-10 0,-2-2-126 0,-1 4-77 15,4 33 0-15,-1-34 0 0,-1 3 0 0,-3 1 0 16,-4-5 0-16,2 2 0 0,3-4 0 0,-5-3 0 16,0-5 0-16,0-3 0 0,-3-4 0 0,6-15 0 0,-2-3 0 15,-1-4 0-15,2-7 0 0,-5 3 0 0,0-11 0 16,1-8 0-16,7-8 0 0,-4-3 0 16,1 0 0-16,-2-14 0 0,-2 14 0 0,2-14-343 0,0 0-115 15,0 0-51-15,-11-43-65 0,10 2-47 0,-6 1-327 16,-1-7-1027-16,4-2 454 0</inkml:trace>
          <inkml:trace contextRef="#ctx0" brushRef="#br0" timeOffset="68455.8491">1199 9715 6132 0,'-13'14'161'0,"4"-2"-78"0,2-4 17 16,-1 0 24-16,8-8 37 0,-12 14-6 0,12-14-26 16,-2 8-37-16,2-8-16 0,0 0-2 0,0 0-11 15,27 6-11-15,-27-6-33 0,36-9-29 0,-15 6-51 16,3-3-55-16,4-5-68 0,4 3-80 0,-4-6-77 15,0 2-85-15,9-7-110 0,2 1-379 0,-13 6-989 0,0-1 438 16</inkml:trace>
        </inkml:traceGroup>
        <inkml:traceGroup>
          <inkml:annotationXML>
            <emma:emma xmlns:emma="http://www.w3.org/2003/04/emma" version="1.0">
              <emma:interpretation id="{FC4F81DD-A3E4-49A5-A996-47B99CF86E53}" emma:medium="tactile" emma:mode="ink">
                <msink:context xmlns:msink="http://schemas.microsoft.com/ink/2010/main" type="inkWord" rotatedBoundingBox="4364,10799 10817,10291 11066,13462 4613,13969"/>
              </emma:interpretation>
            </emma:emma>
          </inkml:annotationXML>
          <inkml:trace contextRef="#ctx0" brushRef="#br0" timeOffset="68548.575">1878 9789 168 0,'-11'11'396'0,"3"-2"-20"0,2 1-21 0,6-10-6 16,-8 10-21-16,8-10-28 0,-3 8-18 16,3-8-21-16,0 0-10 0,0 0 2 0,0 0-1 0,0 0-9 15,24 7-14-15,-24-7-1 0,0 0-8 0,28-16-9 16,-20 9-5-16,3-5 2 0,0 5-3 0,2-6-4 16,-1-2-5-16,4-4 5 0,-2-3 2 0,-1-3 4 15,8-10 19-15,-1-5 6 0,1-4 10 0,-1 2 12 16,-2-5-3-16,2-5-8 0,7-20-13 0,-3 2-46 15,1-2-184-15,-4 1 0 0,-7 18 0 0,-5 3 0 16,5 6 0-16,-7 0 0 0,5 7 0 0,-8 14 0 0,0-1 0 16,-4 8 0-16,5 0 0 0,-8 8 0 0,3 8 0 15,-3-17 0-15,3 17 0 0,-18-7 0 0,18 7 0 16,0 0 0-16,-57 24 0 0,29-8 0 0,1 0 0 16,-4 9 0-16,-1 4 0 0,10-5 0 0,1 1 0 15,5-1 0-15,2 0 0 0,2-1 0 0,4 2 0 16,8 1 0-16,0 0 0 0,8-3 0 0,4-2 0 0,2 5 0 15,2 0 0-15,5-1 0 0,10 3 0 0,-1 0 0 16,0-2 0-16,4 4 0 0,-4-4 0 16,1 7 0-16,-2-2 0 0,-6 1 0 0,4-2 0 0,-11-2 0 15,-2-2 0-15,4 8 0 0,-9-5 0 0,-1-3 0 16,-3 0 0-16,-7 5 0 0,-1-4 0 0,-5-1 0 16,-4 0 0-16,-3-3 0 0,0 3 0 0,-6-7 0 15,0 0 0-15,-1-1 0 0,2-3 0 0,-2 0 0 16,1-8 0-16,2 0-74 0,0-4-109 0,2 1-12 15,17-4-18-15,-35-4-13 0,24-3-16 0,-2-2-10 16,1-8-3-16,5-8-3 0,-1-2-11 0,7-12 15 0,-2 1 20 16,7 2 34-16,3 4 38 0,1 5 37 0,6 0 41 15,0 2 32-15,2 2 29 0,3 5 32 0,3 3 15 16,-3 6 15-16,-3 1 13 0,4 2 22 0,1 3 4 16,-21 3-4-16,36 1-7 0,-22 5-2 0,1 2-7 15,2 1-6-15,-1 4 1 0,-7 1-2 0,4 3-7 16,-5 4 2-16,3 4-1 0,-5-3-7 0,-1 2 6 15,1 1 7-15,-1 1 5 0,1-4 3 0,-4-4 1 0,6 3-2 16,-3-3-5-16,7 3-3 0,-2-3 8 16,9-3 12-16,-5-1 16 0,8 3 22 0,8-8 0 0,11-1-1 15,0 3-15-15,-6-7-9 0,9-4 2 0,-1-5-5 16,0-2-7-16,2-4-8 0,-5-7-6 0,1-4-1 16,-6-3-6-16,-2-6 3 0,-6-4-10 0,-3-1 28 15,-4-3-24-15,-4 4 27 0,-3 9 6 0,-6-2 17 16,1 3 35-16,-1 6 3 0,-6 0-70 0,-1 7-67 15,0-4 0-15,-1 4 0 0,1 0 0 0,0 12 0 16,-10-12 0-16,10 12 0 0,0 0 0 0,0 0 0 0,0 0 0 16,0 0 0-16,-41 38 0 0,33-13 0 0,-4 14 0 15,4 5 0-15,-3 3 0 0,1 4 0 0,-2 22 0 16,4-3 0-16,-7 3 0 0,6 8 0 0,-1 1 0 16,1 4 0-16,-1 1 0 0,1 2 0 0,1 2 0 15,-1 36 0-15,4-39 0 0,-1 1 0 0,4-4 0 16,-4 3 0-16,-1-2 0 0,7 0 0 0,3-5 0 15,-1-3 0-15,-2-4 0 0,0-3 0 0,0-20 0 0,0 0 0 16,0 1 0-16,-5-4 0 0,5-1 0 16,-1-5 0-16,-4-2 0 0,3-12 0 0,-4 0 0 0,-2-4 0 15,0 2 0-15,-3-5 0 0,6-8 0 0,-6 4 0 16,4-3 0-16,-8-6 0 0,1 2 0 0,-5-6 0 16,2 0 0-16,-4-2 0 0,21-2 0 0,-47-6 0 15,20-2 0-15,-2 1 0 0,6-11 0 0,-6-1 0 16,-4-7 0-16,1-7 0 0,6-12 0 0,-9-18 0 15,3-6 0-15,7-11 0 0,0-7 0 0,3-48 0 16,7 6 0-16,9 42 0 0,8-41 0 0,9 44 0 0,3-7 0 16,14 4 0-16,1 0 0 0,28-30 0 0,-23 40 0 15,15 1 0-15,23-30 0 0,-19 38 0 0,-1 3 0 16,12 3 0-16,-3 2 0 0,1-1 0 0,1 3 0 16,2 6 0-16,-3 3 0 0,-2 1 0 0,-18 11 0 15,1 7 0-15,1 0 0 0,-1 4 0 0,-7 5 0 16,-7 9 0-16,-14 1 0 0,3 1 0 0,-7 3 0 15,2 2 0-15,-13 5 0 0,14-3 0 0,-14 3 0 0,0 0 0 16,0 0 0-16,16 15 0 0,-16-15 0 16,4 18 0-16,-4-3 0 0,0-3 0 0,-1 2 0 0,1 5 0 15,-5-6 0-15,5 2 0 0,-2 0 0 0,-2 0 0 16,4-3 0-16,-2-1 0 0,2-11 0 0,-5 17 0 16,5-17 0-16,0 11 0 0,0-11 0 0,0 0 0 15,-1 12 0-15,1-12 0 0,0 0 0 0,0 0 0 16,0 0 0-16,0 0 0 0,1-51 0 0,4 24 0 15,0-2 0-15,0 1 0 0,-1 0 0 0,4-1 0 16,0-1 0-16,0 4 0 0,3 3 0 0,-1 1 0 0,2 4 0 16,1 0 0-16,0 4 0 0,4-3 0 0,3 3 0 15,-4 5 0-15,8-4 0 0,-7 7 0 16,2 2 0-16,-3 1 0 0,-16 3 0 0,35 3 0 0,-19 3 0 16,-2 1 0-16,3 5 0 0,-4 0 0 0,-2 1 0 15,2 9 0-15,-5 2 0 0,-2-6 0 0,2 7 0 16,-7 1 0-16,-1-3 0 0,4 3 0 0,-3-8 0 15,-6 5 0-15,9-5 0 0,-8 1 0 0,8-5 0 0,-8-2 0 16,4-12 0-16,4 18 0 0,-4-18 0 16,-4 15 0-16,4-15 0 0,0 0 0 0,5 13 0 15,-5-13 0-15,0 0 0 0,0 0 0 0,30-32 0 0,-12 12 0 16,-4 0 0-16,2-1 0 0,-1-5 0 0,0 3 0 16,-4 1 0-16,4-2 0 0,0 2 0 0,4 3 0 15,-10 5 0-15,10-8 0 0,-5 11 0 0,1-4 0 16,-6 5 0-16,-4 2 0 0,3 2 0 0,-8 6 0 15,19-13 0-15,-11 9 0 0,-8 4 0 0,0 0 0 16,0 0 0-16,0 0 0 0,30 11 0 0,-30-11 0 16,3 26 0-16,0-7 0 0,3 4 0 0,-6 1 0 0,-1-1 0 15,1 3 0-15,1 0 0 0,-2 0 0 16,2-3 0-16,-1-2 0 0,2-2 0 0,3-6 0 0,-5 0 0 16,1 0 0-16,-1-13 0 0,2 17 0 0,2-10 0 15,-4-7-115-15,0 0-35 0,0 0 7 0,0 0 13 16,0 0 11-16,37-19 10 0,-25 5 12 0,4-4 8 15,-2-2 20-15,4 0 10 0,-7 3 24 0,3-5 17 16,5 0 15-16,-6 7 13 0,-4 1 14 0,4-2 25 16,-4 3 14-16,4 3 6 0,-2-3 2 0,-1 5-5 15,-3 3 17-15,-7 5 22 0,21-7 13 0,-21 7-8 16,0 0-2-16,27 4 2 0,-27-4 1 0,16 8-72 0,-16-8-39 16,14 16 0-16,-8-4 0 0,0 5 0 0,-1-2 0 15,-3 3 0-15,-1 0 0 0,1 5 0 0,1 2 0 16,-6 1 0-16,6 0 0 0,0 0 0 0,-3-11 0 15,3 1 0-15,-1 4 0 0,-2-4 0 0,2-2 0 16,2 1 0-16,0-7 0 0,-4-8 0 0,12 15 0 16,-6-10 0-16,-6-5 0 0,0 0 0 0,0 0 0 15,43-17 0-15,-30 6 0 0,-1-4 0 0,6-9 0 16,-2 0 0-16,-4-1 0 0,2-2 0 0,1-10 0 16,-3 12 0-16,1-1 0 0,-4 4 0 0,-1 0 0 0,-1 5 0 15,-1 2 0-15,-1 0 0 0,1 0 0 0,-3 3 0 16,2 1 0-16,-3 0 0 0,-2 11 0 0,6-12 0 15,-6 12 0-15,3-12 0 0,-3 12 0 0,0 0 0 16,10-9 0-16,-10 9 0 0,0 0 0 0,0 0 0 16,0 0 0-16,0 0 0 0,17 33 0 0,-14-16 0 15,0 0 0-15,-1 7 0 0,1-1 0 0,0 3 0 16,0-4 0-16,-3 1 0 0,3-3 0 0,-1 4 0 0,3-5 0 16,-4-1 0-16,6-3 0 0,-3-1 0 0,0-4 0 15,4-2 0-15,-8-8 0 0,17 12 0 0,-17-12 0 16,20 4 0-16,-20-4 0 0,0 0 0 0,30-18 0 15,-15 12 0-15,-7-5 0 0,6-2-2 0,-2-6-35 16,-2 5-4-16,3-1 11 0,-7-1 13 0,0 4 11 16,2-1 24-16,-6 5 20 0,-2 8-6 0,6-18 13 15,-6 18-45-15,6-12 0 0,-6 12 0 0,0 0 0 16,7-10 0-16,-7 10 0 0,0 0 0 0,0 0 0 16,0 0 0-16,0 0 0 0,0 0 0 0,12 29 0 0,-10-17 0 15,4-1 0-15,1 1 0 0,-6-3 0 0,5 5 0 16,2-3 0-16,0-4 0 0,0 2 0 0,2-1 0 15,-10-8 0-15,17 11 0 0,-17-11 0 0,22 0 0 16,-22 0 0-16,33-9 0 0,-17-2 0 0,5-5 0 16,-1 3 0-16,-6-7 0 0,1 0 0 0,-4 2 0 15,-2 2 0-15,4-6 0 0,-4 0 0 0,-1-4-16 16,-1 0-2-16,-3 1 1 0,-1-1 3 0,1 0 8 0,-8 7-1 16,3 5 15-16,-2 0 15 0,-2 2-13 0,0 4 8 15,5 8 1-15,-8-16-19 0,8 16 0 16,-15-7 0-16,15 7 0 0,0 0 0 0,0 0 0 0,-35 15 0 15,21-4 0-15,1 5 0 0,7-5 0 0,1 7 0 16,-5 0 0-16,2 5 0 0,1 1 0 0,2 0 0 16,3 2 0-16,4-1 0 0,1-2 0 0,-1 3 0 15,1896-481-484-1749,-1894 447 585 1734,0-4-6 0,-4 12-13 0,6-16-3 0,-6 16-10 15,0 0-11-15,0 0-58 0,0 0 0 16,0 0 0-16,0 0 0 0,-21 42 0 0,13-18 0 0,2 4 0 16,0-3 0-16,-4 4 0 0,2-1 0 0,-3-2 0 15,3 1 0-15,1-2-188 0,-1-3-89 0,3-8-66 16,-1-2-77-16,-1-1-107 0,7-11-546 0,-14 7-1163 16,14-7 515-16</inkml:trace>
          <inkml:trace contextRef="#ctx0" brushRef="#br0" timeOffset="68729.108">6899 8817 355 0,'-12'-16'481'0,"-3"9"-32"15,7-3-16-15,-1 5-9 0,9 5-12 0,-17-11-29 16,17 11-38-16,-10-7-33 0,10 7-33 0,0 0-28 0,0 0-28 16,0 0-38-16,0 0-46 0,0 0-69 15,0 0-69-15,0 0-69 0,16 35-72 0,-16-35-75 0,19 10-88 16,-6 0-367-16,-4-4-725 0,-9-6 321 0</inkml:trace>
          <inkml:trace contextRef="#ctx0" brushRef="#br0" timeOffset="68994.7147">7444 8848 368 0,'0'0'544'0,"0"0"-16"0,18-2-13 0,-18 2-11 0,0 0-21 16,0 0-24-16,0 0-30 0,0 0-36 15,0 0-24-15,0 0-26 0,-49 27-10 0,35-17-12 0,-7 9-17 16,-1 1-4-16,-11 8-10 0,3 7 3 0,6 0-5 16,-3-1-6-16,0 5-15 0,5-2-18 0,3 3-20 15,5 2-129-15,3-5-100 0,5 4 0 0,2-1 0 16,9-3 0-16,3 4 0 0,5-5 0 0,3-2 0 0,2-8 0 16,11 5 0-16,6-3 0 0,1-9 0 15,0-1 0-15,-2-10 0 0,10-3 0 0,2-3 0 0,0-2 0 16,-5-2 0-16,3-13-105 0,-3-1-393 0,0-3-91 15,0-2-102-15,0-3-361 0,-3-1-1138 0,-3 0 503 16</inkml:trace>
          <inkml:trace contextRef="#ctx0" brushRef="#br0" timeOffset="69197.8253">8173 9489 273 0,'14'16'661'16,"-7"0"-21"-16,5-2-10 0,2 7 15 0,5 4 13 16,-4 1-4-16,0 1-19 0,4 5-40 0,-3 10-54 15,0-5-47-15,-5 6-59 0,-9-5-43 0,-2 4-47 16,-7 1-65-16,-13 4-114 0,-12-1-133 0,-15 17-118 16,-16-5-142-16,-2-3-136 0,-52 16-195 0,33-24-583 15,-34 14-1236-15,-11-2 547 0</inkml:trace>
        </inkml:traceGroup>
        <inkml:traceGroup>
          <inkml:annotationXML>
            <emma:emma xmlns:emma="http://www.w3.org/2003/04/emma" version="1.0">
              <emma:interpretation id="{12DFCAEF-4976-462F-8573-7D7D9E5BDF63}" emma:medium="tactile" emma:mode="ink">
                <msink:context xmlns:msink="http://schemas.microsoft.com/ink/2010/main" type="inkWord" rotatedBoundingBox="14200,9292 21486,8719 21678,11157 14392,11730"/>
              </emma:interpretation>
              <emma:one-of disjunction-type="recognition" id="oneOf2">
                <emma:interpretation id="interp10" emma:lang="" emma:confidence="0.5">
                  <emma:literal>,</emma:literal>
                </emma:interpretation>
                <emma:interpretation id="interp11" emma:lang="" emma:confidence="0">
                  <emma:literal>F</emma:literal>
                </emma:interpretation>
                <emma:interpretation id="interp12" emma:lang="" emma:confidence="0">
                  <emma:literal>i</emma:literal>
                </emma:interpretation>
                <emma:interpretation id="interp13" emma:lang="" emma:confidence="0">
                  <emma:literal>T</emma:literal>
                </emma:interpretation>
                <emma:interpretation id="interp14" emma:lang="" emma:confidence="0">
                  <emma:literal>J</emma:literal>
                </emma:interpretation>
              </emma:one-of>
            </emma:emma>
          </inkml:annotationXML>
          <inkml:trace contextRef="#ctx0" brushRef="#br0" timeOffset="72820.4724">16473 9097 338 0,'-26'-10'451'0,"11"2"-16"0,4 6-32 15,11 2-31-15,-12-13-29 0,12 13-16 0,3-13-18 16,-3 13-7-16,30-23-13 0,0 15-9 0,11-5-26 16,9-8-24-16,1 3-22 0,6 7-28 0,-2-5-22 15,23-3-40-15,-21 6-54 0,20-7-60 0,0 3-65 16,-21 0-61-16,20-6-64 0,-21 7-77 0,16-17-92 16,-27 4-325-16,7 1-737 0,9-15 327 0</inkml:trace>
          <inkml:trace contextRef="#ctx0" brushRef="#br0" timeOffset="72664.2264">16608 8405 290 0,'0'0'374'0,"0"0"-11"0,0 0-5 16,-2 37-6-16,2-17-6 0,2 5-4 0,-2 1-10 16,4 11-13-16,-2 3-19 0,-2 2-16 0,2-6-16 15,4 12-9-15,-3-7-18 0,-1 5-17 0,-1 0-11 16,-2-1-15-16,1 0-11 0,-7-1-4 0,1-4-22 15,6 4-16-15,-8-8-7 0,3-4-12 0,1-4-10 16,1-4-9-16,-5 1-3 0,4-10-12 0,0-2-13 16,-1 0-9-16,3-2-3 0,2-11-9 0,-6 16-2 0,6-16 8 15,-2 14-2-15,2-14 15 0,0 0-3 16,0 0-4-16,0 0-7 0,0 0-3 0,0 0-8 16,0 0-8-16,10-68-5 0,-4 25 0 0,7-5-12 0,-4-4 3 15,6-22-5-15,-1 0-4 0,-3 1-4 0,-2 2-3 16,4 17-7-16,-2 4 0 0,-3 3 1 0,2 2-1 15,4 3-4-15,0 6-1 0,-6 8 6 0,6 1 1 16,0 1-6-16,1 3 4 0,0 2-6 0,-4 9-3 16,4 1 5-16,-1 0-2 0,0 4 0 0,-1 1-4 15,-13 6 1-15,28 0-2 0,-28 0 1 0,33 16 2 16,-17 0 5-16,5 5-8 0,7 12 2 16,-1 4-1-16,0 3 0 0,-3 5 1 0,-4 4 4 0,1 3 1 0,-1-3-4 0,10 18-1 15,-11-15 5-15,5 15-8 0,-11-18 7 0,6-2-5 16,-5-1 1-16,2-2-2 0,-2-3-9 0,-5-3-19 15,2-2-24-15,-9-7-24 0,4-1-26 0,-6-2-23 16,-1-7-42-16,-4-3-40 0,5-1-30 0,-6 0-33 16,-4-4-29-16,-3-2-45 0,-1-2-52 0,-5-6-79 15,19-1-308-15,-50-7-854 0,20-2 378 0</inkml:trace>
          <inkml:trace contextRef="#ctx0" brushRef="#br0" timeOffset="73311.1372">16918 7245 326 0,'-23'-16'496'0,"6"6"-21"0,3 1-30 15,3 0-31-15,3-2-29 0,6 3-9 0,2 8 4 16,21-26 11-16,12 1 1 0,21-1 9 0,33-7-5 15,49-17 6-15,12 13-24 0,9-3-18 0,-6 7-29 16,-8 7-40-16,-46 9-28 0,39 0-27 0,-39 11-25 0,1-2-24 16,-5 3-34-16,0 5-52 0,-3 5-50 15,-1 0-52-15,-12-2-47 0,-21 3-46 0,-7 1-52 0,-5 5-54 16,-16-5-41-16,2 1-37 0,-12 2-43 0,-4 2-54 16,-3-2-62-16,-5 2-111 0,-6-1-311 0,0-11-930 15,-8 23 411-15</inkml:trace>
          <inkml:trace contextRef="#ctx0" brushRef="#br0" timeOffset="73108.0282">17520 7356 53 0,'-7'-12'420'0,"1"1"-10"0,4 1-16 16,-2 0-21-16,4 10-12 0,-8-12-20 0,8 12-24 0,0 0-24 15,0 0-20-15,0 0-20 0,0 0-11 0,0 0-9 16,0 0-1-16,41 45-12 0,-28-17-9 0,1 16-12 16,-3-2-5-16,1 3-16 0,1 6-10 0,-5 3-15 15,5-3-14-15,-7 3-11 0,2-5-11 0,0 3-14 16,-7-2-7-16,6-1-13 0,-3-3-6 0,-2-1-10 16,0-3-9-16,2-3-5 0,-5-9-25 0,1-3-33 15,-5-2-39-15,5-6-48 0,-5-1-41 0,4-8-42 0,-6-1-55 16,-1-1-61-16,8-8-87 0,-20 1-101 15,20-1-295-15,-32-18-838 0,13-4 371 0</inkml:trace>
          <inkml:trace contextRef="#ctx0" brushRef="#br0" timeOffset="72207.0512">15287 8898 29 0,'0'0'447'0,"-10"11"-37"0,10-11-29 16,0 0-18-16,3 13-17 0,-3-13-18 0,25 9-32 16,-6-8-27-16,10 2-26 0,1-3-33 0,13-1-15 15,6 1-23-15,1-6-15 0,7 3-33 0,2-2-46 16,-3-2-39-16,3-1-56 0,-4-3-46 0,4 0-39 16,-2-3-52-16,1 1-52 0,-1 0-91 0,-5-6-245 15,5-4-586-15,-8-1 259 0</inkml:trace>
          <inkml:trace contextRef="#ctx0" brushRef="#br0" timeOffset="71613.3939">11884 9135 405 0,'-43'0'382'0,"12"0"-35"0,10-5-36 0,2 5 2 0,19 0-24 0,-27-6-18 16,27 6-7-16,-3-13-3 0,3 13-12 0,30-21-16 15,-3 6-21-15,16-4-18 0,7 2-6 0,26-9-9 16,5 3-11-16,6 0-17 0,6-2-10 0,5 3-15 16,1 4-13-16,36-12-14 0,-40 8-15 0,-1 8-11 15,45-7-27-15,-45 4-21 0,4-2-52 0,-2 3-52 16,-1 3-43-16,-5-2-51 0,2 0-71 0,-9 4-72 15,0-5-379-15,-25 6-750 0,2-6 331 0</inkml:trace>
          <inkml:trace contextRef="#ctx0" brushRef="#br0" timeOffset="71402.1043">12570 8475 187 0,'9'-11'443'0,"-9"11"-23"0,7-9-32 16,-7 9-34-16,0 0-16 0,0 0 2 0,0 0 2 16,0 0 11-16,25 32-11 0,-20-10-14 0,-1 8-15 15,1 7-18-15,-2 4-23 0,-3 2-18 0,2 6-8 16,-2-5-19-16,-5 4-16 0,2 1-16 0,-5 0-19 16,0 0-10-16,-3 1-15 0,2-4-5 0,-1-3-12 15,-4 0-13-15,1-3-17 16,1-3-3-16,5-5-9 0,-1-3-19 15,0-3 2-15,-3-4-4 0,7-6-14 0,0 1-6 16,3-8-4-16,-5-1-14 0,6-8 13 0,-2 13-2 16,2-13 1-16,-6 11 1 0,6-11 5 0,0 0-3 15,0 0-1-15,0 0-10 0,0 0 0 0,0 0 0 16,9-52-2-16,1 15-10 0,-7-8 2 0,3-3-1 16,-1-4-1-16,3-1-3 0,1-18-8 0,5 4 0 15,-2 14-4-15,-3-17 3 0,4 17-4 0,2-19-3 0,-2 22 2 16,-5-1 3-16,5 4-14 0,-4 2 6 0,2 4-1 15,0 3-10-15,0 10 11 0,-1 3 3 0,1 3 3 16,2 3-7-16,-9 4-8 0,9 7 0 0,-7-3 5 16,-6 11-9-16,21-7 0 0,-21 7 14 0,33 11 14 15,-9 1-20-15,1 7-2 0,5 8 2 0,0 4 9 16,-2 8-2-16,-1 3 10 0,3 3-19 0,16 12 11 16,-14-11 1-16,-1-1-5 0,7 15 0 0,-3 1 5 0,-10-11-6 15,-2-3 6-15,-1-1-6 0,-3 3-5 16,4-4 9-16,-2-3-6 0,1 2 0 0,-8-2 0 15,7-4 0-15,-7 0 0 0,-3-9 0 0,-3-2 0 0,-2-3-11 16,-3-7-32-16,1-1-19 0,-8 1-20 0,4-3-33 16,-1-2-50-16,-5-2-54 0,-2 1-59 0,-5-4-57 15,-9-2-74-15,-8-2-67 0,-3-4-88 0,-2-6-342 16,-20-5-981-16,-2-4 434 0</inkml:trace>
          <inkml:trace contextRef="#ctx0" brushRef="#br0" timeOffset="72003.9419">13793 9319 175 0,'-3'8'413'0,"3"-8"-24"0,14 16-3 0,5-7-15 15,8-4-19-15,8-4-23 0,11-1-34 0,7 1-24 0,3-2-28 16,2-4-33-16,4 4-15 0,17-5-33 0,3-6-36 15,3 4-54-15,-6-9-72 0,-17 7-54 0,11-9-72 16,2 3-80-16,6-9-79 0,-29 5-268 0,22-10-600 16,-23 2 266-16</inkml:trace>
          <inkml:trace contextRef="#ctx0" brushRef="#br0" timeOffset="71832.1052">13961 8801 230 0,'0'0'381'0,"0"0"-27"0,-5 15-12 0,5-15-8 16,0 0-12-16,19 15-5 0,-2-10-18 0,4-3-35 16,7-2-15-16,15 0-32 0,-1-2-15 0,4-2-17 15,3 1-14-15,0 1-20 0,2-1-18 0,4-1-13 0,-4 0-18 16,-2 0-31-16,-5-2-38 0,5-1-36 0,-8 4-41 16,-11 0-41-16,-9 3-54 0,-2-2-61 0,-4-2-77 15,-15 4-345-15,18-4-674 0,-18 4 299 0</inkml:trace>
        </inkml:traceGroup>
      </inkml:traceGroup>
    </inkml:traceGroup>
    <inkml:traceGroup>
      <inkml:annotationXML>
        <emma:emma xmlns:emma="http://www.w3.org/2003/04/emma" version="1.0">
          <emma:interpretation id="{B8193F04-BBAE-4DB2-B2B8-2EDDF33A1347}" emma:medium="tactile" emma:mode="ink">
            <msink:context xmlns:msink="http://schemas.microsoft.com/ink/2010/main" type="paragraph" rotatedBoundingBox="13385,12011 23294,11611 23440,15233 13531,15632" alignmentLevel="3"/>
          </emma:interpretation>
        </emma:emma>
      </inkml:annotationXML>
      <inkml:traceGroup>
        <inkml:annotationXML>
          <emma:emma xmlns:emma="http://www.w3.org/2003/04/emma" version="1.0">
            <emma:interpretation id="{F8D38EC9-7FAA-4C9B-BAF8-5EC6C8429B9B}" emma:medium="tactile" emma:mode="ink">
              <msink:context xmlns:msink="http://schemas.microsoft.com/ink/2010/main" type="line" rotatedBoundingBox="13385,12011 23294,11611 23440,15233 13531,15632"/>
            </emma:interpretation>
          </emma:emma>
        </inkml:annotationXML>
        <inkml:traceGroup>
          <inkml:annotationXML>
            <emma:emma xmlns:emma="http://www.w3.org/2003/04/emma" version="1.0">
              <emma:interpretation id="{C4F6A0C1-A33A-47A4-9A6E-CD022FC1F43E}" emma:medium="tactile" emma:mode="ink">
                <msink:context xmlns:msink="http://schemas.microsoft.com/ink/2010/main" type="inkWord" rotatedBoundingBox="13391,12170 17911,11988 18034,15051 13515,15233"/>
              </emma:interpretation>
              <emma:one-of disjunction-type="recognition" id="oneOf3">
                <emma:interpretation id="interp15" emma:lang="" emma:confidence="1">
                  <emma:literal/>
                </emma:interpretation>
              </emma:one-of>
            </emma:emma>
          </inkml:annotationXML>
          <inkml:trace contextRef="#ctx0" brushRef="#br0" timeOffset="79238.6567">14545 11867 220 0,'-14'10'402'0,"0"3"-32"0,3-2-22 16,8-7-9-16,3-4-10 0,0 0-19 0,17 14-27 0,4-9-24 15,13-4-22-15,11-3-26 0,10-3-20 0,0 4-36 16,7-5-36-16,17-3-72 0,-22 1-78 0,-4 4-88 15,0-4-102-15,2-3-80 0,0 3-224 0,2 0-569 16,-2-5 252-16</inkml:trace>
          <inkml:trace contextRef="#ctx0" brushRef="#br0" timeOffset="79082.3943">14910 11524 5526 0,'0'0'111'0,"0"0"-100"0,2 9-1 16,-2-9 14-16,0 0-5 0,6 11 1 0,-6-11 23 16,0 0 18-16,16 7 10 0,-16-7 1 0,21 5-3 15,-21-5-4-15,34-3 0 0,-5 3-8 0,-2-3-6 16,4-3-8-16,4 4-17 0,8-7-38 0,-12 3-53 16,-1 2-66-16,2-3-68 0,0-2-62 0,-4 4-85 15,1 0-113-15,-17-1-354 0,2-1-879 0,-6 2 390 16</inkml:trace>
          <inkml:trace contextRef="#ctx0" brushRef="#br0" timeOffset="78010.5192">13237 11587 219 0,'0'0'449'16,"0"0"-36"-16,0 0-15 0,9 14-2 0,-9-14-2 15,0 0-3-15,0 18-22 0,2-6-17 0,-2 6-22 16,0-3-14-16,-3 15-14 0,-1-4-11 0,0 11-13 0,1 3-21 16,3-3-9-16,-4 6-18 0,0-1-13 0,-3 3-17 15,6-1-11-15,-1 4-14 0,2-3-6 0,-5 2-17 16,-1 2-10-16,6 5 0 0,-1-1-12 0,-4-5-7 15,2 4-9-15,-2 1-7 0,2-7-10 0,-4 6-16 16,-4-7 12-16,5 3-6 0,-2-3-17 0,-1-5-12 16,-2 5 2-16,3-5-14 0,0-1-5 0,-6 1-5 15,-2-3-7-15,-2-1-29 0,4-7 0 0,3-2 0 16,-3-3 0-16,-4-1 0 0,3-1 0 0,-4-3 0 16,3 3 0-16,-5-4 0 0,7-6 0 0,-10 4 0 15,5-6-54-15,-3 3-33 0,2-8-30 0,-1 2-36 0,-6-3-33 16,0-4-34-16,-3-6-28 0,4 0-28 0,0-7-14 15,-4 1-1-15,2-7-24 0,-2-7-30 0,0-4-36 16,3-9-49-16,-2-4-370 0,4-8-867 0,0-22 384 16</inkml:trace>
          <inkml:trace contextRef="#ctx0" brushRef="#br0" timeOffset="78869.8355">13197 10551 174 0,'-8'-8'489'0,"8"8"-34"15,0 0-36-15,0 0-8 0,0 0 0 0,24-25 3 0,-7 20-25 16,6-2-32-16,5-1-33 0,2 1-29 0,13-4-33 15,4 4-22-15,4-5-29 0,-2 1-13 0,3 3-21 16,-6-1-15-16,3 0-12 0,-7 2-11 0,6-2-15 16,-7 2-5-16,-11 1-5 0,3-1-4 0,-3 1 0 15,-5 1-7-15,-6-1 0 0,0 0-5 0,-5 4-8 16,-14 2-2-16,23-4-10 0,-23 4-10 0,19-3-6 16,-19 3-4-16,0 0-6 0,20 9 3 0,-12 4-1 0,-2 5-4 15,4 8 1-15,9 11 0 0,-7 10 16 16,-4 2 6-16,2 22 1 0,-4-1 6 0,2 3-2 0,-2 0 12 15,2 5-6-15,3 3 13 0,-3 2-5 0,0 6-1 16,0-6-41-16,0 7-50 0,5-4 0 0,-7 6 0 16,7 33 0-16,-6-40 0 0,0-4 0 0,2-2 0 15,-4 2 0-15,1-2 0 0,-4-4 0 0,3-21 0 16,-5 0 0-16,-4 2 0 0,3-2 0 0,-5-5 0 16,-1 2 0-16,-5-2 0 0,4-9 0 0,-8 4 0 15,3-8 0-15,-1 3 0 0,-2-5 0 0,0-5 0 16,-3 5 0-16,-3-9 0 0,-3 3 0 0,-5 2 0 0,-3-6 0 15,-2 1 0-15,-1-3 0 0,-7-3 0 0,-1-3 0 16,-4-3 0-16,-2 2 0 0,1-10 0 0,0 1 0 16,-2-10 0-16,-1 2 0 0,-5-5 0 0,2 0-76 15,1-5-262-15,0-6-14 0,-1-2-13 0,5-5-12 16,-4-3-33-16,3-1-59 0,7-4-83 0,-2-4-324 16,-3-21-948-16,5 0 420 0</inkml:trace>
          <inkml:trace contextRef="#ctx0" brushRef="#br0" timeOffset="78307.3752">13330 11474 14 0,'13'-14'525'16,"-2"2"-54"-16,0-1-51 0,-5 6-43 0,2 0-36 0,-8 7-12 16,0 0 1-16,0 0-9 0,0 0-19 0,0 0-27 15,0 0-20-15,0 0-17 0,0 0-16 0,0 0-13 16,0 0-21-16,0 0-14 0,0 0-18 0,-11 39-16 16,11-39-7-16,0 0-17 0,0 0-10 0,0 0-8 15,0 0-9-15,0 0-4 0,0 0-5 0,0 0-7 16,0 0-5-16,0 0-10 0,0 0-6 0,0 0-6 15,0 0 1-15,0 0-13 0,0 0-9 0,0 0-13 16,6-44-16-16,-6 44-11 0,-9-11-16 0,9 11-21 0,-13-11-21 16,0 5-27-16,13 6-26 0,-17-7-47 0,3 2-37 15,14 5-43-15,-33-1-54 0,33 1-67 16,-37 0-409-16,37 0-846 0,-36-13 374 0</inkml:trace>
          <inkml:trace contextRef="#ctx0" brushRef="#br0" timeOffset="76250.1891">11011 10643 141 0,'13'-20'318'0,"0"-3"-6"0,-4 1-3 0,4-3-12 0,-4 1 7 16,2 3 10-16,-1 4-1 0,-4-6 1 16,1 5 3-16,-1 2 11 0,-3-1-3 0,0 3-1 0,0 3-8 15,-3 1-19-15,0 10-26 0,2-16-28 0,-2 16-21 16,0 0-20-16,0 0-24 0,0 0-11 0,0 0 1 15,0 0-5-15,-19 67-2 0,5-25 2 0,3 12 20 16,-2 23-17-16,5 0 7 0,-5-2-1 0,9 3-15 16,-3 3 3-16,4-4-19 0,2 1-8 0,1-8-4 15,0 8-10-15,0-2-2 0,4 0-43 0,-4-1-74 16,0-3 0-16,2-19 0 0,-2 4 0 0,0 11 0 0,0-12 0 16,5-1 0-16,-5-3 0 0,0-3 0 0,0-2 0 15,-3-6 0-15,1-1 0 0,2 1 0 0,-2-11 0 16,-2-6 0-16,2 0 0 0,-3 1 0 0,5-9 0 15,0-1 0-15,-1-1 0 0,1-4 0 0,0-10 0 16,0 19 0-16,0-19 0 0,-2 14 0 0,2-14 0 16,2 12 0-16,-2-12 0 0,0 0 0 0,1 11 0 15,-1-11 0-15,0 0 0 0,13 8 0 0,-13-8 0 0,16 2 0 16,-16-2 0-16,33 5 0 0,-12-10 0 16,-21 5 0-16,50-2 0 0,-15-3 0 0,8 2-16 0,-1-1-92 15,6 1-9-15,-1-1-15 0,2 1-14 0,-3-5-21 16,8 1-24-16,-5 2-28 0,1-2-22 0,1-2-9 15,2-3-25-15,-2 4-18 0,-2-5-28 0,0 1-28 16,-11 0-36-16,3-8-63 0,-14 0-308 0,-5 0-818 16,5-12 361-16</inkml:trace>
          <inkml:trace contextRef="#ctx0" brushRef="#br0" timeOffset="77058.7771">12172 11136 33 0,'0'0'420'0,"0"0"-16"0,-29-33-14 0,29 33 3 16,-9-5-10-16,9 5-13 0,-15-8-25 0,15 8-31 16,-25-2-23-16,25 2-16 0,-28 2-18 0,9 5-19 15,1-2-11-15,-9 3-16 0,1 5-14 0,0-3-15 16,-1 4-16-16,-6 7-16 0,-2 5-15 0,12-4-6 16,-9 7-13-16,12-5-10 0,1-3-8 0,0 1-11 15,6 2-13-15,-1 0-6 0,4-1-6 0,4 1-6 0,1 0-7 16,5-6-2-16,0 4-8 0,7-3-2 15,5 2 0-15,-2-5-1 0,2-1-8 0,7 2-2 16,-1-4-1-16,-1-3-2 0,8-2-4 0,-4-2 0 0,-1-1-2 16,9-3 1-16,-10-2-4 0,-19 0 5 0,47-10-5 15,-28 4 1-15,0 1-1 0,2-13-2 0,1-1 2 16,-3-2-4-16,-3-3-1 0,3-9 3 0,-2-2-1 16,2-6 0-16,-6 2-1 0,-4 9 6 0,-1 3 7 15,-2 1 8-15,1 3 15 0,-6 8 8 0,4-3 6 16,-3 5 10-16,2 5-6 0,-4 8 0 0,3-17-10 15,-3 17-6-15,4-10-12 0,-4 10-2 0,0 0-3 16,0 0-8-16,0 0 1 0,0 0-1 0,0 0 2 16,-4 61-13-16,3-30 7 0,2 8-9 0,-1-8-6 0,7-1 6 15,-3 10-28-15,-2 4-20 0,4-4-47 0,-1-9-42 16,3 8-46-16,-5-8-47 0,3-7-52 0,6 1-56 16,-8 1-63-16,1-7-66 0,0-5-449 0,3-2-981 15,-2-5 434-15</inkml:trace>
          <inkml:trace contextRef="#ctx0" brushRef="#br0" timeOffset="77588.7071">12745 11032 256 0,'-9'-5'383'0,"9"5"-26"16,-16-11-10-16,3 8-16 0,13 3-7 0,0 0-8 15,-33 11 7-15,20 0-4 0,1 1-25 0,-1-2-18 16,7 2-32-16,-2-1-27 0,2 4-8 0,4-7-16 16,2-8-18-16,2 25-9 0,2-14-8 0,1-3-14 15,5-1-10-15,-10-7-15 0,15 14-10 0,-2-7-12 16,-13-7-5-16,22 4-11 0,-8 1-4 0,-14-5-12 15,34-5-1-15,-20-1-13 0,0-1-5 0,-1-6 0 0,-4 2-8 16,5-3-5-16,-6-1-13 0,3-1-7 0,-4-2-24 16,-4-5 1-16,2 2-21 0,-4-1-9 0,-7 0-2 15,4 3-4-15,-6 4-8 0,2-3-4 0,-7 8-10 16,1-2-20-16,-6 8-6 0,-1 1 0 0,-8-2-26 16,-1 6-19-16,0 6-18 0,-1 0-32 0,1 11-44 15,-7 2-50-15,11-2-74 0,-3 0-311 0,5 1-723 16,0 0 321-16</inkml:trace>
          <inkml:trace contextRef="#ctx0" brushRef="#br0" timeOffset="77308.7252">12717 11416 198 0,'4'-3'407'0,"-4"3"-21"16,18-15-10-16,-18 15-15 0,0 0-17 16,9-7-5-16,-9 7-17 0,0 0-11 0,0 0 12 0,0 0 9 15,0 0-21-15,15 37-17 0,-15-19-6 0,0 0-23 16,-4 4-18-16,6 3-14 0,-4-1-29 0,2 5-11 15,-3 0-15-15,3 1-23 0,0 0-19 0,0 7-7 16,-1-8-18-16,2-3-9 0,-2 0-11 0,1 1-12 0,0-6-6 16,0-2-16-16,1-1-21 0,-2 0-36 15,2-6-40-15,-2 0-44 0,1-12-54 0,-3 18-33 16,3-18-24-16,-4 9-32 0,4-9-35 0,0 0-40 0,0 0-41 16,0 0-29-16,0 0-35 0,-22-28-317 0,16 6-783 15,0-4 346-15</inkml:trace>
          <inkml:trace contextRef="#ctx0" brushRef="#br0" timeOffset="76511.9071">10809 10640 41 0,'6'-17'382'0,"7"-7"-42"0,1-4-30 15,12-4-30-15,2 6-21 0,4-6-14 0,4 5-16 16,5-3-17-16,7 1-13 0,2-3-14 0,1 7-10 0,25-8-13 15,-2 7-22-15,-1-2-8 0,-17 13-19 0,1-1-12 16,3 9-23-16,19-6-36 0,-22 13-48 0,0 0-59 16,-8 6-80-16,5 1-95 0,-24 0-289 0,13 9-571 15,-17-1 253-15</inkml:trace>
        </inkml:traceGroup>
        <inkml:traceGroup>
          <inkml:annotationXML>
            <emma:emma xmlns:emma="http://www.w3.org/2003/04/emma" version="1.0">
              <emma:interpretation id="{9A5E9E9F-4587-493F-BFAC-7084797E167C}" emma:medium="tactile" emma:mode="ink">
                <msink:context xmlns:msink="http://schemas.microsoft.com/ink/2010/main" type="inkWord" rotatedBoundingBox="18436,11807 23294,11611 23440,15233 18582,15429"/>
              </emma:interpretation>
              <emma:one-of disjunction-type="recognition" id="oneOf4">
                <emma:interpretation id="interp16" emma:lang="" emma:confidence="1">
                  <emma:literal/>
                </emma:interpretation>
              </emma:one-of>
            </emma:emma>
          </inkml:annotationXML>
          <inkml:trace contextRef="#ctx0" brushRef="#br0" timeOffset="79681.0471">15919 11504 213 0,'-15'7'432'0,"15"-7"-41"0,0 0-20 0,0 0-3 15,0 0-21-15,0 0-19 0,0 0-16 0,0 0-30 16,46 5-28-16,-17-10-22 0,2 1-27 0,3 4-19 16,7-3-22-16,3 1-28 0,3 0-33 0,-2 0-55 15,4-2-55-15,4 4-58 0,-4 0-65 0,0 0-82 16,3-4-86-16,-3 0-312 0,2-3-662 0,-2-4 293 16</inkml:trace>
          <inkml:trace contextRef="#ctx0" brushRef="#br0" timeOffset="80430.9871">16804 10522 119 0,'-13'-16'392'0,"10"4"-46"0,3-1-28 0,0 13-33 0,16-27-28 16,3 9-29-16,3 0-19 0,0 3-21 0,17 0-18 15,6-2-19-15,2-3-10 0,8 2-15 0,-1 6-12 16,3-6-11-16,2 4-15 0,1 4-8 0,-4 1-11 16,3 2-18-16,-1-3-30 0,-5 5-34 0,0 3-40 15,-8 2-40-15,0 5-54 0,-15 3-47 0,4-1-70 16,-6 6-185-16,1 3-487 0,-7 5 216 0</inkml:trace>
          <inkml:trace contextRef="#ctx0" brushRef="#br0" timeOffset="80196.6013">17027 10451 358 0,'-8'-8'400'16,"3"0"-8"-16,5 8-14 0,-2-17-2 0,2 17-17 0,-4-11-21 15,4 11-14-15,0 0-13 0,0 0-19 0,0 0-14 16,0 0-16-16,0 0-17 0,0 0 6 0,0 0-5 16,34 35-16-16,-23-8-5 0,4 12 3 0,-4 7-17 15,-5 4-2-15,0 0-6 0,1 5-1 0,1 16 0 16,-13 3-8-16,5-3-7 0,5 1-2 0,-5 3-11 16,-5-4-5-16,3 6-2 0,-1-19-15 0,-3 19-11 15,3-1-11-15,3-2-8 0,0-2-72 0,-2 0-50 16,-1-1 0-16,0-17 0 0,1 14 0 0,2-17 0 15,2 0 0-15,-2-1 0 0,3-3 0 0,-6-1 0 0,3 1 0 16,0-7 0-16,0 1 0 0,-2-12 0 0,2 1 0 16,2-8 0-16,-4-3 0 0,2 1 0 0,-1-1 0 15,-3-3 0-15,4 3 0 0,0-8 0 0,0-11 0 16,0 20 0-16,0-20 0 0,0 11 0 0,0-11 0 16,0 0 0-16,4 14 0 0,-4-14 0 0,0 0 0 15,0 0 0-15,0 0 0 0,6 7 0 0,-6-7 0 16,0 0 0-16,0 0 0 0,24 0 0 0,-24 0 0 0,28 2 0 15,-28-2 0-15,47-6 0 0,-17 6 0 0,4-1 0 16,8-1 0-16,3 2 0 0,5-1 0 16,5-5 0-16,1 2 0 0,-7-1-61 0,6 2-62 0,-6-3-16 15,2-3-20-15,-2-2-18 0,-4-1-21 0,-5 1-22 16,6-7-23-16,-8-4-25 0,-3-3-14 16,-1-2-21-16,-7-2-37 0,-6-5-23 0,-4-5-51 0,-4-5-404 15,-9-10-884-15,-8-18 392 0</inkml:trace>
          <inkml:trace contextRef="#ctx0" brushRef="#br0" timeOffset="80962.1705">18228 11095 152 0,'-15'-12'390'0,"3"3"-8"0,1 2-14 0,0-3-8 16,-4 6-22-16,15 4-17 0,-20-13-21 0,9 8-25 15,11 5-22-15,-22-3-14 0,22 3-11 0,-35 8-10 16,18-1-5-16,-4 0-4 0,-3 6-12 0,7-4-10 16,-8 10-11-16,-4-7-10 0,7 7-4 0,-5 1-9 15,3 0-14-15,2 0-10 0,-3-1-13 0,5 0-7 16,2 6-13-16,1-3-9 0,1 1-10 0,3-1-6 16,5 0-6-16,2 4-10 0,3-9-3 0,6-1-3 0,2 1-7 15,1-3-2-15,4 4-6 0,5 1-4 16,-2-9-3-16,1 5-1 0,4-5-1 0,-2 1-2 0,-1-6-3 15,6 2-1-15,-2-3-3 0,1-1-1 0,-1 2-2 16,-19-5 1-16,40-5-2 0,-20 2 4 0,1-1-6 16,-5-3 1-16,3-2 1 0,-2 0-5 0,4-3 12 15,-1-3-8-15,2-2 0 0,-3-2 1 0,2-3 0 16,-5 0 4-16,3-1 4 0,-4 0 8 0,0-6 3 16,-7 3-3-16,4 0 6 0,-4 4 9 0,0-4 4 15,-2 3 3-15,1 7 10 0,-6 0 5 0,4 1 5 16,-5 4 2-16,2 0-9 0,-2 11 6 0,3-17-11 0,-3 17-3 15,0 0-7-15,1-12-14 0,-1 12 3 0,0 0-9 16,0 0-5-16,0 0-1 0,0 0-6 16,0 0 0-16,0 0 6 0,-12 44-10 0,8-26-4 0,4 11 3 15,0-2-1-15,0 3-9 0,4-2-10 0,-3 3-11 16,6 3-27-16,-3-6-25 0,6 10-23 0,-4-8-39 16,0-1-41-16,7-3-56 0,-2-1-64 0,6-2-58 15,-4 2-57-15,1-2-85 0,-3-8-434 0,2-1-1005 16,1-7 444-16</inkml:trace>
          <inkml:trace contextRef="#ctx0" brushRef="#br0" timeOffset="81399.6413">18762 11358 281 0,'-11'-13'469'0,"11"13"-15"16,-3-16-17-16,3 16-18 0,0 0-4 0,-5-7-20 15,5 7-26-15,0 0-33 0,0 0-25 0,0 0-19 16,0 0-11-16,0 0-21 0,0 0-15 0,8 40-14 0,-2-16-14 16,-4-1-4-16,2 7-8 0,0 6 0 0,-1 8-12 15,-6 1-8-15,3 1-12 0,-2 1-8 0,2 4-9 16,-6 1-6-16,4 2-6 0,-7 16-15 0,-1-21-3 15,5 5-14-15,-1-1-7 0,0 0-14 0,1 2-8 16,-4-4-8-16,2 2-5 0,-4-1-4 0,0-2-18 16,-2 0-8-16,-1-7 5 0,-2-5-45 0,-3 2 0 15,-1 1 0-15,-1-4 0 0,1-11 0 0,-4 5 0 16,4-7 0-16,-9 6 0 0,7-12 0 0,-5 1 0 16,0-4 0-16,4-2 0 0,-6-1 0 0,4-5 0 15,-5-3-48-15,1-3-59 0,2 1-22 0,1-5-30 0,-1-4-31 16,1-3-25-16,1-4-20 0,-2-3-11 0,5-5-21 15,0-14-19-15,0 7-28 0,3-16-34 0,5-1-45 16,4-31-63-16,4 7-344 0,8-12-867 0,5-9 384 16</inkml:trace>
          <inkml:trace contextRef="#ctx0" brushRef="#br0" timeOffset="81706.7561">18654 10780 247 0,'0'0'427'0,"0"0"-40"16,0 0-18-16,0 0-10 0,-36 28-5 0,28-15-14 15,2-1-29-15,-2 4-29 0,6-3-20 0,-2 3-21 16,4 0-14-16,1 1-20 0,5-4-12 0,4 2-15 0,-1-1-12 16,1-3-14-16,3-3-13 0,1 3-10 0,0-4-9 15,0-3-9-15,-14-4-10 0,22 3-3 0,-22-3-9 16,32-6-7-16,-18 2-10 0,0-5-5 0,1 0-6 15,-6-2-8-15,4-2-4 0,-1-1-9 0,-4-4-2 16,0-1-4-16,0-2-7 0,-5-3-4 0,0 0-10 16,-3 4-4-16,-1 2 1 0,-1 3-9 0,-7-3-11 15,1 4-15-15,-2 3-21 0,-2 4-21 0,-1-1-22 16,-4 4-16-16,17 4-34 0,-35-1-29 0,13 1-22 16,-5 5-29-16,2 2-45 0,7-3-60 0,-2 4-71 15,-7-2-292-15,6 2-740 0,7-1 327 0</inkml:trace>
          <inkml:trace contextRef="#ctx0" brushRef="#br0" timeOffset="82050.4776">19452 11023 4449 0,'0'0'363'0,"2"9"-200"0,-2-9-91 15,8 9-33-15,-8-9-8 0,0 0 21 0,5 17 24 16,-5-6 17-16,0-11 9 0,0 26 10 0,0-12 1 0,0 5 9 16,-5 6-4-16,2 2-2 0,-2 3 9 0,-1 9 8 15,-2-3 8-15,2 6-6 0,-1-14-6 16,-1 8-2-16,-3 5-1 0,0-1-4 0,2 4-8 0,2-4-15 16,-1 2-6-16,-1-2 5 0,7 0-26 0,-4 1-4 15,6-5-10-15,0-9-4 0,-1 3 0 0,2-3-8 16,5-3-8-16,-4-1-7 0,4-4-2 0,2-1 1 15,5-3-8-15,-2-2 1 0,3 0-4 0,-3-2-11 16,7-5-12-16,-3-1-17 0,4-5-25 0,-19 0-35 16,43-9-31-16,-15 2-39 0,1-6-47 0,-2-3-44 15,9-16-54-15,-9 1-45 0,-5-5-64 0,-4-2-79 0,2-11-455 16,1-4-1018-16,-2-26 450 0</inkml:trace>
          <inkml:trace contextRef="#ctx0" brushRef="#br0" timeOffset="82316.0907">19539 10644 92 0,'-15'-8'394'0,"-4"0"-39"0,8 6-17 16,11 2-17-16,0 0-3 0,-46 13-4 0,32-2 12 15,2-3-3-15,1 6-18 0,4-2-23 0,-1 2-18 16,0 2-22-16,3-1-14 0,5-1 0 0,-2-1-13 16,4 3-16-16,-2-16-13 0,2 20-16 0,2-7-11 15,-1-8-11-15,-3-5-8 0,10 14-7 0,-10-14-7 0,17 5-12 16,-17-5-8-16,21 3-11 0,-21-3-8 0,0 0-4 15,36-7-11-15,-22-1-4 0,-1 4-11 0,1-4-7 16,1 1-2-16,-3-6-3 0,1 5-9 0,-4-3-4 16,-1-6-10-16,3 3-12 0,-3 0-12 0,-6-1-21 15,-2-2-20-15,-7 1-39 0,0 1-29 0,-8 3-49 16,3-2-40-16,-9 0-40 0,-4 6-44 0,-7 0-56 16,4-2-86-16,-12-2-378 0,-6 2-870 0,5-2 385 15</inkml:trace>
          <inkml:trace contextRef="#ctx0" brushRef="#br1" timeOffset="223683.1598">19628 9718 6379 0,'0'0'171'0,"-14"5"-120"16,14-5-30-16,0 0-10 0,-7 10 0 0,7-10 1 0,0 0 9 0,0 0 3 16,51 8 2-16,-23-4-2 0,13 1 8 0,4 0-8 0,8 0-5 15,4-2 2-15,-3 0-4 0,5-2 1 0,18-1-2 16,-20 0 0-16,3-4 0 0,-3 3 6 0,0-4-3 16,-7 0 5-16,4 2 2 0,-11-1-3 0,-12 2 2 15,1-4-3-15,-7 5-9 0,-4 1 2 0,-1 0-4 16,-20 0-1-16,34 12-4 0,-19-4 8 0,-2 7-3 15,-4-1-4-15,4 16 9 0,-5 1 6 0,-2 12 1 16,-1 12 33-16,3 25 0 0,-3-1 25 0,-5 3 5 16,-3 9 24-16,-5 44 25 0,1 1 8 0,7 0 12 15,-3 0-25-15,5 2-130 0,1 3 0 0,6 18 0 16,6-3 0-16,-1 6 0 0,-3-8 0 0,6 1 0 0,7-6 0 16,-10-9 0-16,-6-4 0 0,-2-1 0 0,9-13 0 15,-22-33 0-15,6-4 0 0,-6 0 0 16,1-4 0-16,-3-1 0 0,-10-8 0 0,8-21 0 0,-15 13 0 15,9-16 0-15,-2-8 0 0,0 0 0 0,18-38 0 16</inkml:trace>
        </inkml:traceGroup>
      </inkml:traceGroup>
    </inkml:traceGroup>
    <inkml:traceGroup>
      <inkml:annotationXML>
        <emma:emma xmlns:emma="http://www.w3.org/2003/04/emma" version="1.0">
          <emma:interpretation id="{DE434FCC-BD63-4C30-96E0-6C799E5023E8}" emma:medium="tactile" emma:mode="ink">
            <msink:context xmlns:msink="http://schemas.microsoft.com/ink/2010/main" type="paragraph" rotatedBoundingBox="1936,15717 10801,14905 10921,16214 2056,17026" alignmentLevel="1"/>
          </emma:interpretation>
        </emma:emma>
      </inkml:annotationXML>
      <inkml:traceGroup>
        <inkml:annotationXML>
          <emma:emma xmlns:emma="http://www.w3.org/2003/04/emma" version="1.0">
            <emma:interpretation id="{39F0B99C-6484-4C8C-A70A-941FFD639850}" emma:medium="tactile" emma:mode="ink">
              <msink:context xmlns:msink="http://schemas.microsoft.com/ink/2010/main" type="line" rotatedBoundingBox="1936,15717 10801,14905 10921,16214 2056,17026"/>
            </emma:interpretation>
          </emma:emma>
        </inkml:annotationXML>
        <inkml:traceGroup>
          <inkml:annotationXML>
            <emma:emma xmlns:emma="http://www.w3.org/2003/04/emma" version="1.0">
              <emma:interpretation id="{3FB0F4E6-EC1A-4975-90F9-2826DFC01A62}" emma:medium="tactile" emma:mode="ink">
                <msink:context xmlns:msink="http://schemas.microsoft.com/ink/2010/main" type="inkWord" rotatedBoundingBox="1961,15989 4277,15776 4360,16676 2043,16888"/>
              </emma:interpretation>
              <emma:one-of disjunction-type="recognition" id="oneOf5">
                <emma:interpretation id="interp17" emma:lang="" emma:confidence="1">
                  <emma:literal/>
                </emma:interpretation>
              </emma:one-of>
            </emma:emma>
          </inkml:annotationXML>
          <inkml:trace contextRef="#ctx0" brushRef="#br0" timeOffset="153123.5373">-581 14592 150 0,'-6'12'289'0,"6"-12"-7"0,0 0-1 16,0 0-8-16,0 0-15 0,35 8-17 0,-5-9-8 15,3-4-5-15,8-2-33 0,8 1-15 0,-5-1-21 16,11-5-14-16,2 4-15 0,0-3-17 0,21-10-16 15,-23 9-46-15,0-1-45 0,2-2-62 0,0-1-69 16,0-1-78-16,-2 1-286 0,-1-3-528 0,-2 5 235 16</inkml:trace>
          <inkml:trace contextRef="#ctx0" brushRef="#br0" timeOffset="152920.4622">-221 14274 216 0,'0'0'369'15,"-7"-12"-7"-15,7 12-20 0,0 0-15 0,-15-7-21 16,15 7-15-16,0 0-2 0,0 0-20 0,-23 31-10 16,16-13-18-16,3 2-10 0,-3 5-4 0,6-1-10 15,-4 1-10-15,3 1-11 0,1 2-15 0,-6 2-15 16,3-4-7-16,2-1-19 0,-1 1-10 0,-2-4-10 15,4 3-9-15,-4 1-14 0,5-2-3 0,-3-8-13 16,3 3-6-16,-3-3-5 0,-4 2-9 0,6-5-2 16,-4-2-9-16,5-11-3 0,-2 19-3 0,2-19-7 0,-1 14 3 15,1-14-1-15,0 9 3 0,0-9 5 0,0 0 7 16,0 0 3-16,0 0-2 0,0 0-3 0,0 0-2 16,0 0 3-16,16-32-2 0,-2 11-5 0,-2-2-1 15,-2-7-3-15,7-7-1 0,-1-5-8 0,3 0 1 16,-3 0-6-16,0-2-4 0,1 2-1 15,-6 0-1-15,0-1-5 0,3 0 6 0,-4 2-4 0,4 2-1 16,-4 1 3-16,-1 10 7 0,4 2 4 0,1 0 3 16,-5-1-4-16,2 10-2 0,-3 3 4 0,5-4 7 15,-5 7-3-15,-2 0-5 0,-1 4-4 0,-5 7 2 16,19-11-1-16,-19 11 4 0,22 4 3 0,-22-4-2 16,35 25 0-16,-19-5 0 0,14 12-3 0,-7 1-3 0,6 4-1 15,-4 6 0-15,-1-1 0 0,3 2-6 16,-4 0 2-16,4-2-1 0,-6 5-6 0,3-4-1 15,2-3-3-15,-4 0-7 0,-1 1 9 0,0 0-3 0,-7-16-4 16,6 12-3-16,-7-11-2 0,0-2-15 0,-4 0-27 16,-3-5-27-16,-4-1-35 0,1-3-37 0,-1-5-40 15,-2-10-46-15,-5 19-44 0,2-8-40 0,3-11-43 16,-18 14-40-16,3-9-51 0,15-5-68 0,-35-11-299 16,5 3-876-16,1-4 389 0</inkml:trace>
          <inkml:trace contextRef="#ctx0" brushRef="#br0" timeOffset="153342.3033">947 14235 280 0,'0'0'376'0,"0"0"-9"16,0 0 8-16,0 0 6 0,0 0 14 0,0 0-11 15,67-14-20-15,-37 5-31 0,12-6-32 0,0 3-32 16,2-2-24-16,3 3-27 0,8-4-18 0,-10 4-25 16,4-5-23-16,-10 3-32 0,6 2-49 0,-4-1-61 15,1 1-55-15,-12 1-50 0,-3 5-40 0,-8-1-53 16,-5 1-60-16,-14 5-66 0,16-2-352 0,-16 2-720 15,0 0 318-15</inkml:trace>
          <inkml:trace contextRef="#ctx0" brushRef="#br0" timeOffset="153514.1669">947 14523 218 0,'-9'11'238'0,"-1"4"-14"15,6-2-3-15,2-3 1 0,2-10-8 0,0 0-8 0,10 16-7 16,9-15-18-16,7-2-11 0,4 2-19 0,5-2-11 15,9-8-18-15,5 3-14 0,5-5-17 0,1 1-26 16,23-8-25-16,-24 6-46 0,6 1-45 0,-3 3-67 16,-1-8-71-16,1 5-219 0,-3-4-442 0,20-3 196 15</inkml:trace>
        </inkml:traceGroup>
        <inkml:traceGroup>
          <inkml:annotationXML>
            <emma:emma xmlns:emma="http://www.w3.org/2003/04/emma" version="1.0">
              <emma:interpretation id="{42F46815-0D0A-4F60-B822-99B47D46882B}" emma:medium="tactile" emma:mode="ink">
                <msink:context xmlns:msink="http://schemas.microsoft.com/ink/2010/main" type="inkWord" rotatedBoundingBox="5091,15428 7714,15188 7822,16363 5199,16603"/>
              </emma:interpretation>
              <emma:one-of disjunction-type="recognition" id="oneOf6">
                <emma:interpretation id="interp18" emma:lang="" emma:confidence="1">
                  <emma:literal/>
                </emma:interpretation>
              </emma:one-of>
            </emma:emma>
          </inkml:annotationXML>
          <inkml:trace contextRef="#ctx0" brushRef="#br0" timeOffset="232626.1318">2540 13673 114 0,'0'0'518'0,"-14"-9"-10"16,14 9-7-16,-12-5-4 0,12 5-14 0,0 0-16 15,-7-11-21-15,7 11-33 0,0 0-19 0,0 0 3 16,0 0 1-16,26-12 1 0,-9 9 7 0,10 1-7 15,22-12-21-15,28 2-24 0,12-7-26 0,9-4-27 16,38-4-27-16,-2-4-58 0,-36 13-216 0,47-11 0 16,-9 6 0-16,3-1 0 0,-45 7 0 0,45-5 0 0,-43 8 0 15,40-1 0-15,-46 4 0 0,-3 4 0 16,-3 2 0-16,-23-2 0 0,-4 7 0 0,-6-3 0 16,-4 1 0-16,-17-1 0 0,-1 0 0 0,-10 2 0 0,-19 1 0 15,27 1 0-15,-27-1 0 0,0 0 0 0,22-1 0 16,-22 1 0-16,0 0 0 0,0 0 0 0,0 0 0 15,0 0 0-15,0 0 0 0,-68 12 0 0,25-12-352 16,8 7-955-16,-15-6-1415 0,1-2 626 0</inkml:trace>
          <inkml:trace contextRef="#ctx0" brushRef="#br0" timeOffset="248652.7581">3525 14165 188 0,'0'0'340'0,"0"0"-2"0,0 0 1 16,0 0-16-16,0 0-7 0,0 0-9 15,-9-38-6-15,9 38-11 0,-7-11-3 0,7 11 9 0,-6-13 5 16,6 13-6-16,-11-9-11 0,11 9-24 0,-14-8-13 16,14 8-11-16,-16-8-7 0,16 8-20 0,-21 0-14 15,21 0-20-15,-35 11-11 0,21-3-13 0,-8 10-11 16,8 1 7-16,0 2-9 0,-2 2-4 0,3 4-1 16,1-2-12-16,4 6-6 0,3 8-5 0,3-9-11 15,2-2 1-15,5 3-9 0,1-5-7 0,-1 2 4 16,8-4-15-16,-1-1 0 0,3-2 3 0,4-2-1 15,1-1 11-15,4-7 1 0,-2 1 7 0,3-5-38 0,1-5-56 16,2-1 0-16,-1-1 0 0,5-3 0 0,-1-8 0 16,-4 3 0-16,3-6 0 0,-2-2 0 15,-1-3 0-15,-1-2 0 0,2-7 0 0,-12 5 0 0,6-10 0 16,-8 5 0-16,5-8 0 0,-12 7 0 0,0-11 0 16,-7 2 0-16,-4-1 0 0,-6 3 0 0,-2-3 0 15,-3 13 0-15,1 0 0 0,-6 7 0 0,-3-4 0 16,1 5 0-16,-6 4 0 0,-4 6 0 0,-7 1 0 15,6 7 0-15,3 0 0 0,-5 3 0 0,-5 8 0 16,2 2 0-16,7 0 0 0,2 1 0 0,2 5 0 16,5-1 0-16,2 6-214 0,4 0-111 0,6-3-52 15,6 5-53-15,-1-1-69 0,8-1-95 0,3-8-365 0,4 0-1039 16,4-7 460-16</inkml:trace>
          <inkml:trace contextRef="#ctx0" brushRef="#br1" timeOffset="218036.226">3389 13482 6903 94,'22'-3'73'0,"8"1"-29"0,-4 1-28 0,-9-3-32 16,-17 4-23-16,27-2-16 0,-27 2-23 0,16-5-30 15,-16 5-28-15,0 0-46 0,19-2-22 0,-19 2-35 16,0 0-22-16,0 0-35 0,0 0-31 0,0 0-42 16,0 0-61-16,0 0-286 0,0 0-776 0,0 0 343 15</inkml:trace>
          <inkml:trace contextRef="#ctx0" brushRef="#br0" timeOffset="248996.4859">5153 13659 395 0,'0'0'549'0,"-11"-16"20"0,4 9 10 16,7 7 17-16,-6-16 12 0,6 16-16 0,-8-14-36 16,8 14-42-16,-3-8-41 0,3 8-36 0,0 0-39 15,0 0-33-15,0 0-26 0,0 0-7 0,0 0 7 16,0 0 6-16,0 0-140 0,-9 41-205 0,13-18 0 16,-2 5 0-16,4 9 0 0,-4 4 0 0,3-5 0 15,-1 2 0-15,-1 3 0 0,1-1 0 0,-1 4 0 16,2 1 0-16,-5-1 0 0,0 1 0 0,-5-1 0 15,5 1 0-15,-3-5 0 0,-1-2 0 0,4-6 0 0,-7-7 0 16,7-6-1366-16,-2-6-1478 0,4-3 654 0</inkml:trace>
        </inkml:traceGroup>
        <inkml:traceGroup>
          <inkml:annotationXML>
            <emma:emma xmlns:emma="http://www.w3.org/2003/04/emma" version="1.0">
              <emma:interpretation id="{C842D30C-F396-4F85-86E6-103CBC005C97}" emma:medium="tactile" emma:mode="ink">
                <msink:context xmlns:msink="http://schemas.microsoft.com/ink/2010/main" type="inkWord" rotatedBoundingBox="9283,15289 10823,15148 10921,16214 9381,16355"/>
              </emma:interpretation>
              <emma:one-of disjunction-type="recognition" id="oneOf7">
                <emma:interpretation id="interp19" emma:lang="" emma:confidence="0.5">
                  <emma:literal>2</emma:literal>
                </emma:interpretation>
                <emma:interpretation id="interp20" emma:lang="" emma:confidence="0">
                  <emma:literal>z</emma:literal>
                </emma:interpretation>
                <emma:interpretation id="interp21" emma:lang="" emma:confidence="0">
                  <emma:literal>L</emma:literal>
                </emma:interpretation>
                <emma:interpretation id="interp22" emma:lang="" emma:confidence="0">
                  <emma:literal>Z</emma:literal>
                </emma:interpretation>
                <emma:interpretation id="interp23" emma:lang="" emma:confidence="0">
                  <emma:literal>s</emma:literal>
                </emma:interpretation>
              </emma:one-of>
            </emma:emma>
          </inkml:annotationXML>
          <inkml:trace contextRef="#ctx0" brushRef="#br0" timeOffset="249699.5673">7024 13514 236 0,'-5'10'412'0,"5"-10"11"0,-3 11 25 0,3-11 6 16,0 0-5-16,-11 11-19 0,11-11-24 0,0 0-15 15,-13 7-22-15,13-7-22 0,0 0-7 0,-19 1-12 16,19-1-15-16,0 0-22 0,-30-8-18 0,30 8-9 16,-18-10-4-16,3 4-5 0,3-4-22 0,-1 4-12 15,13 6-12-15,-16-16-7 0,5 8-3 0,11 8-14 16,-11-20-11-16,6 11-95 0,1-5-79 0,4 14 0 0,6-23 0 16,0 10 0-16,2-4 0 0,6 6 0 0,1-3 0 15,2 3 0-15,0 3 0 0,1-4 0 16,2 6 0-16,6-1 0 0,-4 6 0 0,5 2 0 0,-7-2 0 15,9 4 0-15,-12 4 0 0,2 0 0 0,5 9 0 16,-4 3 0-16,-2-1 0 0,-4 8 0 0,0 1 0 16,-1 9 0-16,-7-7 0 0,-4 13 0 0,-6 5 0 15,-5 4 0-15,-1-2 0 0,-15 22 0 0,-5-4 0 16,-5 1 0-16,-3-8 0 0,0 3 0 0,1-1 0 16,3-18 0-16,6 1 0 0,-4-5 0 0,4-5 0 15,3 2 0-15,-2-5 0 0,12-12 0 0,6-7 0 16,-2 0 0-16,5-3 0 0,1-2 0 0,5-8 0 0,-3 14 0 15,3-14 0-15,17 10 0 0,0-8 0 16,10-4 0-16,2-1 0 0,18-2 0 0,4-6 0 16,2-2 0-16,4-1 0 0,18-9 0 0,1-2 0 0,3 6 0 15,3-6 0-15,0 3 0 0,-1-9 0 0,9 10 0 16,-5 1 0-16,-1-4 0 0,1-4 0 0,-14 8 0 16,-12 3 0-16,-7 3 0 0,-3-1 0 0,-8 4 0 15,-11 2 0-15,-10 4 0 0,-1 0 0 0,-1-1 0 16,-7 3 0-16,-11 3 0 0,0 0 0 0,24-5 0 15,-24 5 0-15,6-7 0 0,-6 7 0 0,0 0 0 16,0 0 0-16,0 0 0 0,-55-7-1366 0,55 7-1478 16,-49-11 654-16</inkml:trace>
        </inkml:traceGroup>
      </inkml:traceGroup>
    </inkml:traceGroup>
    <inkml:traceGroup>
      <inkml:annotationXML>
        <emma:emma xmlns:emma="http://www.w3.org/2003/04/emma" version="1.0">
          <emma:interpretation id="{9C3BDE70-EB64-406F-AB63-FEE041E0A62A}" emma:medium="tactile" emma:mode="ink">
            <msink:context xmlns:msink="http://schemas.microsoft.com/ink/2010/main" type="paragraph" rotatedBoundingBox="4857,16539 18727,13429 19829,18344 5959,21454" alignmentLevel="2"/>
          </emma:interpretation>
        </emma:emma>
      </inkml:annotationXML>
      <inkml:traceGroup>
        <inkml:annotationXML>
          <emma:emma xmlns:emma="http://www.w3.org/2003/04/emma" version="1.0">
            <emma:interpretation id="{DEBA5BDE-1E83-480C-B8ED-25AC273E8354}" emma:medium="tactile" emma:mode="ink">
              <msink:context xmlns:msink="http://schemas.microsoft.com/ink/2010/main" type="line" rotatedBoundingBox="4857,16539 18727,13429 19829,18344 5959,21454"/>
            </emma:interpretation>
          </emma:emma>
        </inkml:annotationXML>
        <inkml:traceGroup>
          <inkml:annotationXML>
            <emma:emma xmlns:emma="http://www.w3.org/2003/04/emma" version="1.0">
              <emma:interpretation id="{AEE5E34F-5880-4D26-83FA-8889BA6232AC}" emma:medium="tactile" emma:mode="ink">
                <msink:context xmlns:msink="http://schemas.microsoft.com/ink/2010/main" type="inkWord" rotatedBoundingBox="4907,16763 8659,15922 9363,19062 5611,19903"/>
              </emma:interpretation>
              <emma:one-of disjunction-type="recognition" id="oneOf8">
                <emma:interpretation id="interp24" emma:lang="" emma:confidence="1">
                  <emma:literal/>
                </emma:interpretation>
              </emma:one-of>
            </emma:emma>
          </inkml:annotationXML>
          <inkml:trace contextRef="#ctx0" brushRef="#br1" timeOffset="220923.6247">2515 14780 8191 156,'5'42'0'0,"1"46"0"0,4-1 0 0,2 0 0 16,-5 2 0-16,1-3 0 0,3 5 0 0,-2-2 0 15,5-9 0-15,-3 3 0 0,-3-3 0 0,2 0 0 16,-2-3 0-16,4-4 0 0,3-1 0 0,-8 1 0 0,0 1 0 16,-6-22 0-16,6 4 0 0,-1-4 0 0,0 3 0 15,-4-1 0-15,3 0 0 0,3-3 0 0,-1-3 0 16,-2 0 0-16,-2-5 0 0,4-5 0 0,1 4 0 16,-2-14 0-16,0 1 0 0,1 2 0 0,-1-6 0 15,-3 2 0-15,0-8 0 0,0-1 0 0,2 3 0 16,3-3 0-16,-6-2 0 0,4-3 0 0,-3 1 0 15,0 0 0-15,4-2 0 0,-7-2 0 0,0-10 0 16,4 18 0-16,-4-18 0 0,8 12 0 0,-6-1 0 16,-2-11 0-16,1 9 0 0,-1-9 0 0,5 13 0 15,-5-13 0-15,0 0 0 0,2 13 0 0,-2-13 0 0,8 10 0 16,-8-10 0-16,6 7 0 0,-6-7 0 0,14 7 0 16,-14-7 0-16,25 13 0 0,-9-5 0 15,6-4 0-15,5 3 0 0,8-2 0 0,8 2 0 0,10 0 0 16,-1-3 0-16,5-4 0 0,3 6 0 0,19-11 0 15,-22 8 0-15,22-6 0 0,-3-7 0 0,-19 4 0 16,24-5 0-16,-64 8-280 0</inkml:trace>
          <inkml:trace contextRef="#ctx0" brushRef="#br0" timeOffset="257091.9211">4328 16702 311 0,'0'0'470'0,"0"0"2"16,0 0 4-16,0 0-4 0,0 0-3 0,0 0-11 16,0 0-12-16,-22-28-34 0,22 28-28 0,0-14-28 15,0 14-17-15,-2-16-24 0,2 16-23 0,6-22-22 16,-2 12-17-16,-4 10-15 0,11-18-21 0,-5 7-20 15,4 3-20-15,-3-2-16 0,-7 10-26 0,19-12-5 16,-19 12-11-16,23-3-9 0,-23 3-19 0,28 2-10 16,-8 4-7-16,3 7-8 0,-3 2-4 0,1 7-9 0,-7 4-11 15,6 8-4-15,-4 3-33 0,2 7-5 16,-4 1 0-16,-8 1 0 0,-4-3 0 0,-7 6 0 16,-3 1 0-16,-1-6 0 0,-4 0 0 0,-6 1 0 0,5-2 0 15,-4 2 0-15,-1-4 0 0,-1-8 0 0,6-9 0 16,-5 1 0-16,3-4 0 0,3-6 0 0,4-1 0 15,-2 2 0-15,3-9 0 0,5 0 0 0,3-7 0 16,-11 8 0-16,11-8 0 0,0 0 0 0,0 0 0 16,-8 12 0-16,8-12 0 0,0 0 0 0,0 0 0 15,0 0 0-15,0 0 0 0,0 0 0 0,60-31 0 16,-35 22 0-16,13-10 0 0,0 0 0 0,5 7 0 16,4-6 0-16,-1 3 0 0,6-4 0 0,-1 1 0 15,-1 2 0-15,-1-1 0 0,0 3 0 0,-3-4 0 16,-7 6 0-16,-7 3 0 0,-3 0 0 0,-1 3 0 15,-12 0 0-15,0 1 0 0,-4 2 0 0,-12 3 0 0,21-6 0 16,-21 6 0-16,14-5 0 0,-14 5 0 0,0 0 0 16,0 0 0-16,21 0 0 0,-21 0 0 15,0 0 0-15,0 0 0 0,0 0 0 0,0 0 0 0,0 0-43 16,-5-19-628-16,5 19-576 0,-16-16-1350 0,13 3 598 16</inkml:trace>
          <inkml:trace contextRef="#ctx0" brushRef="#br0" timeOffset="258668.9003">5600 16575 236 0,'-3'8'341'0,"3"-8"-8"0,0 0 4 0,0 0-13 16,0 0 2-16,0 0-13 0,0 0-5 0,0 0-14 15,0 0-14-15,0 0-9 0,0 0-12 0,0 0-18 0,0 0-10 16,0 0-13-16,0 0-1 0,0 0-16 0,0 0-14 15,0 0-14-15,0 0-19 0,58-17-13 0,-37 11-15 16,1-1-10-16,5-4-16 0,1 3-10 16,1 0-17-16,-1 1-27 0,5-3-44 0,-2 2-53 0,0-3-66 15,1-3-46-15,-4 6-40 0,1-3-45 0,-3 3-47 16,-5 5-57-16,0-5-66 0,-6 0-265 0,0 2-737 16,-4 4 326-16</inkml:trace>
          <inkml:trace contextRef="#ctx0" brushRef="#br0" timeOffset="259153.2452">6104 16357 112 0,'0'0'350'0,"10"-11"-6"0,-6 3 7 0,-4 8-10 16,15-14 2-16,-7 7-7 0,-2-1 3 0,8-3-9 15,-1 0-6-15,-4 3-22 0,6 1-25 0,2-1-19 16,-3 1-17-16,2 4-21 0,3 0-21 0,-19 3-20 0,31-2-19 15,-31 2-14-15,27 2-16 0,-12 1-11 0,0 3-13 16,0 4-10-16,-3-1-12 0,1 9-10 16,-5-3-15-16,0 3-9 0,-4 8-19 0,-4 4-20 0,2-3-23 15,-5 0-15-15,-3 2-9 0,-6 8-7 0,3-9-2 16,-4 2 0-16,4-4 3 0,-5-1-3 0,-4-3 11 16,9-6 6-16,-4 0-3 0,0-3 6 0,6 0 0 15,0-4 8-15,-1 1 2 0,8-10 1 0,-9 10 2 16,9-10 4-16,-5 10 3 0,5-10-1 0,0 0-1 15,0 0 9-15,0 0 5 0,0 0 0 0,0 0 5 16,0 0 0-16,35-36 3 0,-21 31 14 0,-6-3 11 16,6 0 7-16,0 2 8 0,13-1 8 0,-8 5 2 15,2 0 6-15,1 3 3 0,3 0-1 0,5 6-6 16,-1 1-3-16,-1 3-8 0,-4 3 0 0,1 3-5 16,-1 4-5-16,6 3-5 0,-10 1-2 0,-2-1-4 15,-7 1-2-15,-2 1-4 0,-5 2-4 0,0-1-5 16,-8 2-5-16,-3-3-20 0,-9 9-38 0,-10-3-33 15,-3-3-32-15,-4 1-15 0,-3-7-19 0,-2-1-3 16,1-2-11-16,-2-4-24 0,1 3 4 0,-2-5-19 0,6-7-16 16,5-6-21-16,-6 1-29 0,7-2-39 0,1-3-49 15,-1-1-291-15,1-6-693 0,11 1 307 0</inkml:trace>
          <inkml:trace contextRef="#ctx0" brushRef="#br0" timeOffset="256544.0535">3519 16837 141 0,'-22'1'389'0,"22"-1"-2"15,-19 2 8-15,19-2 8 0,-18 5 8 0,18-5-3 16,-27 11-5-16,12-4-8 0,-4-3-12 0,4 2-12 16,3 4-14-16,4-4-19 0,-5 1-12 0,13-7-21 15,-14 8-13-15,14-8-16 0,-11 7-23 0,11-7-18 16,0 0-16-16,-11 6-22 0,11-6-16 0,0 0-26 15,0 0 4-15,0 0-8 0,0 0-11 0,41-16-18 16,-13 7-8-16,6 0-15 0,10-4-15 0,5 0-15 16,0 1-47-16,5-2-57 0,-2-2-61 0,5 1-67 15,-2 4-73-15,3-10-88 0,-4 10-70 0,0 1-82 16,-8 0-99-16,-4 1-406 0,-7 4-1061 0,-6-2 469 16</inkml:trace>
          <inkml:trace contextRef="#ctx0" brushRef="#br1" timeOffset="220939.2502">3615 16892 78 0,'-27'18'434'0,"-1"-4"-44"0,1 2-38 16,5 1-26-16,1-2-7 0,4-2-14 0,4 2-22 16,1-3-20-16,2 4-17 0,4-7-20 0,1 3-27 15,3-1 0-15,2-11-13 0,7 22-6 0,2-9-10 0,4-1-6 16,11-1-7-16,1-3-12 0,-3 4-9 16,11-5-12-16,-4-1-6 0,2-3-4 0,14-1-8 15,-15-6-7-15,-29 4-7 0</inkml:trace>
        </inkml:traceGroup>
        <inkml:traceGroup>
          <inkml:annotationXML>
            <emma:emma xmlns:emma="http://www.w3.org/2003/04/emma" version="1.0">
              <emma:interpretation id="{DD3E4B62-80F7-46C0-9A72-A6750D09AAA4}" emma:medium="tactile" emma:mode="ink">
                <msink:context xmlns:msink="http://schemas.microsoft.com/ink/2010/main" type="inkWord" rotatedBoundingBox="9417,15516 11793,14984 12895,19899 10519,20431"/>
              </emma:interpretation>
            </emma:emma>
          </inkml:annotationXML>
          <inkml:trace contextRef="#ctx0" brushRef="#br0" timeOffset="259981.3485">7740 16420 182 0,'0'0'489'0,"0"0"6"16,0 0 4-16,0 0-13 0,0 0-10 0,0 0-20 16,0 0-28-16,0 0-9 0,0 0-9 0,-40 34-4 15,26-10-3-15,6 4-15 0,-4 0-15 0,-1 9-2 16,10 3-21-16,-2 0-20 0,4-1-16 0,1 2-20 16,1-1-20-16,-1 3-14 0,5-4-172 0,1 0-88 15,4-4 0-15,2-6 0 0,10 7 0 0,-3-12 0 16,2 1 0-16,3-6 0 0,3-1 0 0,6 4 0 15,5-3 0-15,-10-7 0 0,5-5 0 0,-1-5 0 16,11-2 0-16,1-7 0 0,-5 4 0 0,-10-9 0 16,10-6 0-16,-2-1 0 0,-10 0 0 0,3-8 0 0,-10 3 0 15,2-8 0-15,-8 5 0 0,5-14 0 16,-11-3 0-16,-3 0 0 0,-11-6 0 0,-7-2 0 16,-7 0 0-16,-3 5 0 0,-3 3 0 0,-11 5 0 0,-1 5 0 15,-8 2 0-15,-3 4 0 0,-1 3 0 0,-7 5 0 16,-19-1 0-16,21 9 0 0,-2 5 0 0,2 3 0 15,4 5 0-15,2 3 0 0,-3 3 0 0,6 0-1366 16,2 0-1478-16,11-3 654 0</inkml:trace>
          <inkml:trace contextRef="#ctx0" brushRef="#br1" timeOffset="219559.7095">8469 13253 4529 62,'26'-12'201'0,"22"-12"-12"0,1 6-10 16,3 3-15-16,2-4-10 0,-2 1-12 0,-3 8-10 15,5-2-14-15,-10 1-4 0,-1 6-17 0,-12 2-12 16,-4 2-2-16,1 2-6 0,-7 3 3 0,4 3-2 16,-4 4-2-16,1 4 16 0,6 12 19 0,-1 2 5 15,-1 4 4-15,-4 10 4 0,0 9 7 0,-3-3 6 16,4 25 13-16,-4-1-3 0,-1 10 0 0,1 6 8 16,9 39-2-16,-12 3-43 0,11 5-110 0,-7 5 0 15,1 7 0-15,-2 3 0 0,3 12 0 0,-1-1 0 16,-4 1 0-16,4-3 0 0,-1 7 0 0,2-9 0 0,5 1 0 15,2-4 0-15,-3 2 0 0,-3 2 0 0,2-5 0 16,0-1 0-16,-4-9 0 0,-4-13 0 0,-1-6 0 16,-7-37 0-16,-2-3 0 0,-3 3 0 0,6 1 0 15,-5-7 0-15,-4 0 0 0,4-5 0 0,-8-2 0 16,1-4 0-16,-4-18 0 0,3-4 0 0,-2-1 0 16,-3-4 0-16,3 1 0 0,-1-1 0 0,1-12 0 15,-4 6 0-15,-2-14 0 0,0 1 0 0,-4 0 0 16,1-5 0-16,0 0 0 0,-2 4 0 0,-12-10 0 15,1 4 0-15,-3-5 0 0,-11-4 0 0,-13 3 0 16,-23-12 0-16,-15-3 0 0,-6-6 0 0,-43-7 0 16,48 0 0-16,-3-6 0 0,-42-8 0 0,48 8 0 15,8-10 0-15,-10 2 0 0,12 1-482 0,-9-10-804 16,12 1-1391-16,-2-2 616 0</inkml:trace>
        </inkml:traceGroup>
        <inkml:traceGroup>
          <inkml:annotationXML>
            <emma:emma xmlns:emma="http://www.w3.org/2003/04/emma" version="1.0">
              <emma:interpretation id="{22207B64-BF2A-4AF0-B2E6-432B25556F09}" emma:medium="tactile" emma:mode="ink">
                <msink:context xmlns:msink="http://schemas.microsoft.com/ink/2010/main" type="inkWord" rotatedBoundingBox="13911,16039 17204,15301 17632,17209 14339,17947"/>
              </emma:interpretation>
              <emma:one-of disjunction-type="recognition" id="oneOf9">
                <emma:interpretation id="interp25" emma:lang="" emma:confidence="1">
                  <emma:literal/>
                </emma:interpretation>
              </emma:one-of>
            </emma:emma>
          </inkml:annotationXML>
          <inkml:trace contextRef="#ctx0" brushRef="#br0" timeOffset="190090.2108">13322 13938 438 0,'-19'-21'417'0,"6"8"-13"0,2-10-7 0,7 7-12 0,-3 0-33 15,7 1-10-15,2-3-6 0,3 3 4 0,3-3-4 16,12-5-9-16,9-1-14 0,12-3-13 0,3 1-23 15,25-9-10-15,6 3-19 0,2 7-20 0,2 2-25 16,-1 4-20-16,-6 0-12 0,-12 6-34 0,-3 0-38 16,0 4-73-16,0-2-79 0,-10 3-92 0,4 1-73 15,-16 1-70-15,-7 7-78 0,1-2-95 0,-29 1-372 16,22 6-902-16,-22-6 399 0</inkml:trace>
          <inkml:trace contextRef="#ctx0" brushRef="#br0" timeOffset="189839.2287">13676 13933 115 0,'0'0'524'0,"-2"-14"-37"0,2 14-36 0,0 0-13 16,-4-12 19-16,4 12 18 0,0 0 12 0,0 0-5 0,0 0-25 15,20 31-32-15,-12-13-20 0,5 8-21 16,1 0-29-16,0 11-19 0,1 1-23 0,-1 5-21 0,-2-2-38 16,-2 1-22-16,2 2-25 0,-4-4-21 0,-1 1-15 15,-1 2-22-15,2-1-40 0,-3-12-109 0,-7-2 0 16,2 4 0-16,-3-4 0 0,0-1 0 0,0-2 0 16,-1-3 0-16,0-7 0 0,-3 3 0 0,1-4-188 15,3-2-103-15,-3-4-64 0,6-8-39 0,-19 7-57 16,19-7-53-16,0 0-59 0,-43-11-345 0,29-1-983 15,-8-6 435-15</inkml:trace>
          <inkml:trace contextRef="#ctx0" brushRef="#br0" timeOffset="189573.623">12769 14534 6248 0,'-35'7'-11'0,"35"-7"9"0,0 0-4 0,-28 21 12 0,21-3-3 16,-4 8 24-16,-3 12 14 0,-3 2 30 0,2 7 15 15,1 3 17-15,0-3 5 0,1 3 0 0,4-1 3 16,-2 2 2-16,1 0 3 0,4-3-5 0,-3 3 7 15,2-4-6-15,1 0-1 0,0-3 4 0,-1 0-9 16,4-8-6-16,-2-8-4 0,4-2-2 0,-4 0-29 0,2-5-24 16,0-5-41-16,1 2 0 0,1-6 0 15,-4-3 0-15,5-9 0 0,0 12 0 0,0-12 0 16,-3 12 0-16,3-12 0 0,0 0 0 0,0 0 0 0,0 0 0 16,0 0 0-16,0 0 0 0,0 0 0 0,3-57 0 15,3 16 0-15,4 1 0 0,1-8 0 0,-2-5 0 16,5-19 0-16,-1 22 0 0,1-4 0 0,0 1 0 15,1 1 0-15,2 8 0 0,-1-3 0 0,-2 6 0 16,2 7 0-16,-3 8 0 0,-4 1 0 0,2 3 0 16,-1 6 0-16,1 2 0 0,-3 1 0 0,-1 5 0 15,-2 1 0-15,-5 7 0 0,18-9 0 0,-18 9 0 16,0 0 0-16,36 12 0 0,-19 1 0 0,-1 7 0 16,11 12 0-16,-6 6 0 0,2 1 0 0,-1 4 0 15,5 6 0-15,-6-2 0 0,-2 3 0 0,4-1 0 16,4 1 0-16,-6 0 0 0,1-2 0 0,-1-3 0 0,-6 0 0 15,-2-5 0-15,1-4 0 0,-6-6 0 0,-2-6 0 16,-1-3 0-16,1-7 0 0,-2 0 0 0,0 2 0 16,-4-6 0-16,0-10 0 0,-4 19-121 0,4-19-303 15,-15 12-17-15,3-6-14 0,12-6-14 0,-37 0 5 16,14-7 8-16,-3-5 8 0,-2-1 6 0,-8-6 17 16,-4 1 25-16,4-4 58 0,-2 3 75 0,3-3 96 15,3 5 92-15,-4-4 61 0,0 2 39 0,-5 6 28 16,11 5 20-16,-11-4 20 0,6 5 12 0,5 2 22 15,1 3 12-15,-2-5 11 0,10 7 12 0,5-4 8 16,16 4 0-16,-34-1 5 0,34 1-14 0,-16-2 2 16,16 2-9-16,0 0 2 0,0 0-1 0,-8-8-1 0,8 8-13 15,30-11-9-15,-2-4-18 0,20 1-11 0,1-6-10 16,8 0-10-16,20-7-18 0,-4-3-36 16,4 0-53-16,-7 4-64 0,-15 0-71 0,16-6-54 0,-15 6-73 15,5-14-92-15,-17 13-391 0,21-18-838 0,-19 12 370 16</inkml:trace>
          <inkml:trace contextRef="#ctx0" brushRef="#br0" timeOffset="190323.5912">11522 15036 197 0,'0'0'473'16,"0"0"-37"-16,0 0-6 0,0 0 2 0,0 0 1 15,0 0-15-15,43 4-24 0,-26-4-25 0,16-4-46 16,8 0-35-16,4-3-24 0,5 0-30 0,-1 0-37 16,5 0-51-16,-2-1-70 0,3 0-93 0,2 0-87 15,3-2-85-15,-1-5-89 0,21 0-108 0,-5 0-304 16,-18 1-747-16,20-8 331 0</inkml:trace>
          <inkml:trace contextRef="#ctx0" brushRef="#br0" timeOffset="190604.8053">14247 14667 7125 0,'9'5'143'0,"1"2"-110"0,-10-7 10 0,14 12-18 15,-14-12 25-15,14 9 24 0,-3-2 19 0,0-2 14 16,-11-5 1-16,32 7-1 0,-15-3-8 0,12-3-11 16,5-1 1-16,-2-1-82 0,12 1-7 0,4-4 0 0,-3-6 0 15,4 6-65-15,-3-5-101 0,-14 6-77 0,9-6-81 16,-11 3-74-16,-9 3-90 0,5-2-104 0,-11 3-395 16,-15 2-1067-16,11-6 472 0</inkml:trace>
          <inkml:trace contextRef="#ctx0" brushRef="#br0" timeOffset="190714.1729">14359 14918 61 0,'-44'29'468'0,"2"-9"-52"0,5 5-19 16,11-10-22-16,10 3 15 0,2-6 6 0,2 0 3 15,5-3-13-15,1 2-14 0,6-11-7 0,5 15-18 16,3-7-21-16,7 0-34 0,17-1-27 0,9 0-24 16,-1-12-24-16,15-1-23 0,5 3-17 0,17-6-19 0,-18 2-37 15,-1-1-64-15,2-1-86 0,-4-2-117 0,2-5-116 16,-9 2-156-16,-6-6-510 0,6-5-1005 15,-6 3 445-15</inkml:trace>
          <inkml:trace contextRef="#ctx0" brushRef="#br0" timeOffset="262371.8242">12061 14962 215 0,'-10'-14'412'0,"10"14"-9"15,-8-9 16-15,8 9 10 0,-7-17 0 0,0 6 14 16,1-3 1-16,0 2-8 0,-1 1 0 0,-1-2 1 0,2-1 3 16,4 4 3-16,-4-1 2 0,6 11 7 0,-8-23 0 15,4 11-4-15,-3 5-6 0,7 7-10 0,-8-14-298 16,8 14-134-16,-6-11 0 0,6 11 0 0,0 0 0 16,0 0 0-16,0 0 0 0,-14 37 0 0,14-7 0 15,0 11 0-15,0 7 0 0,3 10 0 0,0 17 0 16,3-1 0-16,1 5 0 0,-6 1 0 0,4-3 0 15,-3 6 0-15,-2-7 0 0,0 2 0 0,-2 5 0 16,-11-4 0-16,-1-4-1366 0,0-5-1478 0,-2 1 654 16</inkml:trace>
        </inkml:traceGroup>
        <inkml:traceGroup>
          <inkml:annotationXML>
            <emma:emma xmlns:emma="http://www.w3.org/2003/04/emma" version="1.0">
              <emma:interpretation id="{71A9C1DE-5F13-4E36-8516-2EB8BDC14F0E}" emma:medium="tactile" emma:mode="ink">
                <msink:context xmlns:msink="http://schemas.microsoft.com/ink/2010/main" type="inkWord" rotatedBoundingBox="18620,16010 19273,15864 19314,16051 18662,16197"/>
              </emma:interpretation>
              <emma:one-of disjunction-type="recognition" id="oneOf10">
                <emma:interpretation id="interp26" emma:lang="" emma:confidence="1">
                  <emma:literal/>
                </emma:interpretation>
              </emma:one-of>
            </emma:emma>
          </inkml:annotationXML>
          <inkml:trace contextRef="#ctx0" brushRef="#br1" timeOffset="222901.9631">16074 14258 244 0,'-10'-12'448'0,"4"1"-48"16,6 11-37-16,0-17-36 0,6 5-30 0,4-3-24 15,4 0-28-15,6-4-19 0,9 2-30 0,6-2-15 0,7-4-22 16,1 5-13-16,4-2-43 0,4-1-53 0,-2 3-55 15,-21 6-69-15</inkml:trace>
          <inkml:trace contextRef="#ctx0" brushRef="#br1" timeOffset="222902.9631">16568 13962 3178 62,'22'-10'-530'16,"23"-1"-574"-16,-6-3 254 0</inkml:trace>
        </inkml:traceGroup>
      </inkml:traceGroup>
    </inkml:traceGroup>
  </inkml:traceGroup>
</inkml:ink>
</file>

<file path=ppt/ink/ink2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5T04:58:49.537"/>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2905D520-E1D9-404C-84C9-C8BFBD8ED7C4}" emma:medium="tactile" emma:mode="ink">
          <msink:context xmlns:msink="http://schemas.microsoft.com/ink/2010/main" type="writingRegion" rotatedBoundingBox="5051,1106 11756,1094 11765,5832 5060,5843">
            <msink:destinationLink direction="with" ref="{B14DCF6E-0727-4C1E-94C1-68AE0DCB9740}"/>
            <msink:destinationLink direction="with" ref="{272419EA-DF46-4B12-9ACF-E92C945D68E6}"/>
          </msink:context>
        </emma:interpretation>
      </emma:emma>
    </inkml:annotationXML>
    <inkml:traceGroup>
      <inkml:annotationXML>
        <emma:emma xmlns:emma="http://www.w3.org/2003/04/emma" version="1.0">
          <emma:interpretation id="{710F9C5A-2797-41D9-87C3-7CC5B5B8F06B}" emma:medium="tactile" emma:mode="ink">
            <msink:context xmlns:msink="http://schemas.microsoft.com/ink/2010/main" type="paragraph" rotatedBoundingBox="5051,1106 11756,1094 11759,2722 5054,2734" alignmentLevel="1"/>
          </emma:interpretation>
        </emma:emma>
      </inkml:annotationXML>
      <inkml:traceGroup>
        <inkml:annotationXML>
          <emma:emma xmlns:emma="http://www.w3.org/2003/04/emma" version="1.0">
            <emma:interpretation id="{E8A95253-C6FA-4BAD-86DC-3AAD5F132C21}" emma:medium="tactile" emma:mode="ink">
              <msink:context xmlns:msink="http://schemas.microsoft.com/ink/2010/main" type="inkBullet" rotatedBoundingBox="5051,1106 6011,1104 6012,1234 5052,1236"/>
            </emma:interpretation>
            <emma:one-of disjunction-type="recognition" id="oneOf0">
              <emma:interpretation id="interp0" emma:lang="" emma:confidence="0">
                <emma:literal>-</emma:literal>
              </emma:interpretation>
            </emma:one-of>
          </emma:emma>
        </inkml:annotationXML>
        <inkml:trace contextRef="#ctx0" brushRef="#br0">2477-711 129 0,'0'0'389'16,"-9"6"-3"-16,9-6-8 0,0 0-3 0,0 0-14 16,-15 4-12-16,15-4-7 0,0 0 5 0,0 0 6 15,0 0 16-15,0 0-8 0,0 0-9 0,67 0 6 16,-37-5-9-16,14-6-1 0,-1 1-24 0,7-3-15 15,1 5-20-15,6-3-23 0,-2-3-31 0,-1 4-24 16,0 1-11-16,-1 2-30 0,3-4-17 0,-6 7-15 0,-1-3-12 16,-6 7-18-16,-8-3-4 0,-7-1-92 15,1 1-12-15,-1 2 0 0,-9 1 0 0,-19 0 0 16,24 0 0-16,-24 0 0 0,0 0 0 0,25 1 0 0,-25-1 0 16,0 0 0-16,0 0 0 0,0 0 0 15,16 0-157-15,-16 0-98 0,0 0-54 0,0 0-45 16,0 0-63-16,0 0-65 0,0 0-87 0,0 0-373 0,-78 3-1020 15,78-3 452-15</inkml:trace>
      </inkml:traceGroup>
      <inkml:traceGroup>
        <inkml:annotationXML>
          <emma:emma xmlns:emma="http://www.w3.org/2003/04/emma" version="1.0">
            <emma:interpretation id="{452F20A2-D0A9-4534-AE7D-F36438716B5E}" emma:medium="tactile" emma:mode="ink">
              <msink:context xmlns:msink="http://schemas.microsoft.com/ink/2010/main" type="line" rotatedBoundingBox="6354,1217 11756,1208 11759,2722 6357,2731"/>
            </emma:interpretation>
          </emma:emma>
        </inkml:annotationXML>
        <inkml:traceGroup>
          <inkml:annotationXML>
            <emma:emma xmlns:emma="http://www.w3.org/2003/04/emma" version="1.0">
              <emma:interpretation id="{A676CEC6-23D5-403C-96A7-A583F4988829}" emma:medium="tactile" emma:mode="ink">
                <msink:context xmlns:msink="http://schemas.microsoft.com/ink/2010/main" type="inkWord" rotatedBoundingBox="6355,1653 6398,1652 6400,2515 6356,2516"/>
              </emma:interpretation>
              <emma:one-of disjunction-type="recognition" id="oneOf1">
                <emma:interpretation id="interp1" emma:lang="" emma:confidence="0.5">
                  <emma:literal>.</emma:literal>
                </emma:interpretation>
                <emma:interpretation id="interp2" emma:lang="" emma:confidence="0">
                  <emma:literal>,</emma:literal>
                </emma:interpretation>
                <emma:interpretation id="interp3" emma:lang="" emma:confidence="0">
                  <emma:literal>l</emma:literal>
                </emma:interpretation>
                <emma:interpretation id="interp4" emma:lang="" emma:confidence="0">
                  <emma:literal>|</emma:literal>
                </emma:interpretation>
                <emma:interpretation id="interp5" emma:lang="" emma:confidence="0">
                  <emma:literal>I</emma:literal>
                </emma:interpretation>
              </emma:one-of>
            </emma:emma>
          </inkml:annotationXML>
          <inkml:trace contextRef="#ctx0" brushRef="#br0" timeOffset="7702.9036">3800-161 284 0,'0'0'332'16,"0"0"3"-16,0-13 4 0,0 13 7 0,-2-14 0 15,2 14-3-15,-1-17 4 0,1 17 18 0,-3-17 3 0,1 6-10 16,2 11-5-16,-6-18 2 0,-2 11 0 0,8 7 11 16,-5-15-8-16,5 15-18 0,-1-11-22 0,1 11-29 15,0 0-26-15,0 0-40 0,0 0-14 0,0 0-15 16,0 0 5-16,-8 37 7 0,1-9 0 0,7 12-12 16,0 7-194-16,0 0 0 0,0 2 0 0,0 2 0 15,5 0 0-15,-3-4 0 0,-2 0 0 0,6-1 0 16,-4 0 0-16,-1-5 0 0,-1-1 0 0,5-2 0 15,-5 5 0-15,0-16 0 0,0-1 0 0,1-6 0 16,3-1 0-16,-3-3 0 0,1-1 0 0,1 1 0 16,-3-6 0-16,0-10 0 0,3 16 0 0,-3-16 0 15,0 0 0-15,0 0 0 0,0 0-218 0,0 0-333 0,0 0-56 16,0 0-530-16,0-50-1230 0,0 25 545 16</inkml:trace>
        </inkml:traceGroup>
        <inkml:traceGroup>
          <inkml:annotationXML>
            <emma:emma xmlns:emma="http://www.w3.org/2003/04/emma" version="1.0">
              <emma:interpretation id="{D7B7C71D-9D70-4B58-9186-0485A199E9B2}" emma:medium="tactile" emma:mode="ink">
                <msink:context xmlns:msink="http://schemas.microsoft.com/ink/2010/main" type="inkWord" rotatedBoundingBox="8118,1563 8731,1562 8733,2727 8120,2728"/>
              </emma:interpretation>
              <emma:one-of disjunction-type="recognition" id="oneOf2">
                <emma:interpretation id="interp6" emma:lang="" emma:confidence="0.5">
                  <emma:literal>4</emma:literal>
                </emma:interpretation>
                <emma:interpretation id="interp7" emma:lang="" emma:confidence="0">
                  <emma:literal>,</emma:literal>
                </emma:interpretation>
                <emma:interpretation id="interp8" emma:lang="" emma:confidence="0">
                  <emma:literal>"</emma:literal>
                </emma:interpretation>
                <emma:interpretation id="interp9" emma:lang="" emma:confidence="0">
                  <emma:literal>q</emma:literal>
                </emma:interpretation>
                <emma:interpretation id="interp10" emma:lang="" emma:confidence="0">
                  <emma:literal>.</emma:literal>
                </emma:interpretation>
              </emma:one-of>
            </emma:emma>
          </inkml:annotationXML>
          <inkml:trace contextRef="#ctx0" brushRef="#br0" timeOffset="11538.0152">5747-329 134 0,'0'0'316'0,"6"-14"-1"16,-6 14 1-16,8-12 0 0,-8 12 15 0,7-12-4 15,-7 12 3-15,4-7 4 0,-4 7-10 0,0 0-14 16,0 0-31-16,0 0-23 0,0 0-24 0,0 0-19 16,0 0-11-16,0 0-15 0,0 0-18 0,0 34-7 15,-8-8-12-15,5-1-9 0,-5 6 11 0,-1-4-13 16,-4 15-16-16,-1-7-8 0,1 10-13 0,-2-6-7 15,0 2-13-15,-4-1-3 0,2-4-10 0,0-2-6 16,6-5-4-16,-5-5-5 0,2-2-7 0,2 1-3 16,1-6-6-16,2-2-4 0,1-1 0 0,-3-2-6 15,8-3 8-15,3-9 3 0,-5 10 4 0,5-10 9 16,0 0 16-16,0 0-8 0,0 0-4 0,0 0-2 16,0 0 1-16,0 0-11 0,0 0 0 0,0 0-8 0,49-23 3 15,-30 19-3-15,-2-3-7 0,10-3-7 0,2 3 4 16,-1-1 5-16,-1 3-7 0,3-1-10 0,-3 1 7 15,1 2-2-15,1-3-3 0,-1 1-10 16,1 4 9-16,-4-2-16 0,-4 2 13 0,-1-1-4 0,2 1-3 16,-22 1 5-16,38 0 0 0,-19-3 3 0,-19 3-4 15,27-3 1-15,-27 3 14 0,22-4-5 0,-22 4 25 16,16-3 3-16,-16 3 14 0,0 0 17 0,20-5 5 16,-20 5 3-16,5-7 1 0,-5 7-87 0,5-19 0 15,0 8 0-15,-5-1 0 0,0-4 0 0,-2 2 0 16,-1-3 0-16,0-4 0 0,-4 5 0 0,6 1 0 15,-5-3 0-15,-1 2 0 0,1 6 0 0,0-2 0 16,-1 1 0-16,4 0 0 0,3 11 0 0,-13-17 0 16,13 17 0-16,-6-5 0 0,6 5 0 0,0 0 0 0,0 0 0 15,0 0 0-15,-28 33 0 0,21-10 0 16,-1 13 0-16,2 3 0 0,5 0 0 0,-6 8 0 16,1-6 0-16,-2 5 0 0,6 6 0 0,-2-6 0 0,1 3 0 15,-4-1 0-15,3 1 0 0,-6-5 0 0,2 3 0 16,-1-6 0-16,7-1 0 0,-4-4 0 0,-1-4 0 15,1-6 0-15,5-7-65 0,-3 7-442 0,0-10-106 16,-3-4-555-16,7-1-1265 0,0-11 560 0</inkml:trace>
        </inkml:traceGroup>
        <inkml:traceGroup>
          <inkml:annotationXML>
            <emma:emma xmlns:emma="http://www.w3.org/2003/04/emma" version="1.0">
              <emma:interpretation id="{05AA022A-5B06-41D7-B391-ED812302EEAC}" emma:medium="tactile" emma:mode="ink">
                <msink:context xmlns:msink="http://schemas.microsoft.com/ink/2010/main" type="inkWord" rotatedBoundingBox="10264,1210 11757,1208 11758,2211 10266,2214"/>
              </emma:interpretation>
              <emma:one-of disjunction-type="recognition" id="oneOf3">
                <emma:interpretation id="interp11" emma:lang="" emma:confidence="0.5">
                  <emma:literal>5</emma:literal>
                </emma:interpretation>
                <emma:interpretation id="interp12" emma:lang="" emma:confidence="0">
                  <emma:literal>T</emma:literal>
                </emma:interpretation>
                <emma:interpretation id="interp13" emma:lang="" emma:confidence="0">
                  <emma:literal>G</emma:literal>
                </emma:interpretation>
                <emma:interpretation id="interp14" emma:lang="" emma:confidence="0">
                  <emma:literal>J</emma:literal>
                </emma:interpretation>
                <emma:interpretation id="interp15" emma:lang="" emma:confidence="0">
                  <emma:literal>r</emma:literal>
                </emma:interpretation>
              </emma:one-of>
            </emma:emma>
          </inkml:annotationXML>
          <inkml:trace contextRef="#ctx0" brushRef="#br0" timeOffset="12256.6912">7906-350 3162 0,'0'0'230'0,"3"-12"-120"0,-3 12-17 16,0 0 17-16,3-18 21 0,-3 18 32 0,0-14 32 16,0 14 12-16,0 0-14 0,0 0 1 0,-3-17-18 15,3 17-12-15,0 0-11 0,0 0-7 0,0 0-15 16,0 0-10-16,0 0-12 0,0 0-2 0,0 0-3 15,-46 28-5-15,43-18-6 0,-8 6-3 0,2-3 1 0,-2 2-15 16,6 0-4-16,-5 1-4 0,2 0-9 16,5 1-2-16,-2-3-4 0,1 4-5 0,1-6-2 15,4 2-1-15,-1 0 2 0,0-14-5 0,2 21 8 0,7-10 14 16,-4-1 3-16,8 3 3 0,1-7 4 0,5 4 7 16,4-2 3-16,4-1-10 0,2 1-1 0,-2-1 12 15,1 0-13-15,1 0-5 0,-1-3 2 0,0 1-11 16,-7 1-11-16,1-2-6 0,-1 4-1 0,-6-6-9 15,4 4-2-15,-4 0 1 0,-1 2-30 0,-1-1 0 16,-6 4 0-16,1-3 0 0,-8-8 0 0,11 25 0 16,-11-7 0-16,-4-4 0 0,-4 8 0 0,-5-5 0 15,-3 5 0-15,-3-1 0 0,-8-1 0 0,-3 5 0 16,2-9 0-16,-7 5 0 0,7-9 0 0,-1 3 0 16,-12-5-136-16,10-3-44 0,-10 5-39 0,7-9-44 15,6-3-46-15,1-3-44 0,5-2-37 0,-7-5-51 16,9-3-53-16,-4 0-407 0,5-7-977 0,0-1 432 15</inkml:trace>
          <inkml:trace contextRef="#ctx0" brushRef="#br0" timeOffset="12444.1757">7947-380 3868 0,'35'-27'397'0,"0"5"-117"0,4-4 23 0,4 2 31 16,7 1-2-16,1 6-19 0,23-8-7 0,-23 6-36 15,-4 1-42-15,1 3-9 0,-1 4-15 0,2 1-22 16,5-2-15-16,-4 3-19 0,1-4-13 0,-2 5-14 15,1-2-19-15,-2-1-1 0,-1 3-13 0,4 4-10 16,-21 0-63-16,1-1-15 0,1 0 0 0,-3 0 0 16,-9 1-72-16,1 2-101 0,-2 1-78 0,-2-2-93 15,-17 3-80-15,27-6-111 0,-27 6-531 0,16-2-1154 16,-16 2 511-16</inkml:trace>
        </inkml:traceGroup>
      </inkml:traceGroup>
    </inkml:traceGroup>
    <inkml:traceGroup>
      <inkml:annotationXML>
        <emma:emma xmlns:emma="http://www.w3.org/2003/04/emma" version="1.0">
          <emma:interpretation id="{7D50BDCE-FFA4-4FA1-BA64-141FC35F5A13}" emma:medium="tactile" emma:mode="ink">
            <msink:context xmlns:msink="http://schemas.microsoft.com/ink/2010/main" type="paragraph" rotatedBoundingBox="6118,3070 11215,3052 11219,4381 6123,4398" alignmentLevel="2"/>
          </emma:interpretation>
        </emma:emma>
      </inkml:annotationXML>
      <inkml:traceGroup>
        <inkml:annotationXML>
          <emma:emma xmlns:emma="http://www.w3.org/2003/04/emma" version="1.0">
            <emma:interpretation id="{8AA9EBF5-AE71-4C78-8A22-6DC262352A87}" emma:medium="tactile" emma:mode="ink">
              <msink:context xmlns:msink="http://schemas.microsoft.com/ink/2010/main" type="line" rotatedBoundingBox="6118,3070 11215,3052 11219,4381 6123,4398"/>
            </emma:interpretation>
          </emma:emma>
        </inkml:annotationXML>
        <inkml:traceGroup>
          <inkml:annotationXML>
            <emma:emma xmlns:emma="http://www.w3.org/2003/04/emma" version="1.0">
              <emma:interpretation id="{B2159805-840B-42D1-A96A-A571A8369D2B}" emma:medium="tactile" emma:mode="ink">
                <msink:context xmlns:msink="http://schemas.microsoft.com/ink/2010/main" type="inkWord" rotatedBoundingBox="6118,3155 6909,3153 6913,4396 6123,4398"/>
              </emma:interpretation>
              <emma:one-of disjunction-type="recognition" id="oneOf4">
                <emma:interpretation id="interp16" emma:lang="" emma:confidence="0.5">
                  <emma:literal>4</emma:literal>
                </emma:interpretation>
                <emma:interpretation id="interp17" emma:lang="" emma:confidence="0">
                  <emma:literal>,</emma:literal>
                </emma:interpretation>
                <emma:interpretation id="interp18" emma:lang="" emma:confidence="0">
                  <emma:literal>"</emma:literal>
                </emma:interpretation>
                <emma:interpretation id="interp19" emma:lang="" emma:confidence="0">
                  <emma:literal>.</emma:literal>
                </emma:interpretation>
                <emma:interpretation id="interp20" emma:lang="" emma:confidence="0">
                  <emma:literal>n</emma:literal>
                </emma:interpretation>
              </emma:one-of>
            </emma:emma>
          </inkml:annotationXML>
          <inkml:trace contextRef="#ctx0" brushRef="#br0" timeOffset="17568.8216">3784 1218 206 0,'0'0'357'0,"0"0"-3"0,0 0-19 0,0 0-28 0,0 0-25 15,0 0-20-15,0 0-9 0,0 0-5 0,-12 39-7 16,4-15-9-16,1-1-8 0,-2 2-22 0,3 1-11 15,-2 3-12-15,1 1-15 0,-5 7-16 0,4-9-15 16,0 2-11-16,-3-3-9 0,3 1-11 0,0 1-8 16,-6-3-6-16,-5 4-14 0,8-4-5 0,-3-6-5 15,2-2-5-15,-2 4-5 0,5-11-11 0,-2 3-2 16,-2-2-3-16,5-1 0 0,2-8 11 0,6-3-1 16,-11 12 6-16,11-12 2 0,-8 10 3 0,8-10 3 15,0 0 0-15,0 0-4 0,0 0-1 0,0 0-7 0,0 0-7 16,0 0-2-16,0 0-2 0,0 0-8 15,0 0-2-15,0 0-4 0,0 0-3 0,60-22 0 16,-41 20-5-16,9 1 5 0,-6-6-3 0,8 5-1 0,4 6-3 16,-4-10 0-16,17 5-1 0,-4-2 1 15,-10 3 0-15,11-1 5 0,-12-1 3 0,-1 1 3 16,3-3 0-16,7 2 2 0,-11 2 3 0,-2-5-5 0,1-2 1 16,-9 6 4-16,-1-3 3 0,-1 2 8 0,-1-2 10 15,-17 4 10-15,25-3 14 0,-11-4 13 0,-14 7 1 16,21-9 18-16,-21 9 13 0,14-7 1 0,-7-1 6 15,-7 8-7-15,12-14-2 0,-9 3-13 0,-3 11 4 16,5-19-9-16,-5 11 1 0,0 8-6 0,0-20-96 16,0 20 0-16,-5-21 0 0,4 11 0 0,-2 1 0 0,3 9 0 15,-10-17 0-15,5 9 0 0,5 8 0 16,0 0 0-16,-9-12 0 0,9 12 0 0,0 0 0 0,-11-7 0 16,11 7 0-16,0 0 0 0,0 0 0 0,-14 32 0 15,7-8 0-15,3-1 0 0,-4 6 0 0,3 7 0 16,-3 10 0-16,5 2 0 0,-2 0 0 0,2 1 0 15,-7 1 0-15,6 0 0 0,-9 1 0 0,2 0 0 16,0-3 0-16,0 0 0 0,-2-3 0 0,-1 2 0 16,5-5 0-16,1-7-367 0,-5-5-125 0,5-1-93 15,-5-5-540-15,6-7-1218 0,-1-4 538 0</inkml:trace>
        </inkml:traceGroup>
        <inkml:traceGroup>
          <inkml:annotationXML>
            <emma:emma xmlns:emma="http://www.w3.org/2003/04/emma" version="1.0">
              <emma:interpretation id="{8A7488BF-8084-43C7-9E0D-6B4FFF34EAD7}" emma:medium="tactile" emma:mode="ink">
                <msink:context xmlns:msink="http://schemas.microsoft.com/ink/2010/main" type="inkWord" rotatedBoundingBox="8360,3259 9395,3256 9397,3955 8363,3959"/>
              </emma:interpretation>
              <emma:one-of disjunction-type="recognition" id="oneOf5">
                <emma:interpretation id="interp21" emma:lang="" emma:confidence="0.5">
                  <emma:literal>2</emma:literal>
                </emma:interpretation>
                <emma:interpretation id="interp22" emma:lang="" emma:confidence="0">
                  <emma:literal>z</emma:literal>
                </emma:interpretation>
                <emma:interpretation id="interp23" emma:lang="" emma:confidence="0">
                  <emma:literal>L</emma:literal>
                </emma:interpretation>
                <emma:interpretation id="interp24" emma:lang="" emma:confidence="0">
                  <emma:literal>s</emma:literal>
                </emma:interpretation>
                <emma:interpretation id="interp25" emma:lang="" emma:confidence="0">
                  <emma:literal>Z</emma:literal>
                </emma:interpretation>
              </emma:one-of>
            </emma:emma>
          </inkml:annotationXML>
          <inkml:trace contextRef="#ctx0" brushRef="#br0" timeOffset="19849.9221">5864 1556 213 0,'0'0'333'0,"0"0"-4"0,0 0-9 0,0 0-17 0,0 0-14 16,0 0-18-16,0 0-9 0,-41-11-11 0,41 11-7 16,-13-8-21-16,13 8-7 0,0 0-15 0,-8-8 1 15,8 8-1-15,0 0-10 0,-9-13-11 0,9 13-11 16,-3-11-16-16,3 11 0 0,0-14-9 0,0 14-10 16,6-14-5-16,-6 14-12 0,13-19-11 0,-7 8-3 15,4-1-9-15,2 1-4 0,-4-4-10 0,6 4-7 0,4 0-4 16,-3 1-6-16,1 0-3 0,0-2-6 0,3 3-4 15,-5 2-6-15,1-1-6 0,0 4-3 16,3-1-5-16,-18 5-3 0,0 0-2 0,36 6-2 0,-23 1-3 16,1 3-2-16,0 10 3 0,-4-6-6 0,-2 5-2 15,1 0-2-15,-1 5 2 0,-7 0 1 0,4 4-1 16,-5 2-1-16,-5-3-2 0,-1 0-3 16,-3 1 2-16,-6-2-1 0,-4 7 0 0,4 4 4 0,-4-11-5 15,-5 7 0-15,-1-1-2 0,-2 3 2 0,3-6-3 16,4-8 4-16,-3-1 0 0,1 2 0 0,2-6-1 15,1 1-4-15,5-1 3 0,1-4 0 0,5-6-1 16,0 1 1-16,8-7 4 0,-14 13-1 0,14-13 0 16,0 0 2-16,-10 6 0 0,10-6 11 0,0 0 19 15,0 0 10-15,0 0 9 0,29 10-6 0,-29-10 7 16,46-2 11-16,-15-3 1 0,-1-2 20 0,18 0 11 16,-4 0 6-16,5-4 19 0,2 3 11 0,1-7 8 15,0 5-1-15,5-2-1 0,-2 1-39 0,-4 3-107 16,4-3 0-16,0 4 0 0,-4-4 0 0,-2 1 0 15,-6 4 0-15,-12 7 0 0,-6-6 0 0,-1 2 0 16,-5-4 0-16,0 5 0 0,-19 2 0 0,22 0 0 0,-22 0 0 16,21-4 0-16,-21 4 0 0,0 0 0 0,16-5 0 15,-16 5 0-15,0 0 0 0,9-7 0 16,-9 7 0-16,0 0-258 0,0 0-193 0,0 0-79 0,-9-17-111 16,9 17-412-16,0 0-1139 0,-16-21 505 0</inkml:trace>
        </inkml:traceGroup>
        <inkml:traceGroup>
          <inkml:annotationXML>
            <emma:emma xmlns:emma="http://www.w3.org/2003/04/emma" version="1.0">
              <emma:interpretation id="{4E206E04-184B-413A-86ED-DDF9BF4C3543}" emma:medium="tactile" emma:mode="ink">
                <msink:context xmlns:msink="http://schemas.microsoft.com/ink/2010/main" type="inkWord" rotatedBoundingBox="10696,3054 11215,3052 11218,4044 10700,4045"/>
              </emma:interpretation>
              <emma:one-of disjunction-type="recognition" id="oneOf6">
                <emma:interpretation id="interp26" emma:lang="" emma:confidence="0.5">
                  <emma:literal>6</emma:literal>
                </emma:interpretation>
                <emma:interpretation id="interp27" emma:lang="" emma:confidence="0">
                  <emma:literal>G</emma:literal>
                </emma:interpretation>
                <emma:interpretation id="interp28" emma:lang="" emma:confidence="0">
                  <emma:literal>f</emma:literal>
                </emma:interpretation>
                <emma:interpretation id="interp29" emma:lang="" emma:confidence="0">
                  <emma:literal>.</emma:literal>
                </emma:interpretation>
                <emma:interpretation id="interp30" emma:lang="" emma:confidence="0">
                  <emma:literal>£</emma:literal>
                </emma:interpretation>
              </emma:one-of>
            </emma:emma>
          </inkml:annotationXML>
          <inkml:trace contextRef="#ctx0" brushRef="#br0" timeOffset="22724.7551">8609 1136 48 0,'0'0'400'0,"-8"-14"-7"0,8 14-11 16,0 0 8-16,-15-6-21 0,15 6-10 0,0 0-11 15,-27 1-25-15,27-1-13 0,-35 4-10 0,19 3-16 16,-11 7-11-16,5-2-7 0,-5 4-3 0,4 5-18 16,-11 7-10-16,4 3-15 0,-1-1-15 0,2 7-17 15,1 4 2-15,4-1-15 0,4 1-15 0,-1-1-10 0,2 4-9 16,2 2-8-16,-1-3-2 0,9-5-24 15,-5 6-14-15,4-3-10 0,5-4 5 0,7 3-9 16,-2-3-9-16,5 1-4 0,4-1-12 0,-1-11 3 16,5-1-6-16,2 0-1 0,4-3 14 0,2-3-21 15,1 0 0-15,5-4 9 0,-3-4 1 0,3 0 5 16,-1-4 0-16,3-3-5 0,-1-6-2 0,1-3-14 16,-2-2-37-16,-4 2 0 0,4-4 0 0,-8 0 0 0,3-3 0 15,-1-2 0-15,-4-4 0 0,1-2 0 0,-9 3 0 16,5-5 0-16,-7 6 0 0,-1-5 0 0,-4 2 0 15,1-3 0-15,-6 4 0 0,-4-8 0 0,-1 4 0 16,-6-1 0-16,3 8 0 0,-5 1 0 0,0 2 0 16,-6-2 0-16,-5 0 0 0,5 7 0 0,-8-5 0 15,2 7 0-15,7 3-119 0,-10 1-106 0,9 4-59 16,1 1-55-16,0-1-52 0,-2 2-68 0,4 3-85 16,-5 5-428-16,4-3-1053 0,4-3 466 0</inkml:trace>
        </inkml:traceGroup>
      </inkml:traceGroup>
    </inkml:traceGroup>
    <inkml:traceGroup>
      <inkml:annotationXML>
        <emma:emma xmlns:emma="http://www.w3.org/2003/04/emma" version="1.0">
          <emma:interpretation id="{87BA8A1B-BE9F-4511-8422-3A4E1BF71BE3}" emma:medium="tactile" emma:mode="ink">
            <msink:context xmlns:msink="http://schemas.microsoft.com/ink/2010/main" type="paragraph" rotatedBoundingBox="6252,4740 11464,4975 11423,5880 6211,5645" alignmentLevel="2"/>
          </emma:interpretation>
        </emma:emma>
      </inkml:annotationXML>
      <inkml:traceGroup>
        <inkml:annotationXML>
          <emma:emma xmlns:emma="http://www.w3.org/2003/04/emma" version="1.0">
            <emma:interpretation id="{99A078E9-C1A5-4451-8517-CEDBDF27996D}" emma:medium="tactile" emma:mode="ink">
              <msink:context xmlns:msink="http://schemas.microsoft.com/ink/2010/main" type="line" rotatedBoundingBox="6252,4740 11464,4975 11423,5880 6211,5645"/>
            </emma:interpretation>
          </emma:emma>
        </inkml:annotationXML>
        <inkml:traceGroup>
          <inkml:annotationXML>
            <emma:emma xmlns:emma="http://www.w3.org/2003/04/emma" version="1.0">
              <emma:interpretation id="{A2F9ADDD-DB39-47F1-9912-C6835C2BB6DF}" emma:medium="tactile" emma:mode="ink">
                <msink:context xmlns:msink="http://schemas.microsoft.com/ink/2010/main" type="inkWord" rotatedBoundingBox="6247,4849 7094,4888 7062,5590 6215,5552"/>
              </emma:interpretation>
              <emma:one-of disjunction-type="recognition" id="oneOf7">
                <emma:interpretation id="interp31" emma:lang="" emma:confidence="0.5">
                  <emma:literal>5</emma:literal>
                </emma:interpretation>
                <emma:interpretation id="interp32" emma:lang="" emma:confidence="0">
                  <emma:literal>J</emma:literal>
                </emma:interpretation>
                <emma:interpretation id="interp33" emma:lang="" emma:confidence="0">
                  <emma:literal>t</emma:literal>
                </emma:interpretation>
                <emma:interpretation id="interp34" emma:lang="" emma:confidence="0">
                  <emma:literal>g</emma:literal>
                </emma:interpretation>
                <emma:interpretation id="interp35" emma:lang="" emma:confidence="0">
                  <emma:literal>G</emma:literal>
                </emma:interpretation>
              </emma:one-of>
            </emma:emma>
          </inkml:annotationXML>
          <inkml:trace contextRef="#ctx0" brushRef="#br0" timeOffset="24214.9794">3953 3004 142 0,'0'0'318'0,"0"0"1"0,-4-11-4 0,4 11-5 15,0 0 3-15,0 0-9 0,3-16-13 0,-3 16-13 16,0 0-16-16,0 0 8 0,-7-10-15 0,7 10-3 16,0 0-19-16,0 0-25 0,0 0-18 0,0 0-23 0,-33 3-18 15,33-3-9-15,-22 16-15 0,9-7-13 0,4 3-6 16,-4 0-7-16,4 5-14 0,-2-6-5 15,3 4-7-15,-2-4-6 0,4 4-6 0,0-5-1 0,1-1-3 16,2 5-6-16,0-4-5 0,3-10-4 0,3 20-1 16,-3-20-5-16,3 15 1 0,3-4 7 0,2-1 7 15,5 4 0-15,-4-5-4 0,4 2-1 0,1-3-5 16,-1 3 12-16,1-3-10 0,2 3-1 0,1-2-2 16,1-2-2-16,-6 3-4 0,9-3 0 0,-7 2 2 15,2 1-9-15,1-3-14 0,-7 4 0 0,9-1 1 16,-10-3 0-16,4 4-6 0,-1-4 11 0,-8 2-10 15,-3 2-2-15,-1-11 3 0,3 22 2 0,-6-7-4 16,-2-1-3-16,-6 2-9 0,-3 5-26 0,-6-3-31 16,-2 2-29-16,-9 5-37 0,3-10-39 0,3 0-34 15,-5-4-30-15,-2 4-29 0,-7-4-40 0,5-1-44 16,1-4-45-16,3-5-51 0,-3-1-231 0,3-2-726 16,0-3 322-16</inkml:trace>
          <inkml:trace contextRef="#ctx0" brushRef="#br0" timeOffset="24416.4668">3632 3276 104 0,'24'-17'342'16,"0"-1"-7"-16,11-8-4 0,-10 9 6 0,-1-3 9 15,15 1 1 1,-6-1-3-16,5 2-19 0,-9 0-11 0,9 3-29 0,-10-1-24 0,12 3-19 0,-10 0-18 16,-2 7-18-16,4-2-27 0,-1 6-15 0,-2-8-14 15,4 3-17-15,-6 1-13 0,-7 2-15 0,9-3-12 16,-4 3-16-16,-4-2-21 0,2 1-33 0,-4 1-46 15,0 0-44-15,3 0-41 0,-3 1-35 0,-19 3-48 16,32-3-56-16,-19 0-62 0,-13 3-85 0,20-5-267 16,-20 5-714-16,14-4 316 0</inkml:trace>
        </inkml:traceGroup>
        <inkml:traceGroup>
          <inkml:annotationXML>
            <emma:emma xmlns:emma="http://www.w3.org/2003/04/emma" version="1.0">
              <emma:interpretation id="{26F425BC-5891-40A4-9B12-9D903CFA4794}" emma:medium="tactile" emma:mode="ink">
                <msink:context xmlns:msink="http://schemas.microsoft.com/ink/2010/main" type="inkWord" rotatedBoundingBox="8709,4911 9122,4929 9084,5774 8671,5755"/>
              </emma:interpretation>
              <emma:one-of disjunction-type="recognition" id="oneOf8">
                <emma:interpretation id="interp36" emma:lang="" emma:confidence="0.5">
                  <emma:literal>6</emma:literal>
                </emma:interpretation>
                <emma:interpretation id="interp37" emma:lang="" emma:confidence="0">
                  <emma:literal>G</emma:literal>
                </emma:interpretation>
                <emma:interpretation id="interp38" emma:lang="" emma:confidence="0">
                  <emma:literal>f</emma:literal>
                </emma:interpretation>
                <emma:interpretation id="interp39" emma:lang="" emma:confidence="0">
                  <emma:literal>.</emma:literal>
                </emma:interpretation>
                <emma:interpretation id="interp40" emma:lang="" emma:confidence="0">
                  <emma:literal>£</emma:literal>
                </emma:interpretation>
              </emma:one-of>
            </emma:emma>
          </inkml:annotationXML>
          <inkml:trace contextRef="#ctx0" brushRef="#br0" timeOffset="26510.058">6463 3020 113 0,'0'0'341'0,"-8"-9"-3"0,8 9-8 0,-11-11 0 0,11 11-20 15,-14-7-22-15,14 7-16 0,-16-5-8 0,16 5-14 16,0 0-12-16,-35 8-4 0,35-8-7 0,-28 15-11 16,14-8-6-16,-2 7-5 0,-2-2-12 0,1 9-9 15,-2-2-8-15,2 0-16 0,-1 9-10 0,4-3-5 16,-6 8-6-16,4 3 0 0,1-2-7 0,6-5-13 15,-2 8-11-15,3-7-9 0,-5 6-2 0,7 3-12 16,4 0-5-16,-4-1-7 0,0-2-6 0,4-7 2 16,1 0-14-16,1-2-5 0,0-1-9 0,3 3-1 0,3-6-2 15,2 0-2-15,3-7-7 0,-1 1 4 16,4-3 5-16,-3-2-6 0,3 1 10 0,2-5 7 16,4 0-4-16,-1-2 3 0,-1-2-5 0,2-3 2 0,1-1-4 15,-21 0 6-15,43-4-13 0,-28 3-4 0,6-5-3 16,-4-2 3-16,1 3 0 0,-4-4-5 0,0 1-3 15,-1-2 2-15,1-3-2 0,-6 2 0 0,0-3 4 16,-2 4 2-16,0-2-6 0,-6-3-6 0,0 15-6 16,-9-29 3-16,-1 14 0 0,3 0-7 0,-8-2 1 15,1 4-15-15,-8-2-3 0,9 3-5 0,-4 2-9 16,-8-1-13-16,1 2-5 0,-1 0-29 0,4 5-16 16,-4 0-15-16,1 0-22 0,2 4-30 0,5-2-26 15,17 2-34-15,-35 0-26 0,16-1-27 0,19 1-36 16,-24 7-44-16,13-4-43 0,11-3-61 0,-16 7-291 15,16-7-805-15,-12 5 357 0</inkml:trace>
        </inkml:traceGroup>
        <inkml:traceGroup>
          <inkml:annotationXML>
            <emma:emma xmlns:emma="http://www.w3.org/2003/04/emma" version="1.0">
              <emma:interpretation id="{625AA21C-E6B9-4837-9D56-B34CBD634526}" emma:medium="tactile" emma:mode="ink">
                <msink:context xmlns:msink="http://schemas.microsoft.com/ink/2010/main" type="inkWord" rotatedBoundingBox="10564,4934 11464,4975 11424,5865 10523,5824"/>
              </emma:interpretation>
              <emma:one-of disjunction-type="recognition" id="oneOf9">
                <emma:interpretation id="interp41" emma:lang="" emma:confidence="0.5">
                  <emma:literal>3</emma:literal>
                </emma:interpretation>
                <emma:interpretation id="interp42" emma:lang="" emma:confidence="0">
                  <emma:literal>s</emma:literal>
                </emma:interpretation>
                <emma:interpretation id="interp43" emma:lang="" emma:confidence="0">
                  <emma:literal>,</emma:literal>
                </emma:interpretation>
                <emma:interpretation id="interp44" emma:lang="" emma:confidence="0">
                  <emma:literal>}</emma:literal>
                </emma:interpretation>
                <emma:interpretation id="interp45" emma:lang="" emma:confidence="0">
                  <emma:literal>5</emma:literal>
                </emma:interpretation>
              </emma:one-of>
            </emma:emma>
          </inkml:annotationXML>
          <inkml:trace contextRef="#ctx0" brushRef="#br0" timeOffset="27494.3545">8284 3166 126 0,'-15'-8'413'15,"15"8"-13"-15,-6-7-9 0,6 7 2 0,-8-13-7 16,8 13-17-16,-5-16-22 0,5 16-25 0,7-13-32 15,-4 0-22-15,5 5-22 0,1-7-18 0,6 7-12 16,-1-4-28-16,0 3-19 0,5 1-13 0,-2 0-19 16,10 0-12-16,-6 6-15 0,-5 2-12 0,-16 0-8 15,41 7-10-15,-22 0-12 0,-4 0-7 0,0 1-4 16,-1 8-8-16,-3-2-8 0,-2 5-5 0,-2 6-18 16,-3-8-16-16,-7 7-15 0,-5 1-19 0,1-2-6 15,0 3-6-15,-7 0-5 0,-7 0 2 0,4-1-1 0,-8 5-7 16,4-11 3-16,4 2 6 0,-7-2 1 15,2-1 5-15,8-8-1 0,-2 3 10 0,0-5 3 16,4 2 2-16,0-5 5 0,12-5 2 0,-14 10 2 0,14-10 2 16,0 0 0-16,0 0-4 0,0 0 9 0,0 0-6 15,0 0 6-15,0 0 7 0,0 0 0 16,27-33 5-16,-13 23 2 0,7 4 0 0,6-8 16 0,0 7 8 16,1 0 10-16,2 3 0 0,-1 0 14 0,4 7-1 15,-3-2 0-15,3 3-2 0,5 7 4 0,-7 0-5 16,-2 0-4-16,-1 4-3 0,-2 1-3 0,-1-2-2 15,8 11-4-15,-15-5-2 0,-6 1-6 0,-2 2 1 16,-4-5-4-16,-6 0 4 0,-2 8-6 0,-6 0-7 16,-4-2 4-16,-9 0 1 0,1-5-1 0,-12 10-4 15,-7-8-15-15,-4 2-30 0,-6-3-35 0,-6-4-17 16,3 1-23-16,-4-3-15 0,-4-1-21 0,2-4-24 0,-4-2-31 16,-15-3-34-16,18-1-63 0,4-7-61 15,-1 0-331-15,4-6-745 0,6-4 330 0</inkml:trace>
        </inkml:traceGroup>
      </inkml:traceGroup>
    </inkml:traceGroup>
  </inkml:traceGroup>
</inkml:ink>
</file>

<file path=ppt/ink/ink2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5T05:03:52.522"/>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643BAEC4-9657-4BEE-935C-16EABFE99916}" emma:medium="tactile" emma:mode="ink">
          <msink:context xmlns:msink="http://schemas.microsoft.com/ink/2010/main" type="writingRegion" rotatedBoundingBox="4896,15664 5525,15664 5525,19552 4896,19552"/>
        </emma:interpretation>
      </emma:emma>
    </inkml:annotationXML>
    <inkml:traceGroup>
      <inkml:annotationXML>
        <emma:emma xmlns:emma="http://www.w3.org/2003/04/emma" version="1.0">
          <emma:interpretation id="{EF271C9F-DD31-4226-8A32-5C668B2D325C}" emma:medium="tactile" emma:mode="ink">
            <msink:context xmlns:msink="http://schemas.microsoft.com/ink/2010/main" type="paragraph" rotatedBoundingBox="4896,15664 5525,15664 5525,19552 4896,19552" alignmentLevel="1"/>
          </emma:interpretation>
        </emma:emma>
      </inkml:annotationXML>
      <inkml:traceGroup>
        <inkml:annotationXML>
          <emma:emma xmlns:emma="http://www.w3.org/2003/04/emma" version="1.0">
            <emma:interpretation id="{5A28A6F5-77B6-4C85-AF4E-20E00ED28D3B}" emma:medium="tactile" emma:mode="ink">
              <msink:context xmlns:msink="http://schemas.microsoft.com/ink/2010/main" type="line" rotatedBoundingBox="4896,15664 5525,15664 5525,19552 4896,19552"/>
            </emma:interpretation>
          </emma:emma>
        </inkml:annotationXML>
        <inkml:traceGroup>
          <inkml:annotationXML>
            <emma:emma xmlns:emma="http://www.w3.org/2003/04/emma" version="1.0">
              <emma:interpretation id="{E403902F-D955-4147-9E56-0BA252955238}" emma:medium="tactile" emma:mode="ink">
                <msink:context xmlns:msink="http://schemas.microsoft.com/ink/2010/main" type="inkWord" rotatedBoundingBox="5232,15635 5563,19529 5185,19561 4854,15667"/>
              </emma:interpretation>
              <emma:one-of disjunction-type="recognition" id="oneOf0">
                <emma:interpretation id="interp0" emma:lang="" emma:confidence="1">
                  <emma:literal/>
                </emma:interpretation>
              </emma:one-of>
            </emma:emma>
          </inkml:annotationXML>
          <inkml:trace contextRef="#ctx0" brushRef="#br0">7097 15018 390 0,'0'0'477'0,"0"0"1"0,-18-11-5 0,14 4-6 15,4 7-10-15,-7-12-15 0,7 12-24 0,0-15-39 16,0 15-14-16,5-23-32 0,-2 13-30 0,7 0-16 15,-1-3-21-15,1 1-18 0,2-1-18 0,3 1-20 16,2 3-7-16,-6 1-35 0,10 0-6 0,-1 5-15 16,1-1-18-16,5 3-9 0,-10-2-26 0,-16 3 0 0,41 8-12 15,-23-1-3-15,1 3-13 0,-5 1-8 0,0 4 1 16,0 7-2-16,1 3-10 0,-9 5 1 16,-4-2-8-16,-2 0 0 0,-4 3-11 0,-8 6-20 0,-1 4 5 15,-4-5-4-15,-2-1-17 0,0-9-12 0,3 0-6 16,-5 0 2-16,6-6-19 0,-4 4 2 0,8-11-5 15,0 2 5-15,-2-7-1 0,7 3 2 0,-2-6-4 16,8-5 2-16,-8 11-3 0,8-11 2 0,0 0 5 16,0 0 0-16,0 0 4 0,0 0 10 0,0 0 12 15,0 0 20-15,0 0 8 0,0 0 4 0,35-28 15 16,-21 18 9-16,5 3 17 0,4-9 6 0,0 8 4 16,8-2 11-16,-2 6 19 0,1-2 4 0,4 5 7 15,7-3-2-15,4 10-111 0,-4 0 0 0,2 4 0 16,-2 6 0-16,-3-2 0 0,-1 5 0 0,-5 2 0 15,-8-4 0-15,-1 5 0 0,-8 0 0 0,-3 3 0 0,-4-1 0 16,-6 4 0-16,-8 1 0 0,-10 9 0 0,-11-3 0 16,-5 1 0-16,-9-2 0 0,-6-1 0 15,-2-3 0-15,-21 4 0 0,-1-1 0 0,14-16 0 0,-19 8 0 16,18-13 0-16,-20 3 0 0,1-1 0 0,15-6-35 16,13-4-384-16,-9 2-84 0,9-6-135 0,-6-6-462 15,6-4-1190-15,1 0 526 0</inkml:trace>
        </inkml:traceGroup>
      </inkml:traceGroup>
    </inkml:traceGroup>
  </inkml:traceGroup>
</inkml:ink>
</file>

<file path=ppt/ink/ink3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5T05:03:30.135"/>
    </inkml:context>
    <inkml:brush xml:id="br0">
      <inkml:brushProperty name="width" value="0.06667" units="cm"/>
      <inkml:brushProperty name="height" value="0.06667" units="cm"/>
      <inkml:brushProperty name="color" value="#FF0000"/>
      <inkml:brushProperty name="fitToCurve" value="1"/>
    </inkml:brush>
    <inkml:brush xml:id="br1">
      <inkml:brushProperty name="width" value="0.06667" units="cm"/>
      <inkml:brushProperty name="height" value="0.06667" units="cm"/>
      <inkml:brushProperty name="color" value="#FF0000"/>
    </inkml:brush>
  </inkml:definitions>
  <inkml:traceGroup>
    <inkml:annotationXML>
      <emma:emma xmlns:emma="http://www.w3.org/2003/04/emma" version="1.0">
        <emma:interpretation id="{EF20ECEC-5692-4A59-92CF-12F21B6F1F61}" emma:medium="tactile" emma:mode="ink">
          <msink:context xmlns:msink="http://schemas.microsoft.com/ink/2010/main" type="writingRegion" rotatedBoundingBox="5558,17012 10395,16752 10453,17820 5616,18081"/>
        </emma:interpretation>
      </emma:emma>
    </inkml:annotationXML>
    <inkml:traceGroup>
      <inkml:annotationXML>
        <emma:emma xmlns:emma="http://www.w3.org/2003/04/emma" version="1.0">
          <emma:interpretation id="{5CAF4C80-B62D-4264-BB00-C79547DFE7D6}" emma:medium="tactile" emma:mode="ink">
            <msink:context xmlns:msink="http://schemas.microsoft.com/ink/2010/main" type="paragraph" rotatedBoundingBox="5558,17012 10395,16752 10453,17820 5616,18081" alignmentLevel="1"/>
          </emma:interpretation>
        </emma:emma>
      </inkml:annotationXML>
      <inkml:traceGroup>
        <inkml:annotationXML>
          <emma:emma xmlns:emma="http://www.w3.org/2003/04/emma" version="1.0">
            <emma:interpretation id="{57D50736-B3C3-4B4A-A8ED-53F2BB577371}" emma:medium="tactile" emma:mode="ink">
              <msink:context xmlns:msink="http://schemas.microsoft.com/ink/2010/main" type="line" rotatedBoundingBox="5558,17012 10395,16752 10453,17820 5616,18081"/>
            </emma:interpretation>
          </emma:emma>
        </inkml:annotationXML>
        <inkml:traceGroup>
          <inkml:annotationXML>
            <emma:emma xmlns:emma="http://www.w3.org/2003/04/emma" version="1.0">
              <emma:interpretation id="{8F75AB2F-C001-45D7-8A8C-03536F2ACB13}" emma:medium="tactile" emma:mode="ink">
                <msink:context xmlns:msink="http://schemas.microsoft.com/ink/2010/main" type="inkWord" rotatedBoundingBox="5562,17090 6515,17038 6562,17903 5609,17954"/>
              </emma:interpretation>
              <emma:one-of disjunction-type="recognition" id="oneOf0">
                <emma:interpretation id="interp0" emma:lang="" emma:confidence="1">
                  <emma:literal/>
                </emma:interpretation>
              </emma:one-of>
            </emma:emma>
          </inkml:annotationXML>
          <inkml:trace contextRef="#ctx0" brushRef="#br0">2472 13980 123 0,'0'0'322'0,"-15"-5"-4"16,15 5-9-16,0 0-7 0,-13-8-14 0,13 8-14 15,0 0-6-15,-5-11-14 0,5 11-7 16,0 0-6-16,-11-14 6 0,11 14-5 0,-5-9-3 0,5 9-3 16,-1-14-11-16,1 14-4 0,-8-12-10 15,8 12-12-15,-6-17-5 16,-2 8-3-16,1-1 3 0,0 0-13 0,-1-3 0 15,0 0 1-15,1 1-6 0,-4-2 3 0,2 3 2 0,-2-2 4 0,9 3 4 16,2 10 3-16,-12-18-12 0,8 12-11 0,4 6-15 16,-11-15-9-16,11 15-16 0,-6-9-17 0,6 9-14 15,0 0-12-15,0 0-10 0,0 0-25 0,0 0-51 16,0 0 0-16,11 51 0 0,2-13 0 0,-2 11 0 16,1 5 0-16,17 32 0 0,-16-1 0 0,-1 6 0 15,2 32 0-15,-6-38 0 0,-1 45 0 0,-1-38 0 16,3 42 0-16,2-11 0 0,4 2 0 0,-12-30 0 15,-3 38 0-15,0-4 0 0,6-6 0 0,-6-35 0 16,0 40 0-16,2-3 0 0,1-39 0 0,-3 42 0 0,3-6 0 16,-3-33 0-16,6 36 0 0,-1-39 0 0,-2 5 0 15,0-2 0-15,7-1 0 0,-4-5 0 0,2-2 0 16,0-13 0-16,5 4 0 0,-12-19 0 0,14 2 0 16,-8-7 0-16,5 0 0 0,0-6 0 0,-2-2 0 15,-2 0 0-15,-2-12 0 0,-1 3 0 0,4-5 0 16,-1-3 0-16,0 2 0 0,-2-7 0 0,1-3 0 15,-1 1 0-15,-6-1 0 0,5-1 0 0,-2-3 0 16,-2 0 0-16,-1-11 0 0,5 15 0 0,-5-15 0 16,6 12 0-16,-6-12 0 0,0 0 0 0,8 7 0 15,-8-7 0-15,0 0 0 0,0 0 0 0,30-20 0 0,-17 6 0 16,6-9-291-16,1-12-126 0,4-6-47 0,-2-5-43 16,7-24-78-16,-6-6-404 0,3 1-1069 0,-1-2 474 15</inkml:trace>
          <inkml:trace contextRef="#ctx0" brushRef="#br0" timeOffset="20840.0494">3737 15173 156 0,'0'0'424'0,"0"0"-12"0,3-12 13 0,-3 12 26 0,0 0 13 16,0 0 1-16,0 0-10 0,0 0-22 15,0 0-6-15,0 0 5 0,0 0-22 0,0 0 11 0,33 19 6 16,-22-7 2-16,-3 4-4 0,3 5-3 0,-3 5-13 16,2 0-8-16,4 1-98 0,-2 11-303 0,-4 2 0 15,3 0 0-15,-3-11 0 0,-5 15 0 0,5-5 0 16,-1-6 0-16,-3 8 0 0,-2 1 0 0,6-4 0 15,-3-5 0-15,-4-7 0 0,4 3 0 0,1-2 0 16,-4 3 0-16,-1-4 0 0,6 0 0 0,-2-11 0 16,-2 1 0-16,1-2 0 0,-2-4 0 0,4-3 0 15,-6-7-315-15,10 15-435 0,-10-15-438 0,0 0-1287 16,0 0 569-16</inkml:trace>
          <inkml:trace contextRef="#ctx0" brushRef="#br0" timeOffset="20574.4497">2999 15593 284 0,'0'0'409'0,"0"0"-2"0,-11 6 8 16,11-6-8-16,0 0-14 0,0 0-25 15,0 0-24-15,0 0-15 0,0 0-9 0,0 0-6 0,0 0-3 16,0 0-6-16,0 0-14 0,0 0-16 0,36 9-14 16,-36-9-18-16,35-4-9 0,-10-1-1 0,5-2-35 15,-6 3-19-15,6-4-19 0,3-1-12 0,8-2-12 16,-3-1-18-16,2-3-14 0,1 3-15 0,-3-3-29 15,-5 4-38-15,8-3-63 0,-11 2-63 0,-2 1-76 16,1-4-68-16,-2 3-58 0,3-2-59 0,-15 7-63 16,11-3-81-16,-12-2-354 0,0 5-935 0,0-3 414 15</inkml:trace>
        </inkml:traceGroup>
        <inkml:traceGroup>
          <inkml:annotationXML>
            <emma:emma xmlns:emma="http://www.w3.org/2003/04/emma" version="1.0">
              <emma:interpretation id="{593A66B6-48A4-4938-A98E-DA6D62CA71A5}" emma:medium="tactile" emma:mode="ink">
                <msink:context xmlns:msink="http://schemas.microsoft.com/ink/2010/main" type="inkWord" rotatedBoundingBox="7670,17066 8230,17035 8264,17663 7703,17693"/>
              </emma:interpretation>
            </emma:emma>
          </inkml:annotationXML>
          <inkml:trace contextRef="#ctx0" brushRef="#br1" timeOffset="-13987.214">3049 15163 2590 406,'-15'2'-1425'0</inkml:trace>
        </inkml:traceGroup>
        <inkml:traceGroup>
          <inkml:annotationXML>
            <emma:emma xmlns:emma="http://www.w3.org/2003/04/emma" version="1.0">
              <emma:interpretation id="{424BB3DE-AC36-47CB-917A-ECDFFF5D1607}" emma:medium="tactile" emma:mode="ink">
                <msink:context xmlns:msink="http://schemas.microsoft.com/ink/2010/main" type="inkWord" rotatedBoundingBox="9303,16811 10395,16752 10453,17820 9360,17879"/>
              </emma:interpretation>
            </emma:emma>
          </inkml:annotationXML>
          <inkml:trace contextRef="#ctx0" brushRef="#br0" timeOffset="21714.9674">5312 15225 178 0,'-9'-7'362'0,"9"7"-1"0,0 0-7 0,0 0-11 16,0 0-16-16,0 0-9 0,0 0-15 0,0 0 0 15,0 0-2-15,-30 14-1 0,30-14 0 0,-8 17-10 16,5-5-9-16,-5 0-9 0,-1 7-5 0,-1-1-8 16,1 4-17-16,-1-3-8 0,1 8-23 0,1-5-20 15,1 2-14-15,6-3-9 0,-6 4-20 0,4-2-7 16,5 3-14-16,-2 0-17 0,1-7-6 0,7 6-12 16,5 0-5-16,-7-8-8 0,4 0-11 0,2-2-6 15,3 3-2-15,4-2-7 0,-4-3-4 0,8-4-2 16,-3-1 4-16,1-4 4 0,-1 1 2 0,2-3-4 15,7-2 9-15,-2 0-4 0,-7-4-3 0,4-3 0 16,3-5-1-16,-8 5 6 0,3-6-1 0,-6 3-56 0,1-1-3 16,0-8 0-16,-4 4 0 0,1-8 0 15,-7-3 0-15,1 5 0 0,-2-6 0 0,-6-4 0 16,-2-9 0-16,-4 11 0 0,-2 1 0 0,-3-2 0 0,-5-4 0 16,-3 0 0-16,-3 1 0 0,-5 0 0 0,5 7 0 15,-6 2 0-15,1 6 0 0,-8-2 0 0,10 5 0 16,-15 4 0-16,12 0 0 0,-5 7 0 0,4 0 0 15,1 6 0-15,1 3 0 0,2-2 0 0,-2 7 0 16,0 0-63-16,13 5-160 0,-1-3-43 0,1 2-47 16,8-1-42-16,-4 5-36 0,4 1-51 0,8-4-73 15,-2-1-423-15,6 3-1015 0,2-8 450 0</inkml:trace>
        </inkml:traceGroup>
      </inkml:traceGroup>
    </inkml:traceGroup>
  </inkml:traceGroup>
</inkml:ink>
</file>

<file path=ppt/ink/ink3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5T05:03:24.185"/>
    </inkml:context>
    <inkml:brush xml:id="br0">
      <inkml:brushProperty name="width" value="0.06667" units="cm"/>
      <inkml:brushProperty name="height" value="0.06667" units="cm"/>
      <inkml:brushProperty name="color" value="#FF0000"/>
    </inkml:brush>
  </inkml:definitions>
  <inkml:traceGroup>
    <inkml:annotationXML>
      <emma:emma xmlns:emma="http://www.w3.org/2003/04/emma" version="1.0">
        <emma:interpretation id="{B429D38D-9FF4-43D6-9215-B505A0404492}" emma:medium="tactile" emma:mode="ink">
          <msink:context xmlns:msink="http://schemas.microsoft.com/ink/2010/main" type="inkDrawing" rotatedBoundingBox="25846,14897 26150,19525 24018,19665 23714,15037" semanticType="verticalRange" shapeName="Other">
            <msink:sourceLink direction="with" ref="{8EE226B0-5E1A-4BAD-97E6-28CE7C6891D5}"/>
          </msink:context>
        </emma:interpretation>
      </emma:emma>
    </inkml:annotationXML>
    <inkml:trace contextRef="#ctx0" brushRef="#br0">21920 13060 439 0,'0'0'459'0,"0"0"-53"16,0 0-14-16,0 0-14 0,0 0-4 0,0 0 12 16,0 0-11-16,0 0-14 0,0 0-21 0,98-5-16 15,-54 1-17-15,5 0-9 0,5 0-7 0,4-5-20 0,4 7-15 16,-4-5-14-16,2 0-11 0,-3 3-12 16,-5-1-13-16,-1 3-18 0,-4 2-23 0,-4 0-8 15,-8 2-11-15,-4 2-3 0,1 1-12 0,-4 4-5 16,1 8 4-16,6 5-1 0,-7 7-1 0,0 8 0 0,1 11-63 15,4 19-65-15,-6 10 0 0,0 5 0 0,11 48 0 16,-4 3 0-16,0 3 0 0,-3 9 0 0,1-1 0 16,-7 10 0-16,10-4 0 0,-8 12 0 0,8 8 0 15,1-3 0-15,-16 6 0 0,7 2 0 0,-11-11 0 16,-3-12 0-16,-5 0 0 0,-7-5 0 0,4 2 0 16,-13-20 0-16,-3-6 0 0,3-35 0 0,-6 1 0 15,-3-8 0-15,-1 2 0 0,1-6 0 0,-1-22 0 16,4 18 0-16,-2-21 0 0,2-3 0 0,-2-1 0 15,5-8 0-15,-1 0 0 0,2-1 0 0,-3 0 0 16,6-9 0-16,0-2 0 0,-1 1 0 0,0 7 0 16,4-9 0-16,-4 0 0 0,1-1 0 0,4-2 0 15,-3-5 0-15,1 6 0 0,-1-8 0 0,-4 7 0 16,3 1 0-16,-5-4 0 0,-3 2 0 0,-4-4 0 0,-5 0 0 16,-17 7 0-16,-6-3 0 0,-6-5 0 0,-29 6 0 15,-6-12 0-15,-15 0 0 0,-68-10 0 0,-1-10 0 16,-19-19 0-16,-23-4 0 0,1-16-1366 0,-13-5-1478 15,171 39 654-15</inkml:trace>
  </inkml:traceGroup>
</inkml:ink>
</file>

<file path=ppt/ink/ink3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5T05:04:16.684"/>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8EE226B0-5E1A-4BAD-97E6-28CE7C6891D5}" emma:medium="tactile" emma:mode="ink">
          <msink:context xmlns:msink="http://schemas.microsoft.com/ink/2010/main" type="writingRegion" rotatedBoundingBox="24867,15267 25206,19234 18735,19787 18396,15820">
            <msink:destinationLink direction="with" ref="{B429D38D-9FF4-43D6-9215-B505A0404492}"/>
          </msink:context>
        </emma:interpretation>
      </emma:emma>
    </inkml:annotationXML>
    <inkml:traceGroup>
      <inkml:annotationXML>
        <emma:emma xmlns:emma="http://www.w3.org/2003/04/emma" version="1.0">
          <emma:interpretation id="{A990066C-2133-4FA3-80C9-853BC2C32E59}" emma:medium="tactile" emma:mode="ink">
            <msink:context xmlns:msink="http://schemas.microsoft.com/ink/2010/main" type="paragraph" rotatedBoundingBox="24834,15274 25247,19217 23736,19376 23323,15432" alignmentLevel="1"/>
          </emma:interpretation>
        </emma:emma>
      </inkml:annotationXML>
      <inkml:traceGroup>
        <inkml:annotationXML>
          <emma:emma xmlns:emma="http://www.w3.org/2003/04/emma" version="1.0">
            <emma:interpretation id="{271BD248-20EB-4560-84CF-F11DA4763965}" emma:medium="tactile" emma:mode="ink">
              <msink:context xmlns:msink="http://schemas.microsoft.com/ink/2010/main" type="line" rotatedBoundingBox="24834,15274 25247,19217 23736,19376 23323,15432"/>
            </emma:interpretation>
          </emma:emma>
        </inkml:annotationXML>
        <inkml:traceGroup>
          <inkml:annotationXML>
            <emma:emma xmlns:emma="http://www.w3.org/2003/04/emma" version="1.0">
              <emma:interpretation id="{470858CA-6766-4EB4-B8F1-36BC9EF56D1E}" emma:medium="tactile" emma:mode="ink">
                <msink:context xmlns:msink="http://schemas.microsoft.com/ink/2010/main" type="inkWord" rotatedBoundingBox="24834,15274 24917,16067 23406,16225 23323,15432"/>
              </emma:interpretation>
              <emma:one-of disjunction-type="recognition" id="oneOf0">
                <emma:interpretation id="interp0" emma:lang="" emma:confidence="1">
                  <emma:literal/>
                </emma:interpretation>
              </emma:one-of>
            </emma:emma>
          </inkml:annotationXML>
          <inkml:trace contextRef="#ctx0" brushRef="#br0">20816 13865 225 0,'0'0'349'16,"-22"-2"-9"-16,22 2-8 0,0 0-4 0,0 0 1 16,0 0-7-16,-31 2-11 0,31-2-15 0,0 0-14 15,0 0-9-15,0 0-12 0,0 0-17 0,0 0-6 16,0 0-13-16,0 0-2 0,0 0-9 0,0 0-14 0,0 0-21 16,55-19-15-16,-23 14-20 0,-1-1-12 0,17-1-17 15,-1-1-13-15,-4-3-29 0,6 3-48 0,-3-3-58 16,-4-1-60-16,7 2-70 0,-3-1-59 0,-5 0-72 15,-11 8-83-15,2-9-414 0,-2 1-857 0,-5 4 380 16</inkml:trace>
          <inkml:trace contextRef="#ctx0" brushRef="#br0" timeOffset="453.1035">21393 13643 233 0,'0'0'347'0,"0"-10"-10"0,0 10-7 0,5-17-10 16,-5 17 2-16,16-24-4 0,-8 12-10 0,3-3 1 16,-2 3-10-16,4-4-29 0,3 3-24 15,-2 1-17-15,6-2-7 0,1-4-8 0,1 3-10 0,0 1-6 16,-1 2-14-16,1-3-9 0,3 5-14 0,-1 2-12 16,-7 1-7-16,1 2-11 0,9 2-12 0,-12 3-12 15,-15 0-11-15,38 3-9 0,-23 3-6 0,0 0-8 16,-2 8-7-16,-2 3 0 0,2 9-11 0,-2-1-3 15,-8 3-5-15,3 10-6 0,-7-6-2 0,-4 10-2 16,-5-2-5-16,-2 3-4 0,-2-1-1 0,-5 6-4 16,-2-5-1-16,-3 0-4 0,-3-6 1 0,1 3-5 15,0-4-3-15,-5-3 1 0,4-2 1 0,5-6-3 16,1-5-3-16,-1 0 1 0,6-3-2 0,2-1 1 16,1-3 0-16,-1-3-2 0,8-2 7 0,6-8-8 15,-8 9-5-15,8-9-1 0,0 0 1 0,0 0 7 0,0 0 0 16,0 0-4-16,0 0 8 0,49 0 5 0,-21-5 2 15,2-2 2-15,16-5 9 0,0 3 12 0,6 0 12 16,0-2 7-16,8 4 13 0,19-1-7 0,-25-3-2 16,0 6-13-16,-2-1-1 0,-8 3-10 0,4-1-8 15,-6 1-23-15,-12 3-35 0,-11 0-50 0,-19 0-47 16,29 1-50-16,-29-1-49 0,17 2-48 0,-17-2-53 16,0 0-72-16,0 0-86 0,0 0-423 0,-30 24-981 15,10-17 435-15</inkml:trace>
        </inkml:traceGroup>
        <inkml:traceGroup>
          <inkml:annotationXML>
            <emma:emma xmlns:emma="http://www.w3.org/2003/04/emma" version="1.0">
              <emma:interpretation id="{94DD77DC-9FA1-474C-ACBA-C65874518FBE}" emma:medium="tactile" emma:mode="ink">
                <msink:context xmlns:msink="http://schemas.microsoft.com/ink/2010/main" type="inkWord" rotatedBoundingBox="24989,16855 25237,19218 23976,19351 23728,16987"/>
              </emma:interpretation>
              <emma:one-of disjunction-type="recognition" id="oneOf1">
                <emma:interpretation id="interp1" emma:lang="" emma:confidence="0.5">
                  <emma:literal>me</emma:literal>
                </emma:interpretation>
                <emma:interpretation id="interp2" emma:lang="" emma:confidence="0.5">
                  <emma:literal>M o</emma:literal>
                </emma:interpretation>
                <emma:interpretation id="interp3" emma:lang="" emma:confidence="0">
                  <emma:literal>. o</emma:literal>
                </emma:interpretation>
                <emma:interpretation id="interp4" emma:lang="" emma:confidence="0">
                  <emma:literal>7 o</emma:literal>
                </emma:interpretation>
                <emma:interpretation id="interp5" emma:lang="" emma:confidence="0">
                  <emma:literal>Mo</emma:literal>
                </emma:interpretation>
              </emma:one-of>
            </emma:emma>
          </inkml:annotationXML>
          <inkml:trace contextRef="#ctx0" brushRef="#br0" timeOffset="1549.1627">21893 15058 6360 0,'0'0'23'0,"0"0"-32"16,27-15 4-16,-12 2 8 0,1 2 14 0,8-2 37 15,-2 3 20-15,2-6 18 0,-7 9 3 0,0 1-5 16,1-2-13-16,-1 2-3 0,2 1-10 0,-3 3 0 0,-16 2-11 16,0 0-9-16,28 6 0 0,-13-3-2 0,-15-3-10 15,28 16 7-15,-22-6-13 0,2 8-2 16,-1-1-3-16,-7 0 3 0,6 5-5 0,-6-3-10 0,0 6-10 16,-6-2-12-16,-1 2-18 0,-2-2-14 0,-4 2-23 15,-1-2-16-15,1-1 2 0,-2-3 4 16,2-1-4-16,-1-3-2 0,-1-1 3 0,0-2 0 0,2-1 6 15,-1-3 8-15,1 1 6 0,4-4 10 0,9-5 3 16,-13 11 4-16,13-11 7 0,-14 2 14 0,14-2 5 16,0 0 18-16,0 0 19 0,0 0 13 0,0 0 11 15,0 0 5-15,0 0-5 0,0 0 5 0,46-24-4 16,-29 21 8-16,15-2 3 0,-15 3 10 0,10 1 3 16,3 2-6-16,-5 1 2 0,2 6 0 0,-2-1 4 15,2 8-1-15,-2-4-3 0,1 6-4 0,-4 2-7 16,-2 2-6-16,1 0-5 0,6 9 1 0,-15-4-6 0,-2 2-1 15,-2-2 5-15,-3 12-17 0,-5-8 2 16,-2-2-5-16,-9 2 0 0,1 5-11 0,-10 1 1 16,-2 0-8-16,-5-6-13 0,-6 0-18 0,1-4-23 0,-3-1-31 15,-7 2-29-15,1-5-38 0,-8 1-34 0,3-1-38 16,2-4-21-16,-1-4-41 0,-2 5-51 0,-2-5-72 16,5-2-81-16,-9 1-362 0,11 0-919 0,2 2 407 15</inkml:trace>
          <inkml:trace contextRef="#ctx0" brushRef="#br0" timeOffset="955.4544">21205 15287 467 0,'-17'10'455'0,"17"-10"-12"0,-18 6-9 0,18-6-14 16,0 0-21-16,-14 3-30 0,14-3-25 0,0 0-16 15,0 0-12-15,0 0-14 0,0 0-22 0,0 0-14 16,0 0-24-16,62 4-22 0,-34-8-15 0,15 1-30 16,0-2-15-16,2-5-20 0,1 2-15 0,3-1-19 15,0-1-28-15,-1 4-44 0,-4-1-50 0,2 0-65 16,-2 0-67-16,0-1-59 0,2 4-63 0,-17 1-71 16,1-2-91-16,-10 3-371 0,1-2-869 0,-6-2 385 15</inkml:trace>
          <inkml:trace contextRef="#ctx0" brushRef="#br0" timeOffset="1892.886">21724 16586 5873 0,'0'0'21'0,"-7"16"-26"0,7-16-12 16,0 0 19-16,-6 9-6 0,6-9 17 0,-6 12 22 15,4 2 25-15,-1 4 7 0,-2 2 11 0,0 7 5 16,-1-1 9-16,4 3 16 0,-5 11 12 0,5-10-4 16,-3 10 5-16,5 4 8 0,-1-5-6 0,10 3 2 15,-3-6-16-15,2 4-1 0,3-3-4 0,-1-9-4 0,4 9-15 16,0-11 5-16,5 2-11 0,-4-7-10 0,7 2-2 15,-7-6-4-15,6 1 2 0,4-3-11 16,-3 0 2-16,-3-8-54 0,5 0-2 0,3-2 0 0,-6-5 0 16,-21 0 0-16,37-9 0 0,-16-5 0 0,-4 3 0 15,-2 3 0-15,0-3 0 0,0-11 0 0,-3 2 0 16,-2-10 0-16,-2-8 0 0,-4-6 0 0,-4-6 0 16,-6-1 0-16,-7 2 0 0,-1-6 0 0,-6 5 0 15,-2 5 0-15,-1 5 0 0,-3 3 0 0,-1 6 0 16,-2 6 0-16,4 8 0 0,-5 1 0 0,0 11 0 15,0-2-210-15,-3 2-132 0,-8 5-59 0,-2 7-72 16,14-2-106-16,1-1-452 0,-2 6-1118 0,5-5 495 0</inkml:trace>
        </inkml:traceGroup>
      </inkml:traceGroup>
    </inkml:traceGroup>
    <inkml:traceGroup>
      <inkml:annotationXML>
        <emma:emma xmlns:emma="http://www.w3.org/2003/04/emma" version="1.0">
          <emma:interpretation id="{2671606D-5948-4A94-AD26-DC9FB8B2A521}" emma:medium="tactile" emma:mode="ink">
            <msink:context xmlns:msink="http://schemas.microsoft.com/ink/2010/main" type="paragraph" rotatedBoundingBox="22324,15484 22649,19283 21678,19366 21354,15567" alignmentLevel="1"/>
          </emma:interpretation>
        </emma:emma>
      </inkml:annotationXML>
      <inkml:traceGroup>
        <inkml:annotationXML>
          <emma:emma xmlns:emma="http://www.w3.org/2003/04/emma" version="1.0">
            <emma:interpretation id="{10937137-46C6-4630-AAB9-27E6ECEA1D37}" emma:medium="tactile" emma:mode="ink">
              <msink:context xmlns:msink="http://schemas.microsoft.com/ink/2010/main" type="line" rotatedBoundingBox="22324,15484 22649,19283 21678,19366 21354,15567"/>
            </emma:interpretation>
          </emma:emma>
        </inkml:annotationXML>
        <inkml:traceGroup>
          <inkml:annotationXML>
            <emma:emma xmlns:emma="http://www.w3.org/2003/04/emma" version="1.0">
              <emma:interpretation id="{1912F9B5-6D0B-4721-98B9-CEEEDC763BB1}" emma:medium="tactile" emma:mode="ink">
                <msink:context xmlns:msink="http://schemas.microsoft.com/ink/2010/main" type="inkWord" rotatedBoundingBox="22324,15484 22649,19283 21678,19366 21354,15567"/>
              </emma:interpretation>
              <emma:one-of disjunction-type="recognition" id="oneOf2">
                <emma:interpretation id="interp6" emma:lang="" emma:confidence="1">
                  <emma:literal/>
                </emma:interpretation>
              </emma:one-of>
            </emma:emma>
          </inkml:annotationXML>
          <inkml:trace contextRef="#ctx0" brushRef="#br0" timeOffset="-2315.6029">19729 13584 345 0,'-8'-16'437'0,"8"16"12"0,-6-10 11 0,6 10 7 0,0 0-7 16,-6-9-25-16,6 9-28 0,0 0-25 0,0 0-23 15,0 0-16-15,0 0 18 0,0 0-5 0,0 0-16 16,-4 35 0-16,12-19-14 0,-6 8-19 0,3 4-7 15,-4-1-27-15,5 11-24 0,-4-2-26 0,1 5-21 16,0 0-22-16,-3-5-19 0,5 10-132 0,-3 1-29 16,-1-4 0-16,4 6 0 0,0-2 0 0,-2 0 0 15,3 4 0-15,-10 1-294 0,7-5-178 0,3-3-177 0,-9-4-481 16,1-9-1223-16,-4-1 541 0</inkml:trace>
          <inkml:trace contextRef="#ctx0" brushRef="#br0" timeOffset="-2549.9216">18899 13887 30 0,'0'0'349'0,"-22"4"-1"0,22-4-3 16,-23 3-5-16,11 0-6 0,12-3-5 0,-20 8-11 15,20-8-11-15,-21 4-12 0,21-4-18 0,0 0-18 16,0 0-22-16,-22 0-18 0,22 0-8 0,0 0-10 15,0 0-7-15,0 0-7 0,0 0-6 0,0 0-8 16,0 0-12-16,54 5-15 0,-30-5-15 0,9-2-14 16,-2-1-10-16,11 3-8 0,-8 1-12 0,9-1-11 15,0-5-13-15,3 7-31 0,-2-2-53 0,-9 2-63 16,12-7-84-16,-6 5-71 0,2 0-72 0,-12-2-89 16,-2-5-422-16,6 3-890 0,-4 0 394 0</inkml:trace>
          <inkml:trace contextRef="#ctx0" brushRef="#br0" timeOffset="-1706.2504">19238 15298 181 0,'0'0'470'0,"9"-7"-36"0,-9 7-14 0,0 0-17 15,0 0 4-15,0 0 0 0,0 0-32 0,-3 34-10 16,3-16-32-16,-3-3-15 0,0 1-8 0,-1 9-30 16,0 1-13-16,4-2-13 0,-2-6-23 0,0 3-15 15,2-2-8-15,0 6-20 0,0-6-7 0,4 7-21 16,2-11-8-16,0 2-9 0,2-1-10 0,3 7-17 15,-1-3 7-15,4-6-9 0,2 3 6 0,-2-1-11 16,13 0-7-16,-2-3 0 0,-3 0-9 0,5-6-4 0,-2 3-4 16,2-4-7-16,2-5-3 0,-1-2-11 0,-7-3-3 15,6-4-37-15,3-2-24 0,-5-4 0 0,-1-1 0 16,-5-8 0-16,-4 5 0 0,3-6 0 0,-9-2 0 16,-2 0 0-16,0-13 0 0,-7-1 0 0,-6 0 0 15,0 2 0-15,-10-1 0 0,0 3 0 0,-4 2 0 16,-6-1 0-16,4 11 0 0,-5-5 0 0,4 11 0 15,-4 4 0-15,0-2 0 0,-1 9 0 0,-1 3-99 16,1 4-64-16,-2 8-40 0,-4 3-45 0,8 0-50 16,-11 15-40-16,4 3-51 0,3 4-63 0,6 0-104 15,-1 2-352-15,4 1-983 0,12-8 435 0</inkml:trace>
          <inkml:trace contextRef="#ctx0" brushRef="#br0" timeOffset="-1195.8759">19424 16365 54 0,'0'0'496'0,"0"0"-36"15,0 0-32-15,0 0-7 0,0 0-16 0,-22-11-7 16,22 11-24-16,0 0-25 0,0 0-31 0,0 0-27 0,32-25-22 15,-20 21-17-15,-12 4-15 0,30-5-21 0,-9 3-19 16,-1 2-17-16,-20 0-15 0,46 2-16 16,-28 2-11-16,8 3-14 0,-2 5-11 0,-7-5-13 0,-1 7-9 15,0 3-11-15,-3 1-8 0,-1 6-9 0,-2 1-5 16,-7 3-7-16,-3 2-5 0,-3-4-7 0,0 3 3 16,-5 1-11-16,-3 5-6 0,-5 1-5 0,2-11-5 0,1-2-11 0,-6 2-1 0,3-5-5 15,-3-1 1-15,8-6-1 0,0-1-1 0,3-3 3 31,-4-1 1-31,12-8 1 0,-11 11-2 0,11-11 1 16,-11 5 3-16,11-5-1 0,0 0 5 0,0 0 3 16,0 0 9-16,0 0 9 0,0 0-6 0,0 0 8 15,0 0-3-15,39-26 6 0,-22 18 9 0,4 0 14 16,0 6 19-16,-1-5 24 0,8 2 24 0,3 5 3 16,3 6-1-16,-1 2-6 0,-2 8-12 0,6 2-9 0,-11-1-9 0,-1 3-5 0,-3 3-11 0,-6 2-73 15,-3 1-1-15,-1 12 0 0,-5-8 0 0,-7 9 0 0,-7 1 0 16,-10-2 0-16,-2-1 0 0,-6 3 0 0,-9-7 0 15,-2-3 0-15,-5 0 0 0,-3-8 0 0,-4 1 0 16,2-4 0-16,1-1-73 0,-6-3-63 0,2-9-41 31,5-2-53-31,-4-7-54 0,14 2-60 0,-11-12-76 16,0 1-88-16,5-7-496 0,1-7-1087 0,4-4 482 0</inkml:trace>
        </inkml:traceGroup>
      </inkml:traceGroup>
    </inkml:traceGroup>
    <inkml:traceGroup>
      <inkml:annotationXML>
        <emma:emma xmlns:emma="http://www.w3.org/2003/04/emma" version="1.0">
          <emma:interpretation id="{63DBF1F9-551A-404B-A4CB-356B992ECF6F}" emma:medium="tactile" emma:mode="ink">
            <msink:context xmlns:msink="http://schemas.microsoft.com/ink/2010/main" type="paragraph" rotatedBoundingBox="21233,15809 20945,19190 18329,18968 18616,15586" alignmentLevel="1"/>
          </emma:interpretation>
        </emma:emma>
      </inkml:annotationXML>
      <inkml:traceGroup>
        <inkml:annotationXML>
          <emma:emma xmlns:emma="http://www.w3.org/2003/04/emma" version="1.0">
            <emma:interpretation id="{F390605D-332A-4D2A-AE5A-D18E05384C7A}" emma:medium="tactile" emma:mode="ink">
              <msink:context xmlns:msink="http://schemas.microsoft.com/ink/2010/main" type="line" rotatedBoundingBox="21233,15809 20945,19190 18329,18968 18616,15586"/>
            </emma:interpretation>
          </emma:emma>
        </inkml:annotationXML>
        <inkml:traceGroup>
          <inkml:annotationXML>
            <emma:emma xmlns:emma="http://www.w3.org/2003/04/emma" version="1.0">
              <emma:interpretation id="{161A2337-33E9-4C1F-89BD-E65B0F3888C4}" emma:medium="tactile" emma:mode="ink">
                <msink:context xmlns:msink="http://schemas.microsoft.com/ink/2010/main" type="inkWord" rotatedBoundingBox="21233,15809 20945,19190 18329,18968 18616,15586"/>
              </emma:interpretation>
              <emma:one-of disjunction-type="recognition" id="oneOf3">
                <emma:interpretation id="interp7" emma:lang="" emma:confidence="1">
                  <emma:literal/>
                </emma:interpretation>
              </emma:one-of>
            </emma:emma>
          </inkml:annotationXML>
          <inkml:trace contextRef="#ctx0" brushRef="#br0" timeOffset="-5179.2197">17311 16406 151 0,'-9'6'459'0,"9"-6"-18"16,-19 4-3-16,19-4-7 0,-23-2-21 0,23 2-15 0,-15-11-9 16,15 11-34-16,-15-13-32 0,11 3-31 0,2-3-21 15,1-4-19-15,-3 1-18 0,1-1-14 0,5-3-15 16,-1 2-9-16,6 0-13 0,-1 4-12 0,2-5-13 15,-2 4-3-15,5-3-10 0,0 2-11 0,4 4-10 16,-1-2-8-16,0 6-10 0,3-2-9 0,7-3-12 16,-3 11-8-16,1 1-7 0,3 2-8 0,-3 3-3 15,0 7-5-15,5 4-6 0,-3 3-7 0,-4 4 0 16,-1-1-3-16,-1 14-5 0,1-2-5 0,-11 6 1 0,-2 3-3 16,-12-2-1-16,3 5-3 0,-5-4-4 0,-3 4 9 15,-5 0-14-15,-6-3 2 0,-2 0-5 0,-1-1 4 16,-4-1-3-16,-2-1-5 0,-1 0 5 0,0-11-2 15,-2 2 3-15,5-3-3 0,9-5 1 0,2-5 4 16,1-4 5-16,3-2-11 0,3 1-3 0,-1-2 7 16,3-3-3-16,9-7 2 0,-11 8 5 0,11-8 11 15,-10 8 9-15,10-8 18 0,0 0 9 0,0 0 10 16,0 0 5-16,0 0 4 0,38 7 6 0,-17-7-48 16,7-3-37-16,15-1 0 0,3 1 0 0,6-2 0 15,2-2 0-15,4 2 0 0,23-4 0 0,-4 2 0 16,2-3 0-16,-22 1 0 0,0 4 0 0,21-4 0 15,-22 2 0-15,0 1 0 0,-6 2 0 0,-1 0 0 0,-3-3 0 16,-14 2 0-16,-4-4 0 0,-4 9 0 0,-8-4 0 16,-1 0 0-16,0 1 0 0,-15 3 0 0,20-1 0 15,-20 1 0-15,0 0 0 0,21-4 0 0,-21 4 0 16,0 0 0-16,0 0 0 0,0 0 0 0,0 0 0 16,-2-15 0-16,2 15-127 0,0 0-1217 0,-36-18-1456 15,23 6 644-15</inkml:trace>
          <inkml:trace contextRef="#ctx0" brushRef="#br0" timeOffset="-87351.7407">15993 13941 412 0,'0'0'480'0,"3"-15"-25"0,-3 15-14 16,0-11-8-16,0 11-6 0,0 0-26 0,0 0-27 0,0 0-8 15,0 0-7-15,0 0-8 0,5 70 0 0,-4-25-8 16,1 12-6-16,1 21-14 0,0 4-13 0,2 2-14 16,-2 6-11-16,2 4-10 0,-3-5-15 0,2 41-4 15,-2-38-14-15,-2 36-13 0,-2-41-44 0,1 39-185 16,1-35 0-16,3 34 0 0,-3-38 0 0,-6 4 0 16,4-4 0-16,2 3 0 0,-6 1 0 0,6 0 0 15,-3 1 0-15,-1-5 0 0,4 0 0 0,5-7 0 0,-3-3 0 16,-1-3 0-16,4-2 0 0,3 0 0 15,-8-20 0-15,6-4 0 0,1-3 0 0,-3-4 0 16,-1-1 0-16,-3-9 0 0,7-2 0 0,-3-3 0 0,0-9 0 16,-3 3 0-16,6-4 0 0,-3 2 0 15,-2-4 0-15,4 1 0 0,1-3 0 0,-6-1 0 0,5 0 0 16,2-2 0-16,0 4 0 0,5-5 0 0,1 3 0 16,-6-6 0-16,9 2 0 0,1-4 0 0,2 1 0 15,9 3 0-15,-1-6 0 0,5 2 0 0,12-3 0 16,-4-4 0-16,3-1 0 0,2-1 0 0,-5-4 0 15,11 3-10-15,-9-5-268 0,-1-2-24 0,7-3-15 16,-1-2-26-16,2 1-18 0,-7-6-18 0,0-4-38 16,-2-6-43-16,1-7-54 0,4-21-288 0,-5-4-868 15,-3-5 383-15</inkml:trace>
          <inkml:trace contextRef="#ctx0" brushRef="#br0" timeOffset="-5757.3159">17395 15032 480 0,'-3'-14'525'0,"3"14"4"0,3-18 9 0,-3 18 11 16,0-12 6-16,0 12 2 0,0 0-33 0,0-14-43 16,0 14-38-16,0 0-33 0,0 0-41 0,0 0-30 15,0 0-24-15,0 0-18 0,0 0-20 0,0 0-17 16,0 0-24-16,0 0-22 0,8 49-20 0,-4-32-95 16,-2 8-99-16,1-6 0 0,0 11 0 0,-6-5 0 0,6 2 0 15,-1 2 0-15,1 2 0 0,-1-2 0 0,-1 12 0 16,-1-6 0-16,-3-4 0 0,-2-5 0 15,5 0-349-15,0 1-151 0,-3 1-99 0,-3-4-526 0,1 0-1217 16,-1-8 540-16</inkml:trace>
          <inkml:trace contextRef="#ctx0" brushRef="#br0" timeOffset="-6085.42">17444 13841 20 0,'-18'-6'423'0,"4"-1"-9"16,3 0 9-16,-3-3-6 0,0 3-1 0,14 7-7 16,-24-9-14-16,10 1-21 0,14 8-19 0,-21-4-20 15,21 4-26-15,-25 0-28 0,25 0-13 0,-27 8-16 16,13 2-6-16,3 0-6 0,-3 7 0 0,-4-1-15 16,4 5-11-16,4-5-10 0,3 1-19 0,0 8-4 0,2-6-10 15,-1 5-18-15,3-8 3 0,0 7-22 0,6-1-10 16,0-3-8-16,0-1-8 0,2 7-7 15,8-4 3-15,1-2-5 0,-3-3-5 0,6 6-89 0,-2-7-5 16,5 1 0-16,1-2 0 0,-1-4 0 0,2-2 0 16,7 0 0-16,-1-5 0 0,-1-2 0 0,3 3 0 15,0-9 0-15,0 2 0 0,-1-5 0 0,-2-2 0 16,3-6 0-16,-4 2 0 0,-3-4 0 0,-1 3 0 16,-2-6 0-16,-1 1 0 0,-3-4 0 0,-3 2 0 15,-4-5 0-15,-1 3 0 0,-5-2 0 0,-1-3 0 16,-9 3 0-16,0 4 0 0,-6 0 0 0,-1 3 0 15,-7-2 0-15,5 2 0 0,-9 0 0 0,1 4 0 0,-3 5 0 16,1 2 0-16,-3 3 0 0,4 5 0 16,-7-2 0-16,2 5 0 0,-3 9 0 0,6-1-30 15,2-2-347-15,0 10-50 0,2-1-54 0,3 5-64 0,-1 1-511 16,7 4-1143-16,0-5 507 0</inkml:trace>
        </inkml:traceGroup>
      </inkml:traceGroup>
    </inkml:traceGroup>
  </inkml:traceGroup>
</inkml:ink>
</file>

<file path=ppt/ink/ink3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5T05:04:20.797"/>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A12A2493-B185-4F82-A5FA-455C70C1BEF0}" emma:medium="tactile" emma:mode="ink">
          <msink:context xmlns:msink="http://schemas.microsoft.com/ink/2010/main" type="writingRegion" rotatedBoundingBox="28965,13286 34258,18005 32081,20447 26788,15728">
            <msink:destinationLink direction="with" ref="{314F361F-D596-4E38-BC14-97ECD1FC732D}"/>
          </msink:context>
        </emma:interpretation>
      </emma:emma>
    </inkml:annotationXML>
    <inkml:traceGroup>
      <inkml:annotationXML>
        <emma:emma xmlns:emma="http://www.w3.org/2003/04/emma" version="1.0">
          <emma:interpretation id="{2F6D91F1-0291-4980-A283-E3D500E89BBF}" emma:medium="tactile" emma:mode="ink">
            <msink:context xmlns:msink="http://schemas.microsoft.com/ink/2010/main" type="paragraph" rotatedBoundingBox="28965,13286 34258,18005 32081,20447 26788,15728" alignmentLevel="1"/>
          </emma:interpretation>
        </emma:emma>
      </inkml:annotationXML>
      <inkml:traceGroup>
        <inkml:annotationXML>
          <emma:emma xmlns:emma="http://www.w3.org/2003/04/emma" version="1.0">
            <emma:interpretation id="{2BC6DD09-F7BD-46B6-B7C8-19605CCB307B}" emma:medium="tactile" emma:mode="ink">
              <msink:context xmlns:msink="http://schemas.microsoft.com/ink/2010/main" type="line" rotatedBoundingBox="28965,13286 34258,18005 32081,20447 26788,15728"/>
            </emma:interpretation>
          </emma:emma>
        </inkml:annotationXML>
        <inkml:traceGroup>
          <inkml:annotationXML>
            <emma:emma xmlns:emma="http://www.w3.org/2003/04/emma" version="1.0">
              <emma:interpretation id="{37E6DB91-E5D4-4771-9D81-BB47C6AB5E8C}" emma:medium="tactile" emma:mode="ink">
                <msink:context xmlns:msink="http://schemas.microsoft.com/ink/2010/main" type="inkWord" rotatedBoundingBox="28965,13286 33742,17545 31565,19987 26788,15728"/>
              </emma:interpretation>
              <emma:one-of disjunction-type="recognition" id="oneOf0">
                <emma:interpretation id="interp0" emma:lang="" emma:confidence="1">
                  <emma:literal/>
                </emma:interpretation>
              </emma:one-of>
            </emma:emma>
          </inkml:annotationXML>
          <inkml:trace contextRef="#ctx0" brushRef="#br0">25200 13282 3861 0,'16'-7'371'0,"-16"7"-211"15,15-7-63-15,-15 7-9 0,17-3 26 0,-17 3 22 16,0 0 1-16,32 4 12 0,-32-4 6 0,15 12 8 0,-7-1 4 16,0 5 7-16,-2 1 6 0,1 8 9 0,-1 1-4 15,-4 2 3-15,-2 11-9 0,3-3 1 0,-6 5-6 16,-5 0-10-16,5 4-7 0,-4-8-13 0,3 10-11 15,-4-3-13-15,1-2-8 0,1-3-10 0,-3 1-12 16,2-1-8-16,-1-10-42 0,-3 1-40 16,5-1 0-16,-4-5 0 0,6-4 0 0,-1-1 0 0,0-5 0 15,-1 2 0-15,3-8 0 0,3-8 0 0,-3 18 0 16,3-18 0-16,0 8 0 0,0-8 0 0,0 0 0 16,0 0 0-16,0 0 0 0,0 0 0 0,0 0 0 15,17-53 0-15,-6 16 0 0,3-3 0 0,0-6 0 16,5-4 0-16,-3-2 0 0,6-22 0 0,2 4 0 0,-10 18 0 15,7-15 0-15,-7 16 0 0,-3 6 0 16,2 0 0-16,1 6 0 0,0 4 0 0,0-3 0 16,-3 11 0-16,-1 1 0 0,3 5 0 0,-4 4 0 0,-1 1 0 15,1 3 0-15,3 2 0 0,-3 4 0 0,-1 0 0 16,-8 7 0-16,22-4 0 0,-22 4 0 0,30 11 0 16,-13 1 0-16,2 9 0 0,8 9 0 0,-6 3 0 15,1 4 0-15,-1 6 0 0,-1 3 0 0,-1-1 0 16,-2 2 0-16,4 1 0 0,-2 4 0 0,-6-1 0 15,2 1 0-15,-2-3 0 0,-2-2 0 0,3-2 0 16,-3-1 0-16,-1-7 0 0,2 1 0 0,-10-10 0 16,4-4 0-16,-1-4 0 0,-3-3 0 0,-1-3 0 15,-1 0 0-15,0-2 0 0,0-12-189 0,-11 11-199 16,-1-4-60-16,12-7-46 0,-35-4-63 0,2 1-463 16,-10-9-1104-16,2-7 489 0</inkml:trace>
          <inkml:trace contextRef="#ctx0" brushRef="#br0" timeOffset="123.9922">25117 13809 36 0,'0'0'334'0,"-24"-7"0"0,24 7-15 16,-9-11 5-16,9 11-1 0,0 0 18 0,15-20 10 15,4 8-18-15,8 3-2 0,11-10-12 0,-2-1-22 16,13 1-22-16,4 2-29 0,0-2-28 0,23-4-23 16,-5-2-19-16,-17 4-35 0,-5 2-50 0,2 4-59 15,2-7-69-15,-7 0-57 0,2 0-51 0,-7 7-59 16,-5-7-58-16,-1-4-90 0,-13 8-302 0,8-8-708 15,3-3 313-15</inkml:trace>
          <inkml:trace contextRef="#ctx0" brushRef="#br0" timeOffset="1045.8025">26259 13699 443 0,'-15'3'432'16,"7"6"-24"-16,8-9 1 0,-7 13-1 0,7-13 7 15,2 12-8-15,-2-12-18 0,28 7-23 0,4-7-28 0,12-5-29 16,5-1-27-16,7 1-28 0,0 3-27 0,3-4-26 15,4-2-43-15,-6-2-60 0,-2 4-85 0,-3-4-94 16,-1 1-93-16,-7 6-104 0,4-8-120 0,-20 3-373 16,2-3-836-16,2-1 370 0</inkml:trace>
          <inkml:trace contextRef="#ctx0" brushRef="#br0" timeOffset="873.9407">26202 13391 5405 0,'-7'15'398'0,"0"-3"-243"0,1-5-74 16,6-7-25-16,0 15 26 0,0-15 39 0,8 11 33 16,-8-11 12-16,30 7 10 0,-5-7 8 0,8 0-8 15,12-1-15-15,7-5-15 0,1 2-12 0,8-3-17 16,-3 2-15-16,4-5-16 0,-4 5-37 0,2-1-40 16,-1-4-43-16,-2 1-64 0,-10 5-67 0,-4-2-68 15,-13 1-76-15,-3 3-68 0,-13 0-71 0,3-2-88 16,-17 4-424-16,0 0-1040 0,0 0 460 0</inkml:trace>
          <inkml:trace contextRef="#ctx0" brushRef="#br0" timeOffset="-579.0857">24369 13668 325 0,'0'0'435'0,"-22"5"5"16,22-5 17-16,-14 2 12 0,14-2 1 0,-18 8-12 15,18-8-26-15,-17 7-23 0,17-7-19 0,-16 8-25 16,16-8-22-16,-12 3-15 0,12-3-24 0,0 0-26 16,0 0-25-16,0 0-22 0,0 0-21 0,0 0-19 0,0 0-14 15,0 0-15-15,0 0-14 0,0 0-21 0,0 0-11 16,63 5-9-16,-20-6-18 0,-12-3-26 15,13-3-46-15,-1 0-56 0,4 2-62 0,-2-4-68 0,-3 8-74 16,7-7-82-16,-14 6-86 0,6-3-120 0,-11-4-466 16,13 4-1078-16,-15 1 477 0</inkml:trace>
          <inkml:trace contextRef="#ctx0" brushRef="#br0" timeOffset="1608.2652">27483 12475 412 0,'0'-17'513'16,"0"2"-2"-16,-2-3-7 0,4 5 0 0,-2-5 2 0,0 7-5 15,0 11-13-15,-4-19-36 0,4 19-22 0,-3-14-37 16,3 14-49-16,-1-12-18 0,1 12-29 0,0 0-17 15,0 0-23-15,0 0-9 0,0 0-6 0,0 0-10 16,0 65 3-16,-2-22 0 0,1 8-17 0,-6 2-155 16,10 24-63-16,-11 8 0 0,1 4 0 0,0 0 0 15,-1 44 0-15,-4-10 0 0,5-30 0 0,-7 39 0 16,14-2 0-16,0 11 0 0,-1-1 0 0,2 1 0 16,2 5 0-16,-6 4 0 0,10-3 0 0,-6 1 0 15,-1 2 0-15,-1-12 0 0,2 3 0 0,-1-15 0 16,-3 0 0-16,5-37 0 0,-4-1 0 0,-3 1 0 15,4 0 0-15,-1-8 0 0,-3 1 0 0,-3-8 0 16,-1-4 0-16,4 0 0 0,0-18 0 0,2-1 0 0,2-5 0 16,-2 0 0-16,-4-2 0 0,6-2 0 0,-9-4 0 15,7 1 0-15,1-8 0 0,1-5 0 0,-2-1 0 16,1 1 0-16,-1-3 0 0,0-4 0 0,1-1 0 16,2-2 0-16,-5-2 0 0,4-3 0 0,1 4 0 15,0-15 0-15,0 22 0 0,0-22 0 0,0 14 0 16,0-14 0-16,0 14 0 0,0-14 0 0,1 12 0 15,-1-12 0-15,10 11 0 0,-10-11 0 0,3 12 0 16,-3-12 0-16,11 11 0 0,-1-5 0 0,-10-6 0 16,22 12 0-16,-2-6 0 0,-4 0 0 0,11 1 0 15,0-1 0-15,1-1 0 0,2-2 0 0,15 8 0 16,-3-4 0-16,4-3 0 0,3 0 0 0,-6 2 0 0,-2-8 0 16,1 4 0-16,4-11 0 0,-6 7-219 0,-7-7-331 15,-5 1-75-15,2-1-509 0,10-12-1227 0,-4 2 544 16</inkml:trace>
          <inkml:trace contextRef="#ctx0" brushRef="#br0" timeOffset="623.9585">25656 12263 349 0,'-8'-11'441'0,"-2"1"-34"0,6 0-36 0,4 10-38 16,7-20-2-16,6 5 7 0,12 4 11 0,1-4 3 15,19-4 7-15,11 0-14 0,18 1-12 0,2-1-21 16,1 0-30-16,-23 3-34 0,30 3-20 0,-2 1-23 16,-5 2-27-16,-15 3-41 0,16 1-63 0,-22-2-47 15,-2 3-80-15,-3-1-82 0,-4 1-80 0,-15 3-70 0,1 2-79 16,-5 0-98-16,-5 2-286 0,-9 2-810 15,-14-4 358-15</inkml:trace>
          <inkml:trace contextRef="#ctx0" brushRef="#br0" timeOffset="436.469">26204 12190 74 0,'0'0'428'0,"0"0"-19"0,-2-18-5 16,2 18-5-16,0 0-2 0,0 0 5 0,0 0-7 15,0 0-18-15,0 0-13 0,0 0-24 0,0 0 1 16,15 47-17-16,-12-29-20 0,2 12-8 0,1-5-29 16,5 13-8-16,-5-2-13 0,-1 2-12 0,8-1-15 15,-2 6-20-15,-3-9-24 0,-2 7-12 0,2-5-11 0,0 4-22 16,-7-12-9-16,4 2-17 0,-3-1-14 0,-1 1-8 15,6-1-8-15,-4 0-17 0,-2-4-25 16,-2-9-45-16,1-1-40 0,0 1-41 0,-3-6-50 0,-1 4-57 16,-2-5-64-16,6-9-49 0,-13 9-56 0,13-9-41 15,0 0-58-15,-41-13-55 0,18 1-310 0,-3-5-903 16,-5-8 400-16</inkml:trace>
          <inkml:trace contextRef="#ctx0" brushRef="#br0" timeOffset="8217.1912">27532 16342 178 0,'0'0'403'16,"0"0"2"-16,-29 0-3 0,29 0-15 0,0 0-9 15,-27 0-17-15,27 0-20 0,0 0-30 0,0 0-26 16,-22 0-24-16,22 0-19 0,0 0-16 0,0 0-11 16,0 0-1-16,0 0-18 0,0 0-12 0,0 0-11 15,0 0-17-15,0 0-17 0,0 0-16 0,81 0 3 16,-56-4-29-16,-4 1-8 0,7 2-32 0,-7-2-40 15,10 0-59-15,-2-1-72 0,-1-2-58 0,2 5-66 16,-5-5-78-16,4 0-100 0,-12 3-362 0,5-6-844 16,-1 3 374-16</inkml:trace>
          <inkml:trace contextRef="#ctx0" brushRef="#br0" timeOffset="8545.2961">27982 16161 70 0,'0'0'383'0,"6"-16"-26"16,-6 16-15-16,15-13-5 0,-1 3 3 0,-3 1-7 15,-2 4-13-15,6-2-21 0,-1 0-16 0,3 0-18 16,1-4-10-16,2 7-13 0,2 0-8 0,-3 0-22 16,2 3-13-16,-21 1-19 0,38 1-18 0,-18 7-17 15,-1-5-13-15,-1 9-8 0,-1-4-20 0,0 12-8 16,-4 0-10-16,0 3-9 0,-5 0 15 0,-2 4-8 15,-8 4-8-15,-1 0-7 0,-6 4-10 0,-4 4-2 16,-3 3-6-16,-1-6-6 0,-1 6-7 0,-7-5-3 16,3 1-1-16,0-10-8 0,1-1 1 0,1-6-4 0,-1-2-3 15,4-2 1-15,3-4-4 0,-1-2 1 16,1-1-2-16,3-2 0 0,5-3-2 0,6-5-4 16,-8 11 0-16,8-11 0 0,0 0-1 0,-10 10-4 0,10-10 3 15,0 0-3-15,0 0-2 0,0 0 1 0,0 0 2 16,0 0-3-16,0 0-1 0,53-10-2 15,-34 2-1-15,4 2-7 0,4-1-9 0,0-2-5 16,1 5-17-16,2-4-35 0,13-4-46 0,-5-1-55 0,2 0-75 16,-7 6-65-16,0 3-88 0,-5-5-442 0,-1 1-914 15,2-3 404-15</inkml:trace>
          <inkml:trace contextRef="#ctx0" brushRef="#br0" timeOffset="8826.5337">28987 16375 25 0,'0'0'560'0,"0"0"-33"0,0 0-14 0,29 7-3 15,-29-7-14-15,0 0-25 0,14-7-39 0,-14 7-44 16,19-5-25-16,-3 3-43 0,1-3-38 0,10-4-27 16,-2 1-29-16,4 4-25 0,-1-1-69 0,1-1-46 15,-9 3-56-15,12-1-64 0,-4 3-74 0,-7-2-69 0,-4-1-72 16,-17 4-76-16,38-6-106 0,-38 6-319 16,19 0-811-16,-19 0 360 0</inkml:trace>
          <inkml:trace contextRef="#ctx0" brushRef="#br0" timeOffset="9263.9954">29471 16183 333 0,'14'-7'376'16,"5"3"-10"-16,-2 0-3 0,4 3-8 0,-1-1-36 16,-20 2-19-16,37 0-29 0,-17 2-24 0,-1 2-22 15,0-1-26-15,-3-1-23 0,0 7-10 0,6 4-19 16,-13 0-15-16,1-1-21 0,-2 4-2 0,-7 3-27 15,-2 0-9-15,-1 7-22 0,-4-2-17 0,-7 2-9 16,5 0-12-16,-4-4-19 0,1 7-8 0,-7-5-5 16,3 0-9-16,-1-8-5 0,2 5-19 0,-4-9-3 15,7 2-8-15,0 2-9 0,-3-7 1 0,0 1-5 16,4-3 2-16,1 0 8 0,9-7 6 0,-15 8 6 16,15-8 8-16,-8 10 4 0,8-10 15 0,0 0 21 15,0 0 18-15,0 0 21 0,0 0 10 0,0 0 20 16,49-18-10-16,-30 14 6 0,-1 0 16 0,7-6 2 15,2 5 17-15,-2 3-14 0,7 2 4 0,-4 0 10 16,-4 0 7-16,4 6 12 0,-1-1 4 0,2 2 6 16,-4 7-3-16,-1-2-8 0,-2 2-13 0,-2 7-3 15,1 2-4-15,-2-4-12 0,-3 4-7 0,-5 2-9 16,-3 1-4-16,0 1-7 0,-7-2-6 0,-4-3 0 16,-6 4-9-16,1-3-15 0,-7 2-18 0,-2-6-24 0,-2 4-32 15,-16-2-30-15,7-7-34 0,-5-2-24 16,-7 3-24-16,-1-4-4 0,2 1-13 0,4-10-5 15,0 2-17-15,5-1-22 0,-13-6-34 0,16-3-55 16,-1-3-311-16,0-1-676 0,9-2 299 0</inkml:trace>
        </inkml:traceGroup>
        <inkml:traceGroup>
          <inkml:annotationXML>
            <emma:emma xmlns:emma="http://www.w3.org/2003/04/emma" version="1.0">
              <emma:interpretation id="{A44C1072-B6EF-4B95-8020-7720531B9D8B}" emma:medium="tactile" emma:mode="ink">
                <msink:context xmlns:msink="http://schemas.microsoft.com/ink/2010/main" type="inkWord" rotatedBoundingBox="33191,17979 33798,18521 33402,18966 32794,18424"/>
              </emma:interpretation>
              <emma:one-of disjunction-type="recognition" id="oneOf1">
                <emma:interpretation id="interp1" emma:lang="" emma:confidence="0.5">
                  <emma:literal>°</emma:literal>
                </emma:interpretation>
                <emma:interpretation id="interp2" emma:lang="" emma:confidence="0">
                  <emma:literal>o</emma:literal>
                </emma:interpretation>
                <emma:interpretation id="interp3" emma:lang="" emma:confidence="0">
                  <emma:literal>.</emma:literal>
                </emma:interpretation>
                <emma:interpretation id="interp4" emma:lang="" emma:confidence="0">
                  <emma:literal>,</emma:literal>
                </emma:interpretation>
                <emma:interpretation id="interp5" emma:lang="" emma:confidence="0">
                  <emma:literal>D</emma:literal>
                </emma:interpretation>
              </emma:one-of>
            </emma:emma>
          </inkml:annotationXML>
          <inkml:trace contextRef="#ctx0" brushRef="#br0" timeOffset="9732.7214">30729 16262 140 0,'0'0'375'0,"6"11"-10"0,-6-11 10 0,-5 23-3 16,1-8 3-16,-6-1-25 0,2 11-5 0,-4 0-8 16,2 1-10-16,-3 1-8 0,-1 10-4 0,8-7-13 15,-2 1-5-15,-5 8-17 0,5-11-11 0,1 9-19 16,0 2-15-16,7-10-17 0,-3-5-2 0,6 4-28 15,2-2-13-15,1 4-12 0,4-9-12 0,1 5-3 16,-2-5-5-16,-1-4-16 0,5 1-9 0,1-4-9 16,2 2-3-16,1-6-11 0,-1-2-8 0,-2-2-5 15,-14-6 0-15,0 0-27 0,0 0 8 0,0 0 1 16,0 0-7-16,0 0-3 0,0 0 0 0,136-30-46 16,-136 30-8-16,0 0 0 0,52-54 0 0,-52 54 0 15,30-59 0-15,-14 19 0 0,-9-4 0 0,-7 44 0 16,11-98 0-16,-15 47 0 0,1 4 0 0,3 47 0 15,-19-89 0-15,5 52 0 0,0-4-20 0,-10 11-100 16,-4 0-31-16,-4 1-31 0,-3 3-44 0,-3 1-26 16,-7 4-63-16,2 4-64 0,-6 4-70 0,6 0-102 15,1 6-374-15,10-3-1001 0,0 0 443 0</inkml:trace>
        </inkml:traceGroup>
      </inkml:traceGroup>
    </inkml:traceGroup>
  </inkml:traceGroup>
</inkml:ink>
</file>

<file path=ppt/ink/ink3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5T05:04:22.827"/>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5FF2BE1A-F26C-4E03-AF53-DB93058C13F7}" emma:medium="tactile" emma:mode="ink">
          <msink:context xmlns:msink="http://schemas.microsoft.com/ink/2010/main" type="writingRegion" rotatedBoundingBox="30127,14236 33823,14367 33712,17493 30017,17362">
            <msink:destinationLink direction="with" ref="{314F361F-D596-4E38-BC14-97ECD1FC732D}"/>
          </msink:context>
        </emma:interpretation>
      </emma:emma>
    </inkml:annotationXML>
    <inkml:traceGroup>
      <inkml:annotationXML>
        <emma:emma xmlns:emma="http://www.w3.org/2003/04/emma" version="1.0">
          <emma:interpretation id="{E1927CCC-E276-4D14-ABF1-FD38B0EDB902}" emma:medium="tactile" emma:mode="ink">
            <msink:context xmlns:msink="http://schemas.microsoft.com/ink/2010/main" type="paragraph" rotatedBoundingBox="30127,14236 33823,14367 33778,15637 30082,15506" alignmentLevel="1"/>
          </emma:interpretation>
        </emma:emma>
      </inkml:annotationXML>
      <inkml:traceGroup>
        <inkml:annotationXML>
          <emma:emma xmlns:emma="http://www.w3.org/2003/04/emma" version="1.0">
            <emma:interpretation id="{2AA4464F-CB56-4827-87EA-47A4E5A23992}" emma:medium="tactile" emma:mode="ink">
              <msink:context xmlns:msink="http://schemas.microsoft.com/ink/2010/main" type="line" rotatedBoundingBox="30127,14236 33823,14367 33778,15637 30082,15506"/>
            </emma:interpretation>
          </emma:emma>
        </inkml:annotationXML>
        <inkml:traceGroup>
          <inkml:annotationXML>
            <emma:emma xmlns:emma="http://www.w3.org/2003/04/emma" version="1.0">
              <emma:interpretation id="{B3DBC716-77DA-40F0-A59A-7C93FD4C4E9F}" emma:medium="tactile" emma:mode="ink">
                <msink:context xmlns:msink="http://schemas.microsoft.com/ink/2010/main" type="inkWord" rotatedBoundingBox="30127,14236 30798,14260 30753,15530 30082,15506"/>
              </emma:interpretation>
              <emma:one-of disjunction-type="recognition" id="oneOf0">
                <emma:interpretation id="interp0" emma:lang="" emma:confidence="1">
                  <emma:literal/>
                </emma:interpretation>
              </emma:one-of>
            </emma:emma>
          </inkml:annotationXML>
          <inkml:trace contextRef="#ctx0" brushRef="#br0">27565 12487 100 0,'-7'-11'367'0,"0"6"-11"0,7 5-17 0,-11-13-9 16,11 13 1-16,-8-12-21 0,8 12-22 0,0 0-13 15,-8-8-22-15,8 8 4 0,0 0 7 0,0 0-8 16,0 0 5-16,0 0-7 0,33-4-9 0,-33 4-5 16,38-3-12-16,-18 3-10 0,15-2-20 0,8-3-12 15,4-1-20-15,-3 1 13 0,-1-3-24 0,3 1-9 16,-2 1-10-16,-3 0-46 0,-7-1-49 0,-3 0-57 0,-2 4-73 15,-1-4-81-15,0 1-69 0,-2-1-76 16,-10 3-78-16,1-5-115 0,-6 4-283 0,-11 5-854 16,21-8 377-16</inkml:trace>
          <inkml:trace contextRef="#ctx0" brushRef="#br0" timeOffset="1078.0311">27710 13026 283 0,'0'0'387'0,"0"0"-17"0,0 0 6 15,0 0 3-15,0 0-6 0,0 0-7 0,0 0-15 16,-12 39-13-16,7-27-11 0,-2 2-19 0,1 1-11 0,1 0-14 16,1 4-24-16,-1-1-20 0,3 1-14 0,-4 0-14 15,4 2-20-15,-4 2-18 0,6-6-9 0,2 8-20 16,4-5-12-16,-3 5-12 0,-1-8-12 15,1 4-8-15,3 1-14 0,7 0-9 0,0 1-1 0,-6-5-8 16,9 4-7-16,-5-6-4 0,0 0-1 0,7-3-6 16,-2 5 4-16,-2-7-9 0,0-1 3 0,0-3 1 15,0 2 4-15,1-1 4 0,-3-6 11 0,-12-2 3 16,22 2 9-16,-22-2-4 0,29-4 8 0,-29 4 6 16,28-12 1-16,-13 2-6 0,-1-2 0 0,0-3-15 15,0 4-20-15,5-7-50 0,-3-5 0 0,-3-3 0 16,-1 0 0-16,-2-1 0 0,-2-4 0 0,-2 3 0 15,0 0 0-15,-4-3 0 0,-2 6 0 0,-2-1 0 16,1 3 0-16,-10-1 0 0,6 1 0 0,-5 5 0 16,1 3 0-16,-4-1 0 0,-1-1 0 0,0 6 0 15,-3 0 0-15,-4 4 0 0,0-1 0 0,-4 3 0 16,3 2 0-16,1 3-138 0,-7 0-116 0,11 3-47 0,17-3-54 16,-34 7-48-16,19 3-62 0,4-8-80 0,-2 5-410 15,13-7-1036-15,-8 10 459 0</inkml:trace>
        </inkml:traceGroup>
        <inkml:traceGroup>
          <inkml:annotationXML>
            <emma:emma xmlns:emma="http://www.w3.org/2003/04/emma" version="1.0">
              <emma:interpretation id="{7A5ED48C-9E2F-417E-922B-B22BB7520484}" emma:medium="tactile" emma:mode="ink">
                <msink:context xmlns:msink="http://schemas.microsoft.com/ink/2010/main" type="inkWord" rotatedBoundingBox="31721,14705 31822,14709 31795,15475 31694,15471"/>
              </emma:interpretation>
            </emma:emma>
          </inkml:annotationXML>
          <inkml:trace contextRef="#ctx0" brushRef="#br0" timeOffset="1531.1217">29118 12903 407 0,'2'-12'439'0,"4"1"21"0,1-5 28 15,-1 3 23-15,-3 2 2 0,7-1-2 0,-6-2-11 16,9 2 1-16,-10 5-17 0,-3 7-15 0,5-16-22 16,-5 16-19-16,9-8-28 0,-9 8-29 0,0 0-19 15,0 0-17-15,0 0-5 0,0 0-85 0,19 39-245 16,-14-13 0-16,-5 4 0 0,0 7 0 0,2 3 0 15,-2 0 0-15,-2 4 0 0,-4 1 0 0,7 0 0 16,2-1 0-16,-3 3 0 0,-3-1 0 0,-1-8 0 16,0 6 0-16,1-4 0 0,-5-2 0 0,5 1 0 15,-3-2-218-15,-2-17-1112 0,5-2-1439 0,0-9 637 16</inkml:trace>
        </inkml:traceGroup>
        <inkml:traceGroup>
          <inkml:annotationXML>
            <emma:emma xmlns:emma="http://www.w3.org/2003/04/emma" version="1.0">
              <emma:interpretation id="{19555D97-ACF8-4A04-B4F7-13F487812B8D}" emma:medium="tactile" emma:mode="ink">
                <msink:context xmlns:msink="http://schemas.microsoft.com/ink/2010/main" type="inkWord" rotatedBoundingBox="32747,14646 33812,14683 33782,15522 32717,15485"/>
              </emma:interpretation>
            </emma:emma>
          </inkml:annotationXML>
          <inkml:trace contextRef="#ctx0" brushRef="#br0" timeOffset="2140.4914">30209 13002 271 0,'0'0'425'16,"-13"-10"-16"-16,13 10-20 0,-8-16-23 0,-1 6 5 16,4-2-9-16,-1 2-22 0,-1-4-34 0,4-1-20 15,-3-1-6-15,4 2-14 0,-2 0-16 0,4 0-15 16,-2-2-8-16,2 16-11 0,2-20-10 0,2 4-18 16,0 6-15-16,2-4-25 0,2 5-4 0,4-2-9 15,3 1-11-15,-1 3-13 0,5-5-7 0,1 6-15 16,1 2-5-16,-2 1-12 0,8-1-8 0,-7 7-6 15,2 4-5-15,-1 0-3 0,-2 0-7 0,-2 9-6 16,4 6-3-16,-4 0 2 0,-3 4-8 0,-2 11-4 16,-8 0 1-16,4 1-4 0,-3 1 0 0,-4 3 1 15,-8 0-8-15,-6-4 4 0,0 7-3 0,-9-3-2 16,8-3 0-16,-3 2 0 0,-7-5-5 0,-1-3 5 16,1-2 0-16,-1-2-1 0,7-7-10 0,-2 5 6 0,1-7-1 15,-5-4 5-15,10-4-2 0,0 0-1 0,6-5-2 16,-5 3-2-16,2-2 1 0,11-8 6 15,-14 15 8-15,14-15 1 0,-11 6 26 0,11-6 18 16,0 0 16-16,0 0-6 0,0 0 5 0,57-3-6 16,-26-4-10-16,1 3 5 0,14-8-7 0,-2-1 1 0,5 0-2 15,1 3 16-15,1-5-48 0,9-4-29 0,-2 9 0 16,20-9 0-16,-78 19 0 0,137-30 0 0,-84 21 0 16,-53 9 0-16,101-18 0 0,-101 18 0 15,82-16 0-15,-82 16 0 0,55-15 0 0,-55 15 0 0,0 0 0 16,0 0 0-16,63-16 0 0,-63 16 0 0,0 0 0 15,0 0 0-15,0 0 0 0,0 0 0 0,0 0 0 16,0 0 0-16,0 0 0 0,0 0 0 0,0 0 0 16,0 0 0-16,0 0-530 0,0 0-185 0,0 0-443 15,0 0-1254-15,0 0 555 0</inkml:trace>
        </inkml:traceGroup>
      </inkml:traceGroup>
    </inkml:traceGroup>
    <inkml:traceGroup>
      <inkml:annotationXML>
        <emma:emma xmlns:emma="http://www.w3.org/2003/04/emma" version="1.0">
          <emma:interpretation id="{EDEA3EDB-1B60-454F-BDF4-953EA0713F02}" emma:medium="tactile" emma:mode="ink">
            <msink:context xmlns:msink="http://schemas.microsoft.com/ink/2010/main" type="paragraph" rotatedBoundingBox="30238,16372 33626,16419 33612,17474 30224,17428" alignmentLevel="1"/>
          </emma:interpretation>
        </emma:emma>
      </inkml:annotationXML>
      <inkml:traceGroup>
        <inkml:annotationXML>
          <emma:emma xmlns:emma="http://www.w3.org/2003/04/emma" version="1.0">
            <emma:interpretation id="{B52C5C94-5917-4EF0-B33A-549987BA4F0E}" emma:medium="tactile" emma:mode="ink">
              <msink:context xmlns:msink="http://schemas.microsoft.com/ink/2010/main" type="inkBullet" rotatedBoundingBox="30233,16771 30739,16778 30737,16914 30231,16907"/>
            </emma:interpretation>
            <emma:one-of disjunction-type="recognition" id="oneOf1">
              <emma:interpretation id="interp1" emma:lang="" emma:confidence="0">
                <emma:literal>-</emma:literal>
              </emma:interpretation>
            </emma:one-of>
          </emma:emma>
        </inkml:annotationXML>
        <inkml:trace contextRef="#ctx0" brushRef="#br0" timeOffset="3609.1732">27663 14971 95 0,'-13'-7'394'0,"13"7"4"0,0 0 11 15,0 0 8-15,0 0-13 0,0 0-13 0,-9-11-19 16,9 11-23-16,0 0-17 0,0 0-22 0,0 0-14 16,0 0-22-16,0 0-16 0,0 0-22 0,0 0-17 15,0 0-24-15,-8-7-13 0,8 7-10 0,0 0-24 16,0 0-12-16,0 0-10 0,0 0-16 0,44-13-11 16,-25 5-5-16,0 5-13 0,9-8-11 0,4 13-13 15,-4-8-34-15,14-4-45 0,-11 7-52 0,1-2-61 16,10-2-58-16,-12 3-54 0,4-6-50 0,-3 10-64 15,1-7-81-15,-15 1-371 0,10-1-881 0,-8 0 390 16</inkml:trace>
      </inkml:traceGroup>
      <inkml:traceGroup>
        <inkml:annotationXML>
          <emma:emma xmlns:emma="http://www.w3.org/2003/04/emma" version="1.0">
            <emma:interpretation id="{870DB088-DBE6-4186-95BD-487B93C6C931}" emma:medium="tactile" emma:mode="ink">
              <msink:context xmlns:msink="http://schemas.microsoft.com/ink/2010/main" type="line" rotatedBoundingBox="31024,16383 33626,16419 33612,17474 31009,17439"/>
            </emma:interpretation>
          </emma:emma>
        </inkml:annotationXML>
        <inkml:traceGroup>
          <inkml:annotationXML>
            <emma:emma xmlns:emma="http://www.w3.org/2003/04/emma" version="1.0">
              <emma:interpretation id="{37CB9DF8-AAC1-4042-A275-99DD11CE2314}" emma:medium="tactile" emma:mode="ink">
                <msink:context xmlns:msink="http://schemas.microsoft.com/ink/2010/main" type="inkWord" rotatedBoundingBox="31024,16383 33626,16419 33612,17474 31009,17439"/>
              </emma:interpretation>
              <emma:one-of disjunction-type="recognition" id="oneOf2">
                <emma:interpretation id="interp2" emma:lang="" emma:confidence="0.5">
                  <emma:literal>o</emma:literal>
                </emma:interpretation>
                <emma:interpretation id="interp3" emma:lang="" emma:confidence="0">
                  <emma:literal>O</emma:literal>
                </emma:interpretation>
                <emma:interpretation id="interp4" emma:lang="" emma:confidence="0">
                  <emma:literal>0</emma:literal>
                </emma:interpretation>
                <emma:interpretation id="interp5" emma:lang="" emma:confidence="0">
                  <emma:literal>°</emma:literal>
                </emma:interpretation>
                <emma:interpretation id="interp6" emma:lang="" emma:confidence="0">
                  <emma:literal>,</emma:literal>
                </emma:interpretation>
              </emma:one-of>
            </emma:emma>
          </inkml:annotationXML>
          <inkml:trace contextRef="#ctx0" brushRef="#br0" timeOffset="4312.1909">29232 14571 4123 0,'0'0'303'0,"0"0"-175"16,0 0-77-16,0 0-21 0,0 0 45 0,0 0 33 16,-31 33 18-16,26-25 4 0,-2 0 2 0,4 6 5 15,-3 0-7-15,1 1 2 0,-3 1-10 0,7 5 4 16,-2-2-8-16,-1-1-4 0,1 4-7 0,6 4-9 15,1 0-2-15,-4-9-14 0,6 14-7 0,0-6-10 16,1 2-3-16,0-1-6 0,5 0-5 0,-1-3-6 16,3 4 0-16,-3-4 0 0,6 4-5 0,4-7-2 15,-1-3 2-15,2 1-5 0,-1-3 10 0,1-3-13 16,5 1 1-16,-8-5 6 0,2-4-2 0,1-1-2 16,-2-6-1-16,10 3 1 0,-11-4 3 0,-1-1-1 15,2-2-3-15,4-8 3 0,-10-1-6 0,3-4 3 16,2 0 5-16,-6-4 0 0,1-12-5 0,-9 9 7 0,-2-3-11 15,4-7-5-15,-11-1 3 0,-2 10-3 16,-3-8-6-16,-4 12-6 0,3-5-8 0,-4 4-19 16,0 0-15-16,-5 1-11 0,-2 6-15 0,-1 4-24 0,-5 1-30 15,-1 4-30-15,0 2-32 0,-7 0-24 0,6 1-47 16,1 9-43-16,-2-3-35 0,8 3-51 16,-10-1-66-16,12 1-100 0,-1 2-271 0,7-3-873 15,14-2 387-15</inkml:trace>
          <inkml:trace contextRef="#ctx0" brushRef="#br0" timeOffset="3874.7447">28425 14478 411 0,'0'0'474'16,"6"-11"3"-16,-6 11 10 0,0-10 8 0,0 10 1 0,0 0-10 16,0 0-25-16,0 0-22 0,0 0-36 0,0 0-18 15,0 0-14-15,0 0-18 0,0 0-18 0,0 0-19 16,0 0-16-16,13 44-23 0,-12-25-18 0,4 9-24 16,-2-2-20-16,2 12-28 0,-4 2-12 0,6 0-21 15,-3-1-154-15,0 1 0 0,2 4 0 0,-1 2 0 16,-2-3 0-16,0 0 0 0,0-4 0 0,2 0 0 15,-2-2 0-15,2 0 0 0,-1-10-309 0,-2 1-186 16,4-1-135-16,-6-7-497 0,4-6-1220 0,0-3 540 16</inkml:trace>
          <inkml:trace contextRef="#ctx0" brushRef="#br0" timeOffset="4890.2782">30530 14579 3466 0,'-8'-6'450'0,"8"6"-264"16,-10-11-37-16,10 11-13 0,-8-10-25 0,8 10 31 15,0 0 14-15,0-16 5 0,0 16-5 0,0 0 0 16,2-14-5-16,-2 14-8 0,13-12 6 0,-2 6 0 16,-11 6-5-16,25-10-5 0,-4 5-3 0,-3-1-14 0,12 0 7 15,-4 6-4-15,1 1-12 0,-8 3-11 16,1-1-13-16,1 1-10 0,-4 3-9 0,-1 1-5 15,-3 4-7-15,1 1-10 0,-6 3-2 0,0-2-7 16,-4 8-8-16,-2 3 0 0,-7-1-3 0,-1 1-3 0,-5-1-4 16,0 2-4-16,-4-1-2 0,1-3-5 0,-2 1 3 15,1-2-5-15,-3-3-4 0,4-4-4 16,1-1-2-16,2-2 1 0,0 0-5 0,2-4-3 16,9-7-2-16,-13 12-3 0,13-12 1 0,-8 9-1 15,8-9-3-15,0 0 8 0,-8 6-7 0,8-6 4 0,0 0 1 16,0 0 5-16,0 0-10 0,0 0 16 0,0 0 0 15,0 0-3-15,0 0 3 0,24-29 1 16,-24 29 3-16,19-7-1 0,-19 7-4 0,30-6 17 16,-16 3 6-16,-14 3 9 0,37 2 0 0,-37-2 4 0,0 0 9 15,0 0-2-15,102 37 1 0,-102-37 2 0,57 40 0 16,-57-40-12-16,51 49 2 0,-51-49-4 0,31 50-15 16,-31-50 13-16,23 58-5 0,-16-23 0 15,-7-35 0-15,2 69-2 0,-2-69 0 0,-17 67 0 0,-4-34-7 16,-4 4-3-16,-5-8-8 0,-11 5-22 0,-2-12-25 15,-8 4-40-15,-2-6-14 0,4 1-29 0,-8-6-44 16,2-1-32-16,4-3-42 0,0-4-51 16,-2-6-58-16,2-1-55 0,-1-1-96 0,-2-2-420 0,10-9-1000 15,4-1 443-15</inkml:trace>
        </inkml:traceGroup>
      </inkml:traceGroup>
    </inkml:traceGroup>
  </inkml:traceGroup>
</inkml:ink>
</file>

<file path=ppt/ink/ink3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5T05:04:31.279"/>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314F361F-D596-4E38-BC14-97ECD1FC732D}" emma:medium="tactile" emma:mode="ink">
          <msink:context xmlns:msink="http://schemas.microsoft.com/ink/2010/main" type="inkDrawing" rotatedBoundingBox="34308,14473 34309,20285 31833,20286 31832,14474" semanticType="verticalRange" shapeName="Other">
            <msink:sourceLink direction="with" ref="{A12A2493-B185-4F82-A5FA-455C70C1BEF0}"/>
            <msink:sourceLink direction="with" ref="{5FF2BE1A-F26C-4E03-AF53-DB93058C13F7}"/>
          </msink:context>
        </emma:interpretation>
      </emma:emma>
    </inkml:annotationXML>
    <inkml:trace contextRef="#ctx0" brushRef="#br0">1179 161 87 0,'-22'1'391'0,"22"-1"-28"0,-19 0-13 0,19 0-32 0,0 0-3 15,0 0-16-15,0 0-19 0,0 0-10 0,0 0-15 16,53-22-14-16,-23 15-4 0,16-4-8 0,-2-1-2 15,4 3-14-15,1-4-3 0,-49 13-10 0,99-27 0 16,-99 27-11-16,94-22-3 0,-94 22-4 0,90-18-12 16,-90 18-2-16,72-14-11 0,-72 14-8 0,83-4-13 15,-83 4-8-15,0 0-11 0,87 22-15 0,-87-22-2 16,61 55 14-16,-32-10-10 0,4 22 4 0,-9 6 5 16,-4 12 7-16,1 5-10 0,-1 39 9 0,-7-37 3 15,3 47 5-15,-8-3 0 0,-1 10 3 0,17 7 8 16,-6 2-1-16,-1 7 7 0,0-2-135 0,4 11-9 15,-10-3 0-15,13 3 0 0,-4 4 0 0,4 1 0 16,-4 1 0-16,-5-1 0 0,2-8 0 0,-9 10 0 16,5-11 0-16,-2-5 0 0,0-4 0 0,-2-4 0 15,-2-7 0-15,-6-11 0 0,2-6 0 0,-6-40 0 16,6 35 0-16,-3-41 0 0,-3 2 0 0,-5-2 0 16,2-2 0-16,-4-1 0 0,2-10 0 0,-3 1 0 15,-3-3 0-15,5-22 0 0,-2 4 0 0,1-6 0 16,-4 3 0-16,14-48 0 0,-25 64 0 0,15-24 0 15,10-40 0-15,-27 62 0 0,27-62 0 0,-20 43 0 16,20-43 0-16,0 0 0 0,-35 53 0 0,35-53 0 16,-41 44 0-16,11-21 0 0,30-23 0 0,-87 48 0 15,32-36 0-15,-31 13 0 0,-12-13 0 0,-61 7 0 16,-3-10 0-16,-2-9 0 0,-10-2 0 0,7-3 0 16,2 3 0-16,-2-10 0 0,17 5 0 0,-7-5-161 15,9-6-1178-15,48 3-1450 0,-45-14 642 0</inkml:trace>
  </inkml:traceGroup>
</inkml:ink>
</file>

<file path=ppt/ink/ink3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5T05:05:47.549"/>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5D4B3865-B405-4BDB-A245-86B381F0844E}" emma:medium="tactile" emma:mode="ink">
          <msink:context xmlns:msink="http://schemas.microsoft.com/ink/2010/main" type="inkDrawing" rotatedBoundingBox="7484,2177 7588,8224 5838,8254 5735,2207" semanticType="verticalRange" shapeName="Other">
            <msink:sourceLink direction="with" ref="{3DEF8437-9640-4353-97DF-9EAC1936D771}"/>
          </msink:context>
        </emma:interpretation>
      </emma:emma>
    </inkml:annotationXML>
    <inkml:trace contextRef="#ctx0" brushRef="#br0">373 92 213 0,'0'0'370'0,"-12"-11"-3"0,4 4 7 0,0-2 5 15,8 9 15-15,-16-14-11 0,8 6-8 0,8 8-12 16,-17-11-25-16,17 11-9 0,-8-13-12 0,8 13-6 16,-8-8-20-16,8 8-2 0,0 0-24 0,-13-7-26 15,13 7-16-15,0 0-10 0,0 0-27 0,0 0-11 16,0 0-14-16,-14-5-12 0,14 5 9 0,0 0-3 16,0 0-15-16,0 31 21 0,0-12 16 0,-3 6-4 15,3 5 0-15,-3 10 6 0,-4 4-8 0,4 5-171 16,-8 4 0-16,10-2 0 0,-6 30 0 0,1-11 0 0,0 0 0 15,2 4 0-15,-2 4 0 0,-2 2 0 0,-4-1 0 16,5 4 0-16,-2-1 0 0,-2 8 0 16,4-4 0-16,-1 3 0 0,1-1 0 0,-1 45 0 0,-2-44 0 15,1 0 0-15,-6 35 0 0,8-38 0 0,-1 4 0 16,-7 35 0-16,9-47 0 0,0 3 0 0,-2 4 0 16,0 7 0-16,3-10 0 0,2 3 0 0,-2-4 0 15,5 0 0-15,-1-6 0 0,1 2 0 0,-2-2 0 16,2-2 0-16,0 4 0 0,0-6 0 0,0-1 0 15,2-14 0-15,-1 17 0 0,-2-21 0 0,1 18 0 16,1-17 0-16,1 0 0 0,1 1 0 0,-3 2 0 16,2 13 0-16,-4-17 0 0,4-4 0 0,-2 0 0 0,0 3 0 15,4-3 0-15,-2 1 0 0,3 0 0 0,-5 0 0 16,0-3 0-16,3-1 0 0,-5-4 0 16,4-2 0-16,-2 2 0 0,-2 2 0 0,1-4 0 0,1-1 0 15,0-9 0-15,-3 1 0 0,3-2 0 0,0 2 0 16,0-2 0-16,-2 0 0 0,2 2 0 0,2-4 0 15,-2 0 0-15,-4 2 0 0,4-1 0 0,-4-2 0 16,4 0 0-16,0-1 0 0,0 2 0 0,0-1 0 16,0 1 0-16,-2-1 0 0,-3 1 0 0,5 1 0 15,-1 2 0-15,2-3 0 0,-2 1 0 0,-1 0 0 16,2 4 0-16,2-1 0 0,-2-6 0 0,0 4 0 16,0 1 0-16,0-2 0 0,-2 1 0 0,4-4 0 15,-2 1 0-15,0 1 0 0,1 0 0 0,-2-3 0 16,1 2 0-16,0 1 0 0,0-8 0 0,0 2 0 15,-2-4 0-15,4 2 0 0,-2 1 0 0,1-5 0 0,-1 3 0 16,0-17 0-16,0 26 0 0,2-14 0 0,-2-12 0 16,0 21 0-16,0-21 0 0,0 0 0 0,-2 23 0 15,2-23 0-15,0 0 0 0,2 19 0 0,-2-19 0 16,0 0 0-16,-2 17 0 0,2-17 0 0,0 0 0 16,0 0 0-16,0 0 0 0,0 15 0 0,0-15 0 15,0 0 0-15,0 0 0 0,0 0 0 0,0 0 0 16,0 18 0-16,0-18 0 0,0 0 0 0,0 0 0 15,0 0 0-15,0 0 0 0,0 0 0 0,0 0 0 16,0 19 0-16,0-19 0 0,0 0 0 0,0 0 0 16,11 19 0-16,-11-19 0 0,21 9 0 0,-5-3 0 15,1 3 0-15,13 2 0 0,16-2 0 0,0 6 0 0,11-4 0 16,1-3 0-16,21 8 0 0,11-6 0 0,5 4 0 16,5-5 0-16,-5-7 0 0,6 3 0 15,39-11 0-15,-48 5 0 0,1-6 0 0,7-9 0 0,-4 8 0 16,2-11-347-16,-5 1-961 0,-2-9-1416 0,-6-7 627 15</inkml:trace>
  </inkml:traceGroup>
</inkml:ink>
</file>

<file path=ppt/ink/ink3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5T05:05:42.723"/>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3DEF8437-9640-4353-97DF-9EAC1936D771}" emma:medium="tactile" emma:mode="ink">
          <msink:context xmlns:msink="http://schemas.microsoft.com/ink/2010/main" type="writingRegion" rotatedBoundingBox="2443,1874 11685,1837 11697,5078 2456,5115">
            <msink:destinationLink direction="with" ref="{5D4B3865-B405-4BDB-A245-86B381F0844E}"/>
            <msink:destinationLink direction="with" ref="{9979B887-B72B-45E0-BB7D-B374AC069DDD}"/>
          </msink:context>
        </emma:interpretation>
      </emma:emma>
    </inkml:annotationXML>
    <inkml:traceGroup>
      <inkml:annotationXML>
        <emma:emma xmlns:emma="http://www.w3.org/2003/04/emma" version="1.0">
          <emma:interpretation id="{57B47517-8DF3-41B2-8449-CACEC98D8397}" emma:medium="tactile" emma:mode="ink">
            <msink:context xmlns:msink="http://schemas.microsoft.com/ink/2010/main" type="paragraph" rotatedBoundingBox="2443,1874 11685,1837 11692,3759 2451,3796" alignmentLevel="1"/>
          </emma:interpretation>
        </emma:emma>
      </inkml:annotationXML>
      <inkml:traceGroup>
        <inkml:annotationXML>
          <emma:emma xmlns:emma="http://www.w3.org/2003/04/emma" version="1.0">
            <emma:interpretation id="{DB120844-E79D-44EF-A5BC-8ADDA9ADED38}" emma:medium="tactile" emma:mode="ink">
              <msink:context xmlns:msink="http://schemas.microsoft.com/ink/2010/main" type="line" rotatedBoundingBox="2443,1874 11685,1837 11692,3759 2451,3796"/>
            </emma:interpretation>
          </emma:emma>
        </inkml:annotationXML>
        <inkml:traceGroup>
          <inkml:annotationXML>
            <emma:emma xmlns:emma="http://www.w3.org/2003/04/emma" version="1.0">
              <emma:interpretation id="{B781895B-7A98-495D-AD75-841A951CFB00}" emma:medium="tactile" emma:mode="ink">
                <msink:context xmlns:msink="http://schemas.microsoft.com/ink/2010/main" type="inkWord" rotatedBoundingBox="2444,2097 5563,2085 5568,3358 2449,3371"/>
              </emma:interpretation>
              <emma:one-of disjunction-type="recognition" id="oneOf0">
                <emma:interpretation id="interp0" emma:lang="" emma:confidence="0.5">
                  <emma:literal>=</emma:literal>
                </emma:interpretation>
                <emma:interpretation id="interp1" emma:lang="" emma:confidence="0">
                  <emma:literal>-</emma:literal>
                </emma:interpretation>
                <emma:interpretation id="interp2" emma:lang="" emma:confidence="0">
                  <emma:literal>I</emma:literal>
                </emma:interpretation>
                <emma:interpretation id="interp3" emma:lang="" emma:confidence="0">
                  <emma:literal>,</emma:literal>
                </emma:interpretation>
                <emma:interpretation id="interp4" emma:lang="" emma:confidence="0">
                  <emma:literal>.</emma:literal>
                </emma:interpretation>
              </emma:one-of>
            </emma:emma>
          </inkml:annotationXML>
          <inkml:trace contextRef="#ctx0" brushRef="#br0">-2476 327 4295 0,'-2'-14'197'0,"2"14"-212"0,-6-13 11 0,6 13 6 0,0 0 5 15,-6-11 7-15,6 11 54 0,0 0 48 0,0 0 25 16,-13 31 33-16,8-13 12 0,-4 10 11 0,1 10-5 16,-5 3 6-16,2-2-5 0,-1 7 3 0,4 0-1 15,-5 4-3-15,5-4-3 0,-6 2-8 0,0 0-11 16,-2 0-10-16,2 0-13 0,-1-1-5 0,-2-1-13 0,4 0-14 16,2-3-7-16,-1-3-12 0,-1-1-14 0,4-2-8 15,1-7-20-15,1-6-54 0,1 4 0 0,0-7 0 16,-1-2 0-16,4-5 0 0,-1 2 0 0,-1-8 0 15,3 1 0-15,2-9 0 0,0 0 0 0,0 16 0 16,0-16 0-16,0 0 0 0,0 0 0 0,0 0 0 16,0 0 0-16,13-57 0 0,-5 17 0 0,4-8 0 15,-1-4 0-15,7-23 0 0,-2 2 0 0,4-5 0 16,-4 4 0-16,-2 6 0 0,0 14 0 0,10-12 0 16,-6 17 0-16,-1 4 0 0,0-5 0 0,2 7 0 15,2-2 0-15,-5 8 0 0,3 3 0 0,-4 6 0 0,4 5 0 16,-8 2 0-16,0 5 0 0,-3 5 0 15,2-1 0-15,-2 6 0 0,-8 6 0 0,23-4 0 16,-23 4 0-16,24 18 0 0,-8 4 0 0,3 13 0 0,2 5 0 16,-6 4 0-16,4 3 0 0,-4 2 0 0,0 2 0 15,3 20 0-15,4-4 0 0,-2 4 0 0,-4-23 0 16,0 7 0-16,-2 0 0 0,0-5 0 0,1 3 0 16,-1-1 0-16,-3-1 0 0,-2-3 0 0,-1-7 0 15,2 0 0-15,1-1 0 0,-5-13 0 0,1 1 0 16,-7-1 0-16,0-8 0 0,4-1 0 0,-4 0 0 15,0-6 0-15,0 2 0 0,0-14 0 0,-3 17 0 16,3-17 0-16,-1 13 0 0,1-13 0 0,-15 4 0 0,15-4 0 16,0 0-292-16,0 0-284 0,-52-22-72 15,17-4-465-15,1 0-1205 0,-6-8 533 0</inkml:trace>
          <inkml:trace contextRef="#ctx0" brushRef="#br0" timeOffset="218.7329">-3636 1106 332 0,'0'0'330'16,"65"0"-10"-16,-21-5-1 0,3-4 5 0,13-1 24 16,23-6 17-16,4 3 9 0,4-5-30 0,1 0-30 0,0 6-25 15,-9 1-30-15,1-4-28 0,-5 1-25 0,-19 6-16 16,19-1-28-16,-23 0-19 0,0 7-43 0,0-6-55 15,1 6-62-15,-8-5-59 0,1 7-68 0,-1-8-61 16,-6 4-91-16,4 1-76 0,-18 0-276 0,5-2-701 16,-2 3 310-16</inkml:trace>
          <inkml:trace contextRef="#ctx0" brushRef="#br0" timeOffset="531.2114">-1365 885 158 0,'0'0'374'0,"0"0"-17"16,6 16 4-16,-6-16-11 0,0 0-2 0,22 7-15 15,-7-4-16-15,5-2-20 0,7-1-13 0,2 1-11 16,5-1-18-16,9 3-11 0,0-7-12 0,2 3-19 16,6-2-21-16,-4 0-20 0,-1 3-16 0,-5-3-18 0,2 3-13 15,0-5-17-15,-8 9-31 0,-7-4-52 0,2-4-67 16,-9 3-74-16,-21 1-75 0,37 0-80 16,-37 0-95-16,18 0-369 0,-18 0-794 0,0 0 351 0</inkml:trace>
          <inkml:trace contextRef="#ctx0" brushRef="#br0" timeOffset="734.3253">-1463 1479 349 0,'0'0'397'0,"0"0"1"0,14 16-14 0,4-11 9 15,2-1 5-15,9-2-5 0,15-1-7 0,5-2-21 0,0-2-26 16,1-1-35-16,6 0-29 0,1 2-30 15,-2-4-21-15,2 3-28 0,-2 3-49 0,0-4-78 0,-4 0-97 16,0-2-103-16,1 5-116 0,-2-3-141 0,-4 1-357 16,-2 3-807-16,1-5 357 0</inkml:trace>
        </inkml:traceGroup>
        <inkml:traceGroup>
          <inkml:annotationXML>
            <emma:emma xmlns:emma="http://www.w3.org/2003/04/emma" version="1.0">
              <emma:interpretation id="{2D8E3875-8361-4250-8511-45077BA56A86}" emma:medium="tactile" emma:mode="ink">
                <msink:context xmlns:msink="http://schemas.microsoft.com/ink/2010/main" type="inkWord" rotatedBoundingBox="6079,1859 11685,1837 11692,3759 6087,3781">
                  <msink:destinationLink direction="with" ref="{BF3555BD-0E6A-400A-8F16-775FC2EB85E4}"/>
                </msink:context>
              </emma:interpretation>
              <emma:one-of disjunction-type="recognition" id="oneOf1">
                <emma:interpretation id="interp5" emma:lang="" emma:confidence="1">
                  <emma:literal/>
                </emma:interpretation>
              </emma:one-of>
            </emma:emma>
          </inkml:annotationXML>
          <inkml:trace contextRef="#ctx0" brushRef="#br0" timeOffset="5497.4536">110 364 5 0,'0'0'379'0,"-13"-17"22"0,0 7-4 15,4 1 3-15,2 0-1 0,7 9-8 0,-17-8-11 16,17 8-15-16,-17-4-5 0,17 4-14 16,-16-6-10-16,16 6-12 0,0 0-14 0,-21-1-15 0,21 1-21 15,0 0-16-15,0 0-6 0,0 0-2 0,0 0 3 16,0 0-21-16,51-11-10 0,-18 9-16 0,18-7-22 15,-1 1-19-15,34-8-14 0,6-3-15 0,0 0-20 16,2 0-11-16,-2-4-49 0,-2-6-75 0,3 7-88 16,-3 3-121-16,-4-3-149 0,-26 7-201 0,18-11-529 15,-22 11-1198-15,-2-11 529 0</inkml:trace>
          <inkml:trace contextRef="#ctx0" brushRef="#br0" timeOffset="15733.231">701 751 117 0,'-2'-11'439'15,"2"11"12"-15,-11-14 6 0,11 14-7 0,-6-14 1 0,6 14-18 16,-8-9-30-16,8 9-34 0,0 0-30 0,0 0-22 15,0 0-12-15,0 0 1 0,0 0 2 0,0 0-4 16,5 49-19-16,-2-24 1 0,3 2-11 0,0 2-14 16,1-2-11-16,-1 5-15 0,0-4-5 0,-3 2-17 15,7-3-21-15,-10 10-15 0,1-6-15 0,1-6-14 16,-2 4-120-16,0-3-28 0,0 0 0 0,-2 3 0 16,2-5 0-16,-4 1 0 0,4-3 0 0,-2-5 0 15,2 3 0-15,0-2 0 0,-1-4 0 0,2 5 0 0,-1-11 0 16,0-8 0-16,2 18 0 0,2-7 0 15,-4-11-69-15,10 8-313 0,-10-8-63 0,0 0-78 0,25 2-116 16,-25-2-384-16,24-16-1107 0,-3-3 491 0</inkml:trace>
          <inkml:trace contextRef="#ctx0" brushRef="#br0" timeOffset="52282.5543">2444 171 317 0,'-16'-2'400'0,"16"2"-12"0,-19-2-4 0,19 2-13 16,-27-7-6-16,27 7-6 0,-35 8-18 0,20-7-13 15,-12 9-9-15,-2 6-6 0,-7 5-4 0,0 8 4 16,-5 7-19-16,3 2 9 0,-15 20 7 0,3-4-12 15,2 11-5-15,6-1-12 0,-1 4 4 0,2 6-13 16,5 1-13-16,7 2-18 0,1-4-8 0,1 5-21 16,13-4-15-16,6 3-15 0,8-23-158 0,5 24-24 15,9-3 0-15,9-6 0 0,17-1 0 0,-1-7 0 16,10-4 0-16,7 0 0 0,-10-21 0 0,25 3 0 16,1-2 0-16,-2-8 0 0,-13-21 0 0,3 2 0 15,-2-4 0-15,4-11 0 0,-3-3 0 0,12-17 0 16,0-7 0-16,-2-7 0 0,-2-4 0 0,-7-2 0 0,1-18 0 15,-4-3 0-15,-8-11 0 0,-1-3 0 16,1-37 0-16,-21 31 0 0,-7-5 0 0,-4-45 0 16,-17 12 0-16,-14 36 0 0,-8 6 0 0,-5 5 0 0,-16 7 0 15,-1 8 0-15,-19 11 0 0,-7 9 0 0,-14-1 0 16,-48-3 0-16,-15 20 0 0,-4 7 0 0,-10 15 0 16,0 15 0-16,-6 6 0 0,2 14 0 0,2 13-1366 15,12 12-1478-15,4-1 654 0</inkml:trace>
          <inkml:trace contextRef="#ctx0" brushRef="#br0" timeOffset="16436.3158">2550 930 263 0,'-27'-5'333'15,"27"5"-12"-15,-21-5-11 0,10 2-16 0,11 3-9 16,-25-11-16-16,17 5-7 0,8 6-28 0,-14-15-15 16,8 10-15-16,6 5-8 0,-10-18 6 0,7 6-10 15,6-1-3-15,-3 13-6 0,10-27-14 0,-4 13-6 16,5-4-8-16,-3 4-10 0,3 0 0 0,0-3-6 16,3-1-5-16,-1 6 0 0,-2-2-19 0,3 3-4 0,0-5-12 15,1 8-7-15,-6-1-4 0,2 3-16 0,-11 6-7 16,21-6-4-16,-21 6-6 0,0 0-5 0,0 0-4 15,34 13-1-15,-26 0-3 0,-1 5-8 0,1 3 0 16,-2 7-2-16,-1 3-2 0,-5-3-1 0,-5 4-2 16,-1-2-4-16,1 8-2 0,-6-1-3 0,-4-3 1 15,3 2 2-15,-2-7-5 0,3-3-2 0,-5 4-1 16,2-5 0-16,-1-3-2 0,0 1 0 0,0-2-3 16,-1-1 1-16,4-5-3 0,-1-1-3 0,2-2 5 15,0 2-3-15,2-3 2 0,2-4-2 0,7-7-2 16,-12 15 2-16,12-15-1 0,-7 9-2 0,7-9 6 15,-6 7-2-15,6-7 3 0,0 0 1 0,0 0 9 16,0 0 8-16,0 0 10 0,0 0 8 0,25 14 3 16,-25-14 8-16,38-6-5 0,-11 1 5 0,0 2 2 15,3-2-5-15,-2 2-3 0,6-7-7 0,-1 2-5 16,6-3-4-16,4 7-8 0,-11-4-1 0,2 1-36 0,-4-1-43 16,4 4-62-16,-4-3-76 0,-2-4-86 15,-3 4-81-15,-1-1-105 0,-3 1-493 0,-7 0-1035 16,0-2 458-16</inkml:trace>
          <inkml:trace contextRef="#ctx0" brushRef="#br0" timeOffset="45986.1418">4686 422 127 0,'0'0'391'0,"-1"-22"-2"0,1 12 18 0,-5-3 5 16,-1-5-29-16,-1 3-4 0,0-2-11 0,-1 1 3 0,-2 1-24 15,-2 0-10-15,-1 2-11 0,-9-1-9 16,6 4-15-16,-12-3-35 0,1 5-18 0,-7 6-14 15,-8 2-5-15,-1 2-6 0,-6 8-12 0,0 9 2 0,0 3-9 16,0 9-3-16,-14 9-6 0,4 11-9 0,6 1 3 16,-3 7-4-16,11 1-4 0,2 6-6 0,2 9-3 15,8-1-166-15,4 4-7 0,9 2 0 0,4-6 0 16,8 8 0-16,3-1 0 0,12-3 0 0,7 3 0 16,6-13 0-16,9 1 0 0,6-6 0 0,7-1 0 15,7-6 0-15,8-4 0 0,6-1 0 0,12-6 0 16,-1-13 0-16,2-6 0 0,9-3 0 0,0-8 0 15,9-4 0-15,-3-14 0 0,4-10 0 0,3-6 0 16,-5-6 0-16,-3-3 0 0,1-3 0 0,-6-6 0 16,-8-10 0-16,-9 3 0 0,-8-10 0 0,-1-7 0 15,-7-7 0-15,-11-8 0 0,-17-6 0 0,-1-5 0 16,-8-38 0-16,-15 2 0 0,-5 38 0 0,-22 6 0 16,-5 5 0-16,-9 4 0 0,-9 10 0 0,-6 2 0 15,-4 5 0-15,-12 9 0 0,-10 7 0 0,-5 3 0 16,-10 15 0-16,-4 5 0 0,-36-4 0 0,37 17 0 0,4 6 0 15,1 9 0-15,3 2 0 0,7 5 0 0,4 5 0 16,4 2 0-16,25-2 0 0,-24 13 0 16,6-1 0-16,29-3-1366 0,-2-4-1478 0,7 4 654 0</inkml:trace>
          <inkml:trace contextRef="#ctx0" brushRef="#br0" timeOffset="17170.7359">4193 588 212 0,'8'-6'337'15,"0"-2"-9"-15,6 0-6 0,1-2-15 0,2 2-14 16,0 1-18-16,6-5-21 0,-3 6-22 0,7 1-11 15,-2-2-26-15,0 0-18 0,-4 6-14 0,6 1-15 0,-8-1-8 16,-19 1-8-16,36 0-11 0,-36 0-2 0,27 5-7 16,-19 3-5-16,0-1-3 0,-8-7-12 15,5 20-1-15,-9-9-14 0,3 3-5 0,-7 4-9 0,-3-3-3 16,0 7-8-16,-2 4-8 0,-3-4 1 0,-1 3-3 16,0-8-7-16,-2 5-5 0,-2-1-1 0,12-5-5 15,-10-2-6-15,6 0 2 0,2-3 0 0,0 0-2 16,1 1-4-16,6-5-2 0,4-7-5 0,-10 10 6 15,10-10-5-15,-11 10 0 0,11-10 2 0,0 0-2 16,0 0-3-16,0 0 7 0,0 0 11 0,0 0 3 16,0 0 11-16,57-19 2 0,-44 15 11 0,7 1 9 15,1-2 6-15,-1 1 13 0,6 0 9 0,7 4 12 16,-6 1 0-16,1 6 0 0,1-7 0 0,-1 7 2 0,2-6-9 16,2 10-4-16,-4-4-7 0,-1 7 1 15,-3-2-12-15,-2 1-7 0,-2 3-3 0,-2 1-12 16,-9-1 1-16,-1-3-5 0,-2 7-4 0,-4-1 0 0,-4-1-9 15,-4 1-1-15,-2 7-4 0,-4-7-2 0,-3 6 1 16,-5-3-6-16,-4-3-3 0,-1 0-2 0,-7 3-3 16,5-7-8-16,-1-1-13 0,-4 0-21 0,2-1-16 15,0-2-17-15,-3-1-20 0,1-4-25 0,1 0-33 16,2-3-42-16,-1-5-34 0,5 1-33 0,3-3-30 16,-5 2-40-16,5-4-68 0,5-3-50 0,-9-2-324 15,7-5-826-15,2-3 365 0</inkml:trace>
        </inkml:traceGroup>
      </inkml:traceGroup>
    </inkml:traceGroup>
    <inkml:traceGroup>
      <inkml:annotationXML>
        <emma:emma xmlns:emma="http://www.w3.org/2003/04/emma" version="1.0">
          <emma:interpretation id="{0F5BB869-0D37-4134-B6E6-FBD20E2B28B2}" emma:medium="tactile" emma:mode="ink">
            <msink:context xmlns:msink="http://schemas.microsoft.com/ink/2010/main" type="paragraph" rotatedBoundingBox="6648,4043 11653,3902 11684,5004 6679,5146" alignmentLevel="2"/>
          </emma:interpretation>
        </emma:emma>
      </inkml:annotationXML>
      <inkml:traceGroup>
        <inkml:annotationXML>
          <emma:emma xmlns:emma="http://www.w3.org/2003/04/emma" version="1.0">
            <emma:interpretation id="{6FD7833C-9222-40DA-9B0F-45019165F54D}" emma:medium="tactile" emma:mode="ink">
              <msink:context xmlns:msink="http://schemas.microsoft.com/ink/2010/main" type="line" rotatedBoundingBox="6648,4043 11653,3902 11684,5004 6679,5146"/>
            </emma:interpretation>
          </emma:emma>
        </inkml:annotationXML>
        <inkml:traceGroup>
          <inkml:annotationXML>
            <emma:emma xmlns:emma="http://www.w3.org/2003/04/emma" version="1.0">
              <emma:interpretation id="{DA3FA0D1-D1EE-4B01-B302-81DF9C54AF53}" emma:medium="tactile" emma:mode="ink">
                <msink:context xmlns:msink="http://schemas.microsoft.com/ink/2010/main" type="inkWord" rotatedBoundingBox="6653,4238 7196,4223 7215,4871 6672,4886"/>
              </emma:interpretation>
            </emma:emma>
          </inkml:annotationXML>
          <inkml:trace contextRef="#ctx0" brushRef="#br0" timeOffset="19467.6028">734 2405 135 0,'-13'-4'329'0,"13"4"-3"0,0 0-13 0,0 0-14 16,0 0-17-16,0 0-22 0,0 0-14 0,0 0-21 16,0 0 2-16,-35 19-8 0,29-8 3 0,-7 6 8 15,9-1-15-15,-6 8-5 0,-1 0-6 0,0 1 3 0,3 2-9 16,2 0-9-16,-2 0-15 0,0-1-9 0,2 4-6 15,-1-3-7-15,6 2-3 0,-1-5-12 16,-1 4-17-16,3 3-8 0,3-5-2 0,0-2-9 0,4-1-6 16,1 1-9-16,-4-9-4 0,6 2 0 0,1 0 0 15,0 0-7-15,3-7 4 0,4 2-1 0,4-1 2 16,0 2 0-16,5-10 7 0,-7-2-4 0,9-1-2 16,-2-3 1-16,-2-2 8 0,2 1 6 0,0-3-9 15,-1-4 5-15,-2-2-2 0,-3-3-3 0,1 4-7 16,-2-4-2-16,1 0 0 0,-7 3-4 0,0-1 3 15,1-1-2-15,-3-3-9 0,1 1-12 0,-5-7-54 16,0 5 0-16,-2-4 0 0,-4-3 0 0,-2-1 0 16,-4-4 0-16,1-10 0 0,-6 11 0 0,-4-4 0 15,-1 7 0-15,-5-8 0 0,3 10 0 0,-4 3 0 0,2 0 0 16,-2 3 0-16,-6 4 0 0,3 1 0 0,-3 3 0 16,0 0 0-16,-4 4 0 0,9 2 0 15,0 4 0-15,21 1 0 0,-39 5-158 0,20-1-32 0,-8 6-44 16,7-5-51-16,5 2-33 0,1 4-32 0,0-1-35 15,0 0-55-15,7-1-67 0,-7-1-381 0,6 0-961 16,8-8 425-16</inkml:trace>
        </inkml:traceGroup>
        <inkml:traceGroup>
          <inkml:annotationXML>
            <emma:emma xmlns:emma="http://www.w3.org/2003/04/emma" version="1.0">
              <emma:interpretation id="{7437767E-E8B8-45E1-9BD0-3C8296671C15}" emma:medium="tactile" emma:mode="ink">
                <msink:context xmlns:msink="http://schemas.microsoft.com/ink/2010/main" type="inkWord" rotatedBoundingBox="8592,4396 9564,4369 9584,5064 8612,5091">
                  <msink:destinationLink direction="with" ref="{BF3555BD-0E6A-400A-8F16-775FC2EB85E4}"/>
                </msink:context>
              </emma:interpretation>
              <emma:one-of disjunction-type="recognition" id="oneOf2">
                <emma:interpretation id="interp6" emma:lang="" emma:confidence="0.5">
                  <emma:literal>2</emma:literal>
                </emma:interpretation>
                <emma:interpretation id="interp7" emma:lang="" emma:confidence="0">
                  <emma:literal>z</emma:literal>
                </emma:interpretation>
                <emma:interpretation id="interp8" emma:lang="" emma:confidence="0">
                  <emma:literal>Z</emma:literal>
                </emma:interpretation>
                <emma:interpretation id="interp9" emma:lang="" emma:confidence="0">
                  <emma:literal>L</emma:literal>
                </emma:interpretation>
                <emma:interpretation id="interp10" emma:lang="" emma:confidence="0">
                  <emma:literal>Q</emma:literal>
                </emma:interpretation>
              </emma:one-of>
            </emma:emma>
          </inkml:annotationXML>
          <inkml:trace contextRef="#ctx0" brushRef="#br0" timeOffset="21538.2964">2662 2686 22 0,'-16'-2'356'0,"16"2"-9"0,-27-7-13 15,13 4-11-15,14 3-8 0,-21-11 3 0,14 8-30 16,7 3-18-16,-11-11-22 0,11 11-24 0,-4-15-17 16,4 15-7-16,8-18-10 0,0 7-6 0,5-1-14 15,3 5-14-15,1-5-17 0,0 3-10 0,6-3-13 0,-5 5-7 16,3 2-14-16,-2 1-7 0,0 2-8 15,-19 2-2-15,39 4-13 0,-20 2-5 0,-3 2-6 16,0 3-1-16,-2 0-7 0,4 7-2 0,-7 4-3 0,1 1-4 16,-5 2-7-16,-7 3 0 0,-5 0-1 0,2 4-3 15,-10 11-4-15,-6-7 1 0,3 4-2 16,-4-6-2-16,-7 4-3 0,5-4 1 0,-7-1-2 0,3-2-3 16,2-1 2-16,2-5-1 0,1-2 4 0,-1-7 0 15,5 2 6-15,2-4-10 0,1-2 7 0,0-1 5 16,6-3 4-16,-1 0-1 0,-1 1 0 0,10-9-1 15,0 0-3-15,-9 10-2 0,9-10 1 0,0 0 3 16,0 0 0-16,20 12-2 0,-20-12-1 0,36-3-1 16,-7 3-4-16,14-2-2 0,6 0-4 0,6-7 1 15,0 3-2-15,2-4-2 0,-2 3 3 0,4 1-11 16,18 0-44-16,-21-6-85 0,2 4-68 0,4 4-100 16,-1-2-121-16,-4-5-434 0,22-7-921 0,-17 13 407 0</inkml:trace>
        </inkml:traceGroup>
        <inkml:traceGroup>
          <inkml:annotationXML>
            <emma:emma xmlns:emma="http://www.w3.org/2003/04/emma" version="1.0">
              <emma:interpretation id="{0EB59EC8-C9B6-4010-A713-EAB0F1BEA0EF}" emma:medium="tactile" emma:mode="ink">
                <msink:context xmlns:msink="http://schemas.microsoft.com/ink/2010/main" type="inkWord" rotatedBoundingBox="10735,3928 11653,3902 11683,4958 10765,4984"/>
              </emma:interpretation>
              <emma:one-of disjunction-type="recognition" id="oneOf3">
                <emma:interpretation id="interp11" emma:lang="" emma:confidence="0.5">
                  <emma:literal>5</emma:literal>
                </emma:interpretation>
                <emma:interpretation id="interp12" emma:lang="" emma:confidence="0">
                  <emma:literal>G</emma:literal>
                </emma:interpretation>
                <emma:interpretation id="interp13" emma:lang="" emma:confidence="0">
                  <emma:literal>5S</emma:literal>
                </emma:interpretation>
                <emma:interpretation id="interp14" emma:lang="" emma:confidence="0">
                  <emma:literal>5s</emma:literal>
                </emma:interpretation>
                <emma:interpretation id="interp15" emma:lang="" emma:confidence="0">
                  <emma:literal>so</emma:literal>
                </emma:interpretation>
              </emma:one-of>
            </emma:emma>
          </inkml:annotationXML>
          <inkml:trace contextRef="#ctx0" brushRef="#br0" timeOffset="21991.3707">4876 2389 4780 0,'0'0'169'0,"-13"-14"-129"0,7 7-36 0,6 7-6 15,-11-9 13-15,11 9-3 0,0 0 5 0,-19-7 6 16,19 7 15-16,0 0 9 0,-30 12 4 0,16-5 7 16,0 6-2-16,-4 0-1 0,2 12 14 0,2-2 5 15,2-4-2-15,1 5-3 0,-1-3-5 0,5 5-1 0,0-8 0 16,7 0-3-16,-6 4-3 0,7-3 1 15,4-1 1-15,3 3-8 0,3-7-1 0,0 0-6 16,8 7-2-16,0-9 1 0,5 9-5 0,1-5-2 0,0-6-2 16,4 6-3-16,-1-6 1 0,4-1-5 15,-5-2 0-15,-2 0-1 0,-4 0 1 0,6 0 9 16,-12 1 3-16,6 2-6 0,-7-3 2 0,3 1 9 0,-2 1-1 16,-6-3 0-16,-1 2 0 0,0 4 0 0,-2-5-5 15,-6 6 0-15,0 2-3 0,-1-3-3 0,-6 6-8 16,-2-6-2-16,-5 10-2 0,-7-2-16 0,1-6-39 15,-6 8-50-15,3-5-53 0,-7-2-69 0,-10 2-55 16,4-4-59-16,3-5-81 0,-9 3-99 0,-2-11-322 16,2 0-896-16,12-5 397 0</inkml:trace>
          <inkml:trace contextRef="#ctx0" brushRef="#br0" timeOffset="22178.8583">4876 2279 200 0,'43'-28'565'0,"4"2"-19"0,4 2-25 0,-2-3-46 0,1 6-41 16,-1-1-44-16,-1 7-33 0,-6 1-44 0,-2 0-29 15,-8 5-30-15,-1 1-29 0,-1 2-40 0,-3-2-62 16,-2 8-75-16,-4-5-63 0,6 3-56 0,-7 1-67 16,-20 1-62-16,29 0-81 0,-15 3-99 0,-14-3-260 15,19 8-692-15,-19-8 306 0</inkml:trace>
        </inkml:traceGroup>
      </inkml:traceGroup>
    </inkml:traceGroup>
  </inkml:traceGroup>
</inkml:ink>
</file>

<file path=ppt/ink/ink3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5T05:06:10.193"/>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9979B887-B72B-45E0-BB7D-B374AC069DDD}" emma:medium="tactile" emma:mode="ink">
          <msink:context xmlns:msink="http://schemas.microsoft.com/ink/2010/main" type="inkDrawing" rotatedBoundingBox="12829,1329 14336,8683 12935,8971 11427,1617" semanticType="verticalRange" shapeName="Other">
            <msink:sourceLink direction="with" ref="{3DEF8437-9640-4353-97DF-9EAC1936D771}"/>
          </msink:context>
        </emma:interpretation>
      </emma:emma>
    </inkml:annotationXML>
    <inkml:trace contextRef="#ctx0" brushRef="#br0">-14 178 235 0,'0'0'359'0,"0"0"-16"15,0 0-13-15,-17-4-20 0,17 4-17 0,0 0-15 16,0 0 4-16,0 0 3 0,0 0-1 0,0 0 2 15,0 0-4-15,90 3-9 0,-43-7-19 0,2 2-14 16,3-3-13-16,2 3-16 0,5-7-17 0,1 2-19 0,-2 2-16 16,4-5-11-16,17-2-10 0,-18 5-9 15,-2-2-5-15,1-4-8 0,-2 0-13 0,-4 2-3 16,-2 2-7-16,-4 2 2 0,-3-1-5 0,-3-4-3 0,-11 9-9 16,-2-1 2-16,-7 1-7 0,-5 2 1 0,2-5-1 15,-19 6-13-15,25 0 2 0,-25 0-9 16,18-1 4-16,-18 1-6 0,0 0 1 0,22 12-1 0,-13-6 4 15,-4 4 0-15,5 7-3 0,1 8 5 0,1 1 1 16,-2 16-2-16,1 3 22 0,3 6-8 0,-4-2 5 16,2 27 15-16,7-2-3 0,2 8-6 0,-1-5 9 15,4 1-90-15,-2 3 0 0,0 1 0 0,5 7 0 16,13 40 0-16,-12-47 0 0,-1 8 0 0,-2 0 0 16,10 33 0-16,-13-32 0 0,16 31 0 0,-16-36 0 15,-4 3 0-15,2 1 0 0,13 30 0 0,-17-28 0 16,11 31 0-16,-5 6 0 0,5 0 0 0,-5-6 0 15,-8-35 0-15,7 46 0 0,-7-48 0 0,8 38 0 16,-8-35 0-16,4 37 0 0,-2-39 0 0,10 34 0 16,-8-37 0-16,-4 0 0 0,5 3 0 0,2 34 0 15,-6-38 0-15,3 3 0 0,-4 0 0 0,-5 0 0 0,7 2 0 16,5 1 0-16,-13-7 0 0,9 7 0 0,-4-3 0 16,1 6 0-16,-3-6 0 0,2 1 0 15,-1-1 0-15,1 0 0 0,-2 4 0 0,0-4 0 0,-1-1 0 16,-4 1 0-16,3-3 0 0,-2-3 0 0,5 3 0 15,-5 6 0-15,-1 0 0 0,-3-1 0 0,7-1 0 16,-7-1 0-16,2-2 0 0,2-1 0 0,-3 3 0 16,2-2 0-16,0-9 0 0,1 2 0 0,-1-6 0 15,-5-16 0-15,6 15 0 0,-7-18 0 0,5 0 0 16,-4-1 0-16,1 1 0 0,-4-10 0 0,2 1 0 16,-5-5 0-16,9-9 0 0,-9 0 0 0,3-2 0 15,-3-1 0-15,2-9 0 0,-3 0 0 0,-5-1 0 0,11-16 0 16,-29 31 0-16,6-19 0 0,-6-5 0 0,-17-5 0 15,-4-1 0-15,-13-5 0 0,-21-7 0 16,-8-3 0-16,2-11 0 0,-9 5 0 0,-37-17 0 16,39 7-1366-16,-35-14-1478 0,40 4 654 0</inkml:trace>
  </inkml:traceGroup>
</inkml:ink>
</file>

<file path=ppt/ink/ink3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5T05:06:14.255"/>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BF3555BD-0E6A-400A-8F16-775FC2EB85E4}" emma:medium="tactile" emma:mode="ink">
          <msink:context xmlns:msink="http://schemas.microsoft.com/ink/2010/main" type="inkDrawing" rotatedBoundingBox="6343,1868 14322,6634 13390,8195 5411,3429" hotPoints="14472,8089 9799,5808 6007,2248 10681,4529" semanticType="enclosure" shapeName="Ellipse">
            <msink:sourceLink direction="with" ref="{2D8E3875-8361-4250-8511-45077BA56A86}"/>
            <msink:sourceLink direction="with" ref="{7437767E-E8B8-45E1-9BD0-3C8296671C15}"/>
            <msink:destinationLink direction="with" ref="{524870A6-C3AF-4229-ACFC-99BF51932D07}"/>
          </msink:context>
        </emma:interpretation>
      </emma:emma>
    </inkml:annotationXML>
    <inkml:trace contextRef="#ctx0" brushRef="#br0">16 405 109 0,'0'0'284'0,"-19"-18"-10"0,19 18-9 16,0 0-14-16,0 0-17 0,0 0-16 16,0 0-12-16,0 0-21 0,0 0-1 0,0 0-1 15,0 0-17-15,0 0-12 0,7-18-15 0,-7 18-10 0,0 0-8 16,0 0-3-16,0 0-11 0,0 0-3 0,0 0-4 16,0 0-8-16,0 0-2 0,0 0 0 0,0 0-8 15,0 0 2-15,0 0-10 0,0 0-4 0,0 0-1 16,0 0 4-16,0 0-5 0,19 30-5 0,-19-30-3 15,8 14-1-15,-8-14-9 0,7 16 7 0,0-6-13 16,-1-1 2-16,2 4 9 0,-2-6-5 0,-6-7 0 16,16 15-8-16,-8-3-3 0,0-5 7 0,5 4-1 15,-7 0-6-15,2-4 6 0,4 3 0 0,-4 1-5 16,0 1 5-16,5-4-8 0,-5 3-1 0,-2-4 3 16,-6-7-6-16,19 15 1 0,-9-4 3 0,-4-2 2 15,2 0-3-15,0-3-4 0,0 5-4 0,1-2-2 16,1-4-3-16,-3 6-2 0,0-1-3 0,4-5-5 0,-11-5 7 15,14 13-5-15,-9-5 1 0,6 0-4 16,-11-8-3-16,9 10-1 0,2-4 5 0,-11-6-4 16,10 13 0-16,-10-13 3 0,11 11-10 0,-11-11 7 0,9 8-7 15,-9-8 6-15,12 11-1 0,-12-11 3 0,7 10-5 16,-7-10 4-16,10 11-1 0,-10-11-2 0,8 8 2 16,-8-8-1-16,9 8-1 0,-9-8 2 0,8 10-4 15,-8-10 5-15,10 9-3 0,-10-9 2 0,6 11-4 16,-6-11 5-16,9 10-2 0,-9-10 1 0,12 7-1 15,-12-7-4-15,7 10 1 0,-7-10 1 0,8 14-1 16,-8-14 7-16,13 8-7 0,-7-1 0 0,-6-7 5 16,10 13-6-16,-10-13 0 0,12 12 0 0,-7-7 0 15,-5-5 1-15,11 11 3 0,-1-3-5 0,-10-8 4 16,14 13-5-16,-9-6 1 0,-5-7 8 0,12 14-11 16,-5-8 4-16,1 1 2 0,-8-7 3 0,17 13-2 15,-12-4-1-15,6-2 2 0,-11-7 4 0,16 14 7 0,-10-7-2 16,2 0-2-16,0 2-2 0,3 2 1 0,-2 0-1 15,10-3 1-15,-9 3-2 0,7 0-1 16,-1-1-2-16,6 6 0 0,-6-2-5 0,11-2 6 0,-5 2-1 16,1 2-3-16,3 1-2 0,1-1 3 0,0-2-3 15,1 4 2-15,-1-3-2 0,1-1 0 0,-1-2 3 16,2 7-4-16,2 6-2 0,4-4 4 0,-8-5 1 16,0 1-6-16,1-3 3 0,-1 7 0 0,5 2-2 15,-6-9 0-15,9 10 1 0,-11-4-2 0,1-5 3 16,-1 4-4-16,3 2 2 0,3 3 2 0,-3-7-1 15,-2 2 0-15,-1 0-1 0,-2 0 0 0,2 3-3 16,-1-5 3-16,-2 3-1 0,-1-2 3 0,1 1-2 16,1 0-2-16,-1-1 1 0,-1-2-2 0,2 3 3 15,2 0 5-15,-4 4-6 0,1-8 3 0,4 4-2 16,-4-3 0-16,1 2 5 0,-1-1-7 0,1-1 2 16,0 5-1-16,-2-3-1 0,2-5 1 0,4 5 1 0,-6 3 1 15,-1-7-3-15,0 3 2 0,0-4 0 0,-1 6-1 16,2-4 0-16,-3-2 2 0,2 2 5 15,2-1-7-15,-7-1 3 0,4 0-4 0,2 5 0 0,-4-4-1 16,5 0 8-16,-6-2-5 0,1 7-1 0,2-8-2 16,2 5-2-16,-4-3 5 0,4 5-1 0,-4-7-1 15,5 4 1-15,-2 3-2 0,-2 2 3 0,4-4 0 16,-2 0 0-16,-4-4-1 0,0 0 2 0,5 9-2 16,2-3 1-16,-1 0 0 0,-1-1 2 0,1-1-2 15,-2 3-1-15,-3-8-4 0,6 4 3 0,-2 3 1 16,4-2 0-16,-3 1 0 0,-1-1 2 0,2 3 2 15,-1-5-3-15,-2-2 0 0,3 6 1 0,-2-3-1 16,-5-1-1-16,5 4-4 0,2 1 3 0,-1-7 8 0,1 6-4 16,-8-8 3-16,7 7-7 0,-7-3 2 15,5 4-1-15,-6-7 4 0,4 6-5 0,-3-4 7 16,0 2-7-16,7 2-2 0,-7-5 4 0,4 1 5 0,-1 4-8 16,-3 1 2-16,0-5-3 0,4 1 4 0,-1 4 1 15,-3-4-2-15,12 2-1 0,-6-1 5 0,-1 4-2 16,2-5-2-16,3 4-2 0,-6-6 3 0,3 6 1 15,-4-6-2-15,1 5 0 0,2-2-1 0,-4-4 2 16,3-1 0-16,-3 3 0 0,8 0 3 0,-5 4-3 16,4-4 0-16,-7-1-2 0,3-2 0 0,3 2 2 15,-4-1 1-15,2 3 2 0,-1-2-3 0,3-3-1 16,4 7 8-16,-3-4-7 0,-1 2 1 0,0-2 2 16,4 3-6-16,-7-8 2 0,4 4-1 0,3 7 4 15,-9-10-4-15,5 8 1 0,2-2 2 0,0-3 0 16,-2 3 1-16,-2 1 0 0,-4-4 1 0,8 2 0 0,0-5-1 15,-2 12-1-15,-2-5 3 0,2 0-3 0,-1-1 4 16,4 4 6-16,-1-6-13 0,-4 5 4 0,6-3 4 16,-3 0-3-16,0 5 4 0,3-2 14 0,1 2 7 15,5 3 0-15,-5-4-3 0,0 1-5 0,-1-4 2 16,12 7-4-16,-3-1 3 0,0 1-3 0,0-2-5 16,-8-6 2-16,1 5-3 0,7 5-1 0,-4-1 2 15,-4-4-5-15,14 5 3 0,-7 1-2 0,2-6 2 16,-3 4-1-16,0 1-6 0,2-1 3 0,5 2 0 15,-4-1 0-15,-1-2 3 0,1 3-3 0,5-4 4 16,-5-2 1-16,6 5-1 0,-3-7 0 0,-1 2 3 16,3 2-4-16,-5-6 5 0,6 6-4 0,-1-1 1 15,-3-3-2-15,3 0 0 0,0 2 1 0,-5-1 4 0,5 0-2 16,2 1-2-16,0-2 2 0,-2-1-4 0,0 2 3 16,3-3 0-16,0 3-1 0,4-5-2 15,-4 4-4-15,3-2 3 0,1 0 1 0,1 2-1 0,0 0-2 16,0 0 6-16,0-1-5 0,1 2-2 0,1-3 5 15,-2-1-2-15,1 4-5 0,3-4 1 0,-3 2 4 16,1-4-4-16,-2 5 1 0,1-3 3 0,-4 5-1 16,0-3-2-16,1-8 2 0,-4 2-1 0,0 0 13 15,6 0-12-15,0 1-4 0,0-1 4 0,-2-1-4 16,-1 0-2-16,8-4 1 0,-7 2 3 0,4 4-2 16,-1-8 1-16,-2 1 0 0,-4-3-6 0,3 3 4 15,-3-2-2-15,4-2 0 0,-5-2-2 0,1 2 2 16,-11 0 0-16,8-4 0 0,-8 4 3 0,-3-4-4 15,-1 1 1-15,-6-2 0 0,-2 2 3 0,0-3-3 16,-4-4 3-16,-1 3-2 0,-2-2-2 0,-1-1 8 16,-4-4-5-16,-1 3 1 0,-2-4 5 0,1 4-4 0,-6-1 3 15,2-2 0-15,-1-2-1 0,-2 6 12 0,-2-6-10 16,-1 2 2-16,0 1-1 0,3 13 5 0,-8-20 1 16,5 8-7-16,-3 5 3 0,6 7 1 0,-8-20 5 15,0 13 0-15,2-5 3 0,-1 4-11 0,7 8 4 16,-14-18-2-16,6 10-1 0,2 2-1 0,-4-3 9 15,10 9-12-15,-19-19-1 0,11 13 1 0,1-2-3 16,-5-1-2-16,12 9 6 0,-15-16-7 0,2 6 3 16,4 1-3-16,-4-3 9 0,-1 1-11 0,4 4 8 15,-1-4-11-15,-3 1 2 0,0 2 3 0,4-3 0 16,-2-1 1-16,2 3 3 0,-6-3-5 0,7 4-2 16,-1-3 4-16,-2-1 7 0,-1 3-10 0,4-3 3 15,-3 1-4-15,3 1 1 0,-4-1 4 0,1 1-2 0,2-4 1 16,-2 3-2-16,-1-1-7 0,2 4 6 15,0-3 3-15,1-3 7 0,-1 3 3 0,0-3-6 16,0 2-6-16,-3 0 6 0,0-2-2 0,1 4 3 0,2-5-3 16,0 5 3-16,-2-3 4 0,-1 0-10 0,5-4 4 15,-4 7-2-15,0-5 1 0,4 4 0 0,-4-3-2 16,1 4 2-16,2 0-2 0,-3-2 0 0,4 3 2 16,1 0 3-16,-3-1-6 0,-3 1 0 0,4-1 4 15,-2-1-1-15,-3-1-6 0,3 2 3 0,4 2 0 16,0-6 2-16,-5 6-6 0,7 1 5 0,-2-3 3 15,-6-2-2-15,1 0 2 0,5 5 2 0,-1-3-6 16,-2 2 0-16,3 1 2 0,-5-3 4 0,2-2-5 16,0 7-1-16,2-8 3 0,-4 3 5 0,0 1-2 15,-1-3-1-15,5 4-2 0,-4-2-6 0,0-1 6 16,-1 0-1-16,3 3-1 0,-2-2-1 0,1 3-6 16,-2-5 8-16,1 4-1 0,2-3 2 0,-2 3 0 0,1-3-5 15,-3 0-5-15,1 4 12 0,0-1-6 0,-5-1 9 16,3-2-3-16,3-1-7 0,-1 4 6 15,-2-3-1-15,-3 2-2 0,4 0-3 0,-4-1 1 0,-3-2 0 16,4 1-1-16,1 1 0 0,-5-3 1 0,1 5 4 16,1-6-1-16,-3 2-2 0,0-1-2 0,-3 1 2 15,3 0 0-15,-3 3 0 0,0-4 0 0,3 2 0 16,0-1-1-16,-3 2-1 0,3-1 0 0,-3-1 5 16,4 5-4-16,2-3 1 0,-7 0 0 0,3-3-1 15,-1 3 5-15,6 0-8 0,2 3 7 0,-6-2-3 16,3-3 4-16,-1 0-6 0,4 0 2 0,-2 5-8 15,0-2 7-15,-5-7 3 0,5 7 0 0,4-4-3 16,-6 3 6-16,-1-3-4 0,0 0 3 0,-3 0-1 0,9 4 0 16,-10-3-6-16,7-2 4 0,-6 0-7 15,6 5 6-15,3-2 0 0,-7-4-3 0,-3-1 6 16,6 3-5-16,-1-2 1 0,4 7 5 0,-4-9-3 0,2 0-1 16,2 3 3-16,-4-1-2 0,-1-2-3 0,-1 1 7 15,2-1 1-15,5 4-9 0,-1-5 7 0,-4 3-3 16,1-2-2-16,-1 2 1 0,2-3 2 0,-3-1 0 15,2 7-1-15,-4-6 0 0,0 3-2 0,2-7 1 16,0 6 2-16,-2 2-2 0,4-8-3 0,-7 7 11 16,0-3-4-16,6 4-3 0,-2-2-9 0,-3-1 8 15,3 0 1-15,-3-1-4 0,3 1 5 0,-4 1-5 16,6 0 5-16,-2-1-1 0,-3-2-5 0,3 3 3 16,-3-1 3-16,3-5-10 0,1 7 8 0,-10-10 5 15,5 6 4-15,5 0-10 0,-7-9 7 0,3 14-2 16,3-5-1-16,0 1-3 0,-3 1 0 0,-8-8 5 15,5 10-8-15,6-3 6 0,-11-8-3 0,8 7 0 0,0 0 5 16,1-4 0-16,1 5-6 0,-11-10-3 16,4 4 5-16,9 2 0 0,-8-3 0 0,3 9-3 15,-2-10 3-15,-1-3 1 0,-1 4 0 0,1-5-8 0,-3 5 7 16,10 3-1-16,-8-5 8 0,-2 0-9 0,3-1 1 16,-2-2 1-16,-3 4-4 0,4-5 1 0,-3 6-1 15,1-4 6-15,5-1-4 0,-2 3-6 0,-3-1 8 16,3-3-3-16,-4 3 1 0,4-2-4 0,-3 8 5 15,3-10-6-15,0 2 8 0,-3 3-5 0,4-2 1 16,3 9 3-16,-9-6 3 0,0-6 0 0,0 6-4 16,5-4-2-16,-6 5 4 0,3-4-5 0,9 10 15 15,-14-11-17-15,8 4 7 0,-6 0-3 0,1 0-2 16,2 3 0-16,4-3-1 0,-6 1 2 0,4 3 3 16,-1-3-5-16,7 7 6 0,-8-5-6 0,6 3 14 15,-8-5-14-15,0 1-1 0,1 0 13 0,-1 2-13 16,0 0 8-16,2-1 2 0,6 2-15 0,-9-2 9 0,2 2 2 15,-2 2-5-15,9 0 7 0,-9-4-1 0,9 6-1 16,-8-6-1-16,8 5-3 0,-11-2 3 16,10 2 0-16,-7-3 0 0,8 7-5 0,-7-6 10 0,5 5-5 15,2-2-3-15,-1-1 3 0,-8-2-2 0,7 4 3 16,-7-2 2-16,1-4-7 0,8 8-5 0,-1-1 5 16,-1 1 11-16,2-2-16 0,-3 5 11 0,2-7-6 15,1 6 1-15,-1-2 8 0,-1 2-5 0,2-1-1 16,0-2 1-16,-7-4 2 0,7 7 3 0,1 2-8 15,1 0 5-15,-2-3-7 0,-1 5 11 0,3-2-6 16,-2-2 3-16,0 3-3 0,-6 0 3 0,4 0-2 16,-1 3-5-16,6-5 7 0,-7 0 0 0,1 6-6 0,3-5 1 15,-2 4 3-15,1-7-3 0,1 6 5 0,3 1-7 16,4 2 6-16,-1-2-6 0,1 0 1 16,-1 2 5-16,2 0-4 0,4 1 2 0,15 3-3 0,-32-9 2 15,19 9 4-15,13 0-4 0,-31-2-2 0,31 2 14 16,-30-5-17-16,30 5 7 0,-22 1 3 0,22-1-5 15,-23 4-1-15,23-4-3 0,-25 1-3 0,25-1 8 16,-28 4 1-16,28-4 1 0,-21 3-5 0,21-3 8 16,-30 4-4-16,30-4-3 0,-27 3 0 0,10 1 4 15,-1-2-4-15,18-2 5 0,-31 1 0 0,13 3 1 16,3-2-6-16,15-2 5 0,-35 6-9 0,21-3 8 16,-5-2 2-16,19-1-4 0,-30 3 1 0,14 0-3 15,-3 0-10-15,19-3 16 0,-30 4-6 0,11-3 6 0,19-1-7 16,-33 4 6-16,17-1-6 0,-1 1 7 15,17-4-1-15,-34 3-3 0,22 1-2 0,12-4 2 16,-30 7-2-16,19-4-2 0,11-3 11 0,-23 11-13 0,16-5 3 16,0 3 0-16,-2 2 1 0,2-4-5 0,0 7 2 15,0 3 10-15,2 2-12 0,-1-3 1 0,5 4-27 16,-4 6-42-16,3 0-58 0,2 1-89 0,7-2-90 16,-1 6-144-16,0-2-602 0,18 4-1146 0,1-2 507 15</inkml:trace>
  </inkml:traceGroup>
</inkml:ink>
</file>

<file path=ppt/ink/ink4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5T05:06:08.521"/>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619C9B37-E600-4A2A-B36B-11626993D470}" emma:medium="tactile" emma:mode="ink">
          <msink:context xmlns:msink="http://schemas.microsoft.com/ink/2010/main" type="inkDrawing" rotatedBoundingBox="9568,6298 9740,6879 9168,7048 8997,6467" semanticType="enclosure" shapeName="Other"/>
        </emma:interpretation>
      </emma:emma>
    </inkml:annotationXML>
    <inkml:trace contextRef="#ctx0" brushRef="#br0">3112 4568 36 0,'0'0'377'0,"0"0"-15"0,0 0-10 15,0 0-15-15,2-15 8 0,-2 15-1 0,0 0-16 16,0 0-16-16,0 0-17 0,0 0-9 0,0 0-17 16,0 0-14-16,0 0-26 0,0 0-20 0,0 0-19 0,0 0-15 15,0 0-19-15,-40 24 7 0,29-10-4 0,2 4-4 16,-2 7-10-16,3 1-8 0,0 1-9 15,0-2-10-15,2 7-5 0,-1-3-15 0,9 10-9 0,-5-10-10 16,4-3-8-16,-4 2-2 0,6-1-5 0,4-4-14 16,-1 3 3-16,2-2-7 0,6-1-5 15,-1-2 3-15,3-2-1 0,3-2-8 0,-4-1 0 0,11-6 6 16,-1 4-7-16,0-5 3 0,-1-6 4 0,3 0 2 16,1-2-3-16,-6-2 6 0,5-3-6 0,2-3 1 15,-1-5-3-15,1-1 2 0,-4 0 0 0,3-3 0 16,-4-2 0-16,-2-3-7 0,-1 0-1 0,-4-3 14 0,-1-2-7 15,0-11 3-15,-10 8-5 0,5-10-11 16,-9 12 2-16,-4-4 0 0,-1 3-3 0,-3 1-3 16,-2-2-8-16,-2 3-3 0,-2 5 7 0,-3-3-24 0,-4 7-8 15,0-1-8-15,-4 4-14 0,1 3-12 0,-7-1-25 16,-1 7-20-16,-1-2-15 0,-1 3-33 0,-1 0-32 16,3 5-27-16,3-1-26 0,-2 5-36 0,3 1-43 15,-3-1-44-15,5 1-61 0,5 3-78 0,7-3-312 16,-2 1-867-16,-1-4 383 0</inkml:trace>
  </inkml:traceGroup>
</inkml:ink>
</file>

<file path=ppt/ink/ink4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5T05:06:09.177"/>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524870A6-C3AF-4229-ACFC-99BF51932D07}" emma:medium="tactile" emma:mode="ink">
          <msink:context xmlns:msink="http://schemas.microsoft.com/ink/2010/main" type="inkDrawing" rotatedBoundingBox="11562,6274 11605,7214 11587,7215 11544,6275" semanticType="callout" shapeName="Other">
            <msink:sourceLink direction="with" ref="{BF3555BD-0E6A-400A-8F16-775FC2EB85E4}"/>
          </msink:context>
        </emma:interpretation>
      </emma:emma>
    </inkml:annotationXML>
    <inkml:trace contextRef="#ctx0" brushRef="#br0">5464 4494 247 0,'17'-30'418'0,"-17"30"4"0,0 0 14 16,0 0 21-16,-3-15 3 0,3 15-9 0,0 0-15 15,-9-17-19-15,9 17-19 0,0 0-19 0,-2-12-24 16,2 12-9-16,0 0-33 0,0 0-19 0,0 0-9 15,0 0-9-15,0 0 5 0,0 0-17 0,-3 37-8 16,5-16-15-16,-1 9-14 0,1 4-16 0,3 3-17 16,-1 7-67-16,-2-3-127 0,-1 7 0 0,6-3 0 15,-3 3 0-15,0-1 0 0,0 3 0 0,-4-3 0 16,0-1 0-16,2 0 0 0,-2-5 0 0,2 3 0 16,-2 0 0-16,-2-13 0 0,4-2 0 0,2 0 0 15,-8-2 0-15,4-11 0 0,3 2 0 0,-3-4 0 0,1-2 0 16,-1-12-183-16,2 14-305 0,-2-14-80 15,0 0-97-15,0 0-384 0,0 0-1134 0,0 0 502 16</inkml:trace>
  </inkml:traceGroup>
</inkml:ink>
</file>

<file path=ppt/ink/ink4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5T05:07:00.897"/>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8408D6E4-1D62-495D-BB8B-C2D4AFC45774}" emma:medium="tactile" emma:mode="ink">
          <msink:context xmlns:msink="http://schemas.microsoft.com/ink/2010/main" type="writingRegion" rotatedBoundingBox="16485,2726 26897,2523 26963,5940 16552,6142"/>
        </emma:interpretation>
      </emma:emma>
    </inkml:annotationXML>
    <inkml:traceGroup>
      <inkml:annotationXML>
        <emma:emma xmlns:emma="http://www.w3.org/2003/04/emma" version="1.0">
          <emma:interpretation id="{305E67CF-4804-4EB1-8BB5-3C6264974870}" emma:medium="tactile" emma:mode="ink">
            <msink:context xmlns:msink="http://schemas.microsoft.com/ink/2010/main" type="paragraph" rotatedBoundingBox="16485,2726 26897,2523 26963,5940 16552,6142" alignmentLevel="1"/>
          </emma:interpretation>
        </emma:emma>
      </inkml:annotationXML>
      <inkml:traceGroup>
        <inkml:annotationXML>
          <emma:emma xmlns:emma="http://www.w3.org/2003/04/emma" version="1.0">
            <emma:interpretation id="{E9662B3B-45AC-4FF5-B0AB-A5D7961DBD53}" emma:medium="tactile" emma:mode="ink">
              <msink:context xmlns:msink="http://schemas.microsoft.com/ink/2010/main" type="line" rotatedBoundingBox="16485,2726 26897,2523 26963,5940 16552,6142"/>
            </emma:interpretation>
          </emma:emma>
        </inkml:annotationXML>
        <inkml:traceGroup>
          <inkml:annotationXML>
            <emma:emma xmlns:emma="http://www.w3.org/2003/04/emma" version="1.0">
              <emma:interpretation id="{02371DC6-2888-4BC0-8FD9-F16D1BE1C695}" emma:medium="tactile" emma:mode="ink">
                <msink:context xmlns:msink="http://schemas.microsoft.com/ink/2010/main" type="inkWord" rotatedBoundingBox="16510,3982 19732,3919 19767,5733 16545,5796"/>
              </emma:interpretation>
              <emma:one-of disjunction-type="recognition" id="oneOf0">
                <emma:interpretation id="interp0" emma:lang="" emma:confidence="1">
                  <emma:literal/>
                </emma:interpretation>
              </emma:one-of>
            </emma:emma>
          </inkml:annotationXML>
          <inkml:trace contextRef="#ctx0" brushRef="#br0">1550 267 343 0,'8'-8'397'0,"1"-1"-9"15,4 2 10-15,-13 7-1 0,20-7 3 0,-20 7-7 16,27 1-9-16,-27-1-10 0,22 18 1 0,-11-4-13 16,5 2-5-16,-6 8-6 0,4 4-10 0,5 12-7 15,-11-2-15-15,0 10-21 0,-2 3-5 0,2 16-8 0,-2-16-12 16,-1 19-16-16,-4 1-19 0,-2 3-9 0,-4-4-12 15,5 1-29-15,-6-2-188 0,3-15 0 0,-4 19 0 16,1-1 0-16,1-16 0 0,5 14 0 0,-4-20 0 16,-6 2 0-16,7-5 0 0,-2 1 0 0,-3-7 0 15,2-2 0-15,0-12 0 0,4-1 0 0,2-11 0 16,-2 3 0-16,2-6 0 0,-3-1 0 0,3-11 0 16,0 14 0-16,0-14 0 0,0 0 0 0,0 0 0 15,0 0 0-15,0 0 0 0,7-50 0 0,-7 19-256 16,0-10-103-16,-4-12-28 0,-3-19-4 0,3 2-10 15,-4-1 9-15,-6 3 18 0,8 14 15 0,-8-20 39 16,1 23 32-16,5-20 18 0,0 16 55 0,5 7 25 16,-2-3 23-16,4 0 24 0,-2-3 22 0,6 6 26 15,-2-2 31-15,6 0 18 0,-6-1 18 0,6 6 22 16,0-6 15-16,5 2 18 0,-1 9 9 0,3-4 9 16,0 6 4-16,0 1 2 0,-1 8 5 0,0 6 6 0,1 2 12 15,2-3-1-15,-4 11 0 0,4 1-6 0,-2 3-4 16,4 0 11-16,-4 5 2 0,3 4-7 15,-17 0 3-15,32 11 9 0,-18-3-13 0,3 12-10 0,-2 0-5 16,-1 6 0-16,-3 0-3 0,-2 11-6 0,3-3-10 16,-9-4-1-16,0 9-3 0,-6-2 3 0,0-7-4 15,-4-1-3-15,-4 8-5 0,-5-3-3 0,7-5-15 16,-5-2-2-16,-4-1-46 0,1-1-26 0,-8 5-36 16,1-11-34-16,5 0-39 0,-3-3-46 0,0 0-67 15,4-6-74-15,1-3-217 0,-1 3-631 0,9-7 279 16</inkml:trace>
          <inkml:trace contextRef="#ctx0" brushRef="#br0" timeOffset="780.6158">2036 784 233 0,'15'-11'337'0,"-1"3"-6"16,6-10-23-16,-1 8-14 0,-1-9-20 0,2 0-13 15,1-1-10-15,-1-1 0 0,1 0 3 0,-5 0 10 16,-2-3 6-16,-1 6-18 0,-1-6 2 0,-5 5 2 16,1 2-1-16,-5-1 2 0,1 0-8 0,1 3 2 15,-5-1-1-15,0 6-2 0,0 10 2 0,0-22-16 16,0 22-31-16,-9-13-14 0,9 13-17 0,-8-9-10 16,8 9-17-16,0 0-19 0,0 0-17 0,0 0-18 15,-43 19 5-15,34-6-15 0,-4 2-7 0,0 8-11 16,1-2-5-16,2 2-2 0,-2 3-8 0,4 0-5 15,1 0-7-15,-1 5 6 0,8 1-10 0,0-6-7 16,0 2 0-16,7-2-3 0,1 0 1 0,0 1-8 16,-1 1 0-16,6-6-3 0,0 1 4 0,1-4-10 15,-1-8-3-15,2 0 10 0,0-3-8 0,4-1-3 16,-2-4-2-16,2-1-8 0,-19-2 15 0,44-12-5 0,-17 4-4 16,-5-7-3-16,5-3 11 0,2-8-3 0,1-1 0 15,-4-3-12-15,-5-5 4 0,1 2 11 16,-1-8 4-16,-2 0-15 0,-7-3 6 0,-4 0-2 0,-2-5 9 15,4 4-8-15,-5 0 9 0,-2 2-7 0,-3 6 18 16,0-4-9-16,0 11-11 0,0 4 6 0,-2 8 5 16,1 1 10-16,-2 1-13 0,-4 2-8 0,4 7 0 15,3 7 0-15,-11-15 0 0,11 15 0 0,-11-4 0 16,11 4 0-16,0 0 0 0,0 0 0 0,-41 13 0 16,28-1 0-16,-1-1 0 0,6 4 0 0,-3-3 0 15,3 1 0-15,7 0 0 0,-6 0 0 0,7-5 0 16,0-8 0-16,7 23 0 0,-1-14 0 0,3 0 0 15,4-1 0-15,3-2-24 0,3 1-29 0,1-6-8 16,1 1-4-16,-21-2 7 0,46-3-3 0,-26 1 5 16,7-3 3-16,-8 2 5 0,2 0 3 0,-4 2 8 15,0-3 0-15,-17 4 4 0,32-7 10 0,-32 7-3 0,20 2 2 16,-20-2 1-16,19 6 1 0,-19-6 5 0,16 11-3 16,-8-4 9-16,0 7 2 0,-3-3 12 0,-5 5-8 15,1 4 0-15,4 1 0 0,-10 5 5 0,5 3 10 16,0-2-4-16,-1 1 1 0,-6 9 1 0,1 3 1 15,3-13 6-15,-2 2-11 0,1-1 2 0,0-2 6 16,3 0-2-16,-2-2 2 0,3-9 2 0,4 6-11 16,-2-2 0-16,0-3 8 0,4-1-2 0,3-5-1 15,-4-2-1-15,6 3 1 0,-11-11 5 0,24 8-1 16,-5-9-1-16,-19 1 3 0,36-3-3 0,-11-5-8 16,-1-3 5-16,5 0-2 0,-4-5 5 0,-1-2-16 15,-2-1-10-15,1 1-40 0,-5-3-49 0,-2 1-64 0,-2-1-79 16,3-8-75-16,-14 7-93 0,8-5-135 0,-7-2-408 15,2 3-1036-15,-3 0 458 0</inkml:trace>
          <inkml:trace contextRef="#ctx0" brushRef="#br0" timeOffset="-531.2143">20 230 342 0,'0'0'364'0,"0"0"-7"16,0 0 2-16,-18-19-10 0,18 19-6 0,-4-18-2 16,4 3-9-16,1 1-8 0,-1-2-10 0,5 1-11 0,-3 1-14 15,1-5-7-15,0 1-14 0,-1 2-12 0,1 2-21 16,-2 2-22-16,1 0-16 0,-2 12-15 0,5-14-19 15,-5 14-20-15,1-14-17 0,-1 14-6 0,0 0-15 16,0 0-4-16,0 0-14 0,0 0-8 0,14 54-5 16,-9-23-4-16,3 10-10 0,-2 0-2 0,-2 3-6 15,2 4-9-15,0 0-8 0,2-2-2 0,-2 4-1 16,1-5-4-16,5-1-3 0,-2 0-5 0,2 0 2 16,1-6-2-16,-3 2-3 0,1-10 0 0,3-5 0 15,-3-1-1-15,3-2-8 0,4-2 1 0,-3-8 1 16,0 2-1-16,4-7-2 0,1-4 2 0,1-1 7 15,-21-2 7-15,39-8-12 0,-14-3 7 0,-1-8-3 16,11-9 0-16,-7-4 5 0,-6-1-1 0,5-5-2 0,-6-4-1 16,1-7-3-16,-9-1 0 0,1 2 1 15,-3-1-2-15,0 1 19 0,-5 4 7 0,2 2 14 16,-3 15 9-16,-3-4 15 0,4 6 22 0,-5 9 2 0,3-1 7 16,-4 3 0-16,0 5-73 0,0 9-34 0,0-17 0 15,0 17 0-15,-4-13 0 0,4 13 0 16,0 0 0-16,0 0 0 0,0 0 0 0,-15 39 0 0,13-15 0 15,-4 3 0-15,1 1 0 0,3 3 0 0,1-2 0 16,2 11 0-16,4-3 0 0,3-6 0 0,-2-5 0 16,2 3 0-16,7-4 0 0,0 0 0 0,1-5 0 15,3 0 0-15,-3-8 0 0,9-3 0 0,-1 5 0 16,-4-10 0-16,1-1 0 0,7-7 0 0,-7 1 0 16,1-9 0-16,5-2 0 0,-5-5 0 0,-1-4 0 15,7-9 0-15,-3-3 0 0,-7-3 0 0,4 0 0 16,-3-2 0-16,-5-1 0 0,-1 1 0 0,-1 3 0 15,-4 11 0-15,0 0 0 0,0 0 0 0,0 3 0 0,-3 5 0 16,-4 4 0-16,4 4 0 0,-2-2 0 0,-3 12 0 16,5-12 0-16,-5 12 0 0,0 0 0 0,0 0 0 15,0 0 0-15,8 45 0 0,-7-8 0 0,-1 10 0 16,0 9 0-16,-1 18 0 0,-1-1 0 0,2 5 0 16,0 3 0-16,-4-1 0 0,4 8 0 0,0-3 0 15,0 0 0-15,-4-3 0 0,1-2 0 0,2-2 0 16,1-1 0-16,-2-6 0 0,-1-17 0 0,0 18 0 15,1-20 0-15,-3 0 0 0,5-5 0 0,2 1 0 16,-10-10 0-16,8-8 0 0,-2-2 0 0,4-3 0 16,-4-6 0-16,4-5 0 0,-2-2 0 0,0-4 0 15,0-8 0-15,0 16 0 0,0-16 0 0,0 0 0 0,0 0 0 16,0 0 0-16,0 0 0 0,0 0 0 0,0 0 0 16,16-57 0-16,-10 13 0 0,-6 0 0 0,3-31 0 15,1-2 0-15,-11-5 0 0,4-3 0 0,3 3 0 16,-11-6 0-16,8 3 0 0,-2 4 0 0,5 4 0 15,0 23 0-15,0-1 0 0,5 0 0 0,1 1 0 16,-1-2 0-16,8 2 0 0,-2 7 0 0,4-4 0 16,1 6 0-16,5 3 0 0,1 5 0 0,5 1 0 15,0 3 0-15,-7 9 0 0,1 4 0 0,-4 1 0 16,2 8 0-16,-3 2 0 0,-2 4 0 0,-1 3 0 16,-13 2 0-16,0 0 0 0,33 10 0 0,-24 6 0 15,-1 0 0-15,-1 8 0 0,-1 1 0 0,-5 5 0 0,-2 8 0 16,-5-11-17-16,-2 14-55 0,-5 5-4 15,-1-10 0-15,-4 1-20 0,-5-2-7 0,1 1-15 16,-5-2-17-16,-5-1-14 0,1-5-18 0,-4 2-8 0,-2-9-22 16,14-2-19-16,-3-5-22 0,-2 2-24 0,4-6-15 15,-3 0-35-15,7-2-47 0,6-3-64 0,-2-4-365 16,16-1-853-16,0 0 378 0</inkml:trace>
        </inkml:traceGroup>
        <inkml:traceGroup>
          <inkml:annotationXML>
            <emma:emma xmlns:emma="http://www.w3.org/2003/04/emma" version="1.0">
              <emma:interpretation id="{E67D87CB-BE87-4817-8BFC-59CEB8D868DC}" emma:medium="tactile" emma:mode="ink">
                <msink:context xmlns:msink="http://schemas.microsoft.com/ink/2010/main" type="inkWord" rotatedBoundingBox="20435,2649 24738,2565 24805,5982 20501,6066"/>
              </emma:interpretation>
              <emma:one-of disjunction-type="recognition" id="oneOf1">
                <emma:interpretation id="interp1" emma:lang="" emma:confidence="1">
                  <emma:literal/>
                </emma:interpretation>
              </emma:one-of>
            </emma:emma>
          </inkml:annotationXML>
          <inkml:trace contextRef="#ctx0" brushRef="#br0" timeOffset="2453.3761">4167 292 467 0,'-73'34'558'0,"26"-14"-47"0,4 0-34 0,16-7-36 15,13-3-38-15,4-3-38 0,10-7-34 0,8 12-32 16,-8-12-29-16,43-3-22 0,4-2-34 0,6-9-20 15,18-6-21-15,16-6-34 0,-8-2-66 0,-3 1-64 16,4-2-53-16,1-2-33 0,-4 3-45 0,-3 1-43 16,2 2-67-16,0-1-73 0,-3 3-78 0,-23 4-258 15,6 1-695-15,-2 4 308 0</inkml:trace>
          <inkml:trace contextRef="#ctx0" brushRef="#br0" timeOffset="2089.8711">4402 600 321 0,'-4'14'448'0,"2"1"-16"0,2-4-16 0,-5 4-17 15,5-15-28-15,5 18-18 0,-2-10-19 0,0 4-13 16,-3-12-25-16,10 13-14 0,-2-6-12 0,-8-7-3 16,14 12-7-16,-14-12-9 0,14 8-11 0,-14-8-4 15,11 4-1-15,-11-4-1 0,0 0-1 0,0 0-7 16,32-11 4-16,-20-1-31 0,0-2-14 0,-1 0-12 0,1-14-13 15,2-12-11-15,1-2-20 0,-1-9-10 16,5-16-10-16,-6-3-13 0,-2 0-13 0,0-11-6 16,-5 4-20-16,-3-6-57 0,-1-1 0 0,2-5 0 0,-2 0 0 15,-4 0 0-15,-4 1 0 0,6-1 0 0,-8 0 0 16,0 2 0-16,-3 0 0 0,0 2 0 0,-3 7 0 16,-7-6 0-16,7 7 0 0,-3 6 0 0,7 19 0 15,-4 11 0-15,1 4 0 0,7 10 0 0,-2 3 0 16,0 8 0-16,2 3 0 0,0-4 0 0,4 10 0 15,2 7 0-15,0 0 0 0,0 0 0 0,0 0 0 16,-13 64 0-16,10-17 0 0,0 8 0 0,3 24 0 16,0-1 0-16,0 6 0 0,0 1 0 0,6 2 0 15,1-10 0-15,-2 7 0 0,2 0 0 0,0 2 0 16,2 1 0-16,2-3 0 0,5 1 0 0,-2-3 0 0,2-1 0 16,5-4 0-16,-1-2 0 0,-1-2 0 0,2-3 0 15,-4-22 0-15,12 19 0 0,-9-23 0 0,1-4 0 16,2 5 0-16,1-11 0 0,0-1 0 0,-8-8 0 15,3-1 0-15,1-5 0 0,-6-6 0 0,1 2 0 16,0-3 0-16,0 0 0 0,-3-5 0 0,2 0 0 16,1 0 0-16,-1-1 0 0,-14-6 0 0,27 1 0 15,-27-1 0-15,28-1 0 0,-28 1 0 0,27-13 0 16,-14 5 0-16,-2-4 0 0,6 1 0 0,-7-4 0 0,2-2 0 16,1 2 0-16,-4-9 0 0,1-8 0 15,-1 4 0-15,-4 0 0 0,1-17 0 0,1 1 0 16,-4-1 0-16,-3-5 0 0,0 0 0 0,0-1 0 0,-10 7 0 15,4 0 0-15,-2 14 0 0,-3-6 0 0,0 13 0 16,2 7 0-16,-2 3 0 0,3-2 0 0,-5 6 0 16,-1 2 0-16,14 7 0 0,-22 0 0 0,22 0 0 15,0 0 0-15,-30 7 0 0,22 0 0 0,-2 2 0 16,10-9 0-16,-8 17 0 0,12-1 0 0,-4-16 0 16,11 26 0-16,-4-15 0 0,6 4 0 0,0 0 0 15,1 0-72-15,2-4-64 0,-2 0 10 0,7 5 12 16,-4-6 12-16,-3 0 12 0,2 2 9 0,-2 0 7 15,0-2 7-15,1 3 6 0,-6 0 6 0,4 0 8 16,-1 3 6-16,-4-1 6 0,5 0 2 0,-4 2 12 16,6 6-2-16,-7 1 3 0,7-2 2 0,-7 4 1 0,2-3 5 15,2 1 5-15,-2-1 0 0,3-1-2 0,-4 0 7 16,2 0-1-16,-1-4-2 0,2-3 5 16,-4 2 0-16,5-3 2 0,-1 0 3 0,-4-3 10 0,-1-3-2 15,2-2 7-15,-9-6 8 0,17 12 9 0,-17-12 10 16,19-4 15-16,-19 4-2 0,0 0 11 0,32-9 5 15,-19-1 3-15,-2-4-5 0,3-7-8 0,0 1 5 16,-1-2 5-16,-1-8-12 0,-2-7-7 0,4 0-6 16,-3 0-4-16,-1-2-4 0,-4 12-4 0,2-5 1 15,0 7 9-15,-2 1 2 0,-1 1-16 0,-3 9-35 16,4-3 0-16,-5 4 0 0,-1 13 0 0,0-15 0 16,0 15 0-16,0-12 0 0,0 12 0 0,0 0 0 15,0 0 0-15,0 0 0 0,0 0 0 0,-14 38 0 0,8-13 0 16,4 4 0-16,-1 1 0 0,0 7 0 0,0 2 0 0,0-2 0 0,3-10 0 0,-2 5 0 15,7-5 0-15,-2-1 0 0,0-7 0 0,-1-3 0 16,-1-1 0-16,1 2-22 0,1-7-241 0,-3-10-49 16,6 14-38-16,-6-14-33 0,0 0-43 0,0 0-36 15,0 0-17-15,0 0-437 0,26-42-992 0,-22 17 439 16</inkml:trace>
          <inkml:trace contextRef="#ctx0" brushRef="#br0" timeOffset="2246.1447">5664 58 213 0,'-2'-14'459'0,"0"-2"-28"0,-1 0-25 15,3 5-10-15,0 11-6 0,3-19-19 0,1 11-30 0,-4 8-34 16,1-14-27-16,12 3-35 0,-1 0-19 0,3 3-26 16,0 0-18-16,3-2-20 0,-1 3-20 0,-3 0-26 15,-3 1-42-15,4-1-44 0,-15 7-50 0,23-11-37 16,-15-3-44-16,2 6-33 0,-10 8-48 0,8-15-63 16,-5 7-76-16,-3 8-332 0,0-14-705 0,0 14 313 15</inkml:trace>
          <inkml:trace contextRef="#ctx0" brushRef="#br0" timeOffset="4515.7642">5859 573 292 0,'0'0'349'0,"16"-19"3"0,-9 12 0 0,-3-4 8 16,4 0 1-16,-8 11 6 0,7-18 13 0,-4 9 7 15,-3 9 11-15,6-14 7 0,-6 14 4 0,0 0-9 16,5-13-17-16,-5 13-39 0,0 0-27 0,0 0-34 16,0 0-32-16,-25-1-23 0,25 1-21 0,0 0-24 15,-31 19-19-15,19-9-15 0,-2 2-17 0,-1-1-11 16,3 5-12-16,4 1-4 0,-3 2-20 0,0-3-8 16,4 1-9-16,0 3-5 0,0-3-5 0,1 2-6 0,3-2-52 15,0-2 0-15,1 1 0 0,2-2 0 16,2 0 0-16,-2-14 0 0,6 20 0 0,-3-13 0 15,-3-7 0-15,11 13 0 0,-11-13 0 0,24 7 0 0,-24-7 0 16,28-2 0-16,-28 2 0 0,32-8 0 0,-18-2 0 16,3 2 0-16,-1-4 0 0,-2 3 0 15,2-7 0-15,-5 6 0 0,-1-8 0 0,1 5 0 0,-2 0 0 16,-1 1 0-16,-1 5 0 0,1-7 0 0,-2 4 0 16,-6 10 0-16,5-16 0 0,-5 16 0 0,3-13 0 15,-3 13 0-15,4-10 0 0,-4 10 0 0,0 0 0 16,0 0 0-16,0 0 0 0,0 0 0 0,0 0 0 15,0 0 0-15,0 0 0 0,0 0 0 0,0 0 0 16,0 0 0-16,0 0 0 0,-12 51 0 0,10-39 0 16,-2 3 0-16,4 1 0 0,0 0 0 0,3 1 0 15,-3-4 0-15,3 1 0 0,2-2 0 0,1 0 0 0,-1 1 0 16,1-3 0-16,0-1 0 0,-6-9 0 0,18 8 0 16,-3-6 0-16,-15-2 0 0,0 0 0 15,38-6 0-15,-25 2 0 0,8-5 0 0,-6-1 0 0,4 0 0 16,-3-3 0-16,5-4 0 0,-7 1 0 0,0 7 0 15,0-7 0-15,-1 1 0 0,-4 2 0 0,4 1 0 16,-5-3 0-16,5 0 0 0,-5 4 0 0,-2 3 0 16,-6 8 0-16,13-14 0 0,-13 14 0 0,7-12 0 15,-7 12 0-15,5-7 0 0,-5 7 0 0,0 0 0 16,0 0 0-16,8-9 0 0,-8 9 0 0,0 0 0 16,0 0 0-16,0 0 0 0,10 28 0 0,-4-17 0 15,0 2 0-15,1 1 0 0,0 4 0 0,0-6 0 0,-1 1 0 16,0 2 0-16,2-4 0 0,-1-3 0 15,-3 3 0-15,3-3 0 0,-7-8 0 0,12 13 0 16,-12-13 0-16,15 5 0 0,-15-5 0 0,15 2 0 0,-15-2 0 16,0 0 0-16,41-18 0 0,-26 8 0 0,-1-5 0 15,5-2 0-15,-3-2 0 0,3-4 0 0,-4 1 0 16,0 0 0-16,-1 2 0 0,-1 2 0 0,-4 4 0 16,4-1 0-16,-5 3 0 0,-2-2 0 0,0 5 0 15,-6 9 0-15,8-13 0 0,-8 13 0 0,6-8 0 16,-6 8 0-16,0 0 0 0,0 0 0 0,0 0 0 15,0 0 0-15,0 0 0 0,29 15 0 0,-24-3 0 16,-2-1 0-16,8-1 0 0,-5 3 0 0,-1 1 0 0,6-4 0 16,-3 4 0-16,0-5 0 0,-2 5 0 15,2-10-97-15,-8-4-95 0,19 11-23 0,-6-8-15 0,-13-3-14 16,25 1-19-16,-25-1-3 0,39-12-3 0,-20 5 3 16,3-11 10-16,2 1 6 0,-3 1 19 0,1-7 21 15,-3 2 16-15,1-3 27 0,-5 3 31 0,-6 0 31 16,2 2 39-16,-1 3 54 0,-2-1 37 0,-2-1 43 15,0 3 39-15,2 2 33 0,-8 1 32 0,0 12 22 16,3-19 14-16,-3 19 7 0,3-13-13 0,-3 13-16 16,0 0-13-16,-14-13-1 0,14 13-14 0,0 0 8 15,-27 5 13-15,27-5-1 0,-30 12-5 0,14-3-5 16,-7 8-17-16,4-1-10 0,0 4-13 0,6-3-13 16,-1 4-3-16,0 1-21 0,0 3-44 0,-1-2-47 15,6-1 0-15,3 3 0 0,1-1 0 0,3-1 0 16,-3-6 0-16,9 3 0 0,-1-4 0 0,-3 1 0 0,6-3 0 15,0 1 0-15,1-2 0 0,1-1 0 0,0-5 0 16,-8-7 0-16,22 7 0 0,-8-6 0 0,-14-1 0 16,33-8 0-16,-17 1 0 0,9-5-31 0,-1-1-68 15,-2-2 2-15,-1-6 7 0,-2-5 3 0,-4 2 15 16,0-1 0-16,-1-2 11 0,-2 1 10 0,1 4 15 16,-3-1 22-16,-4 6 28 0,-5-1 24 0,9 6 15 15,-7-2 11-15,-3 14-8 0,0-14-6 0,0 14-7 16,6-11 2-16,-6 11-10 0,0 0-5 0,0 0 0 0,0 0 10 15,-8 65-24-15,1-28 8 0,2 7-1 16,3 3 0-16,-6 6-4 0,4 21 6 0,-3 1-6 16,7 0 5-16,-8 0-9 0,2 6 7 0,6-4-20 0,0-2-2 15,-2 2 0-15,-2 1 0 0,2-1 0 0,1-4 0 16,-4-1 0-16,2-20 0 0,-2 3 0 0,0-5 0 16,4 3 0-16,-6-8 0 0,1 0 0 0,4-6 0 15,-4 0 0-15,3-17 0 0,-3-4 0 0,-5 4 0 16,7-6 0-16,0-2 0 0,4-2 0 0,-7-5 0 15,7-7-15-15,-8 12-49 0,8-12-4 0,0 0-8 16,-20 0-4-16,20 0 5 0,0 0 0 0,-30-30 23 16,17 7-15-16,-1-14 0 0,1-7 5 0,9-8-3 0,-12-25-12 15,2 2 10-15,9-4 5 0,-2 6 7 16,3 17 3-16,8 3 8 0,4 0 4 0,-1 0 3 16,2 2 12-16,9-3 11 0,1-14 4 0,12 0 4 0,-9 22 9 15,8 2 3-15,8-20-3 0,-9 22 9 0,5-2-1 16,-2 1 4-16,1-1 10 0,-3 4 6 0,2-4 12 15,-7 7 4-15,2 7 14 0,-11 4 10 0,1 2 19 16,-3 2 14-16,-2 8 11 0,-1-1 17 0,-5 7 6 16,-3-3 0-16,-3 11 0 0,13-10-66 0,-13 10-72 15,1-7 0-15,-1 7 0 0,0 0 0 0,0 0 0 16,0 0 0-16,0 0 0 0,0 0 0 0,-14 47 0 16,11-33 0-16,-2 3 0 0,-3 1 0 0,2 3 0 15,0 0 0-15,2-4 0 0,1 2 0 0,2 0 0 16,1-5 0-16,4 2 0 0,-2-6 0 0,0 1 0 15,-2-11 0-15,6 19 0 0,0-12 0 0,-6-7 0 0,19 10 0 16,-19-10 0-16,22 0 0 0,-22 0 0 0,32-10 0 16,-13 2 0-16,1-5 0 0,1-4 0 0,0 2 0 15,-1 1 0-15,-3-8 0 0,-4 7 0 0,3-7 0 16,1 0 0-16,-1 5 0 0,-6 1 0 0,2 0-32 16,-4 4 7-16,-2-2 42 0,-1 2 19 0,-2 3-32 15,-3 9-4-15,7-17 0 0,-7 17 0 0,6-9 0 16,-6 9 0-16,2-12 0 0,-2 12 0 0,0 0 0 15,0 0 0-15,0 0 0 0,0 0 0 0,0 0 0 16,0 0 0-16,0 0 0 0,0 0 0 0,0 0 0 16,0 0 0-16,12 40 0 0,-5-26 0 0,0 2 0 15,1-1 0-15,2 1 0 0,-2 0 0 0,3-3 0 0,3 7 0 16,-1-7 0-16,1 0 0 0,0 0 0 0,0-5 0 16,5-3 0-16,-9-2 0 0,-10-3 0 15,38 0 0-15,-38 0 0 0,33-15 0 0,-13-2 0 0,1-6 0 16,6-10 0-16,-5-6 0 0,0-1 0 0,-3-11 0 15,-5-2 0-15,-3-28 0 0,-3-1 0 0,-6-2 0 16,-1-40 0-16,-4 35 0 0,-8 1 0 0,-3-2 0 16,0 3 0-16,-4 1 0 0,-5-3 0 0,5 6 0 15,-2 7 0-15,1 6 0 0,5 15 0 0,1 11 0 16,3 0 0-16,1 15 0 0,-1-2 0 0,6 6 0 16,-1 10 0-16,-1-1 0 0,4 6 0 0,2 10 0 15,-5-18 0-15,5 18 0 0,-3-8 0 0,3 8 0 16,0 0 0-16,0 0 0 0,0 0 0 0,8 63 0 15,-2-16 0-15,2 6 0 0,2 17 0 0,-2 6 0 16,4 2 0-16,-1-4 0 0,5 9 0 0,-2-1 0 16,-4 6 0-16,7 1 0 0,-2-1 0 0,-1-5 0 0,-5 0 0 15,4-3 0-15,-4-4 0 0,4-6 0 0,-5-15 0 16,1-3 0-16,-4-3 0 0,5-8 0 0,-2 2 0 16,-5-13 0-16,1-3-33 0,0-2-281 0,2-10-38 15,0-1-31-15,2-1-21 0,-2-3-26 0,2-4-42 16,-8-6-63-16,27 1-343 0,-27-1-952 0,40-18 422 15</inkml:trace>
        </inkml:traceGroup>
        <inkml:traceGroup>
          <inkml:annotationXML>
            <emma:emma xmlns:emma="http://www.w3.org/2003/04/emma" version="1.0">
              <emma:interpretation id="{443D0E1D-7BA0-40CC-B07D-3F16930C9C93}" emma:medium="tactile" emma:mode="ink">
                <msink:context xmlns:msink="http://schemas.microsoft.com/ink/2010/main" type="inkWord" rotatedBoundingBox="24905,4054 26926,4014 26940,4737 24919,4776"/>
              </emma:interpretation>
              <emma:one-of disjunction-type="recognition" id="oneOf2">
                <emma:interpretation id="interp2" emma:lang="" emma:confidence="0.5">
                  <emma:literal>are</emma:literal>
                </emma:interpretation>
                <emma:interpretation id="interp3" emma:lang="" emma:confidence="0">
                  <emma:literal>air</emma:literal>
                </emma:interpretation>
                <emma:interpretation id="interp4" emma:lang="" emma:confidence="0">
                  <emma:literal>art</emma:literal>
                </emma:interpretation>
                <emma:interpretation id="interp5" emma:lang="" emma:confidence="0">
                  <emma:literal>arm</emma:literal>
                </emma:interpretation>
                <emma:interpretation id="interp6" emma:lang="" emma:confidence="0">
                  <emma:literal>ar</emma:literal>
                </emma:interpretation>
              </emma:one-of>
            </emma:emma>
          </inkml:annotationXML>
          <inkml:trace contextRef="#ctx0" brushRef="#br0" timeOffset="5390.6809">8722 230 87 0,'6'-15'425'0,"2"-3"-10"0,-2-1 11 16,-1 5 31-16,-2 3 23 0,-3 11 20 0,0-20-11 15,0 11-30-15,0 9-26 0,-8-18-29 0,2 9-15 0,6 9-16 16,-21-15-15-16,7 11-17 0,-2 0-14 0,16 4-11 15,-34 4-24-15,15 0-22 0,0 3-14 0,-8 4-19 16,1 2-23-16,3 5-10 0,1 4-165 0,1-1-39 16,1 14 0-16,-1-1 0 0,7-8 0 0,-2 9 0 15,10-6 0-15,-5 8 0 0,3-11 0 16,8 4 0-16,0 2 0 0,0-2 0 0,4-3 0 0,4-1 0 16,2-3 0-16,1-2 0 0,-3-3 0 0,4-3 0 15,-1-1 0-15,2-2 0 0,-5-3 0 0,6-4 0 16,7-1 0-16,-2-4 0 0,-19 0 0 0,41-9 0 15,-17-1 0-15,-2-3 0 0,0-1 0 0,3-3 0 16,-4-5 0-16,-1 0 0 0,-4-2 0 0,3 0 0 16,-5-3 0-16,-3 3 0 0,0-1 0 0,-3-3 0 15,0 2 0-15,-2 2 0 0,-4 6 0 0,1 2 0 16,-1-1 0-16,-1 8 0 0,-1 9 0 0,0-19 0 16,0 19 0-16,0-12 0 0,0 12 0 0,0 0 0 0,0 0 0 15,-11-7 0-15,11 7 0 0,0 0 0 0,-20 26 0 16,9-11 0-16,-5 11 0 0,3 0 0 0,-1 3 0 15,6 6 0-15,2-6 0 0,4 10 0 0,2-1 0 16,3-8 0-16,2-2 0 0,1-1 0 0,4-1 0 16,2-2 0-16,1-8 0 0,5 3 0 0,2-4 0 15,-3-5 0-15,1-3 0 0,1-1 0 0,-2-6 0 16,10-5 0-16,2 3 0 0,-4-6 0 0,0-7 0 16,2 0 0-16,-5 0 0 0,2-7 0 0,-2 2 0 15,2-3 0-15,4-4 0 0,-11 1 0 0,-1 2 0 16,0-4 0-16,-2 2 0 0,5-11 0 0,-3-1 0 15,-2 4 0-15,0-2 0 0,-4-4 0 0,-2 11 0 0,0-2 0 16,-7 3 0-16,1 1 0 0,1 2 0 0,0 10 0 16,-4-4 0-16,-1 4 0 0,-1 4 0 15,-2 0 0-15,5 11 0 0,-12-13 0 0,4 8 0 0,8 5 0 16,-32 0 0-16,32 0 0 0,-30 8 0 0,11-1 0 16,5 0 0-16,0 5 0 0,3-2 0 0,4-2 0 15,-2 4 0-15,7 1 0 0,2-13 0 0,0 20 0 16,8-13 0-16,-8-7 0 0,21 18 0 0,-4-11 0 15,0 0 0-15,10-2 0 0,0-3 0 0,2-1 0 16,-3 2 0-16,6-6 0 0,-5 2 0 0,-5 1 0 16,-3-2 0-16,-19 2 0 0,38 0 0 0,-38 0 0 15,32 2 0-15,-21-1 0 0,-11-1 0 0,23 4 0 0,-23-4 0 16,18 12 0-16,-10-3 0 0,-2 7 0 16,5 0 0-16,-8 3 0 0,8 5 0 0,-9 4 0 15,-2-1 0-15,1 11 0 0,-2-6 0 0,1 6 0 0,0-10 0 16,0 3 0-16,-2-1 0 0,2-1 0 0,-5-3 0 15,5 3 0-15,0-5 0 0,5-5 0 0,-3-3 0 16,4 1 0-16,0-3 0 0,1-3 0 0,1-2 0 16,3 3 0-16,6-5 0 0,0-2 0 0,4-5 0 15,7 0 0-15,6-7 0 0,7-5 0 0,9-2 0 16,1-5 0-16,23-7 0 0,-22 1 0 0,4 2 0 16,-3 1 0-16,0-1 0 0,-6-2 0 0,-3 3 0 15,-3-6 0-15,-4 7 0 0,-4-2 0 0,-13 6 0 16,-4-6 0-16,-2 2 0 0,1 2-496 0,-7-4-787 15,-5-2-1389-15,0 1 615 0</inkml:trace>
        </inkml:traceGroup>
      </inkml:traceGroup>
    </inkml:traceGroup>
  </inkml:traceGroup>
</inkml:ink>
</file>

<file path=ppt/ink/ink4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5T05:07:07.803"/>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A330C609-02AA-44DB-B9F8-6420777224ED}" emma:medium="tactile" emma:mode="ink">
          <msink:context xmlns:msink="http://schemas.microsoft.com/ink/2010/main" type="writingRegion" rotatedBoundingBox="1976,10240 5019,10219 5026,11327 1984,11348"/>
        </emma:interpretation>
      </emma:emma>
    </inkml:annotationXML>
    <inkml:traceGroup>
      <inkml:annotationXML>
        <emma:emma xmlns:emma="http://www.w3.org/2003/04/emma" version="1.0">
          <emma:interpretation id="{0C2C988E-7DBA-4FE7-B849-DAAB19B33392}" emma:medium="tactile" emma:mode="ink">
            <msink:context xmlns:msink="http://schemas.microsoft.com/ink/2010/main" type="paragraph" rotatedBoundingBox="1976,10240 5019,10219 5026,11327 1984,11348" alignmentLevel="1"/>
          </emma:interpretation>
        </emma:emma>
      </inkml:annotationXML>
      <inkml:traceGroup>
        <inkml:annotationXML>
          <emma:emma xmlns:emma="http://www.w3.org/2003/04/emma" version="1.0">
            <emma:interpretation id="{9F8110C7-700F-41D6-BF92-C82FB79C60F8}" emma:medium="tactile" emma:mode="ink">
              <msink:context xmlns:msink="http://schemas.microsoft.com/ink/2010/main" type="line" rotatedBoundingBox="1976,10240 5019,10219 5026,11327 1984,11348"/>
            </emma:interpretation>
          </emma:emma>
        </inkml:annotationXML>
        <inkml:traceGroup>
          <inkml:annotationXML>
            <emma:emma xmlns:emma="http://www.w3.org/2003/04/emma" version="1.0">
              <emma:interpretation id="{0D49E5CD-0446-4510-97F7-0812A0700E97}" emma:medium="tactile" emma:mode="ink">
                <msink:context xmlns:msink="http://schemas.microsoft.com/ink/2010/main" type="inkWord" rotatedBoundingBox="1976,10240 5019,10219 5026,11327 1984,11348"/>
              </emma:interpretation>
              <emma:one-of disjunction-type="recognition" id="oneOf0">
                <emma:interpretation id="interp0" emma:lang="" emma:confidence="0.5">
                  <emma:literal>At</emma:literal>
                </emma:interpretation>
                <emma:interpretation id="interp1" emma:lang="" emma:confidence="0.5">
                  <emma:literal>* =</emma:literal>
                </emma:interpretation>
                <emma:interpretation id="interp2" emma:lang="" emma:confidence="0">
                  <emma:literal>AF</emma:literal>
                </emma:interpretation>
                <emma:interpretation id="interp3" emma:lang="" emma:confidence="0">
                  <emma:literal>A=</emma:literal>
                </emma:interpretation>
                <emma:interpretation id="interp4" emma:lang="" emma:confidence="0">
                  <emma:literal>I =</emma:literal>
                </emma:interpretation>
              </emma:one-of>
            </emma:emma>
          </inkml:annotationXML>
          <inkml:trace contextRef="#ctx0" brushRef="#br0">190 379 151 0,'-45'1'417'0,"-2"2"-32"0,17 0-24 0,1-1-27 16,10-2-17-16,19 0-20 0,-22 0-3 0,22 0 11 15,0 0 8-15,0 0 4 0,0 0-10 16,0 0-10-16,56-16-20 0,-15 8-23 0,5-5-15 0,7 5-16 16,6-8-18-16,21-1-18 0,6-1-18 0,-1-1-17 15,2 0-12-15,-5-6-14 0,3 2-16 0,4 6-19 16,-4-2-27-16,1 5-47 0,2-6-64 0,-1 6-72 15,5-9-78-15,-2 8-90 0,-10-3-111 0,1-1-486 16,-8-3-957-16,3-3 424 0</inkml:trace>
          <inkml:trace contextRef="#ctx0" brushRef="#br0" timeOffset="-171.8828">800-515 5597 0,'7'-18'378'0,"-7"18"-254"0,0 0-60 16,0-12-21-16,0 12-20 0,0 0 13 0,0 0 32 15,0 0 26-15,-22 35 9 0,16-14 0 0,-2 9 13 16,-1-4-9-16,-1 3 3 0,2 13 4 0,0-1 11 0,2 4 7 15,-2-3-8-15,2 6 3 0,-4-5-13 0,-1 1-8 16,2 3-6-16,-2-3-10 0,1 1-7 0,-2 2-7 16,2-3-42-16,-3-2-34 0,-5 3 0 0,2-6 0 15,3-12 0-15,5 2 0 0,-6-7 0 0,6-1 0 16,-3-2 0-16,6-7 0 0,-1 1 0 0,0-4 0 16,1 1 0-16,5-10 0 0,-3 12 0 0,3-12 0 15,0 0 0-15,0 0 0 0,0 0 0 0,0 0 0 16,0 0 0-16,-5-48 0 0,5 21 0 0,2-16 0 15,2-6 0-15,-2 1 0 0,4-1 0 0,5-5 0 0,-3 0 0 16,5 3 0-16,1-1 0 0,3 6 0 16,2 1 0-16,-1 5 0 0,1 3 0 0,-10 9 0 15,9 2 0-15,-7 3 0 0,1 1 0 0,-1 10 0 0,-3-3 0 16,0 7 0-16,0-3 0 0,-8 11 0 0,16-10 0 16,-5 6 0-16,-11 4 0 0,27 0 0 0,-27 0 0 15,30 18 0-15,-8-1 0 0,-2 7 0 0,7 6 0 16,0 5 0-16,-3 0 0 0,1 4 0 0,-1 4 0 15,-2-3 0-15,-1 3 0 0,4 6 0 0,-3-2 0 16,-1 5 0-16,1-1 0 0,-7-2 0 0,6-3 0 0,-7 2 0 16,-1-8 0-16,-5 0 0 0,-2-9 0 0,-4-4 0 15,1-8 0-15,-3-2 0 0,-5 4 0 0,0-1 0 16,-6-3 0-16,-1-1-124 0,-7-7-383 0,-3 3-54 16,-7-12-61-16,-15-3-442 0,-2 0-1150 0,-3-5 508 15</inkml:trace>
          <inkml:trace contextRef="#ctx0" brushRef="#br0" timeOffset="351.6683">2227 206 262 0,'-56'23'494'32,"7"0"-48"-32,13-2-30 0,9-7-21 0,10-2-5 0,6-1-9 0,3-4-29 0,8 1-31 15,0-8-23-15,14 14-29 0,15-7-24 0,13-3-27 16,13-4-20-16,23-3-23 0,6-4-19 0,6-1-13 16,-3 1-48-16,-4-4-100 0,1 3-124 0,-5-6-144 15,-23 6-194-15,26-2-263 0,-24-2-792 0,-1 5 351 16</inkml:trace>
          <inkml:trace contextRef="#ctx0" brushRef="#br0" timeOffset="185.1464">2182-71 31 0,'-12'11'514'0,"1"0"-54"0,3-6-27 0,8-5-2 0,-6 16 12 16,6-16 9-16,0 0 10 0,0 0 15 0,34 9-5 15,-1-6-19-15,16-6-25 0,8-5-40 0,0 1-41 0,25-3-34 16,-23 4-29-16,22-7-37 0,-23 5-76 16,18-3-59-16,-18 2-100 0,-9 3-102 0,0 2-127 15,-6-3-82-15,-8 0-116 0,-7 2-140 0,-7-1-338 0,-7 1-966 16,-5 2 427-16</inkml:trace>
        </inkml:traceGroup>
      </inkml:traceGroup>
    </inkml:traceGroup>
  </inkml:traceGroup>
</inkml:ink>
</file>

<file path=ppt/ink/ink4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5T05:07:09.163"/>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2C89F1C5-5CA6-484E-AB12-2C1F50853362}" emma:medium="tactile" emma:mode="ink">
          <msink:context xmlns:msink="http://schemas.microsoft.com/ink/2010/main" type="inkDrawing" rotatedBoundingBox="6811,10298 7242,15873 6064,15965 5633,10389" semanticType="callout" shapeName="Other">
            <msink:sourceLink direction="to" ref="{1EF27B6E-7CC1-497C-8EC4-27FF251184AB}"/>
            <msink:sourceLink direction="to" ref="{C3E7B05A-2E7C-43DE-B627-2CB1E8C51C47}"/>
          </msink:context>
        </emma:interpretation>
      </emma:emma>
    </inkml:annotationXML>
    <inkml:trace contextRef="#ctx0" brushRef="#br0">88 239 4161 0,'-8'-18'178'16,"-1"1"-87"-16,-2 1-50 0,5-2 13 0,-2 1 54 15,1 3 43-15,4-1 16 0,-2-2 9 0,-1 2 4 0,5 3 14 16,-4-3 4-16,2 7-5 0,3 8 9 16,-5-21 12-16,5 21-8 0,-3-16-2 0,3 16-17 0,-3-10-8 15,3 10-13-15,0 0-12 0,-7-11-17 0,7 11-20 16,0 0-4-16,0 0-8 0,0 0-6 15,0 0-13-15,0 0 5 0,-1 37-52 0,5-12-39 0,3 15 0 16,-4-2 0-16,5 6 0 0,-3 3 0 0,-2 6 0 16,6 23 0-16,1 0 0 0,-4 2 0 0,0 6 0 15,2 1 0-15,-1 4 0 0,5 37 0 0,-7-33 0 16,1 32 0-16,1-36 0 0,4 58 0 0,-2-60 0 16,-3 49 0-16,4 1 0 0,-1-1 0 0,9-2 0 15,-13 2 0-15,4-6 0 0,2-5 0 0,-6-35 0 16,11 39 0-16,-12-40 0 0,9 37 0 0,-7-38 0 0,1 2 0 15,2 38 0-15,-4-46 0 0,-2 7 0 16,2-1 0-16,-4-3 0 0,4 0 0 0,-3-3 0 0,2 4 0 16,0-3 0-16,-4-4 0 0,0 1 0 0,3-1 0 15,-2-5 0-15,-7-1 0 0,6-1 0 0,0-14 0 16,-2 13 0-16,-2 2 0 0,4-20 0 0,4 1 0 16,-8 2 0-16,2-1 0 0,-3-2 0 0,5-2 0 15,-1 4 0-15,-6-7 0 0,1 4 0 0,5-6 0 0,-1-3 0 16,-3 5 0-16,4-11 0 0,-4 8 0 15,3-7 0-15,-2 1 0 0,4-10 0 0,-2 0 0 16,2 3 0-16,-2-7 0 0,2 0 0 0,-4-6 0 0,4-2 0 16,0 1 0-16,-2-1 0 0,2-1 0 0,-5-6 0 15,5-10 0-15,-1 19 0 0,1-19 0 0,-3 18 0 16,3-18 0-16,3 12 0 0,-3-12 0 0,0 12 0 16,0-12 0-16,0 0 0 0,0 0 0 0,0 0 0 15,0 15 0-15,0-15 0 0,0 0 0 0,0 0 0 16,0 0 0-16,0 0 0 0,0 0 0 0,0 0 0 15,0 0 0-15,0 0 0 0,0 0 0 0,0 0 0 0,0 0 0 16,0 12 0-16,0-12 0 0,0 0 0 0,0 0 0 16,0 0 0-16,25 1 0 0,-25-1 0 0,25 3 0 15,-6 0 0-15,2-2 0 0,6 3 0 0,4 3 0 16,12-6 0-16,-10-1 0 0,24 0 0 0,-6-5 0 16,9 2 0-16,-2-8 0 0,26-1 0 0,4-3 0 15,-1-7-50-15,-3 3-486 0,2-3-27 0,-4 4-42 16,-3-4-469-16,-3-8-1162 0,-21 7 515 0</inkml:trace>
  </inkml:traceGroup>
</inkml:ink>
</file>

<file path=ppt/ink/ink4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5T05:07:09.538"/>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C92F3420-9119-460C-B03D-0A03EFAFADD8}" emma:medium="tactile" emma:mode="ink">
          <msink:context xmlns:msink="http://schemas.microsoft.com/ink/2010/main" type="writingRegion" rotatedBoundingBox="5855,10614 6589,10614 6589,10768 5855,10768"/>
        </emma:interpretation>
      </emma:emma>
    </inkml:annotationXML>
    <inkml:traceGroup>
      <inkml:annotationXML>
        <emma:emma xmlns:emma="http://www.w3.org/2003/04/emma" version="1.0">
          <emma:interpretation id="{8BB2FBA0-17A0-44BE-AB90-06BCB11876F0}" emma:medium="tactile" emma:mode="ink">
            <msink:context xmlns:msink="http://schemas.microsoft.com/ink/2010/main" type="paragraph" rotatedBoundingBox="5855,10614 6589,10614 6589,10768 5855,10768" alignmentLevel="1"/>
          </emma:interpretation>
        </emma:emma>
      </inkml:annotationXML>
      <inkml:traceGroup>
        <inkml:annotationXML>
          <emma:emma xmlns:emma="http://www.w3.org/2003/04/emma" version="1.0">
            <emma:interpretation id="{EAB62BE5-C048-4DCD-9606-1B603994D1D4}" emma:medium="tactile" emma:mode="ink">
              <msink:context xmlns:msink="http://schemas.microsoft.com/ink/2010/main" type="line" rotatedBoundingBox="5855,10614 6589,10614 6589,10768 5855,10768"/>
            </emma:interpretation>
          </emma:emma>
        </inkml:annotationXML>
        <inkml:traceGroup>
          <inkml:annotationXML>
            <emma:emma xmlns:emma="http://www.w3.org/2003/04/emma" version="1.0">
              <emma:interpretation id="{1EF27B6E-7CC1-497C-8EC4-27FF251184AB}" emma:medium="tactile" emma:mode="ink">
                <msink:context xmlns:msink="http://schemas.microsoft.com/ink/2010/main" type="inkWord" rotatedBoundingBox="5855,10756 6586,10602 6590,10619 5858,10773">
                  <msink:destinationLink direction="to" ref="{2C89F1C5-5CA6-484E-AB12-2C1F50853362}"/>
                  <msink:destinationLink direction="with" ref="{02A50B3D-F8DB-4327-9982-4B1123995F66}"/>
                  <msink:destinationLink direction="with" ref="{EF34A0F1-8BD5-41B2-9E53-0E53F28A20C6}"/>
                </msink:context>
              </emma:interpretation>
              <emma:one-of disjunction-type="recognition" id="oneOf0">
                <emma:interpretation id="interp0" emma:lang="" emma:confidence="0.5">
                  <emma:literal>.</emma:literal>
                </emma:interpretation>
                <emma:interpretation id="interp1" emma:lang="" emma:confidence="0">
                  <emma:literal>,</emma:literal>
                </emma:interpretation>
                <emma:interpretation id="interp2" emma:lang="" emma:confidence="0">
                  <emma:literal>|</emma:literal>
                </emma:interpretation>
                <emma:interpretation id="interp3" emma:lang="" emma:confidence="0">
                  <emma:literal>I</emma:literal>
                </emma:interpretation>
                <emma:interpretation id="interp4" emma:lang="" emma:confidence="0">
                  <emma:literal>l</emma:literal>
                </emma:interpretation>
              </emma:one-of>
            </emma:emma>
          </inkml:annotationXML>
          <inkml:trace contextRef="#ctx0" brushRef="#br0">-824-2314 495 0,'0'0'549'15,"10"9"-60"-15,-10-9-43 0,0 0-18 0,22 2-9 16,-22-2-14-16,33-7-21 0,-4 0-32 0,4-1-35 16,11-3-32-16,5 0-30 0,0-3-27 0,-5 4-21 15,4 0-28-15,1 0-42 0,0 2-85 0,1-4-116 16,-1 1-119-16,-3 9-184 0,-2-10-469 0,1 1-905 15,-4 1 401-15</inkml:trace>
        </inkml:traceGroup>
      </inkml:traceGroup>
    </inkml:traceGroup>
  </inkml:traceGroup>
</inkml:ink>
</file>

<file path=ppt/ink/ink4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5T05:07:17.263"/>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F805617A-2ADF-4354-97F3-A10D15FD8B35}" emma:medium="tactile" emma:mode="ink">
          <msink:context xmlns:msink="http://schemas.microsoft.com/ink/2010/main" type="writingRegion" rotatedBoundingBox="7115,14563 9843,14563 9843,15502 7115,15502"/>
        </emma:interpretation>
      </emma:emma>
    </inkml:annotationXML>
    <inkml:traceGroup>
      <inkml:annotationXML>
        <emma:emma xmlns:emma="http://www.w3.org/2003/04/emma" version="1.0">
          <emma:interpretation id="{47F24D13-3042-4B45-BD54-0010C552351B}" emma:medium="tactile" emma:mode="ink">
            <msink:context xmlns:msink="http://schemas.microsoft.com/ink/2010/main" type="paragraph" rotatedBoundingBox="7115,14563 9843,14563 9843,15502 7115,15502" alignmentLevel="1"/>
          </emma:interpretation>
        </emma:emma>
      </inkml:annotationXML>
      <inkml:traceGroup>
        <inkml:annotationXML>
          <emma:emma xmlns:emma="http://www.w3.org/2003/04/emma" version="1.0">
            <emma:interpretation id="{5A659DFF-5AC1-4B3A-811C-FD4E05D3E8C2}" emma:medium="tactile" emma:mode="ink">
              <msink:context xmlns:msink="http://schemas.microsoft.com/ink/2010/main" type="line" rotatedBoundingBox="7115,14563 9843,14563 9843,15502 7115,15502"/>
            </emma:interpretation>
          </emma:emma>
        </inkml:annotationXML>
        <inkml:traceGroup>
          <inkml:annotationXML>
            <emma:emma xmlns:emma="http://www.w3.org/2003/04/emma" version="1.0">
              <emma:interpretation id="{C3E7B05A-2E7C-43DE-B627-2CB1E8C51C47}" emma:medium="tactile" emma:mode="ink">
                <msink:context xmlns:msink="http://schemas.microsoft.com/ink/2010/main" type="inkWord" rotatedBoundingBox="7115,14563 9843,14563 9843,15502 7115,15502">
                  <msink:destinationLink direction="to" ref="{2C89F1C5-5CA6-484E-AB12-2C1F50853362}"/>
                  <msink:destinationLink direction="with" ref="{02A50B3D-F8DB-4327-9982-4B1123995F66}"/>
                  <msink:destinationLink direction="with" ref="{0CAD4FE3-AEF2-4EA7-9FB1-B773CE4978E0}"/>
                </msink:context>
              </emma:interpretation>
              <emma:one-of disjunction-type="recognition" id="oneOf0">
                <emma:interpretation id="interp0" emma:lang="" emma:confidence="0.5">
                  <emma:literal>:</emma:literal>
                </emma:interpretation>
                <emma:interpretation id="interp1" emma:lang="" emma:confidence="0">
                  <emma:literal>e</emma:literal>
                </emma:interpretation>
                <emma:interpretation id="interp2" emma:lang="" emma:confidence="0">
                  <emma:literal>i</emma:literal>
                </emma:interpretation>
                <emma:interpretation id="interp3" emma:lang="" emma:confidence="0">
                  <emma:literal>°</emma:literal>
                </emma:interpretation>
                <emma:interpretation id="interp4" emma:lang="" emma:confidence="0">
                  <emma:literal>.</emma:literal>
                </emma:interpretation>
              </emma:one-of>
            </emma:emma>
          </inkml:annotationXML>
          <inkml:trace contextRef="#ctx0" brushRef="#br0">289 163 143 0,'0'0'433'0,"-9"-8"-6"0,9 8-9 0,0 0-23 16,0 0-13-16,-18-4-24 0,18 4-23 0,0 0-20 15,0 0-15-15,-30 16-13 0,21-8-15 0,-5 1-13 16,2 3-8-16,-2 1-11 0,-2 8-7 0,1-3-15 16,-1 4-22-16,0-3-19 0,3 6-16 0,2-3-12 15,3 2-11-15,2 4-11 16,6 0-7-16,-5-1-10 0,12 0-7 0,1 2-12 0,0-2-14 0,4 7-5 0,7-6-6 16,-3-2-1-16,11 4-5 0,1-2-10 0,-4-11-3 15,1 0 0-15,2-1-6 0,3-7 2 0,-1-2 1 16,-1-5 3-16,-1-2 7 0,0-5 11 0,1-1-7 15,-3-9 4-15,2-1 2 0,-6-4-3 0,9-11-13 16,-10 9 7-16,1-12 5 0,-5 1 5 0,3-4-1 16,-7 1-4-16,-4-5 2 0,-6 1-14 0,-4 0 1 15,-4-2-30-15,-2 5-19 0,-6-1 0 0,-2 0 0 16,-4 6 0-16,-9 3-79 0,-6 3-61 0,-4 3-65 16,-7 5-61-16,-3 2-81 0,-27-3-92 0,-3 6-111 15,-9 2-478-15,5 0-1113 0,25 0 493 0</inkml:trace>
          <inkml:trace contextRef="#ctx0" brushRef="#br0" timeOffset="-487.1224">2214-44 4 0,'-8'-10'398'15,"2"0"-6"-15,0-4-8 0,4 4-14 0,-3-5-25 16,5 15-7-16,0-22-8 0,0 22-21 0,8-19-30 16,2 8-27-16,1 3-16 0,6-3-25 0,7 0-18 15,-4 6-19-15,9 2-14 0,-7-2-15 0,6 4-6 16,1 1-15-16,4 1-13 0,-8 5-9 0,-1 1-10 16,-3 1-6-16,-6-1-9 0,0 1-7 0,-1 5-5 15,-2 0-4-15,-4 0-7 0,-3 0-4 0,-3 1-6 0,-2 4 1 16,-5 0-9-16,-5 5-2 0,-2-1-7 0,-4 1-3 15,-3-5 4-15,3 2-9 0,-4 0-2 16,-1-3-1-16,1-3-3 0,4 0 0 0,0-2 0 0,-1 0 2 16,1-2-6-16,2-3-2 0,1 2-3 0,3-3 4 15,10-6-2-15,-15 10 3 0,15-10-3 0,-11 4-1 16,11-4-2-16,0 0 0 0,0 0 7 0,0 0-5 16,0 0-4-16,0 0 0 0,0 0 2 0,0 0-3 15,42-23 10-15,-28 16-7 0,1 4 0 0,2-3 3 16,-17 6 8-16,38-5-5 0,-16 3 24 0,5 2 4 15,0 2 8-15,3 3 14 0,-2 4-3 0,1-2-5 16,-4 5-3-16,2 2-2 0,-3 3 1 0,-4 0-4 0,-4-2 6 16,1 8-9-16,-9-7-1 0,2 1-3 0,-10 5-6 15,0 1 1-15,-7-5-2 0,-7 4-8 16,-6 3-4-16,-15 0-16 0,-5 2-32 0,-5-4-54 0,-12-1-62 16,-22-4-62-16,-4 0-59 0,-2-6-52 0,-7-3-31 15,-4-2-41-15,9-7-45 0,-9 0-320 16,4 0-819-16,0-2 363 0</inkml:trace>
        </inkml:traceGroup>
      </inkml:traceGroup>
    </inkml:traceGroup>
  </inkml:traceGroup>
</inkml:ink>
</file>

<file path=ppt/ink/ink4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5T05:06:07.119"/>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BCA9E102-149C-4801-A0A8-0722C213D36B}" emma:medium="tactile" emma:mode="ink">
          <msink:context xmlns:msink="http://schemas.microsoft.com/ink/2010/main" type="inkDrawing" rotatedBoundingBox="7271,6258 7398,6850 6956,6945 6828,6354" semanticType="enclosure" shapeName="Other"/>
        </emma:interpretation>
      </emma:emma>
    </inkml:annotationXML>
    <inkml:trace contextRef="#ctx0" brushRef="#br0">946 4479 299 0,'0'0'314'15,"0"0"-7"-15,0 0-10 0,0 0-8 0,-26-3-26 16,26 3-18-16,0 0-14 0,-15 9-1 0,15-9 0 16,-21 17-4-16,13-3 0 0,-5 5 1 0,6-3-4 15,-1 10-12-15,-2-1-4 0,1 1-11 0,7 2-11 16,-3 2-9-16,2-4-6 0,-3 2-12 0,6 0-9 16,0-2-13-16,1-1-15 0,6 1-11 0,-1-2-7 15,2 1-10-15,-2-8-5 0,2 6-7 0,0-5-4 16,5-3-4-16,-1 0-6 0,1-2-2 0,1-1-1 15,0 0-5-15,4-3 7 0,2 1 9 0,-1-6-4 16,-3 1-3-16,3-3 0 0,2-2 3 0,-21 0 8 16,39-2-1-16,-15-4-4 0,-7 2 6 0,2-5-1 0,-3 0 0 15,0-2-1-15,0 0-2 0,-1-4-3 0,0-5-4 16,-1-1-7-16,-1-2-2 0,-6-1-8 0,-3-6-2 16,0-1-9-16,1-9-1 0,-8-1-8 0,0 10 0 15,-4-9-7-15,1 12 11 0,-7-9-12 0,6 11-5 16,-8 1-8-16,6 4 14 0,-9-2-16 0,6 11-8 15,-4-2-13-15,-4-3-8 0,4 7-9 0,-5 3-11 16,-6-1-23-16,2 5-26 0,-5-1-14 0,8 7-17 16,-5 0-32-16,3 4-27 0,-3 0-40 0,12-1-35 15,-6 1-24-15,7 3-35 0,-5-4-41 0,5 7-47 16,6-6-79-16,-5-1-320 0,13-6-864 0,-5 16 382 16</inkml:trace>
  </inkml:traceGroup>
</inkml:ink>
</file>

<file path=ppt/ink/ink4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5T05:07:18.028"/>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26996E5B-15EA-4C99-A1FD-F68C18FAE16A}" emma:medium="tactile" emma:mode="ink">
          <msink:context xmlns:msink="http://schemas.microsoft.com/ink/2010/main" type="inkDrawing" rotatedBoundingBox="9204,10729 9638,11195 9246,11561 8811,11095" semanticType="enclosure" shapeName="Other"/>
        </emma:interpretation>
      </emma:emma>
    </inkml:annotationXML>
    <inkml:trace contextRef="#ctx0" brushRef="#br0">1961-3824 213 0,'0'0'365'0,"0"0"-10"15,0 0-3-15,0 0-3 0,0 0-1 0,0 0-13 16,-9 31-9-16,4-16-9 0,-3-1 1 0,2 4-18 15,-1 0-4-15,4 1-12 0,-3 0-8 0,-2 2-21 16,2 3-15-16,1-6-12 0,2 3-14 0,0 2-22 16,1 5-9-16,7-4-8 0,-4 0-21 0,6-8-7 15,1 14-17-15,4-8-12 0,-2 3-8 0,12-2-10 16,-5-3-16-16,5-4-1 0,-1 2-3 0,3-5-11 0,-2 0 5 16,-2-6 0-16,7-2 1 0,0-3-6 0,2-4-1 15,-6-1 3-15,4-6-6 0,2-3 0 0,-4-2 0 16,-1-3-7-16,-2 0-5 0,-2-3 10 0,-1-6 2 15,-5-3-5-15,1-7-7 0,-3-1 3 0,-9-1-10 16,-3-4-5-16,-1 5 6 0,-10 5-20 0,-3-2-27 16,3 6 0-16,-7 1 0 0,-2 5 0 0,2-1 0 0,-9 2 0 15,0 5 0-15,-1 1 0 0,-13 4 0 16,9 4 0-16,-1 6 0 0,-11 1 0 0,1 6 0 0,4 3-13 16,-4-1-124-16,13 3-37 0,-3 2-58 0,9 3-56 15,-1 1-61-15,3 2-80 0,7-6-102 0,8 2-476 16,3-4-1090-16,9 2 482 0</inkml:trace>
  </inkml:traceGroup>
</inkml:ink>
</file>

<file path=ppt/ink/ink4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5T05:07:18.635"/>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96C0B607-A3B3-4E7C-B3B6-D1CAA0645EE1}" emma:medium="tactile" emma:mode="ink">
          <msink:context xmlns:msink="http://schemas.microsoft.com/ink/2010/main" type="inkDrawing" rotatedBoundingBox="11477,10660 12280,10849 12183,11260 11380,11070" semanticType="callout" shapeName="Other">
            <msink:sourceLink direction="with" ref="{7A90EC5B-415F-4AAB-AAE3-8A5C265C23C7}"/>
          </msink:context>
        </emma:interpretation>
      </emma:emma>
    </inkml:annotationXML>
    <inkml:trace contextRef="#ctx0" brushRef="#br0">567 86 79 0,'0'0'430'0,"0"0"-18"0,0 0-13 16,-12-7-2-16,12 7-14 0,0 0-8 0,0 0-15 15,0 0-13-15,0 0-22 0,0 0-19 0,-38 21-5 16,31-9-18-16,-5 0-11 0,4 1-13 0,-2 3-21 15,1-2-12-15,1 2-25 0,0 0-17 0,2 1-12 16,-1-2-14-16,4 3-10 0,3-4-6 0,2 3-14 0,-1-1-11 16,4 3-10-16,0-2-10 0,3-3-9 0,1 0-1 15,2 0-16-15,0-2-3 0,4 0-6 0,4-3-18 16,-4 0-2-16,6-3 1 0,4-3-5 0,4-3 0 16,-9-2-6-16,2-1-2 0,5-6-1 0,-9 2 2 15,7-5-9-15,-1-2 3 0,-4 0-1 0,2-4 10 16,-4-1 5-16,-7-3-1 0,-3-3-5 0,-2 7 8 0,0-13-4 15,-6 6 14-15,-1-2-5 0,-7 2-14 0,-3 1-4 16,-4-1-9-16,-7 4-6 0,2 1-17 16,-17-4-7-16,-2 8-40 0,-4 1-11 0,-3 8-41 0,-3 5-26 15,-6 2-51-15,0 6-41 0,3 1-55 0,-4 5-48 16,3 5-39-16,-17 15-73 0,20-6-79 0,-15 16-378 16,16-9-968-16,3 4 429 15</inkml:trace>
  </inkml:traceGroup>
</inkml:ink>
</file>

<file path=ppt/ink/ink5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5T05:07:16.088"/>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02A50B3D-F8DB-4327-9982-4B1123995F66}" emma:medium="tactile" emma:mode="ink">
          <msink:context xmlns:msink="http://schemas.microsoft.com/ink/2010/main" type="inkDrawing" rotatedBoundingBox="6907,12955 7700,13647 7313,14091 6520,13399" semanticType="callout" shapeName="Other">
            <msink:sourceLink direction="with" ref="{C3E7B05A-2E7C-43DE-B627-2CB1E8C51C47}"/>
            <msink:sourceLink direction="with" ref="{1EF27B6E-7CC1-497C-8EC4-27FF251184AB}"/>
          </msink:context>
        </emma:interpretation>
      </emma:emma>
    </inkml:annotationXML>
    <inkml:trace contextRef="#ctx0" brushRef="#br0">132 312 56 0,'-15'-7'365'0,"-3"-1"-17"15,4-3-17-15,-3-1-12 0,-1 2-19 16,7 0-15-16,0-3-14 0,2 0-10 0,2 1-23 0,-1-2-18 16,4 5-27-16,2-6-20 0,2 1-5 0,0 14-16 15,10-27-17-15,1 15-14 0,0-1-14 0,9-1-10 16,2-2-8-16,5 0-4 0,0 7-10 0,0-5-4 16,-3 2-5-16,3 1-6 0,1 7-11 0,-6-3-6 15,0 3 2-15,-1 0-4 0,-2 2-2 0,-19 2-5 16,33 6-4-16,-33-6-7 0,24 8 18 0,-10 2 6 15,-6 1-1-15,0 5-3 0,-2-2-5 0,-6 7 0 0,-2 5 1 16,-4-3 8-16,0 3-2 0,-8 0 0 16,-1 0-3-16,-8 11-5 0,-3 0 2 0,3 0 0 15,-3-4 5-15,-4 0-1 0,10-11 1 0,-1 1-1 0,1 0 1 16,2-2-3-16,4-6-1 0,3-4 2 0,5 4-6 16,-2-6 1-16,2-2-2 0,6-7-2 0,-8 13-2 15,8-13 4-15,0 0 0 0,1 12-4 0,-1-12 6 16,19 9-3-16,-5-4-6 0,7-4 0 0,9-1 2 15,2 3-9-15,13-6-2 0,8 3-6 0,0 0-26 16,4 0-49-16,25-1-58 0,-23-1-85 0,2 2-75 16,20 0-98-16,-3 6-128 0,-1-5-284 0,-20 2-855 15,30 1 379-15</inkml:trace>
  </inkml:traceGroup>
</inkml:ink>
</file>

<file path=ppt/ink/ink5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5T05:07:13.186"/>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0CAD4FE3-AEF2-4EA7-9FB1-B773CE4978E0}" emma:medium="tactile" emma:mode="ink">
          <msink:context xmlns:msink="http://schemas.microsoft.com/ink/2010/main" type="inkDrawing" rotatedBoundingBox="8656,12767 10202,13430 9921,14084 8376,13420" semanticType="callout" shapeName="Other">
            <msink:sourceLink direction="with" ref="{C3E7B05A-2E7C-43DE-B627-2CB1E8C51C47}"/>
            <msink:sourceLink direction="with" ref="{7BB7B773-8E7E-489F-BAF1-58E0338B9B71}"/>
          </msink:context>
        </emma:interpretation>
      </emma:emma>
    </inkml:annotationXML>
    <inkml:trace contextRef="#ctx0" brushRef="#br0">2053 20 340 0,'-27'-7'391'0,"16"0"-17"0,-3 0 7 15,-2 0-2-15,6-3-9 0,-4-1-21 0,1 1-12 16,4-2-6-16,-2 1-15 0,8 0-27 0,-8-2-22 15,9 0-16-15,-4 1-15 0,6 12-22 0,1-26-19 16,4 12-15-16,3 0-19 0,0 2-19 0,4-1-12 0,3 1-11 16,4 0-10-16,-4 5-12 0,4-2-9 0,5-1-9 15,-3 7-12-15,-1 0-4 0,-20 3-8 0,41 4-3 16,-17 3-3-16,-5 4-4 0,2 4-9 0,-1 4 1 16,-3 2-6-16,2 4-2 0,-4-1-3 0,-3 3-5 15,-4 1-5-15,-5 1 5 0,-3 8-8 0,-3-7-2 16,-9 5-1-16,-3 3-1 0,-5-4-1 0,-4-1 2 15,-3-2 1-15,-1-2 4 0,-4-3-6 0,8-8-5 16,-2 4 4-16,3-4 7 0,0 1 2 0,-3 0 1 16,6-6 5-16,4-2-4 0,2 2 8 0,1-4-3 0,7 0 4 15,6-9-1-15,-13 14-2 0,13-14 14 16,-1 8-10-16,1-8-7 0,0 0 5 0,20 18-8 16,-4-16-1-16,16 1-4 0,12 0 1 0,5-3 0 0,13-3-5 15,17 0-5-15,11-4-9 0,8-3-13 0,44 0-20 16,-39 3-35-16,45-1-65 0,-6-3-76 0,-4 7-93 15,-42 3-124-15,1 1-571 0,58-7-1083 0,-56-1 480 16</inkml:trace>
  </inkml:traceGroup>
</inkml:ink>
</file>

<file path=ppt/ink/ink5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5T05:07:19.928"/>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7A90EC5B-415F-4AAB-AAE3-8A5C265C23C7}" emma:medium="tactile" emma:mode="ink">
          <msink:context xmlns:msink="http://schemas.microsoft.com/ink/2010/main" type="inkDrawing" rotatedBoundingBox="13480,10430 13897,16469 11973,16601 11557,10563" semanticType="verticalRange" shapeName="Other">
            <msink:sourceLink direction="with" ref="{15EED133-F62A-463B-B84A-F2E51D996FCE}"/>
            <msink:destinationLink direction="with" ref="{96C0B607-A3B3-4E7C-B3B6-D1CAA0645EE1}"/>
          </msink:context>
        </emma:interpretation>
      </emma:emma>
    </inkml:annotationXML>
    <inkml:trace contextRef="#ctx0" brushRef="#br0">492 51 108 0,'0'0'410'0,"-7"9"-28"0,7-9-23 0,0 0-7 0,35 4 1 15,-6-7 1-15,2 2-17 0,15-3-18 0,3 6-14 16,6-7-19-16,2 1-21 0,0 0-17 0,5-2-18 16,-4-1-11-16,4 3-16 0,-7 1-11 0,-4-2-12 15,-2 0-8-15,-2 3-6 0,-14 1-14 0,-1 1-6 0,-5 1-8 16,-3 2-2-16,-4 6 3 0,-1-2 6 0,-3 2 2 16,3 8-2-16,-2 3 12 0,-3 3 11 0,5 14 7 15,-4 2 3-15,-1 10 14 0,-2 3-6 0,1 23 9 16,1 9-6-16,1 4-26 0,7 39-163 0,0 1 0 15,-10-2 0-15,4 6 0 0,-3 4 0 0,0 3 0 16,-4 14 0-16,-1 8 0 0,-2 8 0 0,-6 10 0 16,2-5 0-16,4 1 0 0,-6-1 0 0,6 4 0 15,2-6 0-15,3 2 0 0,-4-3 0 0,2-12 0 16,5 0 0-16,1-3 0 0,-4-6 0 0,0-9 0 0,3-1 0 16,5-7 0-16,-3-3 0 0,-10-5 0 0,0-34 0 15,2 0 0-15,-1 0 0 0,-6-4 0 16,2 4 0-16,-6 38 0 0,2-50 0 0,-6 5 0 0,-1-6 0 15,2 3 0-15,0-6 0 0,-1-21 0 0,-4 18 0 16,7-17 0-16,-6-6 0 0,4 2 0 0,0-6 0 16,-2-5 0-16,0-3 0 0,1-7 0 0,3-6 0 15,-3-3 0-15,4-1 0 0,0-7 0 0,1-2 0 16,1-2 0-16,1-9 0 0,-5 19 0 0,-1-12 0 16,6-7 0-16,-11 10 0 0,11-10 0 0,-26 6 0 15,9-6 0-15,-15-6 0 0,-10-7 0 0,-14-4 0 0,-21-16 0 16,-13 0 0-16,-52-23 0 0,1-8 0 0,-17 6 0 15,-9-6 0-15,-11-2 0 0,-14-1-1366 0,2 0-1478 16,-14-1 654-16</inkml:trace>
  </inkml:traceGroup>
</inkml:ink>
</file>

<file path=ppt/ink/ink5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5T05:07:12.202"/>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EF34A0F1-8BD5-41B2-9E53-0E53F28A20C6}" emma:medium="tactile" emma:mode="ink">
          <msink:context xmlns:msink="http://schemas.microsoft.com/ink/2010/main" type="inkDrawing" rotatedBoundingBox="6589,11278 6709,12401 6662,12406 6542,11283" semanticType="callout" shapeName="Other">
            <msink:sourceLink direction="with" ref="{1EF27B6E-7CC1-497C-8EC4-27FF251184AB}"/>
          </msink:context>
        </emma:interpretation>
      </emma:emma>
    </inkml:annotationXML>
    <inkml:trace contextRef="#ctx0" brushRef="#br0">-76-1664 340 0,'0'0'361'0,"-8"-19"-6"0,5 9 3 0,-2-3 7 15,-1 1-6-15,-7 1-6 0,12-1 19 0,1 12-6 16,-7-17-3-16,4 8-15 0,3 9-20 0,-11-9-24 16,11 9-25-16,0 0-34 0,-3-12-25 0,3 12-15 15,0 0 18-15,0 0 14 0,0 0 9 0,8 44-3 0,-2-19-8 16,-1 14-19-16,4 0-14 0,-4 6-13 0,6-1-14 16,-3 4-18-16,5-1-13 0,-12 6-17 0,7-5-12 15,-2 2-10-15,2 1-49 0,0 1-56 0,3-12 0 16,-4 13 0-16,-6-1 0 0,-1-3 0 0,2-8 0 15,4 4 0-15,-6 0-62 0,-6-3-214 0,11-4-84 16,-4 1-75-16,-4-11-97 0,5-2-556 0,-1-5-1179 16,4-2 522-16</inkml:trace>
  </inkml:traceGroup>
</inkml:ink>
</file>

<file path=ppt/ink/ink5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5T05:07:13.733"/>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15EED133-F62A-463B-B84A-F2E51D996FCE}" emma:medium="tactile" emma:mode="ink">
          <msink:context xmlns:msink="http://schemas.microsoft.com/ink/2010/main" type="writingRegion" rotatedBoundingBox="11393,12464 12168,12464 12168,14688 11393,14688">
            <msink:destinationLink direction="with" ref="{7A90EC5B-415F-4AAB-AAE3-8A5C265C23C7}"/>
          </msink:context>
        </emma:interpretation>
      </emma:emma>
    </inkml:annotationXML>
    <inkml:traceGroup>
      <inkml:annotationXML>
        <emma:emma xmlns:emma="http://www.w3.org/2003/04/emma" version="1.0">
          <emma:interpretation id="{0C22384E-6034-434A-9F9A-DD1499AA50DA}" emma:medium="tactile" emma:mode="ink">
            <msink:context xmlns:msink="http://schemas.microsoft.com/ink/2010/main" type="paragraph" rotatedBoundingBox="11393,12464 12168,12464 12168,14688 11393,14688" alignmentLevel="1"/>
          </emma:interpretation>
        </emma:emma>
      </inkml:annotationXML>
      <inkml:traceGroup>
        <inkml:annotationXML>
          <emma:emma xmlns:emma="http://www.w3.org/2003/04/emma" version="1.0">
            <emma:interpretation id="{05ED6170-2E54-46FE-9053-E7B35BF9C867}" emma:medium="tactile" emma:mode="ink">
              <msink:context xmlns:msink="http://schemas.microsoft.com/ink/2010/main" type="line" rotatedBoundingBox="11393,12464 12168,12464 12168,14688 11393,14688"/>
            </emma:interpretation>
          </emma:emma>
        </inkml:annotationXML>
        <inkml:traceGroup>
          <inkml:annotationXML>
            <emma:emma xmlns:emma="http://www.w3.org/2003/04/emma" version="1.0">
              <emma:interpretation id="{7BB7B773-8E7E-489F-BAF1-58E0338B9B71}" emma:medium="tactile" emma:mode="ink">
                <msink:context xmlns:msink="http://schemas.microsoft.com/ink/2010/main" type="inkWord" rotatedBoundingBox="11393,12464 12168,12464 12168,14688 11393,14688">
                  <msink:destinationLink direction="with" ref="{0CAD4FE3-AEF2-4EA7-9FB1-B773CE4978E0}"/>
                </msink:context>
              </emma:interpretation>
            </emma:emma>
          </inkml:annotationXML>
          <inkml:trace contextRef="#ctx0" brushRef="#br0">5441 715 232 0,'2'-11'458'0,"-2"11"6"0,4-11 12 0,-4 11 3 16,5-13 2-16,-5 13-5 0,3-10-6 0,-3 10-15 15,5-14-18-15,-5 14-14 0,0 0-12 0,3-11-9 16,-3 11-20-16,0 0-18 0,0 0-25 0,0 0-26 16,0 0-18-16,0 0-15 0,0 0-14 0,0 0-12 15,0 0-220-15,13 33-34 0,-12-10 0 0,3 7 0 16,-1 10 0-16,-3 4 0 0,0 3 0 0,0-2 0 0,0 7 0 16,1 0 0-16,3-4 0 0,-8 3 0 15,4 5 0-15,-1-5 0 0,1 1 0 0,-2-3 0 0,2-2 0 16,-1-5 0-16,-4-3 0 0,5-10 0 0,-2-3 0 15,2-1 0-15,-3-9 0 0,6 1 0 0,-7-3 0 16,2 1 0-16,2-15 0 0,2 15 0 0,-2-15 0 16,-4 14 0-16,4-14 0 0,0 0 0 0,0 0-580 15,0 0-689-15,0 0-1374 0,0 0 607 0</inkml:trace>
          <inkml:trace contextRef="#ctx0" brushRef="#br0" timeOffset="5441.2796">4901-528 405 0,'0'0'401'0,"0"0"-10"15,0 0-14-15,0 0-8 0,0 0-3 0,0 0-11 16,0 0-15-16,0 0-13 0,0 0-14 0,-43 27-12 16,35-16-9-16,2 3-10 0,-4 4-16 0,2-3-11 15,-1 4-28-15,1 7-9 0,-2-1-32 0,6 1-9 16,-3 0-14-16,7 2-5 0,-3 4-17 0,5-6-11 16,-2 3-13-16,8-4-15 0,4 2-4 0,-2-5-16 0,3 3 0 15,1-4-11-15,0-2-6 0,7-3-9 0,-6-2-1 16,9-1-7-16,-7-6-3 0,4-1 1 0,7-6-9 15,1 0-4-15,-9-7-2 0,9-4 0 0,-4 1-4 16,4-5-4-16,-7-7-6 0,-3 1 8 0,0-2 1 16,1-11-12-16,-7 7 6 0,1-13-3 0,0 0-6 15,-6-4 0-15,-8 6-3 0,-1-4 4 0,-6-1-9 0,-2 6 5 16,-2 7-16-16,-4 5-9 0,-2 3-9 0,-3 1-16 16,-9 4-25-16,-2 7-18 0,-11 0-30 0,-2 3-35 15,3 7-33-15,-3 2-41 0,11 3-44 0,-10 4-66 16,2 1-78-16,9-3-117 0,4 3-339 0,3-2-938 15,7 1 415-15</inkml:trace>
        </inkml:traceGroup>
      </inkml:traceGroup>
    </inkml:traceGroup>
  </inkml:traceGroup>
</inkml:ink>
</file>

<file path=ppt/ink/ink5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5T05:07:33.218"/>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7B832006-1AD4-481C-9DF4-9A1A9732D9ED}" emma:medium="tactile" emma:mode="ink">
          <msink:context xmlns:msink="http://schemas.microsoft.com/ink/2010/main" type="writingRegion" rotatedBoundingBox="14531,11864 27824,11441 27966,15905 14673,16328"/>
        </emma:interpretation>
      </emma:emma>
    </inkml:annotationXML>
    <inkml:traceGroup>
      <inkml:annotationXML>
        <emma:emma xmlns:emma="http://www.w3.org/2003/04/emma" version="1.0">
          <emma:interpretation id="{74F55309-329D-44CB-A70D-0F1E2CA3B21F}" emma:medium="tactile" emma:mode="ink">
            <msink:context xmlns:msink="http://schemas.microsoft.com/ink/2010/main" type="paragraph" rotatedBoundingBox="14531,11864 27824,11441 27932,14818 14639,15241" alignmentLevel="1"/>
          </emma:interpretation>
        </emma:emma>
      </inkml:annotationXML>
      <inkml:traceGroup>
        <inkml:annotationXML>
          <emma:emma xmlns:emma="http://www.w3.org/2003/04/emma" version="1.0">
            <emma:interpretation id="{22BE7444-8868-426E-8CC3-83714C497358}" emma:medium="tactile" emma:mode="ink">
              <msink:context xmlns:msink="http://schemas.microsoft.com/ink/2010/main" type="inkBullet" rotatedBoundingBox="14557,12676 17033,12598 17073,13873 14598,13952"/>
            </emma:interpretation>
            <emma:one-of disjunction-type="recognition" id="oneOf0">
              <emma:interpretation id="interp0" emma:lang="" emma:confidence="0">
                <emma:literal>→</emma:literal>
              </emma:interpretation>
            </emma:one-of>
          </emma:emma>
        </inkml:annotationXML>
        <inkml:trace contextRef="#ctx0" brushRef="#br0">118 586 84 0,'-22'-11'479'0,"1"4"-22"0,5 2-25 0,2-1 19 16,-5 2 8-16,19 4-2 0,-20-11-25 0,20 11-31 16,-8-8-37-16,8 8-25 0,0 0-12 0,0 0-21 15,0 0 14-15,49-17-18 0,-6 12 0 0,10 3-16 16,25-6-15-16,12 0-12 0,1-2-16 0,4-2-26 16,8-2-20-16,33-9-21 0,-38 9-16 0,39-13-16 15,-40 5-7-15,39-5-20 0,-48 9-45 0,4-4-72 0,0-3 0 16,-2 6 0-16,-7-6 0 0,-7 4 0 0,-25 0 0 15,-2 4 0-15,-21 3 0 0,1 1-183 0,-12 2-71 16,-6-7-67-16,-5 2-56 0,-6 1-55 0,-7-3-54 16,-3 4-83-16,-14-9-360 0,-4 8-1005 0,-13-5 445 15</inkml:trace>
        <inkml:trace contextRef="#ctx0" brushRef="#br0" timeOffset="343.7272">1242-184 104 0,'-27'-10'371'0,"3"-3"-13"0,5 5-20 0,5 0-17 16,8 3-20-16,6 5-19 0,-15-6-9 0,15 6 3 15,0 0 22-15,0 0 6 0,0 0-2 0,0 0-2 0,0 0-15 16,64 27-11-16,-42-11-4 0,8-1-3 0,0 1-13 16,11 5-4-16,-3-2-24 0,8-3-12 0,3 1-21 15,-4 2-17-15,4-3-18 0,8-7-12 0,-1 3-9 16,1-1-25-16,-1 0-1 0,4-7-10 0,-3 2-19 16,2-5 5-16,-4 3-16 0,-4-3-2 0,1-2-10 15,-6 1-2-15,0-5-8 0,-5-1-10 0,-11 5-3 16,-2-6 6-16,-4 1-10 0,3-2-8 0,-8 2 2 15,-4-3 16-15,1 5 18 0,-2-2 15 0,-14 6 14 0,24-9 20 16,-24 9 5-16,16-7-87 0,-16 7-27 16,0 0 0-16,0 0 0 0,0 0 0 0,0 0 0 0,0 0 0 15,-16 37 0-15,-1-11 0 0,-12 11 0 0,4 3 0 16,-8 7 0-16,-10 11 0 0,-4 5 0 0,4 3 0 16,0 2 0-16,-4 0 0 0,4-1 0 0,-1-2 0 15,3-1 0-15,0-1 0 0,9-18 0 0,1 1 0 16,1-1 0-16,3-1 0 0,0-2 0 0,6-9-190 15,6-8-301-15,2-5-112 0,-1-6-549 0,14-5-1247 16,0-9 553-16</inkml:trace>
      </inkml:traceGroup>
      <inkml:traceGroup>
        <inkml:annotationXML>
          <emma:emma xmlns:emma="http://www.w3.org/2003/04/emma" version="1.0">
            <emma:interpretation id="{476516E7-D701-4635-9AC5-11CCC2A22611}" emma:medium="tactile" emma:mode="ink">
              <msink:context xmlns:msink="http://schemas.microsoft.com/ink/2010/main" type="line" rotatedBoundingBox="17394,11773 27824,11441 27932,14818 17501,15150"/>
            </emma:interpretation>
          </emma:emma>
        </inkml:annotationXML>
        <inkml:traceGroup>
          <inkml:annotationXML>
            <emma:emma xmlns:emma="http://www.w3.org/2003/04/emma" version="1.0">
              <emma:interpretation id="{DCE9D7EE-5F75-4B1B-BDF9-F5794655BFCA}" emma:medium="tactile" emma:mode="ink">
                <msink:context xmlns:msink="http://schemas.microsoft.com/ink/2010/main" type="inkWord" rotatedBoundingBox="17402,12031 21295,11907 21359,13931 17466,14054"/>
              </emma:interpretation>
              <emma:one-of disjunction-type="recognition" id="oneOf1">
                <emma:interpretation id="interp1" emma:lang="" emma:confidence="1">
                  <emma:literal/>
                </emma:interpretation>
              </emma:one-of>
            </emma:emma>
          </inkml:annotationXML>
          <inkml:trace contextRef="#ctx0" brushRef="#br0" timeOffset="2656.1049">5411 423 197 0,'19'8'302'0,"-2"0"1"15,2-1 6-15,-3 0 2 0,3 0 0 0,-3-2-1 16,-16-5-7-16,25 7-14 0,-16-2-10 0,6-3-10 16,-15-2-14-16,0 0-11 0,22 0-4 0,-22 0-8 15,0 0-8-15,27-3-5 0,-27 3-13 0,12-6-11 16,-12 6-6-16,16-16-17 0,-10 4-11 0,5 1-8 15,-6 0-8-15,2-1-5 0,-3 2 1 0,3-3-7 16,-6 2-6-16,-1-4-5 0,0 15 2 0,2-18 1 16,1 8 2-16,-3 10-5 0,-5-16 9 0,5 16 7 0,-6-13-2 15,6 13-8-15,-10-4-11 0,10 4-13 16,0 0-14-16,0 0-8 0,0 0-8 0,-39 15-8 16,31-3-6-16,0 4-9 0,-6 7-36 0,6-8-16 0,2 4 0 15,1 6 0-15,3 3 0 0,2-3 0 0,0 3 0 16,5-2 0-16,3 0 0 0,1-2 0 15,4-3 0-15,1 0 0 0,2-1 0 0,3-1 0 0,0-4 0 16,-2-2 0-16,-1-3 0 0,5-3 0 0,-2 0 0 16,-3-4 0-16,4-2 0 0,-20-1 0 0,36-1 0 15,-15-6 0-15,-7 3 0 0,4-4 0 0,-3-6 0 16,4 0 0-16,-1-5 0 0,-4 2 0 0,3-4 0 16,-1-1 0-16,-2-3 0 0,-4-2 0 0,7 1 0 15,-3-9 0-15,-4 4 0 0,1 3 0 0,-3-11 0 16,-2 1 0-16,1-1 0 0,-6 10 0 0,1 3 0 0,-9-1 0 15,6 1 0-15,-4 4 0 0,2 4 0 0,-2 6 0 16,-1-3 0-16,-2 7 0 0,8 8 0 0,-13-14 0 16,13 14 0-16,-9-5 0 0,9 5 0 0,0 0 0 15,0 0 0-15,0 0 0 0,-33 19 0 0,29-11 0 16,4-8 0-16,-6 16 0 0,6-6 0 0,0-10 0 16,0 20 0-16,2-10 0 0,6-2 0 0,3 4 0 15,-11-12 0-15,16 13 0 0,-9-6 0 0,8-2 0 16,-1-2 0-16,3 4 0 0,-17-7 0 0,26 11 0 15,-12-6 0-15,3-3 0 0,-17-2 0 0,24 6 0 16,-5-4 0-16,-10 7 0 0,2-3 0 0,-11-6 0 16,18 8 0-16,-12 0 0 0,5 6 0 0,-3-4 0 0,-2 3 0 15,-2 3 0-15,2 3 0 0,-5 1 0 0,3 4 0 16,-8 2 0-16,8-2 0 0,-4 1 0 16,-5 6 0-16,5-1 0 0,0-3 0 0,0 0 0 0,0 3 0 15,1-5 0-15,4-1 0 0,0 2 0 0,-2-6 0 16,5-1 0-16,1-4 0 0,6 8 0 0,-4-9 0 15,1-2 0-15,3-1 0 0,4-1 0 0,-4-3 0 16,4-2 0-16,-1-6 0 0,-18 1 0 0,41-6 0 16,-17-1 0-16,2-6 0 0,1 2 0 0,-1-4 0 15,-3-3-202-15,14-12-155 0,-4 2-37 0,-5-2-83 16,2-3-116-16,-9 2-435 0,1-6-1114 0,-2-3 492 16</inkml:trace>
          <inkml:trace contextRef="#ctx0" brushRef="#br0" timeOffset="1921.7788">4279-784 4658 0,'-17'-20'176'0,"-1"-5"-104"15,-2 9-4-15,6 2 40 0,3 4 32 0,-4 1 23 16,1 2 6-16,-3 7 1 0,17 0-12 0,-35 7-1 16,14 7 1-16,2 10 2 0,-7 6 2 0,0 10 6 15,-2 7 9-15,-2 18 3 0,0 5-2 0,-2-2 11 16,-3 7-13-16,1 4-11 0,-3 0-11 0,-4 0-4 0,5 0-15 16,0 5-135-16,-4 0 0 0,5-4 0 15,-4-3 0-15,-2 6 0 0,1-1 0 0,2-4 0 0,-4 4 0 16,2-5 0-16,-1 0 0 0,5-6 0 0,4-6 0 15,2-16 0-15,0 0 0 0,1-5 0 0,3-3 0 16,0-2 0-16,1-8 0 0,6-5 0 0,0-6 0 16,2 0 0-16,3-5 0 0,1-1 0 0,-1-4 0 15,-1-5 0-15,6-1 0 0,9-4 0 0,0 0 0 16,-36-9 0-16,25 4 0 0,-1-11 0 0,1 2 0 16,4-3 0-16,-1-7 0 0,3-3 0 0,-1-1 0 15,6-10 0-15,-4 10 0 0,8-4 0 0,2-7 0 0,-1 9 0 16,4-11 0-16,4 15 0 0,-1-2 0 15,4 4 0-15,0 3 0 0,5-1 0 0,-3 5 0 0,6 1 0 16,-3 8 0-16,7-1 0 0,-7 4 0 0,7 7 0 16,1-4 0-16,4 11 0 0,-3-3 0 0,11 7 0 15,-2-2 0-15,1 8 0 0,-1-5 0 0,3 6 0 16,-5 0 0-16,0 0 0 0,-6-2 0 0,7-2 0 16,2 1 0-16,-10-5 0 0,3 0 0 0,-4-2 0 15,-3-4 0-15,-5-1 0 0,1-5 0 0,-1 0 0 16,-21 0 0-16,36 0 0 0,-22-5 0 0,2-1 0 15,-2-1 0-15,5-4 0 0,-3-1 0 0,-2-7 0 0,0 6 0 16,-1-10 0-16,3 2 0 0,-3-1 0 16,-4 6 0-16,4-2 0 0,-5 2 0 0,3-2 0 15,-3 4 0-15,-2 0 0 0,0 5 0 0,-4-2 0 0,-2 11 0 16,6-14 0-16,-6 14 0 0,2-8 0 0,-2 8 0 16,0 0 0-16,0 0 0 0,0 0 0 0,0 0 0 15,0 0 0-15,0 0 0 0,-3 35 0 0,3-21 0 16,0 5 0-16,1-2 0 0,1 6 0 0,2 2 0 15,0-6 0-15,7 3 0 0,-5-4 0 0,0 0 0 16,2 1 0-16,0-5 0 0,-2-1 0 0,2-5 0 16,0-2 0-16,-8-6 0 0,13 13 0 0,-13-13 0 15,12 5 0-15,-12-5 0 0,0 0 0 0,0 0 0 0,32-11 0 16,-24 1 0-16,5-1 0 0,-5-5 0 16,-2 1 0-16,2-10 0 0,4 2 0 0,-4-2 0 15,-1-1 0-15,-3 1 0 0,-4-1 0 0,4-1 0 0,-4 1 0 16,-7 4 0-16,1-1 0 0,1-2 0 0,-7 3 0 15,-3-1 0-15,-5 8 0 0,6 2 0 0,-5 1 0 16,4 5 0-16,-5 0 0 0,-1 2 0 0,4 1 0 16,17 4 0-16,-36 0 0 0,36 0 0 0,-27 5 0 15,12 1 0-15,9 2 0 0,6-8 0 0,-11 16 0 16,11-16 0-16,5 14 0 0,-5-14 0 0,14 14 0 16,0-5 0-16,0-3 0 0,9-5 0 0,3-1 0 15,3-5 0-15,2-6 0 0,0 8 0 0,-1-8 0 0,1-1 0 16,-2-3 0-16,-4-3 0 0,2 2-1 15,-2-3-53-15,-1-4 4 0,-2 7 12 0,-2 2 7 16,-2 2 1-16,-4 0 6 0,3-2 9 0,-4 2 15 0,1 3 1 16,-6 2 4-16,5-1 11 0,-13 8 20 0,16-8 6 15,-16 8 13-15,0 0 5 0,26 4-32 0,-26-4-28 16,19 15 0-16,-7 0 0 0,-6 2 0 0,5-3 0 16,0 10 0-16,0-1 0 0,-1 5 0 0,1-2 0 15,-4 3 0-15,1-2 0 0,7 10 0 0,-7 1 0 16,-1-11 0-16,0-1 0 0,4 0 0 0,-3-2 0 15,-2 2 0-15,2-2 0 0,-5-5 0 0,3-2 0 16,-1-1 0-16,-2-9 0 0,0 5 0 0,-3-12 0 16,7 14 0-16,-7-14 0 0,9 10 0 0,-9-10 0 15,0 0 0-15,0 0 0 0,0 0 0 0,29-20 0 0,-21 9 0 16,4 0 0-16,-1-3 0 0,-1-1 0 0,-2-4 0 16,4-2 0-16,-5 3 0 0,2-6 0 0,2 2 0 15,-3-1 0-15,2-1 0 0,-4 7 0 0,2-7 0 16,0 9 0-16,1 0 0 0,-7 7 0 0,1-2 0 15,-3 10 0-15,5-12 0 0,-5 12 0 0,0 0 0 16,8-8 0-16,-8 8 0 0,0 0 0 0,0 0 0 16,19 27 0-16,-12-14 0 0,0 6 0 0,1 4 0 15,0-6 0-15,-1 7 0 0,5-2 0 0,0-1 0 16,-1-8 0-16,0 5 0 0,-3-3 0 0,5-4 0 16,-4 0 0-16,2-3 0 0,-1-2 0 0,-10-6 0 15,24 4 0-15,-24-4 0 0,33-6 0 0,-17 1 0 0,4-7 0 16,-2-1 0-16,-1-3 0 0,0-5 0 0,1 1 0 15,-3-3 0-15,1-3 0 0,-1 1 0 0,-4-20 0 16,1 10 0-16,-4-9 0 0,-3 1 0 0,-8-4 0 16,0 6 0-16,-4-3 0 0,-5 4 0 0,1 2 0 15,-7 1 0-15,5 12 0 0,6 1 0 0,-9 3 0 16,0 10 0-16,-1 1-88 0,6 2-270 0,-7 4-44 16,18 4-40-16,-38 7-44 0,13-2-62 0,3 2-431 15,1 4-1058-15,7 7 468 0</inkml:trace>
        </inkml:traceGroup>
        <inkml:traceGroup>
          <inkml:annotationXML>
            <emma:emma xmlns:emma="http://www.w3.org/2003/04/emma" version="1.0">
              <emma:interpretation id="{A49124FD-7812-47CD-A944-FD95642EB19D}" emma:medium="tactile" emma:mode="ink">
                <msink:context xmlns:msink="http://schemas.microsoft.com/ink/2010/main" type="inkWord" rotatedBoundingBox="21665,11637 27824,11441 27932,14818 21772,15014"/>
              </emma:interpretation>
              <emma:one-of disjunction-type="recognition" id="oneOf2">
                <emma:interpretation id="interp2" emma:lang="" emma:confidence="1">
                  <emma:literal/>
                </emma:interpretation>
              </emma:one-of>
            </emma:emma>
          </inkml:annotationXML>
          <inkml:trace contextRef="#ctx0" brushRef="#br0" timeOffset="4487.643">7224 100 435 0,'-37'19'410'0,"10"-8"-36"0,12-4-41 0,2-1-26 15,7-3-7-15,6-3-32 0,0 0-22 0,0 0-22 16,53-14-22-16,-10-1-24 0,8-2-17 0,-2 3-12 15,26-11-26-15,3-2-49 0,-5 0-70 0,-17 7-63 16,19-6-64-16,-20 13-71 16,19-13-92-16,-26 12-235 0,5-3-565 0,0-1 249 0</inkml:trace>
          <inkml:trace contextRef="#ctx0" brushRef="#br0" timeOffset="4140.3491">7203 674 59 0,'-6'19'457'0,"6"-12"9"0,0-7-1 16,-2 15-5-16,2-15-18 0,0 0-21 0,0 0-21 16,2 14-26-16,-2-14-11 0,0 0-21 0,11 8-16 15,-11-8-16-15,12 5-8 0,-12-5-12 0,0 0 8 16,0 0-31-16,45-13-19 0,-30 4-19 0,0 0-7 15,4 0-6-15,-2-10-6 0,7 2-7 0,-2-4-9 16,-5-2-15-16,10-17-10 0,-5 2-20 0,2-6-19 16,-2-4-130-16,5-23 0 0,-2 0 0 0,-6-6 0 15,-5-8 0-15,2-3 0 0,-2-41 0 0,-7 39 0 16,1-40 0-16,-4 43 0 0,-5-4 0 0,2 2 0 0,-7 5 0 16,-7 5 0-16,-1 2 0 0,-2 7 0 0,4 18 0 15,2 3 0-15,-9 5 0 0,3 0 0 16,-2 7 0-16,8 11 0 0,-3 2 0 0,4 5 0 0,-1 6 0 15,6 6 0-15,-6 0 0 0,10 7 0 0,-9-6 0 16,9 6 0-16,0 0 0 0,-27 33 0 0,17 3 0 16,-4 6 0-16,6 5 0 0,2-3 0 0,6 34 0 15,-5-6 0-15,5 11 0 0,7 3 0 0,0 2 0 16,1 4 0-16,3-1 0 0,7 33 0 0,-7-41 0 16,1 1 0-16,6 2 0 0,1-8 0 0,-3 1 0 15,9 1 0-15,-3-8 0 0,5 3 0 0,-11-21 0 0,1-4 0 16,8 1 0-16,-2 0 0 0,2-8 0 0,-2-6 0 15,0 0 0-15,3-3 0 0,-10-15 0 0,10-1 0 16,-4 3 0-16,0-6 0 0,-3-4 0 0,-3 0 0 16,3-4 0-16,-2-2 0 0,2-2 0 0,-3 1 0 15,-16-4 0-15,28-4 0 0,-28 4 0 0,33-5 0 16,-20 2 0-16,-13 3 0 0,21-7 0 0,-10 0 0 16,1-4 0-16,2 0 0 0,-6-4 0 0,5 1 0 15,-2-3 0-15,0-3 0 0,0-4 0 0,-1-5 0 16,2-10 0-16,-2 0 0 0,-1-5 0 0,1 1 0 15,-5-9 0-15,-2 2 0 0,5 1 0 0,-4 5 0 0,-2 0 0 16,-2 7 0-16,0 9 0 0,-2 4 0 0,1 6 0 16,-6 3 0-16,3 0 0 0,-3 4 0 0,1 0 0 15,6 11 0-15,-14-11 0 0,14 11 0 0,-21 0 0 16,21 0 0-16,0 0 0 0,-36 16 0 0,22-3 0 16,4-3 0-16,-1 3 0 0,3 1 0 0,2-1-29 15,3-3-195-15,-2 3 6 0,5-13 6 0,8 26 6 16,-5-17 16-16,8 3 15 0,-3 0 18 0,5-4 16 15,1-2 14-15,3 7 10 0,1-5 17 0,-2 3 8 0,2-3 10 16,1-1 9-16,-1 4 12 0,2-4 21 16,-2 1 27-16,-1 2 15 0,4 5 18 0,-6-3 9 0,-2 2 5 15,8 2 9-15,-7-1 4 0,2-4-1 0,-5 7-1 16,5 1 0-16,-2-1-3 0,0 2 0 0,-1-2-1 16,-1-4 1-16,-1-4-3 0,2 6 3 0,1-8 3 15,0 3 0-15,-1 0-5 0,1-4-2 0,2 3-2 16,-5-5-2-16,-11-5-2 0,24 0 4 0,-24 0 4 15,27 0-1-15,-27 0-1 0,27-11 8 0,-13 4-6 16,-5-5 12-16,6 0 0 0,-4-5 7 0,-2-6 6 16,2-2 5-16,-3-1 7 0,-5 7 10 0,0-3 27 0,1-1-2 15,-4 2 1-15,3-3-10 0,-2 6-7 0,-2-1-3 16,1 7 1-16,-3-1-92 0,3 13-2 16,0-20 0-16,0 20 0 0,0-13 0 0,0 13 0 0,0 0 0 15,-4-12 0-15,4 12 0 0,0 0 0 0,0 0 0 16,0 0 0-16,4 41 0 0,-4-24 0 0,3 7 0 15,0 2 0-15,-2 4 0 0,3 0 0 0,-3-4 0 16,4 3 0-16,-2-3 0 0,2-8 0 0,1 7 0 16,-3-6 0-16,-1-3-34 0,3-2-327 0,-4-4-58 15,-1-10-56-15,0 0-89 0,0 0-493 0,0 0-1144 16,0 0 507-16</inkml:trace>
          <inkml:trace contextRef="#ctx0" brushRef="#br0" timeOffset="4312.2052">8722 21 5091 0,'-11'-21'420'0,"1"4"-264"0,2 3-47 0,2 2 16 16,3 3-4-16,-3-3 9 0,6 12 5 0,-5-14-9 16,5 14-18-16,6-17-15 0,-6 17-11 0,21-14-5 15,-7 5-12-15,0-2-2 0,7 4-7 0,6-7-16 16,-4 4-34-16,-4 2-46 0,5-5-52 0,0 3-56 16,-9-1-49-16,3-3-64 0,-6 0-63 0,-8 2-82 0,0-6-96 15,-7 3-338-15,-2-4-908 0,-1 6 403 16</inkml:trace>
          <inkml:trace contextRef="#ctx0" brushRef="#br0" timeOffset="7229.1672">9179 411 317 0,'0'0'347'0,"0"0"11"0,0 0-14 0,14-36-9 16,-14 36-2-16,6-10-4 0,-6 10-3 0,5-17 9 15,-5 17 14-15,0-10-3 0,0 10-8 0,0 0-17 16,-13-11-20-16,13 11-19 0,0 0-29 0,-27-5-13 16,27 5-21-16,0 0-15 0,-42 19-14 0,21-12-17 0,4 4-15 15,-7 6-6-15,5 2-17 0,-2 4-16 0,4-4-13 16,0-2-8-16,2 5-11 0,4-7-3 16,4 3-13-16,0-3-7 0,6 3-3 0,1 0-11 0,0-4-5 15,3 2-9-15,2-1 0 0,-4-1-7 0,5-9-1 16,-6-5-6-16,21 18-1 0,-10-14-2 15,-11-4-1-15,28 3-8 0,-10-5 2 0,-18 2-7 0,36-9 2 16,-15 2-1-16,4-4 0 0,-3-2 0 0,-1-4-3 16,-5 7 0-16,1-3 3 0,0-4-3 0,-1-2 13 15,-3 5-9-15,-2 1 2 0,-2-1-1 0,-1-4 4 16,-1 6 18-16,-1-2 29 0,-5 5 19 0,4-3 15 16,-5 12 18-16,2-14-89 0,-2 14-22 0,6-16 0 15,-6 16 0-15,0 0 0 0,0 0 0 0,-5-10 0 16,5 10 0-16,0 0 0 0,0 0 0 0,0 0 0 0,0 0 0 15,0 0 0-15,0 0 0 0,-8 36 0 0,8-25 0 16,-1 3 0-16,-1 4 0 0,2-3 0 0,3 1 0 16,2-1 0-16,-3-1 0 0,4-1 0 0,0-1 0 15,-1-4 0-15,5 3 0 0,-3-4 0 0,-7-7 0 16,23 11 0-16,-23-11 0 0,20 3 0 0,-20-3 0 16,35-10 0-16,-19 3 0 0,4 0 0 0,4-4 0 15,-5-8 0-15,2 5 0 0,2-2 0 0,-4-3 0 0,2-2 0 16,-7 7 0-16,5-6 0 0,-6 5 0 15,-2-6 0-15,1 2 0 0,1 8 0 0,-4-6 0 16,1 3 0-16,-2 0 0 0,-2 2 0 0,-3 3 0 0,-3 9 0 16,11-12 0-16,-11 12 0 0,3-8 0 0,-3 8 0 15,0 0 0-15,0 0 0 0,0 0 0 0,0 0 0 16,0 0 0-16,0 0 0 0,0 0 0 0,0 0 0 16,13 36 0-16,-11-24 0 0,1 6 0 0,0 1 0 15,2-7 0-15,-2 7 0 0,3-1 0 0,-1-4 0 16,3 5 0-16,0-7 0 0,-2 0 0 0,2-4 0 15,0 0 0-15,-8-8 0 0,19 11 0 0,-19-11 0 0,22-2 0 16,-22 2 0-16,28-9 0 0,-12 0 0 0,3-3 0 16,-3-2 0-16,1-5 0 0,4 3 0 15,-4-6 0-15,-2 2 0 0,2-1 0 0,-6 7 0 0,3-8 0 16,-6 7 0-16,3 0 0 0,-3 3 0 0,0-1 0 16,-2 7 0-16,-6 6 0 0,8-16 0 0,-8 16 0 15,7-5 0-15,-7 5 0 0,0 0 0 0,0 0 0 16,0 0 0-16,0 0 0 0,25 27 0 0,-20-14 0 15,-1-5 0-15,3 8 0 0,-1-6 0 0,2 8 0 16,-2-11 0-16,1 5 0 0,2-1 0 0,-1 0 0 16,-2-4 0-16,-6-7 0 0,26 12-83 0,-17-7-123 15,10-2-18-15,-2 0-12 0,-17-3-12 0,35-3-4 0,-13-7 22 16,-1-3 11-16,-1-2 26 0,1-3 24 16,-1-1 16-16,3 4 13 0,-9-8 13 0,3 2 23 0,1 0 21 15,-11 5 31-15,4 1 32 0,-4-3 39 0,1 3 19 16,-7 0 28-16,6 0 26 0,-6 1 13 0,-2 1 4 15,1 13 11-15,-8-21 14 0,1 14 8 0,7 7 6 16,-12-14-10-16,-1 9-7 0,13 5-7 0,-24 0-13 16,24 0-7-16,-30 7-8 0,11 0-1 0,4-2-15 15,-3 7-7-15,4-2-6 0,-2 1 0 0,-3 9-7 16,10-6-12-16,-1 0 14 0,-2 10-28 0,7-5 1 16,2 1-3-16,0-1-11 0,1-1 3 0,4 5 1 0,1-9-5 15,0 4 0-15,3-4-13 0,1 3 2 0,0-4-5 16,1-1-5-16,7-3-5 0,-4-3-3 15,-11-6-6-15,23 4-6 0,-23-4-2 0,0 0-3 0,40-7 1 16,-23-1 2-16,1-4-5 0,-1 5 3 0,-3-4 2 16,5-5 3-16,0-5 1 0,-8 7 3 0,3 2 7 15,-7-3 1-15,4-2 2 0,-3 5 10 0,1 0 5 16,-4 3 9-16,-5 9 1 0,9-13 2 0,-9 13 0 16,7-7-5-16,-7 7-1 0,0 0 1 0,0 0 1 15,16 22 1-15,-10 2 4 0,0 3-3 0,2 18-1 16,5 4 5-16,-7 7 22 0,2 21 0 0,0 1 2 15,5 4-2-15,-6 6-6 0,4-1 5 0,-1 3-9 0,3 2-9 16,-4-2-26-16,-3 2 0 0,1-5 0 16,-1-1 0-16,-8-4 0 0,-1-5 0 0,-5 1 0 15,2-26 0-15,-8 0 0 0,4-1 0 0,-9-3 0 0,-1-4 0 16,-1-5 0-16,4 1 0 0,-2-15 0 0,2-1 0 16,-2-6 0-16,-2-4 0 0,2-3-90 0,3-11-13 15,16 0-13-15,-42-11-9 0,27-3 8 0,-4-12 2 16,2 0 6-16,6-16 1 0,3-13 8 0,-6-23 13 15,14-6 7-15,8-42-5 0,-8 0-4 0,6-11-5 16,13-3-20-16,-9 6 5 0,12 9 29 0,-3 41 26 16,1 2 54-16,7 4 36 0,5-3 26 0,6 14 24 0,1 0 24 15,2 6 4-15,-12 17 14 0,4 5 6 16,-6 3 5-16,-2 5 4 0,-4 9 8 0,-1 1-1 16,-7 8-6-16,-5-1-4 0,0 7-5 0,-2 0-32 0,-6 7-103 15,0 0 0-15,0 0 0 0,0 0 0 0,19 22 0 16,-19-4 0-16,-5 8 0 0,2 4 0 0,0 7 0 15,1-8 0-15,-3 3 0 0,4-2 0 0,1 1 0 16,0 5 0-16,1-7 0 0,4-2 0 0,-3-1 0 16,4-1 0-16,-1-9 0 0,1 1 0 0,-1-8 0 15,1 6 0-15,4-6 0 0,-1-4 0 0,-9-5 0 16,24 8 0-16,-24-8 0 0,35-8 0 0,-15-6 0 16,-1-1 0-16,-3-1 0 0,4-9 0 0,-4-1 0 0,8-7 0 15,-8 7 0-15,-2 0 0 0,-1 0 0 0,-2-2 0 16,1 3 0-16,-4-1 0 0,-1 2 0 0,0 1 0 15,0 5 0-15,-2 3 0 0,-4 1 0 0,4-4 0 16,-4 9 0-16,-1 9 0 0,5-15 0 0,-5 15 0 16,0-11 0-16,0 11 0 0,0 0 0 0,0 0 0 15,0 0 0-15,0 0 0 0,0 0 0 0,0 0 0 16,0 0 0-16,0 0 0 0,3 37 0 0,-1-21 0 16,4-1 0-16,1-1 0 0,-1 4 0 0,2-4 0 15,0-3 0-15,1 1 0 0,2-2 0 0,2-1 0 16,-13-9 0-16,22 3 0 0,-22-3 0 0,32-5 0 0,-17-4 0 15,0-5 0-15,0-9 0 0,0-3 0 0,2-12 0 16,-3-9 0-16,-3-2 0 0,4-28 0 16,-4-1 0-16,-10-10 0 0,6 1 0 0,-12-49 0 0,8 7 0 15,-8 0 0-15,2 37 0 0,-6-37 0 0,1 43 0 16,-7 1 0-16,1 3 0 0,6 10 0 0,7 20 0 16,-13 11 0-16,2 3 0 0,6 10 0 0,-3 2 0 15,2 9 0-15,1 3 0 0,4 7 0 0,-2-4 0 16,4 11 0-16,0 0 0 0,-10-8 0 0,10 8 0 15,0 0 0-15,0 0 0 0,-8 55 0 0,8-14 0 16,2 6 0-16,-1 6 0 0,7 21 0 0,-1 3 0 16,-4 1 0-16,6 11 0 0,6 0 0 0,-1 4 0 0,8 29 0 15,-5-38 0-15,1 2 0 0,-4 2 0 0,5-6 0 16,-3-5 0-16,3-3 0 0,1-5 0 16,-6-17 0-16,4-3 0 0,1-4 0 0,-10 3 0 0,12-12 0 15,-7-11 0-15,3-1 0 0,-1-6 0 0,-6-4-52 16,2-6-235-16,7-3-37 0,-3-2-19 0,-16-3-12 15,35-13 9-15,-19 4 12 0,4-6 9 0,2-7 30 16,-1 1 35-16,7-11 36 0,-2-4 37 0,-3 3 47 16,1-1 30-16,-7 0 31 0,-2 8 34 0,-1-2 44 15,0 3 55-15,0 1 44 0,-1 2 42 0,0-3 25 16,-5 13 27-16,-1-2 22 0,1 0 33 0,-3 7 3 16,-5 7 2-16,6-17-11 0,-6 17-8 0,4-11-2 0,-4 11-13 15,0 0-4-15,0 0-8 0,0 0-19 0,0 0-15 16,0 0-19-16,0 0-7 0,-56 31-52 15,39-11-94-15,-4-4 0 0,1 6 0 0,-1 2 0 0,4 2 0 16,-1-2 0-16,4 3 0 0,2 2 0 0,0 7 0 16,5-10 0-16,2-3 0 0,6 1 0 0,-7 2 0 15,9-10 0-15,0 7 0 0,5-5 0 0,-1-3 0 16,5-3 0-16,-4-2 0 0,0-4 0 0,6-1 0 16,-14-5 0-16,27 0-95 0,-27 0-72 0,30-12 5 15,-6-5-1-15,-7 6 1 0,4-8 12 0,1-4 13 16,-3 1 15-16,0-3 13 0,-5 2 13 0,-3-3 10 15,2 1 17-15,-5-1 28 0,-5 2 18 0,0 4 21 16,-1 5 31-16,1-1 28 0,-2 1 20 0,-1 5 37 16,0 10 0-16,0-17 6 0,0 17-8 0,0-16-7 15,0 16-7-15,0 0-10 0,0 0-7 0,0 0-7 16,0 0-6-16,0 0-7 0,-26 43-8 0,19-24-2 0,1 7-3 16,3 4-7-16,1-2-3 0,5 11-3 0,-3-2-3 15,7 3-19-15,-6-13 13 0,9 1-1 0,-1 2-11 16,7 4-6-16,-2-6-17 0,-1-5-1 0,3-4-29 15,-4-5-7-15,3-2-12 0,-1-8-1 0,2 3 8 16,3-7-13-16,-19 0 4 0,34-4 5 0,-18-7 3 16,5-2 7-16,-1-4 0 0,2 1 6 0,-1-5 2 15,-4-4 7-15,1-2 2 0,4-10 9 0,-3-3 3 16,0-4 0-16,-5-3 7 0,0-2 0 0,-3-3 13 16,-1-3 12-16,1-13 1 0,-7-5 17 0,-4 18 5 15,2 2 12-15,-2 0 31 0,5 1 1 0,-10 10-1 16,3 11-9-16,1 6-2 0,-2 6-7 0,3 1 0 15,-3 10-12-15,-2-3-7 0,5 11-24 0,-6-9-21 0,6 9 0 16,0 0 0-16,0 0 0 0,-31 16 0 16,19-4 0-16,-2 3 0 0,-1 7 0 0,7-4 0 0,2-1 0 15,0 6 0-15,3 0 0 0,3-4 0 0,1 0 0 16,7 2 0-16,-2-1-9 0,9 1-39 0,-6-6-6 16,12 0 1-16,2-1-2 0,0 2-9 0,-6-8 7 15,7 5 1-15,-5-2 12 0,1-6-4 0,2 5 5 16,-1 1 9-16,-1-6 4 0,-2 5-2 0,-4 2 6 15,0-3-1-15,-6 4 5 0,5-1 3 0,-4 4 0 16,-4 1 6-16,0 2 1 0,4-2 2 0,-2 5-1 16,-4-2 2-16,3 1 1 0,-1-3 5 0,-1-3 5 15,3 3 5-15,1-2 0 0,3 0 5 0,-3-3-3 0,0-2 5 16,6 0 6-16,0 3 16 0,0-8 17 16,0 0 10-16,7-5 14 0,-21-1-14 0,49-1 5 15,-21-3-12-15,4-1-2 0,-3-5-2 0,10 0-7 0,-7-3-5 16,9-4-5-16,-16-1-10 0,10-5-40 0,-15 4-56 15,2-2-57-15,-1-3-61 0,-8 4-78 0,-1-7-63 16,-9 2-73-16,-3 2-59 0,0 1-109 0,-7-1-378 16,-9 5-1026-16,-6-1 454 0</inkml:trace>
        </inkml:traceGroup>
      </inkml:traceGroup>
    </inkml:traceGroup>
    <inkml:traceGroup>
      <inkml:annotationXML>
        <emma:emma xmlns:emma="http://www.w3.org/2003/04/emma" version="1.0">
          <emma:interpretation id="{9ADF2E37-6A86-4CB9-9C89-215F5FB1E5C9}" emma:medium="tactile" emma:mode="ink">
            <msink:context xmlns:msink="http://schemas.microsoft.com/ink/2010/main" type="paragraph" rotatedBoundingBox="20666,14721 25672,14541 25723,15957 20716,16136" alignmentLevel="2"/>
          </emma:interpretation>
        </emma:emma>
      </inkml:annotationXML>
      <inkml:traceGroup>
        <inkml:annotationXML>
          <emma:emma xmlns:emma="http://www.w3.org/2003/04/emma" version="1.0">
            <emma:interpretation id="{4FEBF97F-5E3E-4EEC-B941-388D38A98AC9}" emma:medium="tactile" emma:mode="ink">
              <msink:context xmlns:msink="http://schemas.microsoft.com/ink/2010/main" type="line" rotatedBoundingBox="20666,14721 25672,14541 25723,15957 20716,16136"/>
            </emma:interpretation>
          </emma:emma>
        </inkml:annotationXML>
        <inkml:traceGroup>
          <inkml:annotationXML>
            <emma:emma xmlns:emma="http://www.w3.org/2003/04/emma" version="1.0">
              <emma:interpretation id="{AB67773E-8D53-4786-AFE2-244B6357809A}" emma:medium="tactile" emma:mode="ink">
                <msink:context xmlns:msink="http://schemas.microsoft.com/ink/2010/main" type="inkWord" rotatedBoundingBox="20666,14721 23304,14626 23354,16041 20716,16136"/>
              </emma:interpretation>
              <emma:one-of disjunction-type="recognition" id="oneOf3">
                <emma:interpretation id="interp3" emma:lang="" emma:confidence="1">
                  <emma:literal/>
                </emma:interpretation>
              </emma:one-of>
            </emma:emma>
          </inkml:annotationXML>
          <inkml:trace contextRef="#ctx0" brushRef="#br0" timeOffset="9213.3737">6310 2273 276 0,'-13'-15'470'0,"-1"0"-1"0,5 1 4 0,-2 2-3 15,3 4-20-15,8 8-34 0,-11-9-39 0,11 9-33 16,0 0-18-16,0 0 1 0,0 0-12 0,0 0-1 16,-7 48-12-16,11-23 0 0,-4 15-8 0,6 4-8 15,-5 0-1-15,4 2-21 0,-3 2-10 0,-4 7-7 16,1-3-17-16,-4 21-20 0,-1-17-16 0,-1-4-19 16,7 4-54-16,-8 12-121 0,0-18 0 0,2 2 0 15,0-8 0-15,-2-4 0 0,5 0 0 0,-4-13 0 16,3-1 0-16,0-7 0 0,1-1 0 0,-3-6 0 15,4 1 0-15,2-13 0 0,-1 13 0 0,1-13 0 16,0 0 0-16,0 0 0 0,0 0 0 0,0 0 0 0,-21-39 0 16,10-1 0-16,8 3 0 0,-2-11 0 0,5-4 0 15,5-21 0-15,-3 3 0 0,-2 0 0 0,0 18 0 16,0-1 0-16,4 1 0 0,-2-2 0 0,6 8 0 16,3-1 0-16,3 7 0 0,-4 2 0 0,2 11 0 15,-2-1 0-15,1 6 0 0,-2 0 0 0,-1 9 0 16,2 0 0-16,1 1 0 0,-5 9 0 0,-6 3 0 15,27-4 0-15,-27 4 0 0,24 14 0 0,-10 5 0 16,6 3 0-16,1 4 0 0,1 7 0 0,3 2 0 16,-3 8 0-16,-1-2 0 0,-2 0 0 0,-2 0 0 15,2 6 0-15,-4-6 0 0,0 3 0 0,6-3 0 0,-1 0 0 16,-4-2 0-16,-3-11 0 0,3 4 0 0,-2-5 0 16,3-2 0-16,-7-8 0 0,2-1 0 0,1 1 0 15,-3-4 0-15,4-1 0 0,2-5 0 0,-1-5 0 16,-15-2 0-16,26 0 0 0,-26 0 0 0,34-16 0 15,-11 0 0-15,0-6 0 0,1-8 0 0,-2-6 0 16,-8 10 0-16,8-20 0 0,-1 2 0 0,-8-3 0 16,-1-2 0-16,-5 2 0 0,1-2 0 0,-5 1 0 15,0 4 0-15,0 3 0 0,0 9 0 0,0 2 0 16,4 3 0-16,-3 4 0 0,-2-1 0 0,0 6 0 16,4 2 0-16,-1 5 0 0,-2 1 0 0,-3 10 0 15,0-14 0-15,0 14 0 0,0 0 0 0,0 0 0 0,0 0 0 16,31 32 0-16,-21-7 0 0,3 1 0 0,-1 11 0 15,4 4 0-15,-7 0 0 0,4 4 0 0,1 2 0 16,1 0 0-16,-1-1 0 0,0-2 0 0,0 3 0 16,-1-6 0-16,-1 3 0 0,3-6 0 0,-6-1 0 15,4-11 0-15,-4-4 0 0,4-3 0 0,-5-11 0 16,5 5 0-16,-4-5 0 0,4-3-89 0,-13-5-250 16,28-5-11-16,-11-3 9 0,7-9 26 0,-3 0 27 15,1-6 27-15,8-6 35 0,0-3 41 0,2 3 27 0,-12 4 29 16,10-5 37-16,-9 8 49 0,10-8 35 0,-10 9 42 15,4-9 37-15,-4 11 25 0,-4 0 25 16,-6 8 21-16,0-4 35 0,-1 1 4 0,-4 5 28 0,0-3 20 16,-6 12 14-16,5-14 5 0,-5 14-3 0,-3-13-7 15,3 13-14-15,0 0-16 0,-22-5-50 0,22 5-158 16,0 0 0-16,-45 16 0 0,20-5 0 0,-2 3 0 16,4 0 0-16,0 5 0 0,1-2 0 0,-1 7 0 15,5-6 0-15,1 5 0 0,6-1 0 0,0 1 0 16,3-4 0-16,5 5 0 0,0-4 0 0,7 6 0 15,-4-10 0-15,7 2 0 0,-1 2 0 0,2-4 0 16,1 0 0-16,6 0 0 0,-1-4 0 0,-3 0 0 0,0-5 0 16,3 3 0-16,5-8 0 0,0-1 0 15,-19-1 0-15,36-7 0 0,-20 1 0 0,3-1 0 16,-3-5 0-16,6-7 0 0,-3-2 0 0,-5-3 0 0,-1 10 0 16,4-8 0-16,-6-2 0 0,-3 8 0 0,5-8 0 15,-10 5 0-15,3 3 0 0,1-1 0 0,-6-1 0 16,2 4 0-16,-6 3 0 0,3-1 0 0,0 12 0 15,-3-18 0-15,3 18 0 0,-5-11 0 0,5 11 0 16,0 0 0-16,-3-13 0 0,3 13 0 0,0 0 0 16,0 0 0-16,0 0 0 0,0 0 0 0,0 0 0 15,0 0 0-15,-11 34 0 0,13-18 0 0,1-1 0 16,0 0 0-16,2 10 0 0,-2-1 0 0,10-3 0 16,-2-3 0-16,-2-4 0 0,-1 3 0 0,5-4 0 15,-4-5 0-15,5-1 0 0,4-1 0 0,-1-1 0 16,-17-5 0-16,38-5 0 0,-19-1 0 0,6-2 0 0,-3-3 0 15,5-8 0-15,-5-1 0 0,-1-6 0 16,1-8 0-16,3 1 0 0,-2-3 0 0,-8-4 0 16,3-6 0-16,-7 1 0 0,1-6 0 0,-2-18 0 0,-1-3 0 15,-7 1 0-15,-2-5 0 0,-5 1 0 0,-4 4 0 16,-2 17 0-16,1 2 0 0,-2 2 0 0,-3 3 0 16,1 14 0-16,0 4 0 0,4 3 0 0,-1 11 0 15,3 1 0-15,2 7 0 0,0-2 0 0,6 9 0 16,0 0 0-16,0 0 0 0,0 0 0 0,-29 37 0 15,28-5 0-15,1 10 0 0,1 3 0 0,6 7 0 16,5 17 0-16,-4-12 0 0,11 13 0 0,3 0 0 16,-6 1 0-16,9-2 0 0,-7-21 0 0,-1 1 0 0,7 20 0 15,-10-20 0-15,-6 1 0 0,5-4 0 16,1 1 0-16,-6-5 0 0,3-2 0 0,-8-14 0 16,3-7 0-16,-4-1 0 0,1-4 0 0,-1 2 0 0,-1-8 0 15,-1-8-70-15,-9 14-266 0,9-14-24 0,0 0-16 16,0 0-5-16,-43-18-6 0,21 1 2 0,-3 3 7 15,1-8 9-15,-9-10 11 0,0-1-2 0,-2-5-2 16,-2-3-14-16,-10-11-240 0,8 12-667 0,-15-15 295 16,6 21 2581-16,4-3-1697 0,-19-5 118 0,14 14 53 15,-6 3 19-15,-2 3 25 0,5 3 7 0,-4 7 21 16,3-4 24-16,7 9 37 0,0 0 16 0,16 1 10 16,1 1 7-16,9 3-4 0,1 1-12 0,19 1-12 15,-21-5-11-15,21 5-14 0,0 0 19 0,0 0 17 0,0 0 8 16,0 0-15-16,0 0-3 0,49-13 9 15,-3 8-3-15,5-2 4 0,6 0-2 0,22-11 0 0,4 6-14 16,1-2-3-16,-2-1 0 0,2-4-2 0,-3-3-7 16,9-2-7-16,-5 4-166 0,4-2-15 0,-10 3 0 15,-22 0 0-15,-2 1 0 0,-5 4 0 0,-1 2 0 16,-1-3 0-16,-18 4 0 0,-3 2 0 0,-4-1 0 16,-4 8 0-16,-6-6 0 0,0 5 0 0,-13 3 0 15,17-3 0-15,-17 3 0 0,0 0 0 0,0 0 0 16,0 0-116-16,2 24-279 0,-7-8-44 0,-6 2-54 15,5-1-72-15,-9 9-466 0,-5 9-1116 0,6 2 494 16</inkml:trace>
        </inkml:traceGroup>
        <inkml:traceGroup>
          <inkml:annotationXML>
            <emma:emma xmlns:emma="http://www.w3.org/2003/04/emma" version="1.0">
              <emma:interpretation id="{E2035B73-788E-4BBC-BB3B-059B2EF2E961}" emma:medium="tactile" emma:mode="ink">
                <msink:context xmlns:msink="http://schemas.microsoft.com/ink/2010/main" type="inkWord" rotatedBoundingBox="23114,14977 25685,14886 25721,15890 23150,15982"/>
              </emma:interpretation>
              <emma:one-of disjunction-type="recognition" id="oneOf4">
                <emma:interpretation id="interp4" emma:lang="" emma:confidence="0.5">
                  <emma:literal>in</emma:literal>
                </emma:interpretation>
                <emma:interpretation id="interp5" emma:lang="" emma:confidence="0">
                  <emma:literal>ice</emma:literal>
                </emma:interpretation>
                <emma:interpretation id="interp6" emma:lang="" emma:confidence="0">
                  <emma:literal>life</emma:literal>
                </emma:interpretation>
                <emma:interpretation id="interp7" emma:lang="" emma:confidence="0">
                  <emma:literal>ide</emma:literal>
                </emma:interpretation>
                <emma:interpretation id="interp8" emma:lang="" emma:confidence="0">
                  <emma:literal>lie</emma:literal>
                </emma:interpretation>
              </emma:one-of>
            </emma:emma>
          </inkml:annotationXML>
          <inkml:trace contextRef="#ctx0" brushRef="#br0" timeOffset="9822.7075">8551 2643 3 0,'2'26'334'0,"-1"1"-9"0,6-1-16 0,-3-2-8 16,4-2-4-16,0 0-16 0,3 2-6 0,-1-7-6 15,-2-2-11-15,4 3-18 0,1-6-10 0,1 2-16 16,-1-4-7-16,-2 1-1 0,3 1-1 0,-3-4-2 15,3 3-7-15,-4-7-7 0,-2 1 2 0,-8-5 0 16,12 9 6-16,-12-9 3 0,0 0 3 0,16 8 11 16,-16-8 6-16,0 0 7 0,0 0 20 0,0 0-2 15,0 0 3-15,0 0-5 0,0 0-3 0,25-15 4 16,-25 15 4-16,2-20-8 0,4 10-189 0,-4-9-51 16,3 1 0-16,-4-10 0 0,6-10 0 0,0 0 0 15,8-6 0-15,-9 2 0 0,0-4 0 0,1-5 0 16,-7 3 0-16,-2 0 0 0,-3 3 0 0,4 3 0 0,-6 14 0 15,3 4 0-15,-4-1 0 0,1 10 0 0,4 2 0 16,-3 1 0-16,-2 7 0 0,8 5 0 0,-25-6 0 16,25 6 0-16,-35 10 0 0,21-3 0 0,-4 5 0 15,1-4 0-15,3 5 0 0,4 1 0 0,-2 2 0 16,4-4 0-16,1 3 0 0,6-1 0 0,2-2 0 16,4-1 0-16,3 3 0 0,2-3 0 0,7 1 0 15,0 0 0-15,1-3 0 0,4 3 0 0,3-4 0 16,2 3 0-16,-8-4 0 0,2 0 0 0,-6 0 0 15,6 2-50-15,-5 0 7 0,3-2 3 0,-4 3 6 16,4-3 6-16,-3 2-2 0,-8-3 12 0,11 4-3 16,-5 0-3-16,-1-5 10 0,1 6 1 0,-4-4-8 15,1-2 7-15,-11-5 6 0,20 8-5 0,-12 0 4 0,-8-8 6 16,16 6-4-16,-16-6 2 0,8 7 1 0,-8-7-1 16,11 7 21-16,-11-7-16 0,0 0 25 15,0 0-4-15,0 0 12 0,0 0 3 0,0 0 6 0,0 0 0 16,24-22 6-16,-24 11-3 0,0 11 0 0,1-12 6 15,-1 12-51-15,0-19 0 0,0 19 0 0,0-10 0 16,0 10 0-16,0 0 0 0,-3-16 0 0,3 16 0 16,0 0 0-16,0 0 0 0,0 0 0 0,0 0 0 15,0 0 0-15,0 0 0 0,0 0 0 0,0 0 0 16,10 52 0-16,-6-36 0 0,6 2 0 0,-7 2 0 16,0-2 0-16,5-3 0 0,-3-1 0 0,-2 1 0 15,2-7 0-15,-4 4-144 0,-1-12-169 0,3 13-49 0,-3-13-68 16,0 0-87-16,0 0-84 0,0 0-370 15,0 0-1052-15,0 0 466 0</inkml:trace>
          <inkml:trace contextRef="#ctx0" brushRef="#br0" timeOffset="10025.8174">8973 2129 47 0,'-16'-11'482'16,"4"0"-19"-16,-4 3-2 0,2 4-5 0,14 4-1 15,-21-4-2-15,21 4-9 0,0 0-21 0,-28 4-37 16,28-4-33-16,0 0-38 0,0 0-27 0,0 0-29 15,-18 8-26-15,18-8-28 0,0 0-18 0,0 0-21 16,0 15-14-16,0-15-28 0,0 0-42 0,0 0-53 16,7 15-71-16,-7-15-86 0,0 0-81 0,0 0-79 0,-2 18-105 15,2-18-114-15,0 0-309 0,0 0-884 16,0 10 391-16</inkml:trace>
          <inkml:trace contextRef="#ctx0" brushRef="#br0" timeOffset="10473.5878">9044 2295 269 0,'14'11'331'0,"-1"3"17"0,4 4 7 0,9-6 16 0,-4 2 5 16,5-2 11-16,0 6-2 0,-2-5-8 0,2 4-12 15,-5 0-16-15,5-3-22 0,-5 3-6 0,3 4-23 16,-3-1-15-16,-3 2-32 0,-1 2-19 0,-4-3-19 16,-3 5-21-16,3 10-19 0,-11-9-19 0,4-2-14 15,-4 1-14-15,-6 11-16 0,3-7-7 0,-7-1-16 16,-1 1-5-16,2-4-12 0,-3 0-8 0,-4-1-3 15,3-2 6-15,3-8-14 0,-3 1-9 0,-1-6-8 16,5 1 0-16,6-11-9 0,-11 14 7 0,11-14-14 16,-8 4-4-16,8-4-4 0,0 0-3 0,0 0 0 15,0-34-1-15,1 13-6 0,2-7 3 0,7-8-4 16,-4-7 3-16,2-2-10 0,6-3 0 16,-6 4 4-16,5-9-3 0,-2 6 2 0,0-3 3 15,3 3 3-15,-1-2 4 0,3 6 7 0,1 2 19 16,-6-2 12-16,7 4 29 0,-9 12 10 0,-3 3 14 0,-1 3 8 15,1 10 2-15,-2-1-4 0,-4 4-76 0,0 8-26 16,0 0 0-16,0 0 0 0,0 0 0 0,0 0 0 16,-35 41 0-16,17-8 0 0,1 8 0 0,3 0 0 15,0 10 0-15,-1 23 0 0,9-24 0 0,4 3 0 16,-2 16 0-16,13-15 0 0,7 17 0 0,0-24 0 16,6-2 0-16,11 0 0 0,0-11 0 0,8 1 0 15,5-8 0-15,5-2 0 0,4-10 0 0,5-7 0 16,24-8 0-16,3-8 0 0,6-8 0 0,-3-9 0 15,2-1 0-15,49-22 0 0,-50 21 0 0,50-20 0 16,-46 11 0-16,49-12-1366 0,-7-1-1478 0,-7-4 654 16</inkml:trace>
        </inkml:traceGroup>
      </inkml:traceGroup>
    </inkml:traceGroup>
  </inkml:traceGroup>
</inkml:ink>
</file>

<file path=ppt/ink/ink5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5T05:15:28.243"/>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C039F84E-B003-4609-9616-80A157D5F7F3}" emma:medium="tactile" emma:mode="ink">
          <msink:context xmlns:msink="http://schemas.microsoft.com/ink/2010/main" type="inkDrawing" rotatedBoundingBox="3254,2870 6390,16813 5968,16908 2833,2965" semanticType="callout" shapeName="Other">
            <msink:sourceLink direction="with" ref="{AFFDA9E4-8E7C-4FF1-BF55-A35E97D5E705}"/>
          </msink:context>
        </emma:interpretation>
      </emma:emma>
    </inkml:annotationXML>
    <inkml:trace contextRef="#ctx0" brushRef="#br0">-2-13 252 0,'0'0'260'16,"0"0"-12"-16,-2-16-7 0,2 16-11 0,0 0-12 15,0 0-14-15,0 0-8 0,0 0-4 0,0 0-9 16,0 0-6-16,0 0-11 0,0 0-7 0,0 0-5 0,0 0 1 16,0 0 1-16,0 0 0 0,-5-14-19 15,5 14-6-15,0 0 0 0,0 0-9 0,0 0-5 16,0 0 2-16,0 0 1 0,0 0 0 0,0 0-4 0,0 0-1 16,0 0 3-16,0 0-8 0,0 0 0 0,0 0-13 15,0 0 3-15,0 0-3 0,0 0-8 0,0 0-2 16,0 0-1-16,0 0-2 0,0 0-3 0,0 0-5 15,0 0-6-15,0 0-3 0,0 0-7 0,0 0-4 16,0 0-6-16,0 0 8 0,0 0 6 0,0 0 15 16,0 0-17-16,0 0 3 0,0 0-6 0,5 37 3 15,-5-37 2-15,8 18 1 0,-6-9-4 0,2 1-5 16,-2 3 5-16,3-1 7 0,-2 3-1 0,3-1-6 0,-1 1-1 16,1 4 7-16,-4 0-5 0,1-1 0 15,3 8-6-15,1-4-7 0,0 3 3 0,3-2-6 16,-5 3-4-16,4-2-1 0,-6 2-4 0,10 0-9 0,-5 1 5 15,0 0-11-15,0 3 6 0,9 6-3 0,-6 1-4 16,0-7 0-16,-1 5-4 0,2 7 4 0,1-1 4 16,1 2-14-16,-4 0 3 0,2 1 3 0,-4-2-2 15,10 4 1-15,-4 6 1 0,-3-5 4 0,2 2-5 16,1 2 12-16,0 2-9 0,2 16 1 0,-4-19 1 16,3 3-8-16,5 14 3 0,-6-14 5 0,7 17-7 15,-2-1-1-15,-8-20 7 0,6 22-1 0,-2-16-4 16,7 11 2-16,-6 9-3 0,4-2 3 0,-1-2 0 15,-3 2-17-15,6-1 0 0,-3 4 0 0,-2-1 0 16,1 0 0-16,-4 9 0 0,2-11 0 0,-4 9 0 16,12-5 0-16,3 0 0 0,-11 0 0 0,3 7 0 15,-5 1 0-15,8-1 0 0,5-2 0 0,-11 7 0 16,1 0 0-16,1 0 0 0,-1 39 0 0,-3-41 0 16,4 1 0-16,-1 3 0 0,2 29 0 0,-2-32 0 0,-3-1 0 15,7 37 0-15,-5-33 0 0,6 36 0 0,5-5 0 16,-18-30 0-16,12 38 0 0,-1-4 0 0,1-4 0 15,-7-33 0-15,0 4 0 0,12 39 0 0,4-6 0 16,-16-37 0-16,6 43 0 0,3-6 0 0,-8-33 0 16,11 33 0-16,-11-35 0 0,3 0 0 0,13 41 0 15,-12-44 0-15,11 40 0 0,-9-43 0 0,0 5 0 16,12 33 0-16,-16-35 0 0,10 34 0 0,-13-38 0 0,12 8 0 16,-8-5 0-16,3 2 0 0,12 34 0 15,-17-38 0-15,3 3 0 0,8 34 0 0,-11-37 0 16,3 1 0-16,1 39 0 0,-2-37 0 0,-3 1 0 0,9 37 0 15,-10-41 0-15,2 3 0 0,-2 3 0 0,1 0 0 16,7 37 0-16,-5-39 0 0,-6-2 0 0,14 40 0 16,-9-36 0-16,6 31 0 0,-3-34 0 0,-3 1 0 15,-3-4 0-15,3 4 0 0,4 3 0 0,-6-7 0 16,1 3 0-16,5-2 0 0,-1-5 0 0,2 0 0 16,-1 1 0-16,-6-2 0 0,1-1 0 0,2-2 0 15,4 1 0-15,-6-4 0 0,3-3 0 0,2 2 0 16,-6-2 0-16,-2-18 0 0,0 20 0 0,9 0 0 0,-7-21 0 15,2 15 0-15,3-14 0 0,-5 16 0 16,2-17 0-16,4 18 0 0,-1-18 0 0,-3-1 0 16,6 16 0-16,2 4 0 0,-7-20 0 0,1 2 0 0,5 13 0 15,-2-18 0-15,1 22 0 0,-1-22 0 0,-2 4 0 16,1-2 0-16,-3-1 0 0,12 18 0 0,-7-19 0 16,-1 3 0-16,5 20 0 0,3-6 0 0,-9-16 0 15,4 18 0-15,-5-20 0 0,8 3 0 0,-6 2 0 16,-4-2 0-16,7 2 0 0,-2-2 0 0,-2-2 0 15,2 3 0-15,8 13 0 0,-7-15 0 0,2 1 0 16,-5-6 0-16,3 1 0 0,0 3 0 0,-2 0 0 16,4-2 0-16,-1 1 0 0,-5 2 0 0,-3-10 0 15,4-2 0-15,-9-10 0 0,-1-2 0 0,9-4-265 16,-16-6-197-16,-3-3-83 0,0-1-116 0,0-11-382 0,0 0-1131 16,0 0 501-16</inkml:trace>
  </inkml:traceGroup>
</inkml:ink>
</file>

<file path=ppt/ink/ink5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5T05:15:41.321"/>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2C14F095-D4D7-4213-8D93-9C792675D5D9}" emma:medium="tactile" emma:mode="ink">
          <msink:context xmlns:msink="http://schemas.microsoft.com/ink/2010/main" type="inkDrawing" rotatedBoundingBox="2074,8520 3772,2692 4091,2785 2394,8613" semanticType="callout" shapeName="Other">
            <msink:sourceLink direction="with" ref="{C2B1BA4E-87C5-448F-81ED-45B91AA463CB}"/>
          </msink:context>
        </emma:interpretation>
      </emma:emma>
    </inkml:annotationXML>
    <inkml:trace contextRef="#ctx0" brushRef="#br0">1917 397 138 0,'0'0'161'0,"0"0"-13"0,0 0-19 0,0 0-16 0,0 0-6 16,0 0 0-16,0 0-11 0,0 0-5 0,0 0-2 16,0 0-3-16,0 0-2 0,0 0-3 0,0 0-5 15,0 0-4-15,0 0-3 0,0 0-4 0,0 0 9 16,0 0-1-16,0 0 4 0,0 0-3 0,0 0 0 16,0 0-3-16,0 0-7 0,0 0-1 0,0 0-8 15,0 0-5-15,0 0-2 0,0 0-5 0,0 0-3 16,0 0-5-16,0 0-2 0,0 0-5 0,0 0 1 15,0 0-6-15,0 0 0 0,0 0 2 0,0 0 0 16,0 0 5-16,0 0 6 0,0 0 1 0,0 0 0 16,0 0 5-16,0 0 2 0,0 0-2 0,0 0-4 0,0 0 4 15,0 0 2-15,0 0-7 0,-19-31-4 0,19 31-2 16,0 0-6-16,0-19 1 0,0 19-1 16,-6-14-8-16,6 14 6 0,-8-12-7 0,8 12-4 0,-2-14 5 15,2 14-1-15,-4-9-3 0,4 9 1 0,-8-9-1 16,8 9 3-16,0 0-1 0,-7-17 4 0,7 17 1 15,0 0-8-15,-6-9 4 0,6 9 1 0,0 0 6 16,-6-15 10-16,6 15 5 0,0 0 4 0,0 0 11 16,-2-15 7-16,2 15 10 0,-3-11 5 0,3 11-4 15,-5-15 4-15,5 15-12 0,-6-21-6 0,4 14-2 16,2 7-1-16,-4-19-5 0,2 11-15 0,2 8 7 16,-5-17-7-16,5 17-7 0,0-16-4 0,0 16-2 0,0 0-4 15,-1-17-9-15,1 17 15 0,-2-10-16 16,2 10-1-16,0 0 2 0,0 0 4 0,-5-14-5 15,5 14-5-15,0 0-2 0,0 0 8 0,0-15 11 0,0 15-19 16,0 0-2-16,0 0 8 0,0 0-10 0,0-15 3 16,0 15 1-16,0 0 7 0,0 0-8 0,7-14 6 15,-7 14 1-15,0 0 5 0,1-11 10 0,-1 11-10 16,0 0-2-16,0 0 6 0,0 0-11 0,5-12 5 16,-5 12-1-16,0 0 4 0,0 0-9 0,0 0 3 15,0 0-2-15,0 0 1 0,0 0 4 0,0 0-4 16,0 0-4-16,0 0-3 0,0 0 21 0,0 0-16 15,0 0-3-15,0 0-6 0,0 0 7 0,0 0-5 0,0 0 5 16,5-11-1-16,-5 11 3 0,0 0 15 16,0 0-20-16,0 0 2 0,0 0 0 0,0 0 3 15,0 0-3-15,0 0 3 0,0 0-6 0,0 0 2 0,0 0-2 16,0 0-1-16,0 0 4 0,0 0 11 0,0 0-16 16,0 0 7-16,0 0-2 0,0 0-4 0,0 0-9 15,0 0 19-15,0 0-14 0,0 0 10 0,0 0-7 16,0 0 0-16,0 0 6 0,0 0-3 0,0 0 2 15,0 0-1-15,0 0 16 0,0 0-15 0,0 0 16 16,0 0-18-16,0 0 0 0,0 0-2 0,0 0 14 16,0 0-19-16,0 0 7 0,0 0 2 0,0 0-6 15,0 0 0-15,0 0 0 0,0 0 3 0,0 0-8 16,0 0 8-16,0 0-2 0,0 0 2 0,0 0-1 16,0 0-1-16,0 0 3 0,0 0 3 0,0 0 3 15,0 0-7-15,0 0 6 0,0 0 0 0,0 0-4 0,0 0 0 16,0 0-4-16,0 0 4 0,0 0 0 0,0 0 7 15,0 0-6-15,0 0-2 0,0 0 5 16,0 0-4-16,0 0 4 0,0 0-3 0,0 0 2 0,0 0-4 16,0 0 9-16,0 0-9 0,0 0-2 0,0 0 9 15,0 0 1-15,0 0-5 0,0 0 1 0,0 0 5 16,0 0-2-16,0 0-3 0,0 0 1 0,0 0-3 16,0 0-3-16,0 0 3 0,0 0-1 0,0 0-3 15,0 0 6-15,0 0-1 0,0 0 0 0,0 0-1 16,0 0-6-16,0 0 6 0,0 0-4 0,0 0 12 15,0 0-10-15,0 0 0 0,0 0 0 0,0 0 3 16,0 0-5-16,0 0 8 0,0 0-4 0,0 0 0 0,0 0-1 16,0 0 7-16,0 0-6 0,0 0-6 0,0 0-1 15,0 0 2-15,0 0 1 0,0 0 5 16,0 0 4-16,0 0-6 0,0 0 2 0,0 0-5 0,0 0 6 16,0 0 0-16,0 0-6 0,0 0 5 0,0 0-4 15,0 0-6-15,0 0 4 0,0 0-2 0,0 0 4 16,0 0 4-16,0 0-5 0,0 0 5 0,0 0-2 15,0 0 13-15,0 0-14 0,0 0 0 0,0 0 0 16,0 0 1-16,0 0-3 0,0 0-3 0,0 0 8 16,0 0-3-16,0 0 3 0,-18 33 5 0,18-33-11 15,0 0-1-15,0 0 6 0,0 0 1 0,0 0 4 16,0 0-3-16,0 0 3 0,0 0-3 0,0 0-3 16,0 0 1-16,0 0-2 0,0 0 3 0,0 0 5 0,0 0 6 15,0 0-18-15,0 0 9 0,0 0 0 16,0 0 3-16,0 0-6 0,0 0 1 0,0 0-4 0,0 0-4 15,0 0 10-15,0 0-3 0,0 0 8 0,0 0-13 16,0 0 4-16,0 0 0 0,0 0-1 0,0 0-8 16,0 0 12-16,0 0-4 0,0 0 5 0,0 12-11 15,0-12 13-15,0 0-5 0,-3 14-3 0,3-14 4 16,0 22-2-16,-5-7 1 0,4 4 12 0,-4 10-21 16,-4 13 14-16,1 10-1 0,-2 21 5 0,2 6 2 15,-12 4 2-15,2 40 1 0,-7-34-5 0,-2 47 2 16,-1 5 3-16,2 5 3 0,-8 3-7 0,-6-1 5 15,-2 1-1-15,-1 1-9 0,0-9 2 0,-4 0 2 16,12-6-1-16,-4 4 2 0,-3-3 4 0,-3 12 14 16,2-4 6-16,5 4 9 0,-5 4 1 0,-10-11-9 15,15 4 1-15,-2 2-1 0,-9 1-2 0,2 10 2 0,9-3-3 16,-3-3-5-16,4 0-3 0,-7-11-1 0,5-1-2 16,4 1-1-16,-2-6-6 0,-2-7-6 0,9-3 1 15,0-40-16-15,1 2 0 0,-5-1-23 0,-1-7-7 16,-5-1-17-16,2-12-17 0,-1-1-21 0,1-20-24 15,-8 15-28-15,11-19-32 0,-1-4-38 0,-2-6-63 16,11-10-77-16,-3-10-299 0,5-11-708 0,25 0 314 16</inkml:trace>
  </inkml:traceGroup>
</inkml:ink>
</file>

<file path=ppt/ink/ink5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5T05:15:42.586"/>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A5ACEB7A-FAC3-4864-AC01-6533C4E34EA3}" emma:medium="tactile" emma:mode="ink">
          <msink:context xmlns:msink="http://schemas.microsoft.com/ink/2010/main" type="inkDrawing" rotatedBoundingBox="3737,2676 5118,11163 4738,11225 3358,2738" semanticType="callout" shapeName="Other">
            <msink:sourceLink direction="with" ref="{C2B1BA4E-87C5-448F-81ED-45B91AA463CB}"/>
          </msink:context>
        </emma:interpretation>
      </emma:emma>
    </inkml:annotationXML>
    <inkml:trace contextRef="#ctx0" brushRef="#br0">0 28 163 0,'14'-9'344'15,"2"3"-28"-15,-2-3-27 0,0 1-21 0,4 0-29 16,-2 5-18-16,-1-1-26 0,-15 4-15 0,34-1-22 16,-34 1-14-16,33 1-15 0,-17 3-11 0,4-1-13 15,-6 8-13-15,2 2-10 0,5 4 6 0,-2 0-15 16,-5 7-9-16,2 2-8 0,4 11 0 0,-5 3-9 16,0 5-1-16,-2 4-10 0,9 18 0 0,-11-14-5 0,5 23 2 15,-7 0 0-15,1 0-4 0,-7 1-3 16,11 4-1-16,-9 3-2 0,3 2 5 0,0 4 1 15,-2 2-3-15,4 39 4 0,-4-41-3 0,8 33-4 0,-4-44-4 16,-1 4 5-16,-1 3-1 0,8 4 1 0,-7-3-2 16,1 4 1-16,4-9 8 0,2 40 1 15,-3-34 2-15,1-1 1 0,-2 38 6 0,-4-35 13 0,7 2 1 16,-1 32-1-16,-8-37-4 0,0-6-6 0,-4 6-5 16,4 2-1-16,-1-1 4 0,-3-3-5 0,-1 2 0 15,2-6 9-15,-1 4-20 0,-1 0 2 0,6 0-4 16,-6-3 0-16,4 2-6 0,-3-2 4 0,-2-9-7 15,1 8 6-15,4-6-5 0,-3 2-3 0,4-6-2 16,-4-1 6-16,2 1-2 0,3 6-7 0,-6-25 6 16,5 26-6-16,2-8-2 0,-3-14 4 0,1 17 1 15,1-22-2-15,4 20-1 0,-5-1 1 0,0-14-1 0,2-4-2 16,3-3 0-16,-1 2 14 0,3 1-20 0,-6 1 6 16,3-3-1-16,3-1 3 0,-1 1-2 15,-4-1 0-15,5 1-3 0,-5-1 4 0,0 0-1 0,6-1-2 16,-2 2-3-16,-2-4 7 0,3 2-14 0,1 1 13 15,0-4-3-15,0 2 0 0,0-3-8 0,1 4 9 16,-1-2 2-16,0-6 0 0,7 6-3 0,-9-2-2 16,4 2 9-16,-3-2-8 0,3 1-3 0,1-2 0 15,-3-1 7-15,-3 3 0 0,3-3 0 0,1 2-8 16,-3-1 5-16,-1 1-3 0,5-4 4 0,-2 8 1 16,-1-2 0-16,-3 1-3 0,1-3 6 0,0 4-5 15,3-3 2-15,-1 2 0 0,-6-5-3 0,6 6 0 16,-2-4 3-16,-6 0-1 0,6 1 0 0,5-4 8 15,-8 3-10-15,-2-6 2 0,5 6-5 0,-3-8 1 16,1 2 3-16,-2-1 7 0,-1-8-11 0,-1 1-2 16,3-3 4-16,-2 1 3 0,-1-2 5 0,7 0 0 0,0 0 1 15,-6 0-4-15,3-1 1 0,-1 0-2 0,0-1-1 16,3 5 7-16,-3-3-11 0,2 1 3 0,2-2-1 16,1 2 3-16,-5-2-1 0,0 1 9 0,6-5-10 15,-8-2-5-15,5 1 3 0,-6-1-1 0,8 4 3 16,-5-8-2-16,-2 4-1 0,2 0 1 0,0-8-2 15,-2 7-1-15,0-6 0 0,1 2-8 0,-7-14-12 16,4 22-21-16,-4-22-31 0,2 19-36 0,-2-19-35 16,0 23-62-16,0-23-81 0,-21 18-472 0,21-18-820 15,0 0 363-15</inkml:trace>
  </inkml:traceGroup>
</inkml:ink>
</file>

<file path=ppt/ink/ink5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5T05:15:43.102"/>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DCDC3C0C-1017-403C-83CC-6C62B354D13A}" emma:medium="tactile" emma:mode="ink">
          <msink:context xmlns:msink="http://schemas.microsoft.com/ink/2010/main" type="inkDrawing" rotatedBoundingBox="4465,3288 13322,3538 13313,3858 4456,3608" shapeName="Other"/>
        </emma:interpretation>
      </emma:emma>
    </inkml:annotationXML>
    <inkml:trace contextRef="#ctx0" brushRef="#br0">0 190 4733 0,'3'-11'-9'0,"6"-4"20"16,-1 0-19-16,0 0-28 0,5 1 2 0,1 3 25 15,10-4-4-15,9 5-2 0,11-2 4 0,16 1 2 16,18 1-10-16,5 1 2 0,6 2 3 0,10 0 5 0,47 6 4 16,1-6-3-16,8 7 11 0,9 0-9 15,10 1-6-15,8 1 1 0,9-5 5 0,5-1-1 0,24 1 5 16,10 6-2-16,7-3-5 0,8-1 2 0,11 1 22 16,4 0-9-16,11 1-11 0,4 6 8 0,0-2 1 15,0-2 7-15,2 0 12 0,7 4-3 0,1 5 6 16,-5-4-4-16,-2 2 3 0,-2 3 2 0,-9 0-6 15,2 2 0-15,-10 11-11 0,-22-4 1 0,-6 6-11 16,-11-4-26-16,-18 1-24 0,-15 1-16 0,-25 1-25 16,-2 3-19-16,-62-10-28 0,-2 6-37 0,-7 4-56 15,-5-8-53-15,-29 1-306 0,-4-8-638 0,-6-2 282 0</inkml:trace>
  </inkml:traceGroup>
</inkml:ink>
</file>

<file path=ppt/ink/ink6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5T05:15:56.344"/>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5ADE7E2C-0EEE-40DA-BB32-E5D4E741BF6B}" emma:medium="tactile" emma:mode="ink">
          <msink:context xmlns:msink="http://schemas.microsoft.com/ink/2010/main" type="inkDrawing" rotatedBoundingBox="9932,4535 10115,9987 8734,10034 8552,4581" semanticType="verticalRange" shapeName="Other">
            <msink:sourceLink direction="with" ref="{F6FFD001-E391-437B-9FCD-C5CB74AC9D75}"/>
            <msink:sourceLink direction="with" ref="{33A28F65-2D9F-4F1D-824C-1CF526C44CAF}"/>
          </msink:context>
        </emma:interpretation>
      </emma:emma>
    </inkml:annotationXML>
    <inkml:trace contextRef="#ctx0" brushRef="#br0">215 463 287 0,'-2'-30'459'0,"-1"-6"18"0,0-6 23 16,3 2 1-16,-5-1-1 0,5 4-13 0,-1 0-24 15,-1 8-7-15,-1 2 0 0,3 1-20 0,-2 0-9 16,2 8 5-16,-4 0-1 0,2 4-3 0,2 2-14 15,0 12-21-15,-2-15-30 0,2 15-82 0,-6-15-281 0,6 15 0 16,0 0 0-16,0 0 0 0,0 0 0 0,0 0 0 16,0 0 0-16,5 53 0 0,4-14 0 15,-9 9 0-15,13 23 0 0,-10 5 0 0,7 0 0 0,-7 11 0 16,-3 2 0-16,-2 46 0 0,9-3 0 16,-12 2 0-16,-2-1 0 0,6 1 0 0,-4 2 0 15,10 16 0-15,-4-6 0 0,7 13 0 0,-1 5 0 0,-3-11 0 16,0 1 0-16,-1-10 0 0,0 13 0 0,3-5 0 15,-6-2 0-15,-6 5 0 0,11-10 0 0,-10-9 0 16,5-6 0-16,-3-36 0 0,-4 36 0 0,3-3 0 16,-3-42 0-16,4 0 0 0,-5 0 0 0,-3-1 0 15,5-4 0-15,-2 0 0 0,-5-3 0 0,4-5 0 16,-4-2 0-16,5-19 0 0,-4 1 0 0,4 0 0 16,-6-1 0-16,1-2 0 0,5-1 0 0,0-4 0 0,-4-3 0 15,4 0 0-15,-2-12 0 0,2-1 0 0,3 3 0 16,-1-6 0-16,0 1 0 0,0-4 0 0,1-3 0 15,0 0 0-15,3-4 0 0,-1-1 0 0,3-14 0 16,-3 27 0-16,3-14 0 0,0-13 0 16,-3 20 0-16,3-20 0 0,5 16 0 0,-5-16 0 0,0 0 0 0,0 16 0 0,0-16 0 15,0 0 0-15,8 18 0 0,-8-18 0 0,8 12 0 16,-8-12 0-16,18 7 0 0,-18-7 0 0,24 11 0 16,-5-8 0-16,6 2 0 0,-1 3 0 0,9 0 0 15,7 2 0-15,7 4 0 0,9-5 0 0,-1 6 0 16,2-1 0-16,22 1 0 0,-2-4 0 0,1-3 0 15,-17-6 0-15,17 3 0 0,-20-2 0 0,29-6 0 16,-28 1 0-16,-1-3 0 0,18-13 0 0,-25 6 0 16,7-7 0-16,-11-12-1366 0,-2-9-1478 0,7-23 654 0</inkml:trace>
  </inkml:traceGroup>
</inkml:ink>
</file>

<file path=ppt/ink/ink6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5T05:16:07.715"/>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43495788-47A2-4587-902C-6054964EF7D4}" emma:medium="tactile" emma:mode="ink">
          <msink:context xmlns:msink="http://schemas.microsoft.com/ink/2010/main" type="inkDrawing" rotatedBoundingBox="16434,3925 17235,9612 15332,9881 14531,4193" semanticType="verticalRange" shapeName="Other">
            <msink:sourceLink direction="with" ref="{A10212CC-1866-49A1-AFBE-7E487205A0DE}"/>
          </msink:context>
        </emma:interpretation>
      </emma:emma>
    </inkml:annotationXML>
    <inkml:trace contextRef="#ctx0" brushRef="#br0">65 90 8 0,'-16'4'436'0,"2"2"-37"0,14-6-28 0,-21 6-19 0,21-6-23 16,-16 3-39-16,16-3-14 0,0 0-1 16,0 0 1-16,0 0-5 0,0 0-6 0,32 12-1 15,0-9-11-15,-1-3-19 0,15-4-15 0,0 2-20 0,8 1-16 16,-4-7-15-16,5 1-12 0,1 5-10 0,-1-5-9 15,4 1-5-15,-9-5-16 0,1 4 5 0,1-1-5 16,-6 0 6-16,-5-6-5 0,1 6 1 0,-8-2-9 16,-6 2-10-16,2 3-5 0,-3-1-5 0,-5 3-5 15,-1-1-4-15,-1 0-8 0,-20 4-7 0,37 4-8 16,-20 6 1-16,-3-2-6 0,8 15-6 0,2 13-5 16,0 10 2-16,1 23 1 0,2 12 13 0,0 4 1 15,-7 3 3-15,10 57 14 0,-1-16-3 0,-4-2 19 16,3 5 0-16,-5-9 7 0,-6 7 18 0,10-2-26 15,-7 5-90-15,-5-3 0 0,5-8 0 0,-9-33 0 16,3 48 0-16,4-1 0 0,-6-6 0 0,4-8 0 16,-5 4 0-16,-3 1 0 0,-1-33 0 0,-1 32 0 15,5 0 0-15,-6-37 0 0,7 42 0 0,-2-6 0 16,-2-39 0-16,0 44 0 0,-2-38 0 0,7 35 0 0,-9-35 0 16,11 33 0-16,-6-41 0 0,-1-4 0 0,-8 4 0 15,14-4 0-15,-1 3 0 0,-12 3 0 0,6-13 0 16,-1 2 0-16,2-9 0 0,-11-12 0 0,11-1 0 15,-2 0 0-15,3-2 0 0,-4 0 0 0,5-5 0 16,-2-5 0-16,-2 2 0 0,0-3 0 0,1-2 0 16,-9-12 0-16,5 0 0 0,-1-1 0 0,2-2 0 15,-2-3 0-15,1-2 0 0,0 1 0 0,1-3 0 0,-1 1 0 16,-3-17 0-16,4 25 0 0,-4-25 0 16,2 15 0-16,-2-15 0 0,0 18 0 0,0-18 0 0,0 0 0 15,-5 25 0-15,4-13 0 0,1-12 0 0,-15 22 0 16,1-9 0-16,-8 3 0 0,-14 4 0 15,-4 1 0-15,-12 5 0 0,-3-4 0 0,-27 8 0 0,-10-4 0 0,-49 11 0 0,5-8 0 16,2 1 0-16,38-15 0 0,-47 7 0 16,7 5 0-16,48-9 0 0,-2 0 0 0,0 7 0 15,6-6-1366-15,5 0-1478 0,2-4 654 0</inkml:trace>
  </inkml:traceGroup>
</inkml:ink>
</file>

<file path=ppt/ink/ink6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5T05:16:45.527"/>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FEAFCF3C-D2A1-430E-BEA4-C62E1286A4A8}" emma:medium="tactile" emma:mode="ink">
          <msink:context xmlns:msink="http://schemas.microsoft.com/ink/2010/main" type="inkDrawing" rotatedBoundingBox="20098,4375 20707,10031 19498,10161 18889,4505" semanticType="verticalRange" shapeName="Other"/>
        </emma:interpretation>
      </emma:emma>
    </inkml:annotationXML>
    <inkml:trace contextRef="#ctx0" brushRef="#br0">189 436 296 0,'-3'-42'336'15,"-1"4"3"-15,-3-4-5 0,4 4 13 0,-2 1 16 16,2 7 2-16,-6 2 14 0,1-2-13 0,0 3-11 16,2 2-8-16,-4 2-4 0,2 6 7 0,-1 1-5 15,5 2-6-15,-2 3-13 0,0 3-25 0,6 8-34 16,-8-12-24-16,8 12-27 0,0 0-20 0,0 0-19 16,0 0-8-16,-29 33-2 0,22-3-10 0,0 17 0 15,-1 8-3-15,0 29 2 0,4 1-5 0,-1 38-5 16,-3-35-142-16,5 37-4 0,0 8 0 0,1 0 0 15,8 1 0-15,2-3 0 0,-8 5 0 0,8-1 0 16,3 3 0-16,-1 7 0 0,4-3 0 0,-3 6 0 16,10 5 0-16,-7-5 0 0,3-1 0 0,5-3 0 15,-3 5 0-15,2-5 0 0,-1 7 0 0,-4-3 0 16,6-8 0-16,-9-12 0 0,9 11 0 0,-8-6 0 16,5-3 0-16,-12-38 0 0,2 34 0 0,-1-37 0 0,5 38 0 15,-9-43 0-15,3 2 0 0,-6-1 0 0,1-2 0 16,0-5 0-16,4-1 0 0,-3-6 0 0,-1-16 0 15,-2-1 0-15,-2 15 0 0,5-18 0 0,-3 0 0 16,0-5 0-16,2-5 0 0,-2 7 0 0,-2-20 0 16,2 3 0-16,2-5 0 0,1-1 0 0,-3-6 0 15,0-2 0-15,-3-1 0 0,9-4 0 0,-9 0 0 16,3-12 0-16,0 21 0 0,0-21 0 0,0 16 0 16,0-16 0-16,0 10 0 0,0-10 0 0,0 0 0 0,0 17 0 15,0-17 0-15,0 0 0 0,0 0 0 16,3 12 0-16,-3-12 0 0,0 0 0 0,0 0 0 15,0 0 0-15,0 0 0 0,3 11 0 0,-3-11 0 0,0 0 0 16,14 9 0-16,-14-9 0 0,16 2 0 0,-16-2 0 16,0 0 0-16,43 7 0 0,-15-2 0 0,6-1 0 15,10-1 0-15,3 1 0 0,2-2 0 0,10-5 0 16,-2 4 0-16,26-1 0 0,-5 0 0 0,-15-1 0 16,22-3 0-16,-1-8 0 0,-3 4 0 0,-21 0-23 15,17-8-679-15,-3-5-543 0,-17 9-1348 0,21-13 597 16</inkml:trace>
  </inkml:traceGroup>
</inkml:ink>
</file>

<file path=ppt/ink/ink6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5T05:16:59.342"/>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02A94A8D-1F34-46BF-8BE2-69E6C76685B6}" emma:medium="tactile" emma:mode="ink">
          <msink:context xmlns:msink="http://schemas.microsoft.com/ink/2010/main" type="inkDrawing" rotatedBoundingBox="27728,4193 28683,10367 26454,10712 25499,4538" semanticType="verticalRange" shapeName="Other">
            <msink:sourceLink direction="with" ref="{F24EF6F7-C2D7-40C4-A2F2-EA92D0A51976}"/>
          </msink:context>
        </emma:interpretation>
      </emma:emma>
    </inkml:annotationXML>
    <inkml:trace contextRef="#ctx0" brushRef="#br0">46 160 129 0,'-12'-10'406'15,"-1"0"-1"-15,5 3 12 0,2-1 11 0,6 8 0 16,-8-15-10-16,8 15-23 0,0 0-20 0,5-17-18 16,-5 17-7-16,22-12-21 0,-2 7-13 0,7-4-15 15,5 4-17-15,15-2-24 0,2 7-27 0,2-7-16 0,6 2-19 16,4 3-16-16,18 1-12 0,-20-2-22 16,-6 2-21-16,3-1-1 0,1 0-15 0,-4-1-13 15,-4 3-8-15,0 1-14 0,-3-1-7 0,-11 0-7 0,-3 0 5 16,-2 0 3-16,-5-1 3 0,-8 1-4 15,-17 0-6-15,29 1 7 0,-29-1 5 0,20 6 2 16,-12 1 18-16,3 1-68 0,-1 4-27 0,2 11 0 0,-4 5 0 16,8 16 0-16,-3 3 0 0,2 7 0 0,3 27 0 15,6-1 0-15,15 43 0 0,-3-5 0 0,-6 6 0 16,12-1 0-16,0 7 0 0,7 3 0 0,0-2 0 16,5 12 0-16,1-3 0 0,5 5 0 0,-3 6 0 15,-1-3 0-15,-3-10 0 0,4-2 0 0,-8-8 0 16,-14 1 0-16,1-4 0 0,-12-35 0 0,1 52 0 15,12-16 0-15,-18 3 0 0,-4-3 0 0,-4-38 0 16,-6 39 0-16,-8-38 0 0,1-1 0 0,-10 38 0 16,7-41 0-16,-4 7 0 0,-2 1 0 0,-4-4 0 15,-13 32 0-15,14-41 0 0,-4-3 0 0,4-4 0 16,-5 1 0-16,5-3 0 0,1-16 0 0,1-6 0 0,0 5 0 16,5-3 0-16,-4 1 0 0,3-2 0 0,3-3 0 15,3-3 0-15,2 0 0 0,0-2 0 0,2-3 0 16,3 0 0-16,-5 5 0 0,1-16 0 0,6 12 0 15,-6-17 0-15,5 7 0 0,2-4 0 0,-1 4 0 16,-3-4 0-16,0 0 0 0,2 0 0 0,-1 0 0 16,-4 1 0-16,7-3 0 0,-8 1 0 0,5-5 0 15,-10 2 0-15,5-4 0 0,0-1 0 0,-3 7 0 16,-5 2 0-16,3-1 0 0,-4-2 0 0,-2-9 0 16,-2 10 0-16,-4 2 0 0,-15 3 0 0,-3 0 0 15,-3-3 0-15,-4 2 0 0,-33 5 0 0,22-9 0 16,-28 4 0-16,-3-1 0 0,-1-1 0 0,-7 0 0 0,9-4 0 15,-1 0 0-15,0 4 0 0,2-7 0 0,-5 2 0 16,5-4 0-16,23-8 0 0,-20 2 0 0,2 1 0 16,25-12 0-16,-7-5 0 0,1-5-1366 0,9-7-1478 15,1-6 654-15</inkml:trace>
  </inkml:traceGroup>
</inkml:ink>
</file>

<file path=ppt/ink/ink6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5T05:15:55.320"/>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A10212CC-1866-49A1-AFBE-7E487205A0DE}" emma:medium="tactile" emma:mode="ink">
          <msink:context xmlns:msink="http://schemas.microsoft.com/ink/2010/main" type="writingRegion" rotatedBoundingBox="5943,4115 25974,4137 25971,6619 5940,6597">
            <msink:destinationLink direction="with" ref="{43495788-47A2-4587-902C-6054964EF7D4}"/>
          </msink:context>
        </emma:interpretation>
      </emma:emma>
    </inkml:annotationXML>
    <inkml:traceGroup>
      <inkml:annotationXML>
        <emma:emma xmlns:emma="http://www.w3.org/2003/04/emma" version="1.0">
          <emma:interpretation id="{71026E3B-E26E-4831-80CB-4FE36923B74C}" emma:medium="tactile" emma:mode="ink">
            <msink:context xmlns:msink="http://schemas.microsoft.com/ink/2010/main" type="paragraph" rotatedBoundingBox="5943,4115 25974,4137 25971,6619 5940,6597" alignmentLevel="1"/>
          </emma:interpretation>
        </emma:emma>
      </inkml:annotationXML>
      <inkml:traceGroup>
        <inkml:annotationXML>
          <emma:emma xmlns:emma="http://www.w3.org/2003/04/emma" version="1.0">
            <emma:interpretation id="{F6FFD001-E391-437B-9FCD-C5CB74AC9D75}" emma:medium="tactile" emma:mode="ink">
              <msink:context xmlns:msink="http://schemas.microsoft.com/ink/2010/main" type="line" rotatedBoundingBox="5943,4115 25974,4137 25971,6619 5940,6597">
                <msink:destinationLink direction="with" ref="{5ADE7E2C-0EEE-40DA-BB32-E5D4E741BF6B}"/>
              </msink:context>
            </emma:interpretation>
          </emma:emma>
        </inkml:annotationXML>
        <inkml:traceGroup>
          <inkml:annotationXML>
            <emma:emma xmlns:emma="http://www.w3.org/2003/04/emma" version="1.0">
              <emma:interpretation id="{C2B1BA4E-87C5-448F-81ED-45B91AA463CB}" emma:medium="tactile" emma:mode="ink">
                <msink:context xmlns:msink="http://schemas.microsoft.com/ink/2010/main" type="inkWord" rotatedBoundingBox="5943,4384 10519,4389 10517,6132 5941,6127">
                  <msink:destinationLink direction="with" ref="{A5ACEB7A-FAC3-4864-AC01-6533C4E34EA3}"/>
                  <msink:destinationLink direction="with" ref="{2C14F095-D4D7-4213-8D93-9C792675D5D9}"/>
                </msink:context>
              </emma:interpretation>
            </emma:emma>
          </inkml:annotationXML>
          <inkml:trace contextRef="#ctx0" brushRef="#br0">-13397 963 39 0,'-28'-1'398'0,"9"-4"-19"15,19 5-2-15,-29-1 4 0,29 1-1 0,-14-6 3 16,14 6-6-16,0 0-17 0,0 0-25 0,56-26-25 16,-14 16-18-16,12 2-20 0,20-7-22 0,10-1-27 15,0 4-21-15,0-1-20 0,9 0-20 0,0 0-27 16,-1 0-42-16,-5 0-58 0,-2-1-71 0,5-1-69 0,-5 3-61 15,-7-4-55-15,-1 2-64 0,-21 1-60 0,0-2-76 16,0-3-244-16,-7 4-719 0,0-2 318 0</inkml:trace>
          <inkml:trace contextRef="#ctx0" brushRef="#br0" timeOffset="-218.7081">-12708 443 320 0,'0'-11'413'0,"0"11"-5"0,0 0 1 0,0 0-1 15,-6-12-18-15,6 12-19 0,0 0-16 0,0 0-3 0,-17 27-5 16,6-13-8-16,7 5-10 0,-7 7-10 0,5 3-15 16,-3-2-14-16,-4 9-11 0,7-9-14 15,-9 10-8-15,8 0-12 0,-3-8-14 0,-1 8-14 0,-2-9-16 16,2 7-16-16,-6 4-20 0,6-12-13 0,0-1-13 15,-2-4-14-15,4 0-13 0,1-4-10 0,-3 1-14 16,4-4-14-16,-1 3-74 0,5-6 0 0,-1 1 0 16,-3-6 0-16,7-7 0 0,-3 17 0 0,3-17 0 15,-5 9 0-15,5-9 0 0,0 0 0 0,0 0 0 16,0 0 0-16,0 0 0 0,0 0 0 0,27-34 0 16,-19 3 0-16,13-7 0 0,-6-4 0 0,3-2 0 15,1-5 0-15,1-3 0 0,1 1 0 0,6-17 0 0,-11 23 0 16,4-2 0-16,-1 3 0 0,-3 0 0 15,4 0 0-15,-4 5 0 0,-2 3 0 0,1 14 0 0,-3-4 0 16,1 10 0-16,-5-2 0 0,3 4 0 0,-6-1 0 16,-1 8 0-16,1-4 0 0,-5 11 0 0,8-10 0 15,-8 10 0-15,0 0 0 0,0 0 0 0,0 0 0 16,35 17 0-16,-21-3 0 0,0 7 0 0,8 10 0 16,1 6 0-16,-3 4 0 0,1-3 0 0,1 5 0 15,-2 5 0-15,4-4 0 0,3 1 0 0,-5 0 0 16,3 1 0-16,-3-1 0 0,4-1 0 0,-4-1 0 15,-2 1 0-15,-2-4 0 0,1 4 0 0,-11-7 0 0,-2-8 0 16,0 2 0-16,-4-5 0 0,-2-1 0 0,0-2 0 16,-7 2 0-16,0-1 0 0,-3-8 0 15,-1 1-400-15,-6-4-111 0,-9 0-71 0,4-3-82 0,-6-2-342 16,1-6-1089-16,0-4 481 0</inkml:trace>
          <inkml:trace contextRef="#ctx0" brushRef="#br0" timeOffset="346.4328">-11638 889 323 0,'-22'12'426'0,"2"-4"-19"0,9 3-6 16,0-3 21-16,11-8 10 0,0 15-11 0,0-15-23 0,20 11-19 16,10-8-28-16,18 4-20 0,5-8-36 0,28 0-32 0,-2 1-24 15,3-1-30-15,2-3-42 0,3 8-76 0,-7-8-116 16,4 1-128-16,-3 3-128 0,-4-4-152 0,-15 0-345 15,15 0-841-15,-15-7 372 0</inkml:trace>
          <inkml:trace contextRef="#ctx0" brushRef="#br0" timeOffset="187.4873">-11638 638 112 0,'0'0'361'0,"5"8"-4"0,-5-8 7 0,0 0 27 16,8 11 8-16,-8-11-3 0,14 5 0 0,-14-5-11 16,35 5-29-16,-8 0-29 0,0-8-32 0,4 3-28 15,10-7-29-15,-7 6-28 0,10-5-22 0,-1 2-41 16,-1-1-74-16,-9 2-95 0,1-2-97 0,-3-1-96 16,-2-1-119-16,-4 4-428 0,-8-2-826 0,4 1 365 15</inkml:trace>
          <inkml:trace contextRef="#ctx0" brushRef="#br0" timeOffset="84567.9752">-9585 509 118 0,'0'0'277'0,"0"0"-16"0,0 0-17 0,0 0 4 16,0 0-8-16,-15-30-7 0,15 30-6 0,-2-11-4 16,2 11-11-16,-5-14-11 0,5 14-2 0,-1-14-7 15,-6 2-10-15,7 12 8 0,-6-14 21 0,0 6-10 16,6 8-19-16,-15-15-13 0,9 5-15 0,-3-1 6 15,-4 3-10-15,-1-3-13 0,0 3-4 0,-4 1-14 16,-1-4-4-16,-3 7-6 0,2 0-10 0,-7 3-11 16,0 1-5-16,-2 1-7 0,-2 5-2 0,-1 5-1 15,1-1-6-15,-9 8-1 0,5 1-10 0,0 7-3 16,1 3 6-16,8 3 7 0,-5 5-2 0,9 3-1 16,0 2 6-16,1 3 2 0,2 6 1 0,3 1-1 15,-4 22-4-15,13-22-1 0,-1 1-3 0,7 19 5 16,2-19-6-16,7 0-2 0,5 16 5 0,6-21-3 0,0-1-1 15,6-2-4-15,-1-1-8 0,8-3 4 0,4-3-3 16,0-2 9-16,5-3-5 0,4-3 3 16,2-2 5-16,7-4 22 0,-1-6-8 0,6 5 9 0,-2-15 5 15,0-2 5-15,0-2 5 0,0-3 5 0,-1-5 3 16,0-6-32-16,-3 1-76 0,0-6 0 0,0-6 0 16,-8-3 0-16,2 6 0 0,-3-12 0 0,4 5 0 15,-10-6 0-15,-2-5 0 0,-3-5 0 0,-6-3 0 16,-5-3 0-16,-8-5 0 0,1-25 0 0,-15-6 0 15,-10-2 0-15,-14-2 0 0,-18-30 0 0,5 37 0 16,-5 1 0-16,-9 8 0 0,-4 1 0 0,0 11 0 16,-4 8 0-16,10 18 0 0,-22-3 0 0,-3 12 0 15,-5 14 0-15,-10 10 0 0,-4 10 0 0,-7 9 0 0,-42 22 0 16,46-12 0-16,-32 27 0 0,11 14 0 16,39-16 0-16,2-1-125 0,-22 32-1220 0,34-27-1456 15,-3-1 645-15</inkml:trace>
          <inkml:trace contextRef="#ctx0" brushRef="#br0" timeOffset="1447.9182">-10285 112 382 0,'-6'-11'569'0,"6"11"-24"0,0 0-11 16,-8-9-8-16,8 9-10 0,0 0-13 0,0 0-27 0,0 0-3 16,0 0-9-16,32-7-28 0,-1 6-38 0,13-3-39 15,1-1-35-15,15-2-52 0,19 0-28 0,5-5-31 16,-1-2-56-16,7 0-92 0,-3-1-122 0,-1 1-134 16,8-4-156-16,-5-5-181 0,-5 8-528 0,6-10-1143 15,3 6 505-15</inkml:trace>
          <inkml:trace contextRef="#ctx0" brushRef="#br0" timeOffset="3744.5808">-9967 938 79 0,'-14'-10'482'0,"3"-2"2"0,1-6-9 0,1 4-19 16,-1-2-25-16,1-10-27 0,7 7-43 0,5 0-29 15,2-8-33-15,3 3-28 0,1 2-29 0,4 0-22 16,1 0-23-16,5 3-20 0,2-1-19 0,-10 10-16 15,9-8-14-15,2 3-15 0,-3 9-10 0,8-4-10 0,-6 8-14 16,-1 4-2-16,1 4-10 0,4 4-2 0,-1 5-7 16,0 4-4-16,-2 3-5 0,-2 0-10 0,-4 11-1 15,1 4-4-15,-7 0-4 0,-5 0 0 0,-5 3-9 16,-7-2 1-16,-5 3 0 0,-2-1-4 0,-9 0-1 16,-3-1-1-16,-3-3-3 0,-6 0-1 0,1-4 2 15,-4 0-4-15,-5-5-3 0,3-1 2 0,4-1-1 16,-5-7 0-16,13-2 1 0,-1-3-1 0,-1-2-1 15,5-3 6-15,4-3 5 0,7 2 3 0,3 0 5 16,11-7 10-16,-24 6 2 0,24-6 0 0,0 0 3 16,0 0 0-16,0 0 10 0,0 0 14 0,0 0 5 15,0 0 6-15,0 0-6 0,70-25-11 0,-37 17-2 16,13-6-12-16,1 5 1 0,7 0-4 0,4 1-12 16,-1 0 6-16,-1-1-4 0,1 1 5 0,-1 0-18 15,4 1-2-15,-4-1-20 0,-4 3-31 0,3-2-50 0,-4 0-51 16,-4 4-57-16,4-6-84 0,-8 7-74 0,-12-3-71 15,9-1-107-15,-14-1-388 0,1 4-990 0,3-6 438 16</inkml:trace>
        </inkml:traceGroup>
        <inkml:traceGroup>
          <inkml:annotationXML>
            <emma:emma xmlns:emma="http://www.w3.org/2003/04/emma" version="1.0">
              <emma:interpretation id="{80DE8305-17BF-48AB-8C4B-EAC9809AA13B}" emma:medium="tactile" emma:mode="ink">
                <msink:context xmlns:msink="http://schemas.microsoft.com/ink/2010/main" type="inkWord" rotatedBoundingBox="11809,4999 12499,5000 12498,6157 11808,6157">
                  <msink:destinationLink direction="with" ref="{D425B4AA-2919-4D76-9CA5-E9BF435B9712}"/>
                </msink:context>
              </emma:interpretation>
              <emma:one-of disjunction-type="recognition" id="oneOf0">
                <emma:interpretation id="interp0" emma:lang="" emma:confidence="1">
                  <emma:literal/>
                </emma:interpretation>
              </emma:one-of>
            </emma:emma>
          </inkml:annotationXML>
          <inkml:trace contextRef="#ctx0" brushRef="#br0" timeOffset="4338.3259">-7371 535 2 0,'7'-7'561'0,"-7"7"10"0,0 0 12 0,5-16-14 16,-5 16-23-16,0 0-48 0,6-9-46 16,-6 9-51-16,0 0-35 0,0 0-50 0,0 0-26 0,0 0-21 15,0 0-30-15,0 0-17 0,0 0-21 0,-19 51-17 16,11-32-12-16,-11 4-23 0,5-1-22 0,0 3-2 16,-9 12-15-16,3-11-3 0,-2 2-21 0,1-2-4 15,1 0-10-15,2-1-1 0,4 1-12 0,-3 0-5 16,6-2-2-16,-2-2-5 0,7-7-11 0,-2 10-1 15,9-10-5-15,-1 0 0 0,7 0 0 0,1-1-8 16,7-6 6-16,3 3-3 0,5 0-4 0,6-4 6 16,4-4-10-16,2 1-1 0,6 2 1 0,3-14-4 15,-3 3-4-15,2-2 2 0,-13 3 4 0,2-4 2 16,6-6 11-16,-10 4 11 0,-3-2 24 0,-1 2 12 16,-2-7-71-16,-11 4-4 0,3 1 0 0,-1-3 0 15,-3-2 0-15,-1-5 0 0,-3 8 0 0,1-3 0 0,-1 3 0 16,-4-2 0-16,2-3 0 0,-5 2 0 0,2 4 0 15,-2-1 0-15,1 14 0 0,-3-19 0 0,3 19 0 16,-2-10 0-16,2 10 0 0,0 0 0 0,0 0 0 16,0 0 0-16,0 0 0 0,0 0 0 0,-8 46 0 15,3-19 0-15,9 16 0 0,-3 4 0 0,1 6 0 16,-2 1 0-16,1 3 0 0,4 15 0 0,1-17 0 16,1 17 0-16,-1-17 0 0,0-3 0 0,4-3 0 15,-4 4 0-15,7-7 0 0,-12 5 0 0,1-10-1366 16,9-10-1478-16,-3-5 654 0</inkml:trace>
          <inkml:trace contextRef="#ctx0" brushRef="#br0" timeOffset="106906.2104">-6979 989 90 0,'-28'1'192'0,"28"-1"-51"0,0 0-42 0,0 0-41 0,0 0-57 15,-21-8-55-15,21 8-35 0,0 0-94 0,0 0 42 16</inkml:trace>
        </inkml:traceGroup>
        <inkml:traceGroup>
          <inkml:annotationXML>
            <emma:emma xmlns:emma="http://www.w3.org/2003/04/emma" version="1.0">
              <emma:interpretation id="{3397702F-DB3B-49BD-B657-5FDCC84B114D}" emma:medium="tactile" emma:mode="ink">
                <msink:context xmlns:msink="http://schemas.microsoft.com/ink/2010/main" type="inkWord" rotatedBoundingBox="14264,4484 15109,4485 15107,5802 14262,5801">
                  <msink:destinationLink direction="with" ref="{8B46934A-1CE1-4162-AC8C-83025C4723D0}"/>
                  <msink:destinationLink direction="with" ref="{D425B4AA-2919-4D76-9CA5-E9BF435B9712}"/>
                  <msink:destinationLink direction="with" ref="{1E49F154-BB15-4EE0-85BE-FC124AACD9AF}"/>
                </msink:context>
              </emma:interpretation>
              <emma:one-of disjunction-type="recognition" id="oneOf1">
                <emma:interpretation id="interp1" emma:lang="" emma:confidence="0.5">
                  <emma:literal>,</emma:literal>
                </emma:interpretation>
                <emma:interpretation id="interp2" emma:lang="" emma:confidence="0">
                  <emma:literal>.</emma:literal>
                </emma:interpretation>
                <emma:interpretation id="interp3" emma:lang="" emma:confidence="0">
                  <emma:literal>/</emma:literal>
                </emma:interpretation>
                <emma:interpretation id="interp4" emma:lang="" emma:confidence="0">
                  <emma:literal>'</emma:literal>
                </emma:interpretation>
                <emma:interpretation id="interp5" emma:lang="" emma:confidence="0">
                  <emma:literal>;</emma:literal>
                </emma:interpretation>
              </emma:one-of>
            </emma:emma>
          </inkml:annotationXML>
          <inkml:trace contextRef="#ctx0" brushRef="#br0" timeOffset="107656.1325">-4826 657 130 0,'0'0'184'0,"0"0"-14"15,0 0-7-15,0 0-14 0,0 0-5 0,0 0-9 16,0 0-8-16,-3 8-1 0,3-8-4 0,0 0-3 16,0 0-2-16,0 0-6 0,0 0 1 0,0 0 0 15,0 0-2-15,0 0-2 0,0 0 1 0,0 0-6 16,0 0-4-16,0 0-2 0,0 0-2 0,0 0-3 15,0 0 1-15,0 0-6 0,0 0 2 0,0 0-4 16,0 0-6-16,0 0-3 0,0 0-1 0,0 0 8 16,0 0-11-16,0 0 4 0,0 0-6 0,0 0-4 15,0 0-5-15,0 0-3 0,0 0 3 0,0 0-8 16,0 0-6-16,0 0 10 0,-8 9-14 0,8-9-2 16,0 0-7-16,0 0 7 0,0 0-6 0,0 0-4 15,0 0-6-15,0 0 8 0,0 0-7 0,0 0-3 16,0 0-10-16,0 0 1 0,0 0 2 0,0 0-7 15,0 0-1-15,0 0 7 0,0 0-11 0,0 0-13 16,0 0-19-16,0 0-13 0,0 0-26 0,0 0-30 0,0 0-33 16,0 0-60-16,0 0-72 0,0 0-357 0,0 0-669 15,0 0 296-15</inkml:trace>
          <inkml:trace contextRef="#ctx0" brushRef="#br0" timeOffset="5096.1806">-4320 39 59 0,'-11'-16'606'0,"-2"3"2"0,0 5-13 0,1-2-36 0,-3 7-28 15,15 3-35-15,-31-1-19 0,31 1-46 0,-43 15-1 16,18 3-21-16,-8 5-15 0,0 6-20 0,-2 5-17 15,3 4-19-15,-3 2-22 0,7 6-21 0,0-1-26 16,-7 18-20-16,13-14-18 0,-7 16-64 0,9-12-167 16,4-2 0-16,2 19 0 0,6-16 0 0,-2 16 0 15,9-16 0-15,1 18 0 0,1-21 0 0,10 0 0 16,-3-4 0-16,5-1 0 0,1 0 0 0,0-11 0 0,4 2 0 16,1-10 0-16,0-6 0 0,1 1 0 15,2-7 0-15,2-1 0 0,-5-7 0 0,1-2 0 16,1-1 0-16,4-4 0 0,4-5 0 0,-4-2 0 0,2-5 0 15,-3-2 0-15,1 1 0 0,-5-6 0 0,1 0 0 16,-4-4 0-16,-2-1 0 0,-4-1 0 0,-3-3 0 16,-5 2 0-16,-3 2 0 0,-2 4 0 0,-6-2 0 15,-3 6 0-15,-5-3 0 0,-4 3 0 0,-4 4 0 16,-4 5 0-16,-6 0 0 0,-13 3 0 0,1 8 0 16,-1 3 0-16,-7 7 0 0,7-2 0 0,-5 9 0 15,1 2 0-15,-3 5 0 0,4-5-85 0,4 4-456 16,2 1-114-16,-1-1-497 0,9 0-1248 0,1-2 552 15</inkml:trace>
        </inkml:traceGroup>
        <inkml:traceGroup>
          <inkml:annotationXML>
            <emma:emma xmlns:emma="http://www.w3.org/2003/04/emma" version="1.0">
              <emma:interpretation id="{832674B7-BEF6-449B-83F4-BE465047E519}" emma:medium="tactile" emma:mode="ink">
                <msink:context xmlns:msink="http://schemas.microsoft.com/ink/2010/main" type="inkWord" rotatedBoundingBox="19425,4324 21547,4327 21545,6615 19422,6612"/>
              </emma:interpretation>
              <emma:one-of disjunction-type="recognition" id="oneOf2">
                <emma:interpretation id="interp6" emma:lang="" emma:confidence="1">
                  <emma:literal/>
                </emma:interpretation>
              </emma:one-of>
            </emma:emma>
          </inkml:annotationXML>
          <inkml:trace contextRef="#ctx0" brushRef="#br0" timeOffset="50816.686">37 133 307 0,'-21'-4'408'0,"21"4"-12"15,0 0-19-15,0 0-1 0,0 0-9 0,-20-1-22 16,20 1-28-16,0 0-20 0,0 0-4 0,0 0 3 16,0 0-1-16,0 0-20 0,0 0-9 0,76 5 4 15,-26-5-17-15,-4-7-5 0,13 0-10 0,1-2-15 16,20-8-24-16,2 8-19 0,-3-5-19 0,-22 6-16 15,19-5-11-15,-20 6-15 0,-1-2-12 0,-5 2-16 16,-5 2-2-16,4-3-36 0,-16 2-21 0,-3 5-25 0,-3-3-30 16,-10 2-35-16,0 1-28 0,-17 1-19 15,0 0-10-15,29 1-27 0,-29-1-31 0,0 0-47 16,0 0-40-16,8 7-35 0,-8-7-42 0,0 0-48 0,0 0-67 16,-35 22-301-16,35-22-814 0,-19 6 360 0</inkml:trace>
          <inkml:trace contextRef="#ctx0" brushRef="#br0" timeOffset="52754.0323">1322 658 304 0,'-13'-7'387'0,"1"-1"11"16,4 3 11-16,8 5 16 0,-18-13 9 0,9 8 11 15,9 5-11-15,-16-8-24 0,16 8-38 0,-6-9-29 16,6 9-35-16,0 0-19 0,0 0-30 0,0 0 1 16,0 0 11-16,0 0-19 0,0 0-11 0,-7 43-5 15,18-20-7-15,-4 15-3 0,-4 1-11 0,3 1-15 0,0 5-13 16,1 1-14-16,-4 1-9 0,2 2-22 0,-4-3-17 16,4 0-72-16,-3 0-53 0,-1-4 0 15,2 3 0-15,-1-2 0 0,4-4 0 0,-7 0 0 0,-2-2 0 16,1-10 0-16,2-2 0 0,0 0 0 0,0-1 0 15,-6-2-170-15,-1 0-157 0,6-11-58 0,-4 7-68 16,3-3-76-16,-4 0-526 0,6-15-1142 0,0 0 505 16</inkml:trace>
          <inkml:trace contextRef="#ctx0" brushRef="#br0" timeOffset="52488.4324">930 1118 243 0,'-22'3'386'0,"22"-3"5"0,-26 0 4 0,26 0 3 16,-22 0-1-16,22 0-17 0,0 0-17 0,-30 2-25 15,30-2-28-15,0 0-26 0,0 0-22 0,0 0-14 16,0 0-23-16,0 0-14 0,0 0-17 0,0 0-10 15,0 0-9-15,0 0-12 0,56-21-11 0,-26 17-6 16,11-4-8-16,1 0-10 0,1-2-3 0,6 2-13 16,-2-3-14-16,6 3-12 0,-4-3-6 0,0 3-9 15,-7 1-5-15,6 0-7 0,-7 0-10 0,-11 3 3 16,3-3-13-16,-3 3 3 0,-3 3-16 0,-10-2-20 16,2 0-19-16,-19 3-32 0,22-1-32 0,-22 1-30 15,0 0-34-15,0 0-39 0,0 0-43 0,0 0-46 0,0 0-49 16,0 0-41-16,0 0-52 0,0 0-75 0,0 0-247 15,0 0-792-15,0 0 350 0</inkml:trace>
          <inkml:trace contextRef="#ctx0" brushRef="#br0" timeOffset="72396.9384">1067 360 167 0,'-20'16'250'0,"-12"14"5"0,10-10 2 0,-8 12 4 15,-3 2-9-15,-2 2 10 0,0 4 10 16,-1 4-2-16,-11 18 5 0,4 3 8 0,-6 5 6 16,5 8-1-16,-4 3-3 0,-15 36-11 0,27-41-13 0,6 4-19 15,1 2-15-15,5-1-15 0,10-6-15 0,10 2-14 16,8 1-13-16,7-7-13 0,4-17-7 0,15 13-4 16,17-10-2-16,-6-17 1 0,25 9-8 0,10-7-9 15,10-8-8-15,5-1-12 0,4-14-9 0,5-5-11 16,1-11-12-16,0-10-8 0,-6-7-2 0,1-5-12 15,-4-7-1-15,-7-7-7 0,-7-4 2 0,-9-14-4 16,-4 0 3-16,-3-5-6 0,-5-8 12 0,-15-7-2 16,-1-6 10-16,-11-12-1 0,4-40 1 0,-20-3-9 15,-14-9-2-15,-10 0-4 0,-10 6-7 0,-6 6-3 16,-8 8 13-16,-1 33 11 0,0 10 14 0,-8 1 2 16,-2 2-50-16,-4 10-26 0,3 5 0 0,-6 1 0 15,-2 6 0-15,13 16 0 0,-16-10 0 0,11 18 0 16,-6 6 0-16,3-2 0 0,3 11 0 0,-3 1 0 15,2 3 0-15,-1 5 0 0,18-2 0 0,-11 7 0 0,10 2-133 16,-11 5-177-16,17-1-62 0,3 1-64 0,0 4-76 16,3 1-115-16,10-1-341 0,1-3-1046 0,1-2 462 15</inkml:trace>
          <inkml:trace contextRef="#ctx0" brushRef="#br0" timeOffset="109281.1307">1134 1022 139 0,'0'0'143'0,"0"0"-8"16,0 0-14-16,0 0-17 0,0 0-28 0,0 0-26 16,0 0-24-16,0 0-32 0,0 0-43 0,0 0-75 15,0 0-133-15,0 0 59 0</inkml:trace>
        </inkml:traceGroup>
        <inkml:traceGroup>
          <inkml:annotationXML>
            <emma:emma xmlns:emma="http://www.w3.org/2003/04/emma" version="1.0">
              <emma:interpretation id="{71E09A97-E828-4623-A2CC-FAFF69ABAE84}" emma:medium="tactile" emma:mode="ink">
                <msink:context xmlns:msink="http://schemas.microsoft.com/ink/2010/main" type="inkWord" rotatedBoundingBox="22848,5310 23596,5289 23603,5518 22854,5539"/>
              </emma:interpretation>
              <emma:one-of disjunction-type="recognition" id="oneOf3">
                <emma:interpretation id="interp7" emma:lang="" emma:confidence="1">
                  <emma:literal/>
                </emma:interpretation>
              </emma:one-of>
            </emma:emma>
          </inkml:annotationXML>
          <inkml:trace contextRef="#ctx0" brushRef="#br0" timeOffset="53503.9932">3594 850 182 0,'0'0'321'0,"0"0"-2"0,0 0-8 0,-14 7-2 16,14-7-19-16,0 0 2 0,0 0-12 0,-14 4-2 15,14-4-3-15,0 0 6 0,0 0-7 0,-17 6-2 0,17-6-3 16,0 0-2-16,-15 3-10 0,15-3-13 0,-17 7-10 16,17-7-7-16,-21 6-10 0,21-6 1 0,-14 7-18 15,14-7-12-15,-16 6-16 0,16-6-6 0,-15 5-13 16,15-5-6-16,0 0-14 0,-19 5-18 0,19-5-10 15,0 0 0-15,-10 8-9 0,10-8-7 0,0 0 4 16,0 0-5-16,0 0-4 0,32 10-5 0,-32-10 6 16,35 5-16-16,-9-4-8 0,4-1 10 0,4-1-5 15,10-4 7-15,-3 4-9 0,8-5 0 0,-6 3-56 16,6-2-8-16,-16-1 0 0,11 1 0 0,-1 1 0 16,-1-3 0-16,-7 0 0 0,-10 0 0 0,6 2 0 15,-11 2 0-15,1-2 0 0,-6-1 0 0,0 3 0 16,-15 3 0-16,19-7 0 0,-19 7 0 0,14-10 0 0,-14 10-17 15,3-10-275-15,-3 10-87 0,3-11-85 16,-3 11-116-16,0 0-497 0,-14-20-1166 0,14 20 515 16</inkml:trace>
          <inkml:trace contextRef="#ctx0" brushRef="#br0" timeOffset="109740.3516">4174 1020 124 0,'0'0'220'0,"-23"2"-27"16,23-2-29-16,0 0-24 0,0 0-44 0,0 0-45 15,0 0-48-15,0 0-57 0,0 0-103 0,-16-9-168 16,16 9 74-16</inkml:trace>
        </inkml:traceGroup>
        <inkml:traceGroup>
          <inkml:annotationXML>
            <emma:emma xmlns:emma="http://www.w3.org/2003/04/emma" version="1.0">
              <emma:interpretation id="{AE9A825E-0B7C-4E15-9874-D8DB5D672660}" emma:medium="tactile" emma:mode="ink">
                <msink:context xmlns:msink="http://schemas.microsoft.com/ink/2010/main" type="inkWord" rotatedBoundingBox="25188,4136 25974,4137 25972,6020 25186,6019"/>
              </emma:interpretation>
            </emma:emma>
          </inkml:annotationXML>
          <inkml:trace contextRef="#ctx0" brushRef="#br0" timeOffset="54107.8354">5933 709 3459 0,'-20'5'120'16,"20"-5"-87"-16,-43-1-2 0,24 2-10 0,2 0 17 0,17-1 28 16,-32 1 40-16,32-1 20 0,-22 0 4 0,22 0-1 15,0 0-15-15,-22-1-7 0,22 1-11 16,0 0-3-16,0 0 2 0,0 0-6 0,0 0 19 0,0 0 4 15,0 0-3-15,0 0-6 0,0 0 0 0,0 0 2 16,84-1 4-16,-56 1 7 0,5-1 5 0,12-3 0 16,-1 2 6-16,-1 1 5 0,6-3 9 0,-2 3 1 15,-4-5 3-15,6 10-1 0,-7-8-17 0,1 1-11 16,-15-1-13-16,4 3-16 0,-3 2-2 0,-3-6-12 16,0 3-5-16,-26 2-8 0,39 0-4 0,-25-5-6 15,-14 5-13-15,23-1-28 0,-23 1-37 0,0 0-46 16,0 0-54-16,0 0-58 0,19 0-73 0,-19 0-56 15,0 0-70-15,0 0-66 0,0 0-75 0,0 0-359 16,0 0-959-16,0 0 424 0</inkml:trace>
          <inkml:trace contextRef="#ctx0" brushRef="#br0" timeOffset="54435.9373">6174 287 72 0,'-15'-4'510'0,"15"4"-17"0,-20-7-36 0,20 7-26 16,-14-8-13-16,14 8-10 0,-15-4-18 0,15 4-24 16,0 0-11-16,0 0-13 0,-17 19-11 0,12-3-19 15,1 6 6-15,4 4 3 0,3 3-34 0,5 15-4 16,-8 1 0-16,1 0-4 0,1 7-9 0,1 1-13 16,0 0-16-16,2 18-9 0,-4 0-18 0,1-21-11 15,-2 19-85-15,3-18-118 0,-3-4 0 0,2 1 0 16,-2-2 0-16,0 2 0 0,-2-6 0 0,-1-4 0 15,3 2 0-15,5-9 0 0,-5-4 0 0,-2-1 0 16,4-2 0-16,-1-5 0 0,-1-2 0 0,0 0 0 16,0-3 0-16,0 0 0 0,5-6 0 0,-5-8 0 15,2 16 0-15,-2-16 0 0,4 14-62 0,-4-14-307 0,0 0-40 16,4 7-49-16,-4-7-52 0,0 0-67 16,0 0-391-16,0 0-1049 0,14-40 465 0</inkml:trace>
          <inkml:trace contextRef="#ctx0" brushRef="#br0" timeOffset="103034.571">6137-334 52 0,'0'0'182'15,"0"0"-16"-15,0 0-24 0,0 0-12 0,0 0-8 16,0 0-46-16,0 0-2 0,0 0-5 0,0 0-22 16,0 0-17-16,0 0-17 0,0 0-23 0,-39-18-33 15,39 18-132-15,0 0-191 0,-10-8 85 0</inkml:trace>
        </inkml:traceGroup>
      </inkml:traceGroup>
    </inkml:traceGroup>
  </inkml:traceGroup>
</inkml:ink>
</file>

<file path=ppt/ink/ink6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5T05:18:10.035"/>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8B46934A-1CE1-4162-AC8C-83025C4723D0}" emma:medium="tactile" emma:mode="ink">
          <msink:context xmlns:msink="http://schemas.microsoft.com/ink/2010/main" type="inkDrawing" rotatedBoundingBox="15284,3840 16034,6026 14067,6700 13318,4514" semanticType="enclosure" shapeName="Other">
            <msink:sourceLink direction="with" ref="{3397702F-DB3B-49BD-B657-5FDCC84B114D}"/>
          </msink:context>
        </emma:interpretation>
      </emma:emma>
    </inkml:annotationXML>
    <inkml:trace contextRef="#ctx0" brushRef="#br0">1392 133 354 0,'-27'-16'368'0,"3"2"-4"0,-2 0-18 0,-3 2-11 16,-12-2-28-16,11 10-19 0,-3-3-26 0,-7 7-15 16,-4 7-25-16,6 5-10 0,-3 6-9 0,0 4-14 15,5 14-18-15,-9 20-23 0,-2 8-4 0,12 7 12 16,-1 6 5-16,-7 44-14 0,10 3 1 0,12-35 5 0,4 37-3 15,3 1 5-15,6-5 0 0,8-31-8 0,8 37-11 16,1-48-10-16,12 9-13 0,6-3-9 16,3-6-5-16,11-1-13 0,8-9-6 0,0 4-1 0,14-7-16 15,0-5-2-15,2-3-6 0,5-12-8 0,2-4 0 16,4-9 2-16,2-8-17 0,2-7-1 0,2-14 4 16,-4-6-9-16,-1-17-5 0,4 3 6 0,-23-2 12 15,13-16 12-15,-1-1 15 0,-1-8 29 0,-4-5 21 16,-9-4 5-16,-6-9 6 0,-2 0 10 0,-6-16-4 15,-10-6-12-15,-1-51-6 0,-8 4-13 0,-11-1 6 16,-20 0-97-16,-17-17-11 0,-3 2 0 0,-17 9 0 16,-2-7 0-16,-2 15 0 0,-14 13 0 0,17 36 0 15,-11 4 0-15,-6 14 0 0,-7 3 0 0,-7 17 0 0,-9 8 0 16,-8 11 0-16,-47 7 0 0,-3 16 0 16,-8 12 0-16,-2 13 0 0,-6 18-219 0,10 8-151 15,-11 8-69-15,6 14-114 0,14-4-549 0,0 19-1193 0,9-3 527 16</inkml:trace>
  </inkml:traceGroup>
</inkml:ink>
</file>

<file path=ppt/ink/ink6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5T05:16:44.840"/>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4F47DBE3-3FC4-4953-ADE8-387E0849F014}" emma:medium="tactile" emma:mode="ink">
          <msink:context xmlns:msink="http://schemas.microsoft.com/ink/2010/main" type="writingRegion" rotatedBoundingBox="17690,5928 18307,5928 18307,6382 17690,6382"/>
        </emma:interpretation>
      </emma:emma>
    </inkml:annotationXML>
    <inkml:traceGroup>
      <inkml:annotationXML>
        <emma:emma xmlns:emma="http://www.w3.org/2003/04/emma" version="1.0">
          <emma:interpretation id="{2E49D3EB-2B62-420A-92CA-38BCB077469D}" emma:medium="tactile" emma:mode="ink">
            <msink:context xmlns:msink="http://schemas.microsoft.com/ink/2010/main" type="paragraph" rotatedBoundingBox="17690,5928 18307,5928 18307,6382 17690,6382" alignmentLevel="1"/>
          </emma:interpretation>
        </emma:emma>
      </inkml:annotationXML>
      <inkml:traceGroup>
        <inkml:annotationXML>
          <emma:emma xmlns:emma="http://www.w3.org/2003/04/emma" version="1.0">
            <emma:interpretation id="{4E291632-7DC9-42D6-B4A8-360FC72529BE}" emma:medium="tactile" emma:mode="ink">
              <msink:context xmlns:msink="http://schemas.microsoft.com/ink/2010/main" type="line" rotatedBoundingBox="17690,5928 18307,5928 18307,6382 17690,6382"/>
            </emma:interpretation>
          </emma:emma>
        </inkml:annotationXML>
        <inkml:traceGroup>
          <inkml:annotationXML>
            <emma:emma xmlns:emma="http://www.w3.org/2003/04/emma" version="1.0">
              <emma:interpretation id="{83A0E4FE-108A-4247-8F39-C4C2FD9C7948}" emma:medium="tactile" emma:mode="ink">
                <msink:context xmlns:msink="http://schemas.microsoft.com/ink/2010/main" type="inkWord" rotatedBoundingBox="17690,5928 18307,5928 18307,6382 17690,6382"/>
              </emma:interpretation>
            </emma:emma>
          </inkml:annotationXML>
          <inkml:trace contextRef="#ctx0" brushRef="#br0">44 32 287 0,'-14'12'312'0,"0"-3"-32"0,6-4-30 16,8-5-12-16,-9 7-20 0,9-7-13 0,0 0-19 15,0 0-15-15,49 4-18 0,-16-4-17 0,14-4-21 16,4 1-45-16,2-2-70 0,4-1-89 0,30-6-89 16,-9 0-215-16,4-4-425 0,-2 4 188 0</inkml:trace>
          <inkml:trace contextRef="#ctx0" brushRef="#br0" timeOffset="-156.2434">187-327 160 0,'0'0'421'0,"-16"-4"-37"15,16 4-32-15,0 0-35 0,-19-3-3 0,19 3-20 16,0 0-18-16,0 0-25 0,0 0-19 0,0 0-29 16,0 0-16-16,0 0-20 0,47-18-20 0,-23 18-15 15,4-8-11-15,4 4-38 0,0 0-39 0,9-1-48 16,1 1-44-16,-7-1-43 0,-3 4-62 0,-7 1-66 0,2-2-85 15,-11 2-241-15,-16 0-589 0,30 1 260 16</inkml:trace>
        </inkml:traceGroup>
      </inkml:traceGroup>
    </inkml:traceGroup>
  </inkml:traceGroup>
</inkml:ink>
</file>

<file path=ppt/ink/ink6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5T05:16:02.512"/>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9AEA2663-2F77-4896-B33B-21C44F3046F2}" emma:medium="tactile" emma:mode="ink">
          <msink:context xmlns:msink="http://schemas.microsoft.com/ink/2010/main" type="inkDrawing" rotatedBoundingBox="11650,7761 11713,6823 11756,6826 11692,7764" semanticType="callout" shapeName="Other">
            <msink:sourceLink direction="with" ref="{7A575C1E-EA77-4CA0-9D90-49F9190CA0C9}"/>
          </msink:context>
        </emma:interpretation>
      </emma:emma>
    </inkml:annotationXML>
    <inkml:trace contextRef="#ctx0" brushRef="#br0">-7720 2433 496 0,'0'-12'610'0,"0"12"26"0,0-29 23 0,2 18 15 15,-2 0-1-15,0 11-26 0,1-19-37 0,-1 19-40 0,7-11-44 16,-7 11-41-16,0 0-44 0,0-13-42 0,0 13-41 15,0 0-33-15,0 0-243 0,0 0-82 0,8 36 0 16,-2-10 0-16,-4 3 0 0,1 9 0 0,-2 4 0 16,-5 3 0-16,2 0 0 0,0 7 0 0,-1 0 0 15,2 18 0-15,-7-18 0 0,-2 21 0 0,-2-3 0 16,7-22 0-16,-3 4 0 0,-2-5 0 0,1 3 0 16,4-7-400-16,-1-14-899 0,9-6-1406 0,0-7 621 0</inkml:trace>
  </inkml:traceGroup>
</inkml:ink>
</file>

<file path=ppt/ink/ink6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5T05:16:03.288"/>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AFA0A494-2A59-4572-9C68-9119029EB4D5}" emma:medium="tactile" emma:mode="ink">
          <msink:context xmlns:msink="http://schemas.microsoft.com/ink/2010/main" type="inkDrawing" rotatedBoundingBox="14687,6564 14961,7326 14267,7576 13992,6814" semanticType="enclosure" shapeName="Other">
            <msink:destinationLink direction="with" ref="{1E49F154-BB15-4EE0-85BE-FC124AACD9AF}"/>
          </msink:context>
        </emma:interpretation>
      </emma:emma>
    </inkml:annotationXML>
    <inkml:trace contextRef="#ctx0" brushRef="#br0">-5109 2381 387 0,'0'0'592'0,"-5"-12"-8"16,5 12-9-16,-3-14-12 0,3 14-8 0,-6-11-41 15,6 11-48-15,0 0-44 0,0 0-40 0,0 0-28 16,-36 25-15-16,23-10-17 0,5 4-15 0,-6 4-28 16,1 3-14-16,4 4-13 0,-2 5-7 0,-2 3-17 15,3 1-18-15,4-1-15 0,0 1-40 0,6-8-155 16,-3 7 0-16,6-1 0 0,2-8 0 0,1-3 0 16,3-2 0-16,4 3 0 0,9 7 0 0,-3-15 0 0,3-1 0 15,5-7 0-15,1 0 0 0,17-2 0 0,-3-3 0 16,1-6 0-16,3-4 0 0,-2-3 0 0,-4-5 0 15,-2-9 0-15,3-2 0 0,-5-2 0 0,-6-2 0 16,3-5 0-16,-4-1 0 0,-4-10 0 0,-8 3 0 16,-4-3 0-16,-3-4 0 0,-6 5 0 0,-10-7 0 15,0 4 0-15,-9 3 0 0,1 4 0 0,-14 1 0 16,4 2 0-16,-11 3 0 0,-4 4 0 0,1 4 0 16,-16 6 0-16,3 4 0 0,1 1 0 0,-4 6 0 15,2 5 0-15,-5 9 0 0,2 3 0 0,1 2-210 16,2 5-409-16,-2 3-608 0,13 0-1330 0,5-1 588 0</inkml:trace>
  </inkml:traceGroup>
</inkml:ink>
</file>

<file path=ppt/ink/ink6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5T05:16:04.320"/>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4C8B6BA2-85FF-4F7B-A919-EE583D9FEAA4}" emma:medium="tactile" emma:mode="ink">
          <msink:context xmlns:msink="http://schemas.microsoft.com/ink/2010/main" type="inkDrawing" rotatedBoundingBox="9348,9472 9361,8856 9873,8867 9860,9483" semanticType="enclosure" shapeName="Other"/>
        </emma:interpretation>
      </emma:emma>
    </inkml:annotationXML>
    <inkml:trace contextRef="#ctx0" brushRef="#br0">-9838 4442 255 0,'-9'-12'496'0,"9"12"17"0,-13-4-7 0,13 4-18 0,0 0-32 16,-22-4-38-16,22 4-35 0,0 0-28 0,-30 15-30 16,19 0-25-16,2 0-31 0,-4 6-21 0,-1 1-13 15,7 5-17-15,0 0-13 0,-3-1-13 0,1 2-3 16,5 2-21-16,0-1-15 0,1 1-13 0,-2-3-14 16,5 1-11-16,0-2-10 0,1 0-7 0,4-1-14 15,1-3-3-15,1-6-11 0,1 3-3 0,0-5-2 0,6 1-7 16,0 0-3-16,-1-4-3 0,2 0-3 15,1-3 4-15,3-1-2 0,0-4 3 0,-1-3 9 0,-18 0 1 16,41-5 12-16,-14-4-3 0,-7 2 0 0,4-7-3 16,3 0-2-16,-5-7-59 0,-2 3-9 0,1-4 0 15,-2-3 0-15,-2-2 0 0,2-10 0 0,-9-1 0 16,-2 1 0-16,-2-5 0 0,-3 2 0 0,-8 0 0 16,-1 0 0-16,-4 11 0 0,-1 2 0 0,-4 0 0 15,-4 1 0-15,1 5 0 0,-9 6 0 0,1-2 0 16,-1 4 0-16,-3 10 0 0,0 3 0 0,-4 3-140 0,-8 6-32 15,2 6-30-15,12-1-42 0,-1 4-45 16,6-3-47-16,-7 13-41 0,6-7-68 0,13-5-104 0,-7 5-358 16,11-3-981-16,7-4 434 0</inkml:trace>
  </inkml:traceGroup>
</inkml:ink>
</file>

<file path=ppt/ink/ink7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5T05:16:05.679"/>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5AA5AE7A-E0C6-437A-B532-22FAFF1D5A0C}" emma:medium="tactile" emma:mode="ink">
          <msink:context xmlns:msink="http://schemas.microsoft.com/ink/2010/main" type="inkDrawing" rotatedBoundingBox="12259,8619 12545,9347 11827,9629 11541,8901" semanticType="callout" shapeName="Other">
            <msink:sourceLink direction="with" ref="{7A575C1E-EA77-4CA0-9D90-49F9190CA0C9}"/>
          </msink:context>
        </emma:interpretation>
      </emma:emma>
    </inkml:annotationXML>
    <inkml:trace contextRef="#ctx0" brushRef="#br0">-7533 4474 134 0,'0'0'395'0,"0"0"-3"16,0 0 3-16,0 0 4 0,-29-4-13 0,29 4-4 15,0 0-15-15,-17-14-10 0,17 14-17 0,-6-8-21 16,6 8-23-16,-8-15-17 0,8 15-18 0,-4-19-16 0,4 11-20 16,0 8-20-16,5-24-20 0,2 11-20 0,-1 2-13 15,-3-4-18-15,2 1-12 0,4 3-15 0,-1-3-9 16,5 2-9-16,-4-2-11 0,7 3-9 0,-2 3-7 15,2-4-6-15,-2 10-10 0,-1-4-4 0,-13 6-5 16,28 0-5-16,-28 0-2 0,30 9-7 0,-15 6-4 16,0 3 1-16,0 1-6 0,-4 10-8 0,-2 8-12 15,-2 1-11-15,-3 4-13 0,-4 1-2 0,-11-1-9 16,0 1-5-16,-3 0 1 0,1-5 0 0,-7 3 3 16,-2-4 6-16,0 0 4 0,-4-1 1 0,-1-2 6 0,5-2 1 15,2-12 3-15,-1 0 4 0,1-1 3 0,4-7 3 16,0 1 0-16,3-4 3 0,5-2 1 0,1 1 5 15,7-8 3-15,-13 8 9 0,13-8 2 0,-10 4 7 16,10-4 1-16,0 0 5 0,0 0 3 0,0 0 2 16,0 0 0-16,0 0-3 0,0 0 8 0,65-12 2 15,-38 3 11-15,2 2 7 0,2-2 5 0,12-3 4 0,-8 5-5 16,7-1-8-16,4 2-9 0,-2-4-2 16,2 5-2-16,-13 1-3 0,8-1-13 0,-6 2-32 15,8-1-26-15,-15-1-36 0,1 3-35 0,-9-1-29 0,1 1-42 16,1 0-40-16,-3-2-50 0,-5 1-42 0,-14 3-65 15,29-7-92-15,-18 2-372 0,-11 5-908 0,19-11 402 16</inkml:trace>
  </inkml:traceGroup>
</inkml:ink>
</file>

<file path=ppt/ink/ink7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5T05:16:18.561"/>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D425B4AA-2919-4D76-9CA5-E9BF435B9712}" emma:medium="tactile" emma:mode="ink">
          <msink:context xmlns:msink="http://schemas.microsoft.com/ink/2010/main" type="inkDrawing" rotatedBoundingBox="13468,9234 13969,9193 13974,9250 13473,9292" semanticType="callout" shapeName="Other">
            <msink:sourceLink direction="with" ref="{3397702F-DB3B-49BD-B657-5FDCC84B114D}"/>
            <msink:sourceLink direction="with" ref="{80DE8305-17BF-48AB-8C4B-EAC9809AA13B}"/>
          </msink:context>
        </emma:interpretation>
      </emma:emma>
    </inkml:annotationXML>
    <inkml:trace contextRef="#ctx0" brushRef="#br0">-5915 4734 458 0,'0'0'562'0,"-14"7"-17"0,14-7 1 0,-8 9 7 16,8-9 9-16,0 0-15 0,-11 10-28 0,11-10-38 16,0 0-27-16,0 0-41 0,-10 7-23 0,10-7-22 15,0 0-21-15,0 0-20 0,0 0-11 0,0 0-21 0,0 0-13 16,0 0-56-16,0 0-226 0,18 14 0 0,-18-14 0 16,25 5 0-16,-1-5 0 0,6 0 0 0,0-2 0 15,16-1 0-15,-5-2 0 0,3-1 0 0,-1-1 0 16,-1 2 0-16,-12 0 0 0,11-7 0 0,-14 8 0 15,-5 0 0-15,-4-2-50 0,-4-3-1308 0,-9 2-1469 16,-5 7 651-16</inkml:trace>
  </inkml:traceGroup>
</inkml:ink>
</file>

<file path=ppt/ink/ink7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5T05:16:06.757"/>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1E49F154-BB15-4EE0-85BE-FC124AACD9AF}" emma:medium="tactile" emma:mode="ink">
          <msink:context xmlns:msink="http://schemas.microsoft.com/ink/2010/main" type="inkDrawing" rotatedBoundingBox="14514,8363 14923,9796 14428,9937 14019,8504" semanticType="callout" shapeName="Other">
            <msink:sourceLink direction="with" ref="{3397702F-DB3B-49BD-B657-5FDCC84B114D}"/>
            <msink:sourceLink direction="with" ref="{AFA0A494-2A59-4572-9C68-9119029EB4D5}"/>
          </msink:context>
        </emma:interpretation>
      </emma:emma>
    </inkml:annotationXML>
    <inkml:trace contextRef="#ctx0" brushRef="#br0">-4964 3965 584 0,'-9'-7'541'15,"9"7"-6"-15,-16-10-17 0,8 1-19 0,-11 4-15 16,4 1-29-16,15 4-23 0,-35-5-30 0,13 5-39 0,22 0-32 16,-41 4-27-16,20 1-19 0,0 2-21 0,1 1-25 15,1-1-22-15,2 4-16 0,-6 6-27 0,9-4-11 16,2 1-20-16,-3 0-16 0,0 5-8 0,2 4-12 16,3-2-13-16,-1 1-14 0,5-4-4 0,4 3-8 15,1 3-8-15,1-7-4 0,0 4-3 0,3-2-7 16,3-2-8-16,5 0-7 0,-1 0 6 0,1-5-11 0,0 4-1 15,3-6-11-15,5-3-14 0,-3-1 0 16,1-2 0-16,1-4 0 0,-18 0 0 0,36-6 0 0,-17-1 0 16,8-5 0-16,-5-2 0 0,-1-2 0 0,1-5 0 15,-2 1 0-15,1-1 0 0,-5-4 0 0,-4 1 0 16,1-2 0-16,3 1 0 0,-2-1 0 0,-3-4 0 16,0 9 0-16,-5-3 0 0,1 10 0 0,1-4 0 15,-7 4 0-15,4 2 0 0,-5 12 0 0,5-11 0 16,-5 11 0-16,0 0 0 0,6-10 0 0,-6 10 0 0,0 0 0 15,9 40 0-15,-7-3 0 0,9 14 0 0,-1 22 0 16,9 2 0-16,-10 9 0 0,-3 3 0 0,9 1 0 16,-7 1 0-16,-1-2 0 0,4-3 0 0,-9 1 0 15,0-2 0-15,1-5 0 0,-8-3 0 0,5-22 0 16,-2 1 0-16,-2-4 0 0,4-4 0 0,-8-6-426 16,2-10-208-16,-4-4-555 0,10-8-1288 0,2-3 571 15</inkml:trace>
  </inkml:traceGroup>
</inkml:ink>
</file>

<file path=ppt/ink/ink7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5T05:16:54.740"/>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F24EF6F7-C2D7-40C4-A2F2-EA92D0A51976}" emma:medium="tactile" emma:mode="ink">
          <msink:context xmlns:msink="http://schemas.microsoft.com/ink/2010/main" type="writingRegion" rotatedBoundingBox="20138,6944 26157,6927 26167,10331 20148,10348">
            <msink:destinationLink direction="with" ref="{02A94A8D-1F34-46BF-8BE2-69E6C76685B6}"/>
            <msink:destinationLink direction="with" ref="{35000CAE-B82F-4B5E-9B19-DCD2E7F4DF02}"/>
          </msink:context>
        </emma:interpretation>
      </emma:emma>
    </inkml:annotationXML>
    <inkml:traceGroup>
      <inkml:annotationXML>
        <emma:emma xmlns:emma="http://www.w3.org/2003/04/emma" version="1.0">
          <emma:interpretation id="{E983FEBE-F4D1-44B9-AD14-AB26107FF655}" emma:medium="tactile" emma:mode="ink">
            <msink:context xmlns:msink="http://schemas.microsoft.com/ink/2010/main" type="paragraph" rotatedBoundingBox="20308,6944 26157,6927 26161,8162 20312,8179" alignmentLevel="1"/>
          </emma:interpretation>
        </emma:emma>
      </inkml:annotationXML>
      <inkml:traceGroup>
        <inkml:annotationXML>
          <emma:emma xmlns:emma="http://www.w3.org/2003/04/emma" version="1.0">
            <emma:interpretation id="{3589716B-FAA8-4FB0-A9CC-B43647D7E7AD}" emma:medium="tactile" emma:mode="ink">
              <msink:context xmlns:msink="http://schemas.microsoft.com/ink/2010/main" type="inkBullet" rotatedBoundingBox="22676,7319 23561,7316 23562,7409 22677,7412"/>
            </emma:interpretation>
            <emma:one-of disjunction-type="recognition" id="oneOf0">
              <emma:interpretation id="interp0" emma:lang="" emma:confidence="0">
                <emma:literal>-</emma:literal>
              </emma:interpretation>
            </emma:one-of>
          </emma:emma>
        </inkml:annotationXML>
        <inkml:trace contextRef="#ctx0" brushRef="#br0">3398 2909 389 0,'0'0'402'15,"-31"1"-14"-15,31-1-6 0,-29 4 20 0,10-4-3 16,19 0-8-16,-26 1-18 0,26-1-21 0,-23 0-23 16,23 0-29-16,0 0-18 0,0 0-22 0,-22 0-16 15,22 0-27-15,0 0-19 0,0 0-13 0,0 0-9 16,0 0-17-16,0 0-2 0,0 0-15 0,0 0-10 16,0 0-10-16,86-5-12 0,-58 9-6 0,7-8-12 0,12 3-9 15,-1 1-8-15,2-3-6 0,-1-4-6 0,-1 1-4 16,1-3-5-16,-1 8-9 0,0-6-5 15,1 7-1-15,-2-3-10 0,-11-1 1 0,-2 1-7 0,-2-2-1 16,-2 2-2-16,-9 1-4 0,0 2 6 0,-19 0-4 16,35-7-20-16,-21 7-4 0,-14 0-17 0,26-2-22 15,-26 2-29-15,14-4-48 0,-14 4-56 0,0 0-78 16,20-3-58-16,-20 3-80 0,0 0-85 0,0 0-439 16,0 0-993-16,-11-20 441 0</inkml:trace>
      </inkml:traceGroup>
      <inkml:traceGroup>
        <inkml:annotationXML>
          <emma:emma xmlns:emma="http://www.w3.org/2003/04/emma" version="1.0">
            <emma:interpretation id="{B96F8A44-7AD8-49B4-99D8-97D68336B2AD}" emma:medium="tactile" emma:mode="ink">
              <msink:context xmlns:msink="http://schemas.microsoft.com/ink/2010/main" type="line" rotatedBoundingBox="20308,6944 26157,6927 26161,8162 20312,8179"/>
            </emma:interpretation>
          </emma:emma>
        </inkml:annotationXML>
        <inkml:traceGroup>
          <inkml:annotationXML>
            <emma:emma xmlns:emma="http://www.w3.org/2003/04/emma" version="1.0">
              <emma:interpretation id="{B82B0E80-98B8-4C69-BDD5-47CDD012011F}" emma:medium="tactile" emma:mode="ink">
                <msink:context xmlns:msink="http://schemas.microsoft.com/ink/2010/main" type="inkWord" rotatedBoundingBox="23152,6936 26157,6927 26161,8162 23156,8171"/>
              </emma:interpretation>
            </emma:emma>
          </inkml:annotationXML>
          <inkml:trace contextRef="#ctx0" brushRef="#br0" timeOffset="265.6083">3817 2459 9 0,'0'0'554'0,"-27"-7"-15"16,20 4-16-16,7 3-20 0,-21-4-13 0,21 4-9 15,0 0-5-15,-21-6-33 0,21 6-30 0,0 0-30 16,0 0-18-16,-14 15-6 0,14 0-4 0,-3 0-8 15,3 11-17-15,2 4-13 0,-1 10-20 0,-1 0-19 16,5 8-17-16,-2 7-15 0,3 17-27 0,-6-2-216 16,5 0-3-16,-2-18 0 0,-3 22 0 0,4-5 0 0,-1-15 0 15,-3 16 0-15,0-14 0 0,0-4 0 16,-2-2 0-16,4-5 0 0,-2-1 0 0,0-4 0 16,1-3 0-16,6-11-234 0,-7 0-293 0,6-10-117 0,-5-4-487 15,6-2-1226-15,4-4 542 0</inkml:trace>
          <inkml:trace contextRef="#ctx0" brushRef="#br0" timeOffset="920.904">6055 2935 175 0,'-28'1'469'0,"28"-1"-18"0,-24 4 14 0,24-4 16 16,-28 5-2-16,28-5-12 0,-26 0-22 0,26 0-20 16,-22 2-22-16,22-2-20 0,-19 5-15 0,19-5-19 15,0 0-20-15,-16 3-22 0,16-3-19 0,0 0-14 16,0 0-21-16,0 0-20 0,0 0-21 0,0 0-18 16,0 0-14-16,0 0-10 0,0 0-8 0,0 0-11 15,0 0-73-15,0 0-78 0,72 4 0 0,-39-4 0 16,9-4 0-16,1 3 0 0,0-1 0 0,-1 0 0 15,1-1 0-15,0-2 0 0,4-4 0 0,-4 4 0 16,-1 1 0-16,1 1 0 0,3-3 0 0,-18 6 0 0,2-1 0 16,-1-3 0-16,-2 8 0 0,0-3 0 15,-10-6 0-15,-17 5 0 0,35-1 0 0,-35 1 0 16,20 0 0-16,-20 0 0 0,0 0 0 0,0 0 0 0,26 0 0 16,-26 0 0-16,0 0 0 0,0 0 0 0,0 0 0 15,0 0 0-15,0 0 0 0,0 0 0 0,0 0 0 16,17 1 0-16,-17-1 0 0,0 0-680 0,0 0-573 15,0 0-1355-15,0 0 600 0</inkml:trace>
        </inkml:traceGroup>
        <inkml:traceGroup>
          <inkml:annotationXML>
            <emma:emma xmlns:emma="http://www.w3.org/2003/04/emma" version="1.0">
              <emma:interpretation id="{D072FA83-0723-4258-B581-FBF5ED3A1B7C}" emma:medium="tactile" emma:mode="ink">
                <msink:context xmlns:msink="http://schemas.microsoft.com/ink/2010/main" type="inkWord" rotatedBoundingBox="20309,7380 21045,7378 21046,7479 20310,7481"/>
              </emma:interpretation>
            </emma:emma>
          </inkml:annotationXML>
          <inkml:trace contextRef="#ctx0" brushRef="#br0" timeOffset="-671.8293">1036 2936 107 0,'0'0'402'16,"-14"4"-5"-16,14-4 11 0,-16 5 3 0,16-5 6 15,0 0-7-15,-26 2-13 0,26-2-14 0,0 0-16 16,-23 0-5-16,23 0-22 0,-19 5-9 0,19-5-5 16,0 0-21-16,-22 2 2 0,22-2-15 0,0 0-4 0,-16 3-22 15,16-3-21-15,0 0-15 0,0 0-14 0,0 0-18 16,-19 4-21-16,19-4-10 0,0 0-18 0,0 0-13 15,0 0-5-15,0 0-105 0,0 0-26 0,0 0 0 16,50 12 0-16,-18-9 0 0,-2 1 0 0,5 0 0 16,8-8 0-16,-1 2 0 0,6-3 0 0,-1 0 0 15,-3 2 0-15,1 0 0 0,0-4 0 0,0-1 0 16,-4-3 0-16,-11 3 0 0,1 4 0 0,-2-1 0 16,-9 0 0-16,-2 1 0 0,-4-3 0 0,-14 7 0 15,20-4 0-15,-20 4 0 0,16-6 0 0,-16 6 0 0,0 0 0 16,0 0 0-16,11-10 0 0,-11 10 0 0,0 0 0 15,0 0 0-15,0 0 0 0,0 0-211 0,0 0-234 16,0 0-77-16,0 0-89 0,-55-1-456 0,55 1-1157 16,0 0 512-16</inkml:trace>
        </inkml:traceGroup>
      </inkml:traceGroup>
    </inkml:traceGroup>
    <inkml:traceGroup>
      <inkml:annotationXML>
        <emma:emma xmlns:emma="http://www.w3.org/2003/04/emma" version="1.0">
          <emma:interpretation id="{0BD121F7-3C05-447B-BE05-A073318C3DF4}" emma:medium="tactile" emma:mode="ink">
            <msink:context xmlns:msink="http://schemas.microsoft.com/ink/2010/main" type="paragraph" rotatedBoundingBox="20115,9299 25919,8957 25994,10231 20190,10573" alignmentLevel="1"/>
          </emma:interpretation>
        </emma:emma>
      </inkml:annotationXML>
      <inkml:traceGroup>
        <inkml:annotationXML>
          <emma:emma xmlns:emma="http://www.w3.org/2003/04/emma" version="1.0">
            <emma:interpretation id="{70180908-0C34-41F3-876A-2AF427D568F6}" emma:medium="tactile" emma:mode="ink">
              <msink:context xmlns:msink="http://schemas.microsoft.com/ink/2010/main" type="line" rotatedBoundingBox="20115,9299 25919,8957 25994,10231 20190,10573"/>
            </emma:interpretation>
          </emma:emma>
        </inkml:annotationXML>
        <inkml:traceGroup>
          <inkml:annotationXML>
            <emma:emma xmlns:emma="http://www.w3.org/2003/04/emma" version="1.0">
              <emma:interpretation id="{DA1C8C1A-7DC0-429B-8084-EE0F92D42A20}" emma:medium="tactile" emma:mode="ink">
                <msink:context xmlns:msink="http://schemas.microsoft.com/ink/2010/main" type="inkWord" rotatedBoundingBox="20126,9476 21168,9415 21221,10316 20179,10378"/>
              </emma:interpretation>
              <emma:one-of disjunction-type="recognition" id="oneOf1">
                <emma:interpretation id="interp1" emma:lang="" emma:confidence="1">
                  <emma:literal/>
                </emma:interpretation>
              </emma:one-of>
            </emma:emma>
          </inkml:annotationXML>
          <inkml:trace contextRef="#ctx0" brushRef="#br0" timeOffset="2139.5681">777 5358 411 0,'-15'-8'443'15,"15"8"-5"-15,-11-7-2 0,11 7 6 0,0 0 5 16,-17-3-9-16,17 3-17 0,0 0-31 0,0 0-16 16,0 0-47-16,-16-9-23 0,16 9-20 0,0 0-16 0,0 0-7 15,0 0-5-15,0 0-18 0,55-7-14 0,-26 4-24 16,4 0-1-16,14 0-18 0,7-2-16 0,-3-2-17 15,4 0-16-15,5 2-9 0,0-2-12 0,2 0-10 16,-4-4-19-16,23 1-2 0,-23-1-12 0,-2-1-15 16,-4 0-9-16,2 3-55 0,-10-1-36 0,-3-6-37 15,-13 9-40-15,-9 0-49 0,-6 0-52 0,1-3-56 0,-6 5-45 16,-8 5-56-16,2-17-76 0,-2 17-83 16,-21-16-366-16,7 6-981 0,-2 3 434 0</inkml:trace>
          <inkml:trace contextRef="#ctx0" brushRef="#br0" timeOffset="2349.8417">1142 4958 388 0,'0'0'464'0,"0"0"13"0,-21-3 2 0,21 3 6 0,0 0-1 16,0 0 1-16,0 0-18 0,0 0-7 0,0 0-15 16,-22 9-18-16,22-9-22 0,-2 18-12 0,4 3-16 15,4 5-20-15,-4 0-21 0,4 4-29 0,2 14-28 16,-2 3-23-16,7-4-25 0,-5 3-42 0,0 3-189 0,3-5 0 15,-2 4 0-15,-4-3 0 0,5-1 0 0,-6 4 0 16,4-3 0-16,2-4 0 0,-4-1 0 16,-3-1 0-16,7-11-307 0,-2 11-218 0,0-12-147 0,-2-8-443 15,6-5-1207-15,3 1 534 0</inkml:trace>
        </inkml:traceGroup>
        <inkml:traceGroup>
          <inkml:annotationXML>
            <emma:emma xmlns:emma="http://www.w3.org/2003/04/emma" version="1.0">
              <emma:interpretation id="{AFFDA9E4-8E7C-4FF1-BF55-A35E97D5E705}" emma:medium="tactile" emma:mode="ink">
                <msink:context xmlns:msink="http://schemas.microsoft.com/ink/2010/main" type="inkWord" rotatedBoundingBox="22826,9551 23492,9512 23495,9571 22830,9610">
                  <msink:destinationLink direction="with" ref="{C039F84E-B003-4609-9616-80A157D5F7F3}"/>
                </msink:context>
              </emma:interpretation>
              <emma:one-of disjunction-type="recognition" id="oneOf2">
                <emma:interpretation id="interp2" emma:lang="" emma:confidence="1">
                  <emma:literal/>
                </emma:interpretation>
              </emma:one-of>
            </emma:emma>
          </inkml:annotationXML>
          <inkml:trace contextRef="#ctx0" brushRef="#br0" timeOffset="2813.4986">3497 5061 188 0,'0'0'510'0,"0"0"-12"0,-28 5-8 0,28-5-4 15,-16 1-8-15,16-1-12 0,-21 2-2 0,21-2-21 16,-14 7-29-16,14-7-27 0,0 0-21 0,0 0-21 15,-19 0-22-15,19 0-35 0,0 0-6 0,0 0-17 0,0 0-12 16,0 0-9-16,0 0-12 0,0 0-9 0,0 0-13 16,54 18-15-16,-26-13-54 0,6-4-141 15,-3-1 0-15,17 0 0 0,-7-1 0 0,3-3 0 0,5 3 0 16,-6-1 0-16,-1-2 0 0,-7 0 0 0,6 3 0 16,-11-1 0-16,-3 1 0 0,1-3 0 0,-9 2 0 15,-3 1 0-15,-16 1 0 0,29-5 0 0,-29 5 0 16,14-2 0-16,-14 2 0 0,14-6 0 0,-14 6 0 15,0 0-321-15,0 0-242 0,0 0-139 0,-22-24-400 16,6 16-1192-16,2-2 528 0</inkml:trace>
        </inkml:traceGroup>
        <inkml:traceGroup>
          <inkml:annotationXML>
            <emma:emma xmlns:emma="http://www.w3.org/2003/04/emma" version="1.0">
              <emma:interpretation id="{6816E4BC-FC40-41C8-900C-8E0E38FAACEE}" emma:medium="tactile" emma:mode="ink">
                <msink:context xmlns:msink="http://schemas.microsoft.com/ink/2010/main" type="inkWord" rotatedBoundingBox="25021,9010 25919,8957 25994,10231 25095,10284"/>
              </emma:interpretation>
            </emma:emma>
          </inkml:annotationXML>
          <inkml:trace contextRef="#ctx0" brushRef="#br0" timeOffset="3391.6125">5659 4980 233 0,'0'0'438'0,"-19"2"-12"0,19-2 0 0,0 0-7 15,0 0 1-15,0 0-20 0,-21-10-21 0,21 10-20 16,0 0-17-16,0 0-19 0,0 0-2 0,0 0-17 16,0 0-19-16,92 0-6 0,-51 3 2 0,6-1-5 15,-2-2 2-15,10-5-11 0,-1 5-12 0,2 8-19 16,-3-8-17-16,-4 4-19 0,1-3-21 0,-1-1-21 0,-1 0-15 15,-6 3-14-15,4-6-21 0,-16 2 0 16,-3 1-108-16,-7-4 0 0,-1 4 0 0,-19 0 0 0,35 0 0 16,-35 0 0-16,21-5 0 0,-21 5 0 0,14-5 0 15,-14 5 0-15,6-14-100 0,-6 14-193 0,0-23-54 16,-6 12-43-16,-5-1-66 0,-2 0-67 0,1-5-77 16,-11-1-314-16,1-1-990 0,-1-4 438 0</inkml:trace>
          <inkml:trace contextRef="#ctx0" brushRef="#br0" timeOffset="3602.4981">5976 4503 168 0,'0'0'448'0,"-20"-8"-20"15,20 8-29-15,-14-2-14 0,14 2 13 0,0 0 19 0,-19 15 12 0,11-1 1 16,6 4-5-16,1 8-13 0,-4 12-3 0,3 5-25 0,2 3-25 16,0 4-16-16,2 3-28 0,-1 23-27 0,-1-8-27 15,0-12-25-15,7 21-24 0,-3-7-20 0,-2-16-21 16,-2 0-18-16,2 17-28 0,1-20-35 0,-3 1-41 15,-3-4-53-15,6-1-57 0,-6-2-54 0,3 4-63 16,-2-9-71-16,4-12-71 0,1 0-85 0,-3-3-100 16,-3-10-511-16,7-3-1098 0,3-2 485 0</inkml:trace>
        </inkml:traceGroup>
      </inkml:traceGroup>
    </inkml:traceGroup>
  </inkml:traceGroup>
</inkml:ink>
</file>

<file path=ppt/ink/ink7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5T05:16:01.806"/>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FF7B1703-8A10-462B-A45C-C7881CBBF7B8}" emma:medium="tactile" emma:mode="ink">
          <msink:context xmlns:msink="http://schemas.microsoft.com/ink/2010/main" type="writingRegion" rotatedBoundingBox="9280,6737 11338,6737 11338,7603 9280,7603"/>
        </emma:interpretation>
      </emma:emma>
    </inkml:annotationXML>
    <inkml:traceGroup>
      <inkml:annotationXML>
        <emma:emma xmlns:emma="http://www.w3.org/2003/04/emma" version="1.0">
          <emma:interpretation id="{E9DD94EE-418B-4B79-86F0-287F6479E0C1}" emma:medium="tactile" emma:mode="ink">
            <msink:context xmlns:msink="http://schemas.microsoft.com/ink/2010/main" type="paragraph" rotatedBoundingBox="9280,6737 11338,6737 11338,7603 9280,7603" alignmentLevel="1"/>
          </emma:interpretation>
        </emma:emma>
      </inkml:annotationXML>
      <inkml:traceGroup>
        <inkml:annotationXML>
          <emma:emma xmlns:emma="http://www.w3.org/2003/04/emma" version="1.0">
            <emma:interpretation id="{33A28F65-2D9F-4F1D-824C-1CF526C44CAF}" emma:medium="tactile" emma:mode="ink">
              <msink:context xmlns:msink="http://schemas.microsoft.com/ink/2010/main" type="line" rotatedBoundingBox="9280,6737 11338,6737 11338,7603 9280,7603">
                <msink:destinationLink direction="with" ref="{5ADE7E2C-0EEE-40DA-BB32-E5D4E741BF6B}"/>
              </msink:context>
            </emma:interpretation>
          </emma:emma>
        </inkml:annotationXML>
        <inkml:traceGroup>
          <inkml:annotationXML>
            <emma:emma xmlns:emma="http://www.w3.org/2003/04/emma" version="1.0">
              <emma:interpretation id="{7A575C1E-EA77-4CA0-9D90-49F9190CA0C9}" emma:medium="tactile" emma:mode="ink">
                <msink:context xmlns:msink="http://schemas.microsoft.com/ink/2010/main" type="inkWord" rotatedBoundingBox="9280,6737 11338,6737 11338,7603 9280,7603">
                  <msink:destinationLink direction="with" ref="{5AA5AE7A-E0C6-437A-B532-22FAFF1D5A0C}"/>
                  <msink:destinationLink direction="with" ref="{9AEA2663-2F77-4896-B33B-21C44F3046F2}"/>
                </msink:context>
              </emma:interpretation>
              <emma:one-of disjunction-type="recognition" id="oneOf0">
                <emma:interpretation id="interp0" emma:lang="" emma:confidence="1">
                  <emma:literal/>
                </emma:interpretation>
              </emma:one-of>
            </emma:emma>
          </inkml:annotationXML>
          <inkml:trace contextRef="#ctx0" brushRef="#br0">-9741 2407 113 0,'0'0'435'0,"0"0"2"0,-29-10-6 0,29 10 1 0,-6-13-9 16,6 13-22-16,-6-12-27 0,6 12-24 0,0-22-26 15,0 15-26-15,0 7-17 0,6-23-22 0,-1 14-29 16,1-3-23-16,-1 0-22 0,8-1-16 0,-7 5-20 16,2 1-18-16,6 0-11 0,-1-1-13 0,1 4-14 15,-14 4-7-15,33 0-12 0,-33 0-12 0,32 8-11 16,-15 3-15-16,-6-1-30 0,2 7-24 0,-2-2-23 16,-8 4-3-16,2 5-17 0,-8 2-9 0,-1 0-2 0,-8 1-1 15,-6 6 4-15,-2 0-3 0,-5-1 11 16,-2-4 3-16,-2 3 10 0,-1-7-2 0,-5 1 13 15,13-3-8-15,2-2 12 0,-2-4 7 0,4-3 4 0,2-3 8 16,2-3-10-16,5 4 6 0,-2-7 1 0,11-4 1 16,-13 11 3-16,13-11-1 0,0 0 0 0,0 0 6 15,0 0 2-15,0 0 6 0,0 0 3 0,49-26 8 16,-32 19 9-16,1-3 13 0,9-3-10 0,-8 6-3 16,4 0-1-16,3 0 3 0,-3 1-5 0,-2 4-1 15,-2-1 10-15,6 3-6 0,-25 0 2 0,38 6 10 16,-17 1 5-16,-4 3 0 0,-1-1 3 0,3 10 10 15,-3 0-3-15,-2-5 1 0,-2 3-2 0,1 4 2 16,-3 4-3-16,-1 1 2 0,-6-1-3 0,2 1-2 16,-5-2 2-16,-5 2-4 0,-1 0-5 0,-2-8-4 15,-5 3-2-15,-2 2 0 0,-4-4-7 0,-5-1 1 16,-1-4-8-16,-5-2-3 0,-8 2-8 0,-5-9-8 0,2 0-8 16,-7-3-17-16,4-6-17 0,3-1-19 15,-5 2-18-15,2-4-26 0,14-4-31 0,-2-3-32 16,4-3-24-16,3 4-27 0,-1-1-27 0,6-5-35 0,6 7-44 15,4-3-51-15,-1 0-286 0,3-3-722 0,8 0 319 16</inkml:trace>
          <inkml:trace contextRef="#ctx0" brushRef="#br0" timeOffset="16100.7573">-8570 2865 71 0,'0'0'364'0,"-14"-7"3"0,14 7-7 0,-18-7-13 16,18 7 17-16,-15-5-11 0,15 5-6 0,-19-4-1 15,19 4 1-15,-15-6-8 0,15 6-6 0,0 0-17 16,0 0-11-16,0 0-16 0,-15-8-20 0,15 8-23 16,0 0-10-16,0 0-12 0,0 0-22 0,0 0-23 15,0 0-14-15,0 0-14 0,0 0 3 0,0 0 2 0,0 0 4 16,0 0-13-16,42-12-7 0,-13 10 2 0,5 1-2 15,0-2 11-15,8-1-9 0,1 0-17 16,0-2-11-16,-1 0-14 0,-1 0-100 0,-11 3 0 0,5-1 0 16,-6-1 0-16,-2 5 0 0,-4-2 0 0,-2-3 0 15,-7 2 0-15,-14 3 0 0,24-5 0 0,-24 5 0 16,17-2 0-16,-17 2 0 0,0 0 0 0,0 0 0 16,0 0 0-16,0 0-181 0,0 0-220 0,0 0-102 15,5 15-153-15,-5-15-419 0,0 0-1166 0,0 0 516 16</inkml:trace>
        </inkml:traceGroup>
      </inkml:traceGroup>
    </inkml:traceGroup>
  </inkml:traceGroup>
</inkml:ink>
</file>

<file path=ppt/ink/ink7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5T05:15:31.056"/>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35000CAE-B82F-4B5E-9B19-DCD2E7F4DF02}" emma:medium="tactile" emma:mode="ink">
          <msink:context xmlns:msink="http://schemas.microsoft.com/ink/2010/main" type="inkDrawing" rotatedBoundingBox="8973,-8819 37074,6417 29964,19531 1863,4294" semanticType="verticalRange" shapeName="Other">
            <msink:sourceLink direction="with" ref="{F24EF6F7-C2D7-40C4-A2F2-EA92D0A51976}"/>
            <msink:sourceLink direction="with" ref="{38CB06C4-6DF7-4C0C-AA40-00BD9D7662EC}"/>
          </msink:context>
        </emma:interpretation>
      </emma:emma>
    </inkml:annotationXML>
    <inkml:trace contextRef="#ctx0" brushRef="#br0">202 2084 219 0,'-21'-6'263'0,"21"6"-3"16,0 0-17-16,-33 0-4 0,33 0-8 0,-22-5-11 0,22 5-9 15,0 0-8-15,-35 6-11 0,35-6 0 0,-20 1-6 16,20-1-9-16,-18 4-9 0,18-4 4 0,0 0-9 15,-25 3-7-15,25-3-15 0,-11 4-11 0,11-4-11 16,0 0-13-16,0 0-12 0,-17 7-7 0,17-7 0 16,0 0-13-16,0 0-9 0,0 0-2 0,0 0-1 15,0 0-4-15,0 0 4 0,0 0 2 0,0 0 2 16,61-20-8-16,-39 12-2 0,7 3 0 0,4-5-2 16,10-5-4-16,-1 0-1 0,6 0-4 0,1 1 0 0,6 0-1 15,4 0-5-15,13-10-6 0,6 5-2 16,-1-2 2-16,-1 1-10 0,2 0-1 0,5 0 20 15,9 0-1-15,0-1-2 0,47-16-3 0,-41 18-19 0,38-13 3 16,-38 11-3-16,50-10-4 0,-4 1 2 0,-2-3-4 16,-3 3-5-16,2-3-2 0,-4 7 5 15,9-4-3-15,1 2 3 0,9-5-4 0,-2 6-5 0,0 1 4 16,0 0-1-16,-4 2-4 0,11-3 11 0,5 1-8 16,-3-4 2-16,8 4-4 0,-6 4-4 0,6-8 5 15,-8 4-2-15,3 1 2 0,5 1 0 0,-2 5-3 16,0-6 2-16,0-1 1 0,-2 4-4 0,3 0 1 15,2 1 0-15,-13 2 0 0,9 2 1 0,-2 1 1 16,1-5-5-16,-1 8 6 0,8-3-2 0,-14 3 0 16,-1 1-7-16,6-2 8 0,-1-4 5 0,2-1-7 15,6 0 4-15,1 5-4 0,-3 0 1 0,-4-3-6 16,3 6 6-16,0-3 3 0,-3-5-3 0,10 4 4 16,-5-2-1-16,-6 0-8 0,8 5 7 0,-9-5-3 15,5-1 3-15,-6 3-5 0,5-3 5 0,-1 0 2 16,-3-2 0-16,7 3 22 0,-11-2 1 0,7 4-4 0,-6-4-4 15,5 5-1-15,-8-6 1 0,4 1 0 0,-1 3-2 16,2 1-3-16,4 3 1 0,-12-6-2 0,5 2-3 16,10 0 1-16,-18 3 0 0,6-1 0 15,8-4-2-15,-2 4 2 0,-4 4-2 0,-5-4-2 0,0 0 0 16,8 2 1-16,-7-6 0 0,-3 9-1 0,2 2 2 16,5-5-6-16,-4 0 4 0,-1 0-2 0,3 5 2 15,-3-4-1-15,-5-6-3 0,2 11 3 0,-2 3 1 16,3-2 4-16,1-5-2 0,2 2-3 0,-14 6 0 15,4-10 0-15,-2 9 5 0,-4 1-7 0,-1 4 0 16,2-2 2-16,-41-4-3 0,48 0-1 0,-4 7 2 16,-8 0-4-16,-38 1 5 0,41 1-5 0,-41-4 4 15,38-1-1-15,-40 0-4 0,40 1 0 0,-39 0 3 16,2 4 3-16,40 1-5 0,-41-3-1 0,43 1 1 16,-51-1 0-16,3-1-2 0,2 1 0 0,3 8 6 15,41-4-5-15,-47-5 0 0,4 4 9 0,4-3-5 16,-1 0 0-16,-2 2-4 0,39 4 1 0,-45 0 0 15,6-6-1-15,-4 7 3 0,2-3-6 0,-2 0 5 16,0-1-3-16,4-1 1 0,-1 9-1 0,4-12 5 0,-1 11-1 16,1-2-1-16,-2 4-2 0,4-7-22 15,36 6 4-15,-46 0 0 0,12-2 2 0,-8-1 2 16,1 1-2-16,-4-3 3 0,7 3 3 0,-1 0 1 0,-4 3 3 16,0-2 1-16,-4-1 2 0,6 7-4 0,-6-5 2 15,0 1 2-15,-1 4-3 0,-8-7 4 0,2 7-3 16,-2-5 4-16,-5 0-3 0,-4 1 5 0,4 3-5 15,-17-7 4-15,26 8 3 0,-29-4-3 0,0-2 7 16,3 1-4-16,0-2-1 0,14 7 4 0,-16-3-1 16,14 6-2-16,-17-12 1 0,2 2 0 0,-2 2-2 15,0-1 5-15,1-3-2 0,-4 1 0 0,-3-2-2 16,6 0 1-16,0 3-2 0,-6-5 2 0,2 5 0 16,4-1-1-16,-6-4 2 0,2-4 0 0,4 3 0 15,-11 0-1-15,5 0 0 0,5-5 2 0,-10 6-1 16,4-3-2-16,2-4 3 0,-7 0-2 0,-10 2-3 15,1 0 3-15,-3 1-2 0,-2-6 0 0,-1 6 4 16,0-2-2-16,-7-1 0 0,0 0-1 0,-2 6-1 16,-19-6 2-16,23 4-2 0,-23-4 2 0,21 1-1 15,-21-1 2-15,0 0 3 0,22 2 3 0,-22-2 2 16,0 0 8-16,0 0-5 0,14 5 5 0,-14-5 2 16,0 0 1-16,10 7 2 0,-10-7 1 0,8 14 2 15,-8-14 4-15,1 12 4 0,4-3 1 0,0 0 6 0,4 2-3 16,-3 4 0-16,-1-3-2 0,6 4 1 0,-1 1 3 15,2 1 2-15,3 1-5 0,0 7 5 16,0 3-5-16,4 5-2 0,-7-6-3 0,6 7 6 16,2 7 1-16,-1-2 3 0,3 3-2 0,-1-3 3 0,-1 5 2 15,4-1 2-15,-3 4-3 0,-1 1 1 0,2 0-3 16,5 20 12-16,-6-17-4 0,1 23 7 16,0 0-1-16,5 2-4 0,-7 2 4 0,-4 4 7 15,5 1-2-15,-4 5 9 0,-6 4-8 0,8 29-6 0,-13-34-3 16,7-1-5-16,1 4-2 0,0 1-1 0,12 27 0 15,1 14-1-15,-13-48 5 0,6 41-6 0,-1-35-15 16,5 36-29-16,8 1 0 0,-15-38 0 0,5 39 0 16,-4-41 0-16,5 47 0 0,-2-47 0 0,-2 53 0 15,1-9 0-15,2-2 0 0,-4-4 0 0,2-1 0 16,-13 2 0-16,7-35 0 0,0 40 0 0,-1-1 0 16,3 0 0-16,-5-2 0 0,3-1 0 0,0-6 0 15,3 10 0-15,1-10 0 0,-4 5 0 0,3-5 0 16,-2-30 0-16,4 41 0 0,1 4 0 0,-4-4 0 15,-2 4 0-15,7 5 0 0,-7-4 0 0,-1-1 0 16,1-7 0-16,0 3 0 0,-8 8 0 0,4 3 0 16,10 1 0-16,-8-1 0 0,-1 7 0 0,-7-4 0 15,6 2 0-15,4-6 0 0,-5 8 0 0,-5-7 0 16,4-1 0-16,3 1 0 0,-3 2 0 0,-7 2 0 16,5-4 0-16,-4 0 0 0,-2-4 0 0,6 9 0 15,-3-11 0-15,-3 2 0 0,4-1 0 0,-4 3 0 16,-4-8 0-16,-2 3 0 0,6-3 0 0,-3 2 0 0,0-5 0 15,4 2 0-15,-2-8 0 0,-7 8 0 0,-2-8 0 16,6 4 0-16,1-42 0 0,3 37 0 0,0 3 0 16,0-37 0-16,3 39 0 0,-2-38 0 0,1-4 0 15,12 40 0-15,-8-38 0 0,2 0 0 0,11 36 0 16,-9-40 0-16,2 6 0 0,4-5 0 0,2-2 0 16,-3 7 0-16,9-6 0 0,-6-1 0 0,-1 6 0 15,3-2 0-15,4-2 0 0,0-1 0 0,-8 3 0 16,3-1 0-16,0 2 0 0,-8-5 0 0,3 4 0 15,0 1 0-15,-6-1 0 0,1 3 0 0,3 37 0 16,-1-41 0-16,-8-1 0 0,9 4 0 0,-4 2 0 16,0-2 0-16,3-3 0 0,2 2 0 0,-4-4 0 15,2-4 0-15,5 12 0 0,3-5 0 0,-3-3 0 16,-2 1 0-16,0-2 0 0,2 1 0 0,-8 1 0 16,10-1 0-16,-9 3 0 0,-1-3 0 0,5 2 0 15,-4 3 0-15,2-1 0 0,-6 0 0 0,0-3 0 16,-2 3 0-16,0-8 0 0,2 7 0 0,-5-2 0 15,0-1 0-15,1-1 0 0,4-5 0 0,-2 1 0 0,0-3 0 16,-1-2 0-16,-7-24 0 0,11 2 0 16,-4-1 0-16,4 0 0 0,-14 0 0 0,8 4 0 15,-1-10 0-15,2-1 0 0,-1 4 0 0,0-1 0 0,-3-8 0 16,0 1 0-16,0-1 0 0,-2 1 0 0,-1-3 0 16,0-9 0-16,4-2 0 0,-6 1 0 0,3-4 0 15,-1-7 0-15,1-1 0 0,-1-3 0 0,0 0 0 16,-5 1 0-16,11-14 0 0,-22 18 0 0,7-10 0 15,1-9-690-15,14 1-561 0,-41-28-1354 0,13-7 600 16</inkml:trace>
  </inkml:traceGroup>
</inkml:ink>
</file>

<file path=ppt/ink/ink7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5T05:16:27.580"/>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FCE19B35-4CA4-44D4-AB49-B5C08158EA43}" emma:medium="tactile" emma:mode="ink">
          <msink:context xmlns:msink="http://schemas.microsoft.com/ink/2010/main" type="writingRegion" rotatedBoundingBox="6208,11042 32795,11099 32776,20148 6188,20091"/>
        </emma:interpretation>
      </emma:emma>
    </inkml:annotationXML>
    <inkml:traceGroup>
      <inkml:annotationXML>
        <emma:emma xmlns:emma="http://www.w3.org/2003/04/emma" version="1.0">
          <emma:interpretation id="{1D829E0D-0A39-47F9-AAF9-3CC12413ED08}" emma:medium="tactile" emma:mode="ink">
            <msink:context xmlns:msink="http://schemas.microsoft.com/ink/2010/main" type="paragraph" rotatedBoundingBox="6208,11042 32795,11099 32779,18571 6192,18514" alignmentLevel="1"/>
          </emma:interpretation>
        </emma:emma>
      </inkml:annotationXML>
      <inkml:traceGroup>
        <inkml:annotationXML>
          <emma:emma xmlns:emma="http://www.w3.org/2003/04/emma" version="1.0">
            <emma:interpretation id="{38CB06C4-6DF7-4C0C-AA40-00BD9D7662EC}" emma:medium="tactile" emma:mode="ink">
              <msink:context xmlns:msink="http://schemas.microsoft.com/ink/2010/main" type="line" rotatedBoundingBox="6211,10869 31299,11153 31253,15196 6165,14912">
                <msink:destinationLink direction="with" ref="{35000CAE-B82F-4B5E-9B19-DCD2E7F4DF02}"/>
              </msink:context>
            </emma:interpretation>
          </emma:emma>
        </inkml:annotationXML>
        <inkml:traceGroup>
          <inkml:annotationXML>
            <emma:emma xmlns:emma="http://www.w3.org/2003/04/emma" version="1.0">
              <emma:interpretation id="{85A8777C-F85E-4894-8CF1-920381D62305}" emma:medium="tactile" emma:mode="ink">
                <msink:context xmlns:msink="http://schemas.microsoft.com/ink/2010/main" type="inkWord" rotatedBoundingBox="6208,11139 9731,11178 9706,13333 6183,13293"/>
              </emma:interpretation>
              <emma:one-of disjunction-type="recognition" id="oneOf0">
                <emma:interpretation id="interp0" emma:lang="" emma:confidence="1">
                  <emma:literal/>
                </emma:interpretation>
              </emma:one-of>
            </emma:emma>
          </inkml:annotationXML>
          <inkml:trace contextRef="#ctx0" brushRef="#br0">-13166 6733 230 0,'-6'-13'473'0,"-1"5"6"0,1-3 29 0,6 11 11 16,-13-18-3-16,9 10 2 0,4 8 3 0,-10-15-6 16,10 15-18-16,-4-10-31 0,4 10-32 0,-5-8-25 15,5 8-26-15,0 0-8 0,0 0 2 0,0 0-5 0,0 0 1 16,1 38-147-16,6-11-226 0,-1 12 0 15,0 9 0-15,2-3 0 0,-1 8 0 0,-1 2 0 16,3 17 0-16,-2 8 0 0,1-7 0 0,4 1 0 0,-7 7 0 16,-2-1 0-16,-3 10 0 0,2-5 0 15,-4-4 0-15,1 10 0 0,2-2 0 0,-7 2 0 0,4-10 0 16,2 2 0-16,0-10 0 0,0-1 0 0,5 1 0 16,-2-27 0-16,3 0 0 0,-1-3 0 0,-2-16 0 15,-3 5 0-15,0-15 0 0,7 1 0 0,-3-3 0 16,0-5 0-16,0-2 0 0,-4-8 0 0,0 0 0 15,0 0 0-15,0 0 0 0,37-28 0 0,-23 0 0 16,-6-9-1366-16,0-4-1478 0,-2-3 654 0</inkml:trace>
          <inkml:trace contextRef="#ctx0" brushRef="#br0" timeOffset="1336.8061">-10522 7675 407 0,'0'0'628'0,"0"0"-12"0,-35 6-9 0,35-6-1 16,0 0-13-16,0 0-20 0,-20 5-39 0,20-5-32 0,0 0-15 16,0 0-17-16,0 0-16 0,0 0-24 0,0 0-31 15,61 15-38-15,-31-15-37 0,18-3-124 0,-1 2-200 16,-1-3 0-16,8-7 0 0,-4 4 0 0,4 0 0 16,-3 0 0-16,-2-5 0 0,-3 1 0 0,-5-4 0 15,-10 7 0-15,7-6-31 0,-17 8-448 0,-7 1-73 16,5-2-92-16,-19 7-438 0,9-4-1170 0,-9 4 518 0</inkml:trace>
          <inkml:trace contextRef="#ctx0" brushRef="#br0" timeOffset="671.8969">-12926 8288 228 0,'0'0'566'0,"-22"1"-17"0,22-1-14 16,0 0-6-16,0 0 3 0,0 0 7 0,0 0 6 0,59-33-15 15,-28 22-15-15,15-8-32 0,9 4-32 0,20-5-31 16,-1-1-39-16,7 2-36 0,-2-2-36 0,-2-1-32 16,0 3-29-16,-20 9-51 0,22-13-185 0,-3 9-12 15,-1-10 0-15,-3-1 0 0,-15 8-140 0,0-6-134 16,20-7-93-16,-21 4-86 0,7-15-98 0,-20 7-517 16,4 3-1157-16,-6-4 512 0</inkml:trace>
          <inkml:trace contextRef="#ctx0" brushRef="#br0" timeOffset="484.3436">-12384 7249 320 0,'0'0'573'0,"11"-5"-52"0,-11 5-24 16,0 0 14-16,0 0 10 0,0 0 16 0,16 20-9 16,-14-6-23-16,-2 5-34 0,0 8-30 0,-2 2-18 15,-4 7-20-15,4 8-20 0,-2 1-12 0,-4 0-32 16,1 7-27-16,-1-4-32 0,-1 7-28 0,-2-7-249 16,-3 6-3-16,0 0 0 0,-2-3 0 0,1 0 0 15,-2-1 0-15,1-5 0 0,2-1 0 0,-2 0 0 16,-3-6 0-16,5-11 0 0,0-3 0 0,8-6 0 0,-2-1 0 15,1-1 0-15,-1-6 0 0,4-1 0 0,4-9 0 16,-10 14 0-16,10-14 0 0,0 0 0 0,0 0 0 16,0 0 0-16,-19-47 0 0,18 19 0 0,1-11 0 15,-7-1 0-15,12-9 0 0,-3-1 0 0,-1-3 0 16,4 2 0-16,0-2 0 0,4 1 0 0,1 2 0 16,2 1 0-16,3 4 0 0,-3-3 0 0,1 7 0 0,3 8 0 15,-2 7 0-15,0 3 0 0,0 0 0 0,-6 4 0 16,5 3 0-16,-5 4 0 0,4-2 0 0,1 4 0 15,1 5 0-15,2 2 0 0,-16 3 0 0,28 8 0 16,-5 5 0-16,-1 6 0 0,6 10 0 0,2 1 0 16,-1 8 0-16,-6 5 0 0,6 6 0 0,6 20 0 15,-7-2 0-15,-1-18 0 0,3 18 0 0,-10-16 0 16,-1 2 0-16,5-2 0 0,-6 1 0 0,-1-1 0 16,-1-6 0-16,-5-2 0 0,-3-4 0 0,0-2 0 15,-4-9 0-15,-1 0 0 0,1-8 0 0,-3-4 0 0,-1-3 0 16,-6 3 0-16,3-8 0 0,-8 3-42 15,11-11-635-15,-29 8-569 0,9-8-1349 0,-9-6 597 0</inkml:trace>
          <inkml:trace contextRef="#ctx0" brushRef="#br0" timeOffset="984.3752">-11554 6792 522 0,'-14'-13'539'0,"0"3"-10"0,6 2 0 0,1-3 9 0,7 11-2 15,-3-15-1-15,3 15-29 0,3-18-28 0,-3 18-27 16,12-11-23-16,-12 11-29 0,15-5-18 0,-15 5-14 15,0 0-1-15,24 22 3 0,-11 2-6 0,-2 14-9 16,-2 8-353-16,1 6-1 0,2 25 0 0,-5 3 0 16,-6 4 0-16,6 4 0 0,-7 37 0 0,6 6 0 15,-1-4 0-15,-4-34 0 0,6 39 0 0,0-7 0 16,-2-33 0-16,3-2 0 0,2-2 0 0,1-3 0 16,-2-3 0-16,5-6 0 0,-1 0 0 0,-4-21 0 0,1-3 0 15,1-8 0-15,-3-7 0 0,3-8 0 0,-8-6 0 16,3-4 0-16,1-5 0 0,-1-4 0 0,-6-10 0 15,10 2 0-15,-10-2 0 0,0 0-1366 0,11-24-1478 16,-5-16 654-16</inkml:trace>
          <inkml:trace contextRef="#ctx0" brushRef="#br0" timeOffset="1468.3219">-10337 7922 487 0,'-60'45'457'0,"-2"2"29"15,21-16-22-15,6-1-30 0,7 0-3 0,6-9 8 16,9 3 7-16,5-10 41 0,8 0 5 16,7-1-26-16,5-1-34 0,18-5-40 0,15 0-38 0,10-7-34 0,29-7-27 0,-1-6-38 15,9-7-19-15,0 2-74 0,-7-4-146 0,-7-4-262 16,-23 16-294-16,16-20-588 0,-17 6-1221 0,-4-5 541 0</inkml:trace>
        </inkml:traceGroup>
        <inkml:traceGroup>
          <inkml:annotationXML>
            <emma:emma xmlns:emma="http://www.w3.org/2003/04/emma" version="1.0">
              <emma:interpretation id="{88573969-2A7A-4A33-A168-4279A094A3DF}" emma:medium="tactile" emma:mode="ink">
                <msink:context xmlns:msink="http://schemas.microsoft.com/ink/2010/main" type="inkWord" rotatedBoundingBox="10342,11470 13220,11502 13186,14552 10307,14520"/>
              </emma:interpretation>
              <emma:one-of disjunction-type="recognition" id="oneOf1">
                <emma:interpretation id="interp1" emma:lang="" emma:confidence="1">
                  <emma:literal/>
                </emma:interpretation>
              </emma:one-of>
            </emma:emma>
          </inkml:annotationXML>
          <inkml:trace contextRef="#ctx0" brushRef="#br0" timeOffset="59651.32">-7579 7220 22 0,'0'0'182'0,"5"-9"-12"0,-5 9-3 0,9-17-3 15,-9 17-5-15,3-16-13 0,5 6-2 0,-5 1 7 16,-3 9-2-16,10-19-12 0,-4 11 7 0,0 0 4 15,-6 8 4-15,10-18 9 0,-10 11 5 0,0 7 13 16,6-17-7-16,-6 17 6 0,5-14 7 0,-2 6 10 0,-3 8 0 16,0-15 6-16,0 15 7 0,0-15 1 15,0 15 7-15,0-13 2 0,0 13-4 0,0 0-1 0,-3-14-9 16,3 14 5-16,0 0-11 0,-5-12-5 0,5 12-11 16,0 0-15-16,0 0-17 0,0 0-15 0,0 0-20 15,0 0-13-15,0 0-3 0,0 0-12 0,0 0 7 16,-12 49 6-16,15-9 4 0,-6 11 5 0,-5 20 7 15,5 5 12-15,-1 10 10 0,-2 49 13 0,-2 0 7 16,-3 2 10-16,0 7-29 0,-5-4-139 0,2 2 0 16,1-2 0-16,9-6 0 0,-18-1 0 0,7 0 0 15,3-7 0-15,2-35 0 0,-4 36 0 0,9-36 0 16,-3 36 0-16,-3-47 0 0,5 0 0 0,-4 1 0 0,9-7 0 16,-2-20 0-16,-2 0 0 0,13-4 0 0,-8-1 0 15,-8-4 0-15,8-3 0 0,0-15 0 0,0-3 0 16,0-6 0-16,6-4 0 0,-4 1 0 0,-2-7 0 15,0-8 0-15,0 16 0 0,0-16 0 0,0 9 0 16,0-9 0-16,0 0 0 0,0 0 0 0,0 0 0 16,0 0 0-16,1-52 0 0,-2 24-330 0,-1-10-195 15,-2-1-77-15,-3-6-521 0,2 0-1216 0,2-1 539 0</inkml:trace>
          <inkml:trace contextRef="#ctx0" brushRef="#br0" timeOffset="60182.5828">-6972 7813 194 0,'-14'7'352'0,"-1"0"-7"0,1-1 19 15,-5-1 0-15,19-5-8 0,-20 7-11 0,20-7-16 16,-16 4-22-16,16-4-21 0,0 0-20 0,-14 4-19 15,14-4-5-15,0 0-4 0,0 0-9 0,0 0-11 0,0 0-10 16,0 0-15-16,0 0-17 0,63 3-17 0,-35-6-11 16,1 0-16-16,4 2-16 0,-2-5-10 15,11 1-15-15,-8 0-6 0,9-1-18 0,-11 3-39 0,-4-1-51 16,4 1-54-16,-4 1-59 0,5 0-60 0,-6-3-65 16,0 3-77-16,1-4-89 0,-10 4-363 0,2-3-854 15,-4-2 378-15</inkml:trace>
          <inkml:trace contextRef="#ctx0" brushRef="#br0" timeOffset="42730.5932">-8799 7719 3032 0,'-16'9'63'0,"-1"-4"-35"0,1-1 25 0,-2 3-16 0,1-4 24 16,-4 4 31-16,1-5 13 0,20-2 14 0,-44 0-4 16,23-4 18-16,1 1 13 0,2-4 2 0,1 5 1 15,1-4 1-15,16 6 0 0,-21-10-8 0,21 10-10 16,-9-16-6-16,4 9-4 0,5-8-11 0,0 15-10 15,10-23-8-15,2 13-7 0,-1-6-8 0,10 0-8 16,3-3-8-16,1 3 1 0,3 2-9 0,-2 2-1 0,5 4-9 16,-5-3-2-16,4 3-1 0,-2 1-4 0,4 7-2 15,-4 1-4-15,-1-1-3 0,1 6-5 16,-1-1-1-16,-5 6 0 0,1 5 3 0,-4 2-4 0,-7 0-3 16,-2 8 3-16,4 1-4 0,-9 5-8 0,-2-4-2 15,-6 12 1-15,-5 4 2 0,-5-4 0 0,-6 5 0 16,2-1 1-16,-4 0 0 0,-4 4-1 0,-5-6 6 15,1 1 1-15,-2-3 11 0,6-2-1 0,-4-3 6 16,-4 0 4-16,3-4 2 0,5-2 2 0,9-5-1 16,-3 0 2-16,5-12 2 0,1 2-1 0,3 0-1 0,3-2-1 15,0-5-6-15,7-7 5 0,-12 13-1 0,12-13 3 16,-2 8 15-16,2-8 4 0,0 0 11 0,0 0 19 16,16 16 8-16,-16-16-5 0,31 0 0 0,-2-4 17 15,2 0 0-15,11 0 12 0,5-9 6 0,2 1-13 16,3-3-116-16,22-11 0 0,4-3 0 0,-5 3 0 15,4 5 0-15,-3-5 0 0,-1-2 0 0,-18 10 0 16,-4-1 0-16,-2 4 0 0,0-4 0 0,-5 1 0 0,-4-1 0 16,-12 6 0-16,1 5 0 0,-1-4 0 0,-6 1 0 15,-3 2 0-15,-3 3 0 0,-5 4 0 0,-11 2 0 16,17-8 0-16,-17 8 0 0,15-8 0 0,-15 8 0 16,0 0 0-16,12-8 0 0,-12 8 0 0,0 0 0 15,13-6 0-15,-13 6 0 0,0 0 0 0,0 0 0 16,0 0 0-16,0 0 0 0,-27-21 0 0,19 16 0 15,8 5-291-15,-21-19-480 0,15 8-418 0,0-4-1286 16,0-1 569-16</inkml:trace>
          <inkml:trace contextRef="#ctx0" brushRef="#br0" timeOffset="60470.5114">-6222 7421 155 0,'-4'-16'461'0,"4"16"-7"15,-3-11-1-15,3 11 10 0,-4-12 8 0,4 12-4 16,0 0-17-16,-6-10-26 0,6 10-36 0,0 0-36 15,0 0-16-15,0 0-1 0,0 0-15 0,0 0-13 16,0 0-5-16,13 35-4 0,-9-11-5 0,0 13-15 16,-1 5-13-16,-3 0-17 0,0 7-20 0,-3 4-22 15,-4 1-21-15,-1 18-133 0,-14 0-52 0,13-2 0 0,-5 0 0 16,3-17 0-16,-4 16 0 0,3-16 0 16,-3-1 0-16,6-4 0 0,-2-3 0 0,8-2 0 0,-4 0 0 15,1-1 0-15,8-15-387 0,-2-1-110 0,0-9-113 16,11-5-507-16,-3-3-1208 0,0-6 534 0</inkml:trace>
        </inkml:traceGroup>
        <inkml:traceGroup>
          <inkml:annotationXML>
            <emma:emma xmlns:emma="http://www.w3.org/2003/04/emma" version="1.0">
              <emma:interpretation id="{3209CC84-30CF-4FEB-A7B0-332B2928A755}" emma:medium="tactile" emma:mode="ink">
                <msink:context xmlns:msink="http://schemas.microsoft.com/ink/2010/main" type="inkWord" rotatedBoundingBox="14524,11857 15124,11863 15116,12607 14516,12600"/>
              </emma:interpretation>
              <emma:one-of disjunction-type="recognition" id="oneOf2">
                <emma:interpretation id="interp2" emma:lang="" emma:confidence="1">
                  <emma:literal/>
                </emma:interpretation>
              </emma:one-of>
            </emma:emma>
          </inkml:annotationXML>
          <inkml:trace contextRef="#ctx0" brushRef="#br0" timeOffset="60939.2018">-4665 7445 354 0,'0'0'423'0,"5"-8"5"0,-5 8-10 0,0 0-3 16,0 0-17-16,0 0-26 0,0 0-30 0,0 0-29 0,0 0-6 15,0 0-10-15,0 0-9 0,-19 31-14 0,17-16-13 16,-4 3-11-16,-7 6-6 0,7 1-8 0,3 3-21 15,-3-1-21-15,-4 12-20 0,7-9-8 0,1 1-17 16,-2 9-14-16,4-11-11 0,3 10-10 0,-2-7-14 16,4-2 0-16,-2-2-10 0,5 3-13 0,5-5-5 15,-2 2-3-15,0-4-7 0,3-2 1 0,5-2-8 0,2-6 0 16,-6-1 2-16,4-1-6 0,-1-5 7 0,2 0 6 16,1-6-1-16,-1-1 10 0,-20 0 9 0,43-7 6 15,-24-1-67-15,5-6-21 0,-4-4 0 0,1-2 0 16,-5 0 0-16,-2-6 0 0,5-2 0 0,-10-12 0 15,1 2 0-15,-7-5 0 0,2-2 0 0,-12-4 0 16,0 8 0-16,-5-8 0 0,1 2 0 0,-8 4 0 16,-1 9 0-16,-4-3 0 0,-3 4 0 0,-1 3 0 15,6 11 0-15,-4 1 0 0,0 3 0 0,-3 4 0 16,-2 4-93-16,-11 2-227 0,9 6-60 0,-14 7-66 0,3 2-89 16,-9 5-535-16,9 7-1159 0,0-3 513 0</inkml:trace>
        </inkml:traceGroup>
        <inkml:traceGroup>
          <inkml:annotationXML>
            <emma:emma xmlns:emma="http://www.w3.org/2003/04/emma" version="1.0">
              <emma:interpretation id="{2A122843-4EBF-41D5-8A9D-52A525ED898E}" emma:medium="tactile" emma:mode="ink">
                <msink:context xmlns:msink="http://schemas.microsoft.com/ink/2010/main" type="inkWord" rotatedBoundingBox="17041,11459 21128,11505 21091,14750 17004,14704"/>
              </emma:interpretation>
              <emma:one-of disjunction-type="recognition" id="oneOf3">
                <emma:interpretation id="interp3" emma:lang="" emma:confidence="1">
                  <emma:literal/>
                </emma:interpretation>
              </emma:one-of>
            </emma:emma>
          </inkml:annotationXML>
          <inkml:trace contextRef="#ctx0" brushRef="#br0" timeOffset="97502.4253">1148 7235 8 0,'-14'-3'258'0,"14"3"-17"15,-21-13-8-15,13 8-4 0,8 5-7 0,-12-11-13 16,12 11-16-16,-2-13-17 0,2 13-8 0,0-16 3 16,0 16-2-16,14-17 9 0,-3 9 4 0,5 0 14 15,0-1 9-15,-2 2-11 0,5-1 10 0,2 4-4 16,-1 1-4-16,1 0-14 0,7 3-3 0,-9 6-2 16,8-1-8-16,2 6-6 0,-12-1-8 0,5 6-9 0,2-2-12 15,-4 6-6-15,-1 2-13 0,-5 2-8 0,-6 3-10 0,0-1-9 0,-3 3-8 0,-3 8-6 31,-10 1-10-31,3-8-9 0,-1-1-6 0,-4 8-1 0,2-2-6 16,-8 0-5-16,5-6-4 0,2-6-7 0,-4 0-1 0,5-5-5 0,-3-4-7 0,0 0-7 0,2 0-12 16,1-1-10-16,2-3-6 0,-2-4-11 0,8-6-2 31,-15 7-2-31,15-7-5 0,0 0 0 0,0 0 6 16,0 0 0-16,0 0 5 0,0 0 4 0,-30-17 3 15,30 17 0-15,0-17 1 0,0 17 11 0,4-16 7 16,-4 16 11-16,11-18 4 0,-5 10 6 0,2 1 9 0,1-4 0 0,2 4-4 0,0-1 10 0,-11 8 5 15,34-6 1-15,-19 1 3 0,6 5-1 0,-21 0 4 32,35-3 0-32,-7 6-5 0,-3 2 4 0,-4 1 6 0,0 2 0 0,-4 4 4 0,5 6-6 0,-3 0-1 0,-3 2-6 31,3 6 1-31,-5-3-3 0,-1 5-7 0,-4 10 2 0,-1-10-6 0,-11 13-9 0,-3-4 5 0,-2 3-1 16,-10 1-3-16,2 3-5 0,-6-7-5 0,-6 1-1 15,-5-1-20-15,-2-2-12 0,0-4-3 0,-3-2-18 16,-1 2-21-16,1-6-22 0,-2-3-24 0,9-11-26 15,-1 1-12-15,0-5-14 0,1-6-27 0,2-1-44 0,-1-5-55 16,2 2-71-16,1-13-92 0,8-5-284 16,-3-12-798-16,6-8 353 0</inkml:trace>
          <inkml:trace contextRef="#ctx0" brushRef="#br0" timeOffset="90862.204">-450 7117 345 0,'-5'-9'354'0,"5"9"-10"0,0 0 6 16,0-15 7-16,0 15 4 0,0 0-4 0,-3-14-1 15,3 14-10-15,0 0-16 0,0 0-24 0,0 0-27 0,0 0-14 16,0 0-14-16,0 0-9 0,0 0-9 0,-17 38-16 15,9-10-11-15,-2 2-15 0,-2 11-16 0,-9 3-18 16,2 4-20-16,-3 0-17 0,-13 16-11 0,5 1-4 16,-4 0-15-16,-1 1-8 0,2 0-1 0,4-17-16 15,-7 13-1-15,12-17-11 0,-1-1-11 0,-4-7-4 16,1 4 3-16,4-3-5 0,7-13 0 0,-4 0-6 16,6-5-9-16,7-7 0 0,1 2-5 0,1-6-6 15,6-9-1-15,-2 10-6 0,2-10-3 0,0 0 11 16,0 0-5-16,23 8-4 0,-23-8 5 0,36-8 0 0,-9 1-10 15,1 0 15-15,1 2-15 0,-1-3 5 16,4 2 4-16,10 3-5 0,-12 3 10 0,13 0-14 16,0 0 14-16,-12 0-9 0,-1 0 2 0,4 0-5 0,-3 3 9 15,-2 1 1-15,5-1 2 0,8 2 4 0,-14 1 4 16,0-2 4-16,1-4 0 0,-1 1 8 0,-7-1 10 16,-2 0-18-16,8-1 22 0,-8-2 19 0,1-2 2 15,1-4-4-15,-2 3 0 0,-2 0 14 0,2-2 12 16,-5-4 13-16,2 5 7 0,-3-4-95 0,-1-3-13 15,-2-5 0-15,2-4 0 0,-5 4 0 0,-1-6 0 16,-4 3 0-16,-1-4 0 0,-1 8 0 0,0 0 0 0,-3 3 0 16,-2-3 0-16,2 4 0 0,-3 2 0 0,1 0 0 15,5 12 0-15,-16-9 0 0,16 9 0 16,-19-2 0-16,19 2 0 0,-25 11 0 0,9 13 0 0,-3 8 0 16,-1 13 0-16,-5 25 0 0,4 3 0 0,5 8 0 15,0 3 0-15,4 3 0 0,-1 5 0 0,-3 36 0 16,2-43 0-16,1 3 0 0,4 0 0 0,-1-6 0 15,3 6 0-15,-1-15 0 0,0 2 0 0,-5-1-336 16,10-29-974-16,0-1-1418 0,3-17 628 0</inkml:trace>
          <inkml:trace contextRef="#ctx0" brushRef="#br0" timeOffset="89002.9519">-2338 7861 10 0,'0'0'331'0,"0"0"-6"0,0 0 0 0,0 0-2 16,-18 3 7-16,18-3-3 0,0 0-5 0,0 0 4 16,0 0 3-16,0 0-5 0,0 0-4 0,-19 4-4 0,19-4-6 15,0 0-4-15,0 0-10 0,-12 6-10 0,12-6-9 16,0 0-12-16,0 0-6 0,0 0 1 0,-11 7-22 16,11-7-14-16,0 0-12 0,0 0-17 0,0 0-9 15,0 0-9-15,0 0-4 0,0 0 4 0,0 0 3 16,9 18-3-16,-9-18-92 0,21 14-85 0,-6-7 0 15,6 0 0-15,7 1 0 0,7-4 0 0,8 3 0 0,4 0 0 16,2-2 0-16,-3 1 0 0,1-5 0 0,2 3 0 16,2-1 0-16,-2 1 0 0,0-1 0 0,-2 1 0 15,-4-3 0-15,-13-1 0 0,-3 0 0 0,6 0 0 16,-6 2 0-16,-8-1 0 0,2-1 0 0,-21 0 0 16,23 0 0-16,-23 0 0 0,18 4 0 0,-18-4 0 15,0 0 0-15,0 0 0 0,0 0 0 0,22 2 0 16,-22-2 0-16,0 0 0 0,0 0 0 0,0 0 0 15,0 0 0-15,0 0 0 0,0 0 0 0,0 0 0 16,0 0 0-16,0 0 0 0,0 0 0 0,-8-26 0 0,8 26 0 16,-14-16-36-16,7 3-1324 0,6 3-1472 0,-6-4 651 15</inkml:trace>
          <inkml:trace contextRef="#ctx0" brushRef="#br0" timeOffset="96658.7313">562 7099 174 0,'0'0'360'0,"-11"-13"-8"0,11 13-8 0,-7-13-12 16,7 13-3-16,-8-17 1 0,7 10-9 0,1 7-13 15,-5-18-11-15,5 18-6 0,-8-10-7 0,8 10-1 16,-6-12-6-16,6 12-4 0,0 0-5 0,-7-14-15 0,7 14-22 16,0 0-18-16,0 0-8 0,0 0-20 0,0 0-8 15,0 0 0-15,0 0-7 0,-11 33 14 0,8-7-17 16,2 14 2-16,2-1 5 0,-1 11 5 0,0 2 9 15,7 17 1-15,-3 14-1 0,-1-2 1 0,4 3-59 16,-2 10-130-16,4 35 0 0,-3-35 0 0,2 37 0 16,0-42 0-16,2 41 0 0,-7 3 0 0,3-45 0 15,2 42 0-15,0-37 0 0,-2-1 0 0,2-2 0 16,2 1 0-16,-6-1 0 0,3-2 0 0,-1-4 0 16,0-4 0-16,2-3 0 0,-1 0 0 0,-1-7 0 15,-5 0 0-15,6-17 0 0,-6 2 0 0,6-2 0 0,-4-2 0 16,0 2 0-16,-3-8 0 0,6 1 0 15,-4 1 0-15,4-4 0 0,-6-3 0 0,5-1 0 0,-3-11 0 16,2-3 0-16,-1-2 0 0,1 2 0 0,-4-9 0 16,3-8 0-16,-2 0 0 0,-1-8 0 0,5 13 0 15,-5-13 0-15,0 0-189 0,0 0-405 0,0 0-112 16,8-53-411-16,-8 10-1211 0,-3 2 536 0</inkml:trace>
        </inkml:traceGroup>
        <inkml:traceGroup>
          <inkml:annotationXML>
            <emma:emma xmlns:emma="http://www.w3.org/2003/04/emma" version="1.0">
              <emma:interpretation id="{C0A188B1-6340-4206-BB83-4E18AA3B9E9C}" emma:medium="tactile" emma:mode="ink">
                <msink:context xmlns:msink="http://schemas.microsoft.com/ink/2010/main" type="inkWord" rotatedBoundingBox="23259,11062 28753,11124 28707,15167 23214,15105"/>
              </emma:interpretation>
            </emma:emma>
          </inkml:annotationXML>
          <inkml:trace contextRef="#ctx0" brushRef="#br0" timeOffset="99924.1367">5091 8748 131 0,'-20'-11'485'16,"20"11"-17"-16,-21-5-5 0,21 5 12 0,-17-3 16 15,17 3-4-15,-19-3-9 0,19 3-38 0,0 0-36 16,0 0-35-16,-29 2-9 0,29-2-39 0,-12 9-20 15,12-9-16-15,-15 16-20 0,6-4-15 0,-2-2-22 16,1 6-19-16,-2 0-15 0,4 1-19 0,-5 3-15 16,5-1-17-16,-1-4-4 0,1-1-23 0,-2 9-15 15,2-2-9-15,5-7-8 0,-1 2-13 0,2-4-65 0,-1 2-6 16,3-14 0-16,6 18 0 0,-6-18 0 0,6 15 0 16,2-10 0-16,-8-5 0 0,18 6 0 0,-18-6 0 15,25 3 0-15,-25-3-8 0,33-5-27 0,-17 0-7 16,3-2 5-16,0 0-4 0,-5-4 8 0,7-5-4 15,-7 6 8-15,-3-6 3 0,3-3 7 0,-1 6-1 16,-5-2 5-16,4 0 1 0,-4-10 6 0,-1 8 7 16,-6-1 25-16,4 4 25 0,-3-1 23 0,-2 0 11 15,1 4 11-15,-1 11-51 0,3-16-43 0,-3 3 0 16,0 13 0-16,0 0 0 0,0-11 0 0,0 11 0 0,0 0 0 16,0 0 0-16,0 0 0 0,3 36 0 0,-3-10 0 15,0 17 0-15,7 4 0 0,-1 6 0 0,2 24 0 16,-3 3 0-16,-4 1 0 0,4-1 0 0,1 5 0 15,2-5 0-15,-1 5 0 0,-4-4 0 0,2-4 0 16,1-2 0-16,-1 0 0 0,-5-17 0 0,4 12 0 16,-4-18 0-16,2-4 0 0,4-5 0 0,-6-4 0 15,3-10 0-15,1-4 0 0,0-6-148 0,-4-3-392 16,7-2-76-16,-4-6-533 0,-3-8-1243 0,0 0 551 16</inkml:trace>
          <inkml:trace contextRef="#ctx0" brushRef="#br0" timeOffset="100346.0156">5670 6665 61 0,'0'-15'507'0,"0"15"-6"0,-2-19 9 0,2 19 12 0,0-19 3 15,0 19-3-15,-2-10-21 0,2 10-22 0,0 0-47 16,0-16-31-16,0 16-12 0,0 0-1 0,0 0 1 16,0 0-1-16,21 38-11 0,-12-8 12 0,-1 14-17 15,-1 27-10-15,4 3-186 0,-2 6-176 0,-2 13 0 16,7 36 0-16,-8-2 0 0,8 14 0 0,-1 6 0 15,4 11 0-15,-4 6 0 0,1 3 0 0,5 1 0 16,-1 1 0-16,5 1 0 0,-4-5 0 0,5-4 0 0,-4-13 0 16,3 6 0-16,-8-20 0 0,-2-45 0 15,0 6 0-15,-5-9 0 0,-1-5 0 0,-3-4 0 16,2-5 0-16,-1-27 0 0,-7 7 0 0,7-12 0 0,0-13 0 16,-1-3 0-16,-7-6 0 0,3-5 0 0,0 0 0 15,3-5 0-15,-3-8 0 0,0 0 0 0,0 0 0 16,0 0 0-16,0 0 0 0,0 0-1366 0,-27-29-1478 15,12 6 654-15</inkml:trace>
          <inkml:trace contextRef="#ctx0" brushRef="#br0" timeOffset="105423.8209">6574 8100 305 0,'-19'-2'356'16,"19"2"-15"-16,0 0 8 0,0 0 11 0,0 0 0 16,0 0-25-16,0 0-21 0,0 0-27 0,0 0-24 0,0 0-20 15,0 0-21-15,0 0-3 0,0 0 8 0,0 0-7 16,0 0-2-16,0 0-8 0,0 0-13 15,56 6-16-15,-24-10-13 0,3 2-16 0,11-3-17 0,-2-2-12 16,0 0-15-16,0 6-6 0,-9-3-15 0,8 0-5 16,3 2-17-16,-16-1-12 0,12-1-28 0,-15 3-40 15,0-3-47-15,-6 3-51 0,-4-1-60 0,-17 2-58 16,25 0-49-16,-25 0-64 0,0 0-84 0,0 0-350 16,16-4-841-16,-16 4 373 0</inkml:trace>
          <inkml:trace contextRef="#ctx0" brushRef="#br0" timeOffset="105642.5266">6698 7855 287 0,'-17'-6'340'0,"17"6"-15"0,0 0-15 16,-11-7-14-16,11 7-10 0,0 0-10 0,0 0 24 0,0 0-3 15,0 0-6-15,-11 32-26 0,11-18-19 0,5 6-18 16,3 6-4-16,-2 3-20 0,0 1-20 15,1 11-17-15,-4-1-17 0,1 5-20 0,0 0-7 0,3 0-13 16,0-2-33-16,-7 5-52 0,3-7-55 0,2 0-68 16,-2 1-63-16,0-2-74 0,-3-10-91 0,-6-1-390 15,10-5-775-15,-2-3 344 0</inkml:trace>
          <inkml:trace contextRef="#ctx0" brushRef="#br0" timeOffset="106158.0893">7917 7508 207 0,'-6'-13'392'0,"6"13"-20"15,-15-5-3-15,15 5 4 0,-20-3-7 0,20 3-2 16,0 0-24-16,-43 12-18 0,23 2-12 0,-6 2-14 16,1 4-8-16,-8 7-16 0,3 4-14 0,-5 7-16 0,5 2-15 15,-3-2-19-15,6 5-11 0,2-3-12 0,1 2-10 16,5 1-16-16,0 2-6 0,5-1-17 16,1-1-12-16,5 1-13 0,2-3-8 0,3 1-12 0,4-7-4 15,3 5-11-15,0-12 4 0,9 2-17 0,-2-4-8 16,5 2-4-16,1-4-7 0,12 5-11 0,-9-6 6 15,2-3-8-15,5-1-2 0,3-3-2 0,-3-5-2 16,-2 2-1-16,1-4 0 0,5-2-5 0,-2-2-5 16,-7-7 2-16,5-3-2 0,-7 1-2 0,6-4 4 15,-6 0-2-15,-1-2 0 0,3-2-4 0,-8-3 2 16,5-2-6-16,-9 0 5 0,-4 1 1 0,2-3-3 16,-5-5-9-16,-1-2 7 0,-2-2-3 0,-5-2 0 15,-3 3-7-15,-1 0 3 0,-4 1-9 0,-6 0-10 16,-2 1-6-16,-1 3-20 0,2 4-11 0,-5-1-11 15,-2 7-15-15,-2-2-12 0,1 7-13 0,1 2-16 0,-3 2-23 16,-2 3-17-16,4 3-34 0,7-3-17 0,-7 5-31 16,12 1-17-16,-5 2-38 0,3 1-39 15,6-2-50-15,1 0-385 0,11-7-837 0,0 0 372 16</inkml:trace>
          <inkml:trace contextRef="#ctx0" brushRef="#br0" timeOffset="109949.9817">9099 7506 137 0,'-14'-7'395'16,"0"0"-30"-16,-1 2-5 0,6-6-3 0,9 11 11 0,-19-10-26 15,11 1-28-15,8 9-32 0,-13-12-31 0,13 12-30 16,-6-9-19-16,6 9-22 0,0 0-19 0,0 0-18 15,14-16-22-15,-14 16-5 0,0 0-14 0,24-3-6 16,-24 3-7-16,0 0-15 0,0 0-9 0,35 12-2 16,-30-5-13-16,7 4-2 0,-7-1-7 0,1 4-8 15,-3 3 3-15,1-2-3 0,-1-1-3 0,-3 5-13 16,-2 1 12-16,-4 4-7 0,1-5 1 0,-4 3-1 16,-4 3-7-16,-1-4-1 0,1 3 3 0,-3-3-3 15,0-2 9-15,-2-3-12 0,0 3 3 0,-1-1-7 16,5-7 7-16,0-1-4 0,-1 3-1 0,-2-3 0 15,8-2-2-15,-4-1 0 0,13-7 3 0,-14 11-2 16,14-11 0-16,-14 7 2 0,14-7 5 0,0 0 0 0,-8 7 3 16,8-7 6-16,0 0-6 0,0 0 7 15,0 0-1-15,0 0 3 0,28-25 11 0,-14 18 1 0,1-1 0 16,-1 2-4-16,5-1-3 0,-3 3 10 0,2-1-3 16,3 2-2-16,-21 3 7 0,40 0-8 0,-14 0-3 15,-5 3 3-15,-2 4 1 0,8 0-3 0,-2 2 12 16,-6 3 0-16,5 1-1 0,-4 0-4 0,7 2-6 15,-13-3-3-15,1 2 0 0,4 3-2 0,-8 4-1 16,-2-5-3-16,-6 1-1 0,-3 2-4 0,-9 4 0 16,-2 3 0-16,0-3-7 0,-10 1 3 0,-6 6-9 15,-8 0-7-15,-6-4-18 0,0 2-12 0,-1-5-19 16,-4-6-19-16,-3 3-26 0,-3-3-18 0,1-1-21 16,2-8-18-16,3 3-35 0,0-4-23 0,2-6-22 15,1 3-49-15,10-4-56 0,5-4-77 0,7 1-301 16,-6-13-773-16,10 1 343 0</inkml:trace>
          <inkml:trace contextRef="#ctx0" brushRef="#br0" timeOffset="98174.2531">4105 7196 233 0,'-13'-6'421'0,"13"6"-14"0,0 0-4 0,0 0-5 16,0 0 3-16,0 0-1 0,0 0-17 0,-28 26-17 0,23-17-16 16,5-9-17-16,-8 21-16 0,5-7-20 0,-3 2-14 15,1-1-21-15,5-1 1 0,-6 5-29 0,4-1-22 16,-4 0-15-16,6 1-21 0,-3-1-7 0,-1 6-20 16,4 2-7-16,0-2-7 0,4-1-24 0,-1 6-9 15,1-2-7-15,0 1-7 0,2-1-4 0,7-2-17 16,1 13 5-16,0-11-2 0,0 1-8 0,2-2-16 15,5-4 8-15,-2 0-12 0,-4-2 2 0,11-3-3 0,-10-6-4 16,-1-2-6-16,6-2-5 0,-2 0 4 0,1-2 0 16,-2-4-6-16,2-1 5 0,-20 0-3 0,43-7 7 15,-24-3-17-15,-3 2-16 0,1-6 0 0,1 3 0 16,0-9 0-16,-3 6 0 0,2-12 0 0,4 4 0 16,-10-5 0-16,-2 2 0 0,4-13 0 0,-4-2 0 15,-9-1 0-15,-1-1 0 0,-2 2 0 0,-7-3 0 16,2 2 0-16,-6 3 0 0,-2 3 0 0,-3-2 0 15,-3 3 0-15,-5 0 0 0,5 0 0 0,-8 5 0 16,5 0 0-16,-10 3 0 0,3 1 0 0,-6 5 0 16,10 10 0-16,0 2-34 0,-4 4-192 0,-14 1-38 0,14 6-33 15,1 4-45-15,-1 1-38 0,-14 11-46 0,7 1-58 16,1 0-473-16,3 6-1036 0,4 0 459 16</inkml:trace>
          <inkml:trace contextRef="#ctx0" brushRef="#br0" timeOffset="106590.827">8548 7263 277 0,'-7'-11'325'0,"-1"-2"-5"0,4-3 4 15,0 2 11-15,1 1 0 0,-3 2 1 0,6 11-3 16,-2-27-18-16,-1 20 9 0,0-3 2 0,3 10-5 0,-2-16-5 16,2 16-4-16,-4-15-16 0,4 15-6 0,0 0-31 15,0 0-24-15,-3-10-29 0,3 10-12 0,0 0-22 16,0 0 7-16,0 0 15 0,-5 41 1 0,10-12 4 16,-4 15 1-16,1 5-1 0,1 23 0 0,-2 15 7 15,4 35 10-15,-8 6-8 0,-6 5-163 0,-3 3-45 16,3 7 0-16,1 5 0 0,-5 10 0 0,-2-3 0 15,4 11 0-15,7 4 0 0,-2 2 0 0,1-4 0 16,7-4 0-16,1-12 0 0,0-1 0 0,2-11 0 16,3-13 0-1,-2-39 0-15,-4 2 0 0,3-5 0 0,-4-1 0 0,4-3 0 0,-4-10 0 16,-1-23 0-16,2-4 0 0,-2-13 0 0,0-5 0 16,0-7 0-16,5-5 0 0,-7-2 0 0,2-12 0 15,3 13 0-15,-3-13 0 0,0 0 0 0,0 0 0 16,0 0 0-16,-20-58-454 0,6 16-836 0,1-3-1397 0,-1-5 619 15</inkml:trace>
        </inkml:traceGroup>
        <inkml:traceGroup>
          <inkml:annotationXML>
            <emma:emma xmlns:emma="http://www.w3.org/2003/04/emma" version="1.0">
              <emma:interpretation id="{0D4E9354-0A14-42BA-A607-EB87497E28B2}" emma:medium="tactile" emma:mode="ink">
                <msink:context xmlns:msink="http://schemas.microsoft.com/ink/2010/main" type="inkWord" rotatedBoundingBox="30087,11533 31294,11546 31281,12730 30074,12717"/>
              </emma:interpretation>
              <emma:one-of disjunction-type="recognition" id="oneOf4">
                <emma:interpretation id="interp4" emma:lang="" emma:confidence="0.5">
                  <emma:literal>-</emma:literal>
                </emma:interpretation>
                <emma:interpretation id="interp5" emma:lang="" emma:confidence="0">
                  <emma:literal>_</emma:literal>
                </emma:interpretation>
                <emma:interpretation id="interp6" emma:lang="" emma:confidence="0">
                  <emma:literal>.</emma:literal>
                </emma:interpretation>
                <emma:interpretation id="interp7" emma:lang="" emma:confidence="0">
                  <emma:literal>,</emma:literal>
                </emma:interpretation>
                <emma:interpretation id="interp8" emma:lang="" emma:confidence="0">
                  <emma:literal>~</emma:literal>
                </emma:interpretation>
              </emma:one-of>
            </emma:emma>
          </inkml:annotationXML>
          <inkml:trace contextRef="#ctx0" brushRef="#br0" timeOffset="112621.6677">11648 7093 67 0,'2'-8'520'16,"-2"8"-18"-16,14-15-27 0,-9 7-19 0,-5 8-19 0,14-8-25 16,-14 8-18-16,0 0-25 0,21-6-20 0,-21 6-13 15,23 14-7-15,-12-5-23 0,0 5-6 16,0 4-11-16,4 4 4 0,-6 2-12 0,4 3-7 0,-1 10-10 15,3 2-13-15,-6 4-18 0,-2 2-18 0,-1 2-16 16,-1 4-17-16,-5 1-19 0,9 16-11 0,-11-17-21 16,2 1-119-16,-4 3-12 0,2 0 0 0,-3-6 0 15,4 4 0-15,-5-6 0 0,4 2 0 0,0-8 0 16,-9 0 0-16,5-1-250 0,-2-2-120 0,2-10-77 16,-4-2-96-16,6-8-555 0,0 0-1188 0,-2-4 527 15</inkml:trace>
          <inkml:trace contextRef="#ctx0" brushRef="#br0" timeOffset="110496.871">10681 7555 286 0,'0'0'406'0,"0"0"-4"0,0 0-7 15,-28 1-18-15,28-1-31 0,0 0-38 0,0 0-18 16,0 0-23-16,0 0-8 0,0 0 1 0,0 0 1 16,0 0-3-16,0 0-20 0,57-9-19 0,-24 6-18 15,0 0-13-15,10-4-22 0,1 2-21 0,3-1-15 16,2 1-13-16,-1 1-19 0,-3-3-15 0,-2-1-45 15,0 1-52-15,-10 3-53 0,10-1-86 0,-15-2-68 16,-1-1-83-16,0 1-95 0,-13 0-365 0,3-2-826 16,-2 0 365-16</inkml:trace>
        </inkml:traceGroup>
      </inkml:traceGroup>
      <inkml:traceGroup>
        <inkml:annotationXML>
          <emma:emma xmlns:emma="http://www.w3.org/2003/04/emma" version="1.0">
            <emma:interpretation id="{C04686DA-116A-4CF4-BD7A-4F66EFFE5D0C}" emma:medium="tactile" emma:mode="ink">
              <msink:context xmlns:msink="http://schemas.microsoft.com/ink/2010/main" type="line" rotatedBoundingBox="12346,11499 32795,11543 32785,15791 12337,15746"/>
            </emma:interpretation>
          </emma:emma>
        </inkml:annotationXML>
        <inkml:traceGroup>
          <inkml:annotationXML>
            <emma:emma xmlns:emma="http://www.w3.org/2003/04/emma" version="1.0">
              <emma:interpretation id="{CBC13DF6-7339-4B13-B393-C7795C2F118D}" emma:medium="tactile" emma:mode="ink">
                <msink:context xmlns:msink="http://schemas.microsoft.com/ink/2010/main" type="inkWord" rotatedBoundingBox="12341,13837 13323,13839 13322,14491 12339,14489"/>
              </emma:interpretation>
            </emma:emma>
          </inkml:annotationXML>
          <inkml:trace contextRef="#ctx0" brushRef="#br0" timeOffset="61579.7768">-7001 9522 268 0,'0'0'435'0,"-11"-12"-18"0,11 12 11 16,-3-14-9-16,3 14-6 0,0-20-19 0,0 20-23 16,8-24-31-16,5 12-16 0,-1 1-25 0,6-6-26 15,-4 5-19-15,5 0-20 0,1-2-18 0,-2 3-16 16,2 3-20-16,-1 4-20 0,-1-3-13 0,2 4-18 15,-20 3-12-15,38 3-11 0,-20 0-11 0,-3 3-7 16,3 3-9-16,-4 6-11 0,-1 0-4 0,-2 7-7 16,-3 0-6-16,-2 4-4 0,-3 1-7 0,-3 2-5 15,-9 9-2-15,-1-2 0 0,-4 1-7 0,-7 1-2 16,1-4-6-16,-4 4 0 0,-3-7-5 0,-3 1 0 16,3-2-4-16,-4-3 2 0,9-4-5 0,-5-7-1 15,5 3 1-15,-2-3-3 0,2-2 2 0,4-7 0 0,3 5-1 16,2-4-1-16,0-5-1 0,13-3 2 15,-16 8-2-15,16-8-5 0,0 0 1 0,-12 7 4 16,12-7 3-16,0 0-3 0,0 0 6 0,0 0-3 0,0 0 2 16,63-7 1-16,-30 3-2 0,-3-2 1 0,16-1 1 15,3 0-1-15,0 1-1 0,3-6-2 0,2 4-6 16,-2-3-17-16,10 4-42 0,-7-1-68 0,2-3-75 16,5 2-82-16,-4-5-105 0,20-5-120 0,-25 2-399 15,20-1-985-15,-16 2 435 0</inkml:trace>
        </inkml:traceGroup>
        <inkml:traceGroup>
          <inkml:annotationXML>
            <emma:emma xmlns:emma="http://www.w3.org/2003/04/emma" version="1.0">
              <emma:interpretation id="{2C4E1910-15DF-4E2B-B17C-B430B4428DF4}" emma:medium="tactile" emma:mode="ink">
                <msink:context xmlns:msink="http://schemas.microsoft.com/ink/2010/main" type="inkWord" rotatedBoundingBox="14140,11503 16578,11508 16571,15161 14132,15155"/>
              </emma:interpretation>
            </emma:emma>
          </inkml:annotationXML>
          <inkml:trace contextRef="#ctx0" brushRef="#br0" timeOffset="62811.5025">-3060 7139 312 0,'0'-14'403'0,"0"14"2"0,-1-21 15 0,1 13 19 0,0 8 7 15,-5-22-13-15,3 12-20 0,2 10-13 0,-3-16-11 16,3 16-12-16,-3-14-23 0,3 14-10 0,-2-12-14 0,2 12-31 15,0 0-29-15,-6-11-28 0,6 11-17 0,0 0-30 16,0 0-5-16,0 0 12 0,0 0-11 16,0 0-3-16,-5 44-2 0,8-18 7 0,-1 6-3 0,3 10-35 15,-2 10-155-15,0-1 0 0,2 19 0 0,1 8 0 16,0 11 0-16,2 42 0 0,3 1 0 0,-7 8 0 16,0 4 0-16,-1 3 0 0,2 6 0 0,-3 6 0 15,15 4 0-15,-3-4 0 0,-12 14 0 0,6-9 0 16,0 2 0-16,-3-22 0 0,2-8 0 0,1 7 0 15,3-8 0-15,-3-46 0 0,0 0 0 16,0-4 0-16,0-6 0 0,0 4 0 0,-2-11 0 0,1-20 0 0,-3-5 0 0,-1-3 0 16,1-14 0-16,-3-1 0 0,1-9 0 0,1-3 0 15,0-2 0-15,-3-7 0 0,2 2 0 0,-2-10 0 0,4 11 0 16,-4-11 0-16,0 0 0 0,0 0 0 16,0 0 0-16,0 0 0 0,-25-42 0 0,11 14 0 15,-3-5-1366-15,-2-4-1478 0,-4 3 654 0</inkml:trace>
          <inkml:trace contextRef="#ctx0" brushRef="#br0" timeOffset="61798.5407">-5288 9533 22 0,'-6'14'507'0,"6"-14"-23"0,0 0-22 16,0 0 3-16,0 0 10 0,0 0-7 0,0 0-22 15,0 0-25-15,0 0-35 0,28 1-34 0,-28-1-35 16,0 0-32-16,42-8-27 0,-22 1-26 0,-4 5-28 16,8 0-20-16,4-5-23 0,0 1-33 0,4 0-50 15,9-2-69-15,-8 2-80 0,-3-1-85 0,13-6-77 16,-15 7-70-16,14-6-92 0,-1 0-89 0,-3-1-300 0,6 0-849 16,-5 4 376-16</inkml:trace>
          <inkml:trace contextRef="#ctx0" brushRef="#br0" timeOffset="62320.9376">-3960 9027 67 0,'0'-9'457'16,"0"9"-1"-16,0 0 13 0,0 0 7 0,0 0-5 15,0 0-21-15,0 0-40 0,0 0-40 0,-16-14-32 16,16 14-26-16,0 0-13 0,0 0-15 0,-37 7-9 16,37-7-11-16,-30 9-9 0,15-2-15 0,-1 0-6 0,-3 3-14 15,-2-1-16-15,-1 1-17 0,5 4-9 0,-7-2-17 16,2 6-15-16,8-7-15 0,-2 2-15 16,-1 1-11-16,6 0-10 0,3-1-11 0,-3 4-8 0,4-3-12 15,-1 4-10-15,4-4-1 0,2-1-4 0,7 1-1 16,-5-14-10-16,6 22-1 0,2-10-19 15,0-4-18-15,5 3 0 0,-4-6 0 0,7 2 0 0,1-4 0 16,1 1 0-16,-18-4 0 0,34 0 0 0,-34 0 0 16,38-7 0-16,-20 0 0 0,1-2 0 0,-4 2 0 15,1-3 0-15,3-1 0 0,-5-2 0 0,-1-2 0 16,-4 3 0-16,3-3 0 0,-3-2 0 0,2 1 0 16,-3-2 0-16,-2 0 0 0,1-2 0 0,-3 4 0 15,3 0 0-15,-3-3 0 0,0 5 0 0,2-1 0 16,-6 5 0-16,0 10 0 0,5-16 0 0,-5 16 0 0,1-11 0 15,-1 11 0-15,0 0 0 0,0 0 0 0,0 0 0 16,0 0 0-16,0 0 0 0,0 0 0 0,2 60 0 16,-2-20 0-16,-2 4 0 0,2 5 0 0,0 4 0 15,0 2 0-15,0 17 0 0,2-1 0 0,-2 3 0 16,3-25 0-16,0 6 0 0,0-4 0 0,-1 0 0 16,7-1 0-16,1-6 0 0,-5 0 0 0,9-11 0 15,-2 5-386-15,-5-11-225 0,1-11-588 0,4-8-1300 0,2 0 576 16</inkml:trace>
        </inkml:traceGroup>
        <inkml:traceGroup>
          <inkml:annotationXML>
            <emma:emma xmlns:emma="http://www.w3.org/2003/04/emma" version="1.0">
              <emma:interpretation id="{8191224D-8AA0-4FFF-9C88-10350EF6BD26}" emma:medium="tactile" emma:mode="ink">
                <msink:context xmlns:msink="http://schemas.microsoft.com/ink/2010/main" type="inkWord" rotatedBoundingBox="20793,13851 21209,13852 21208,14359 20792,14358"/>
              </emma:interpretation>
            </emma:emma>
          </inkml:annotationXML>
          <inkml:trace contextRef="#ctx0" brushRef="#br0" timeOffset="99002.324">1497 9395 267 0,'0'0'447'0,"-31"9"-5"0,16-6-8 0,1 4-13 0,5 4-6 16,-4-3-10-16,4 5-19 0,-2 3-17 0,3-4-28 16,1 6-19-16,-2 6-26 0,7-7-29 15,-1 2-18-15,1 2-27 0,2-3-10 0,2 1-19 0,-2 7-15 16,6-8-22-16,1-3-8 0,2 9-20 0,2-7-14 16,2-2-9-16,4 6-8 0,-2-9-14 0,3 9-4 15,6-5-8-15,-6-6-9 0,-4 3-12 0,3-2 5 16,1-3-2-16,-1 1-2 0,0-3-7 0,2-4-1 15,2 2-2-15,-7 0 0 0,-14-4 8 0,33-4-1 16,-33 4-2-16,27-7-3 0,-14 3 2 0,-2-4-3 16,1-2-2-16,-2 2-9 0,-4-3 3 0,5-3-3 15,-3-3 0-15,-6 0 1 0,1-8-6 0,0-1-1 16,-6 0-12-16,-7-5 3 0,3-12-4 0,-8 5-5 16,1-2-4-16,0 7-10 0,0 5-15 0,-2 0-5 0,-3 5-9 15,-2 6-16-15,1 1-9 0,4 5-17 0,-11 0-19 16,3 5-21-16,-2 1-23 0,-1 5-42 0,27 0-39 15,-41 7-35-15,25-2-38 0,-2 2-52 0,-1 5-92 16,1-3-475-16,3 0-989 0,6-1 438 0</inkml:trace>
        </inkml:traceGroup>
        <inkml:traceGroup>
          <inkml:annotationXML>
            <emma:emma xmlns:emma="http://www.w3.org/2003/04/emma" version="1.0">
              <emma:interpretation id="{811F07CB-AB0D-4B8F-8E42-8728CCDDFBD9}" emma:medium="tactile" emma:mode="ink">
                <msink:context xmlns:msink="http://schemas.microsoft.com/ink/2010/main" type="inkWord" rotatedBoundingBox="23014,13505 23931,13507 23930,13720 23013,13718"/>
              </emma:interpretation>
            </emma:emma>
          </inkml:annotationXML>
          <inkml:trace contextRef="#ctx0" brushRef="#br0" timeOffset="99408.5603">3757 9222 35 0,'-22'0'214'0,"22"0"6"0,0 0 4 0,-27-4 9 16,27 4 5-16,-16-1 5 0,16 1 0 0,-20-2 4 15,20 2 10-15,-17-5-2 0,17 5 15 0,0 0 15 16,-32 0 10-16,32 0 2 0,0 0 4 0,-25 7-3 16,25-7-9-16,0 0-14 0,-13 1-20 0,13-1-21 15,0 0-25-15,0 0-20 0,0 0-11 0,0 0-18 0,0 0-11 16,0 0-11-16,0 0-20 0,73-18-8 15,-39 9-14-15,9-5-11 0,3 2-12 0,3-2-12 0,5 2-30 16,-1-1-42-16,-2-1-41 0,6 0-65 0,-2-2-70 16,19-3-51-16,-15 11-55 0,-8-1-61 0,2-1-83 15,3 4-416-15,0-2-924 0,-3-4 409 0</inkml:trace>
        </inkml:traceGroup>
        <inkml:traceGroup>
          <inkml:annotationXML>
            <emma:emma xmlns:emma="http://www.w3.org/2003/04/emma" version="1.0">
              <emma:interpretation id="{210DD833-8F50-4CCD-BE4F-94CE6BECB6F8}" emma:medium="tactile" emma:mode="ink">
                <msink:context xmlns:msink="http://schemas.microsoft.com/ink/2010/main" type="inkWord" rotatedBoundingBox="28447,13629 29173,13631 29172,14317 28445,14315"/>
              </emma:interpretation>
            </emma:emma>
          </inkml:annotationXML>
          <inkml:trace contextRef="#ctx0" brushRef="#br0" timeOffset="112622.6677">9665 9134 219 0,'-35'0'405'0,"35"0"-11"0,-33 7-4 0,12-2-2 16,7 2-5-16,-6 3-19 0,4 1-4 0,-5 7-11 16,1 2-15-16,4 1-17 0,2 4-17 0,3-1-13 15,-4 5-13-15,7-3-15 0,1 2-23 0,-3 3-11 0,7-1-13 16,-3-2-19-16,-4 3-20 0,5-3-10 16,2 2-10-16,0-3-8 0,3 0-21 0,5-3-3 15,-5-6-12-15,1 2-10 0,6 5-4 0,-3-9 0 0,3-1-5 16,2 2 13-16,-1-1-35 0,0-2 20 0,5 1-12 15,1-1 3-15,0-4-1 0,5-3 1 0,-3-1-3 16,3-2-8-16,-2-2-3 0,-17-2-6 0,33-2 0 16,-14-2-22-16,2-6-37 0,-4 4 0 0,2-5 0 15,2-3 0-15,-1-4 0 0,-5 3 0 0,-1-4 0 16,-5-6 0-16,-1 1 0 0,0-11 0 0,-3-6 0 16,-10 0 0-16,0 1 0 0,-7-6 0 0,-6 6 0 15,-7-5 0-15,-2 3-44 0,-1 3-45 0,-5 10-17 16,-2-1-16-16,-2 4-15 0,-7 3-27 0,-3 6-15 15,-1 5-17-15,-2 6-25 0,6 5-19 0,-2 1-27 16,0 7-31-16,5 6-33 0,0 1-55 0,12 0-81 0,1 0-357 16,3 3-893-16,13-6 394 0</inkml:trace>
        </inkml:traceGroup>
        <inkml:traceGroup>
          <inkml:annotationXML>
            <emma:emma xmlns:emma="http://www.w3.org/2003/04/emma" version="1.0">
              <emma:interpretation id="{FBA81FF2-3BA9-4AB0-9A96-C7EEA578DBD4}" emma:medium="tactile" emma:mode="ink">
                <msink:context xmlns:msink="http://schemas.microsoft.com/ink/2010/main" type="inkWord" rotatedBoundingBox="30717,11682 32794,11686 32785,15791 30708,15786"/>
              </emma:interpretation>
            </emma:emma>
          </inkml:annotationXML>
          <inkml:trace contextRef="#ctx0" brushRef="#br0" timeOffset="113043.5156">12949 7422 228 0,'2'-19'362'0,"5"0"-5"0,-2 0-6 16,-3 1 11-16,3-3-9 0,-4 5-5 0,1-2-12 16,2-4-7-16,1 7-6 0,-8 0 1 0,6 4-8 0,-1-2-3 15,-2 13-15-15,1-14-17 0,-1 14-24 16,0-13-29-16,0 13-25 0,0 0-21 0,0 0-16 16,0 0-13-16,0 0 8 0,15 30-2 0,-4 0 0 15,0 13-1-15,3 1 7 0,3 30-1 0,1 6 1 0,1 10 14 16,-4 42 6-16,0 4 1 0,-3 6 6 0,-2-1 9 15,6 8-154-15,-5 8-47 0,-5 12 0 16,10 13 0-16,4 5 0 0,-7 1 0 0,9-2 0 0,-1 4 0 16,-9-1 0-16,12-3 0 0,-10-12 0 0,0-4 0 15,1-15 0-15,-15-16 0 0,9-11 0 16,-6-44 0-16,-9-6 0 0,3 4 0 0,-2-8 0 0,5-20 0 16,-3-5 0-16,0-5 0 0,3-3 0 0,-3-15 0 15,-2-8 0-15,5-3 0 0,0 1 0 0,-3-10 0 16,3-6 0-16,0 17 0 0,0-17 0 0,3 10 0 15,-3-10 0-15,0 0 0 0,0 0 0 0,0 0 0 16,5-53 0-16,-4 23 0 0,-10-14 0 0,-2 4-91 16,-2-11-1259-16,-1-1-1463 0,-15-18 647 0</inkml:trace>
          <inkml:trace contextRef="#ctx0" brushRef="#br0" timeOffset="112623.6677">11538 9342 258 0,'-15'-5'302'0,"15"5"-16"0,-28-11-10 0,15 7-16 16,13 4-18-16,-17-8-10 0,11-1-14 0,6 9-4 15,-15-12-16-15,11 5-12 0,4 7-5 0,0 0-5 16,0-23-10-16,0 23-6 0,6-19 7 0,2 12-12 15,-2-2-5-15,8-1-4 0,-6 3-8 0,5-4-1 0,1 4-13 16,2 2-5-16,3 2 5 0,0-3-10 16,-2 1-3-16,2 2-13 0,-19 3-10 0,37 3-5 15,-18-3-7-15,1 7-5 0,-2-2-9 0,-4 1-2 16,5 7 2-16,-7 0-9 0,6 6-3 0,-4-1-5 0,-1 2 4 16,-7 1-1-16,-3 7-1 0,3-1 1 15,-6-1 0-15,-3 4 0 0,-8 4-2 0,3-2-4 16,-8 5-2-16,-2-3-5 0,0 3-4 0,-7-6-3 15,-2 4 1-15,3-1-4 0,-9-5-5 0,5 3 2 0,-1 1-3 16,-6-7-4-16,4-2 1 0,-2-1 0 0,6-2 0 16,3-3-2-16,0 2 1 0,2-7-3 0,2-3-2 15,5 3 1-15,4-6-3 0,0-2 0 0,11-5 1 16,-15 9 5-16,15-9 9 0,-8 9 9 0,8-9 9 16,0 0 4-16,0 0 5 0,0 0 0 0,38 4 0 15,-38-4-6-15,69-15 1 0,-26 4-2 0,4 7-3 16,2-4-7-16,3 1-5 0,4-1-5 0,-1 1-2 15,3 3-12-15,18-5-17 0,-16-1-31 0,-6 4-47 16,3 2-50-16,-5-7-43 0,3-1-73 0,-1 6-47 16,-6-5-66-16,-6 0-61 0,1-2-87 0,-15-4-263 15,7-6-840-15,0 4 372 0</inkml:trace>
        </inkml:traceGroup>
      </inkml:traceGroup>
      <inkml:traceGroup>
        <inkml:annotationXML>
          <emma:emma xmlns:emma="http://www.w3.org/2003/04/emma" version="1.0">
            <emma:interpretation id="{C1266D3F-CB06-4A22-BBE9-34A056BA6487}" emma:medium="tactile" emma:mode="ink">
              <msink:context xmlns:msink="http://schemas.microsoft.com/ink/2010/main" type="line" rotatedBoundingBox="8057,15809 31224,15445 31273,18538 8105,18902"/>
            </emma:interpretation>
          </emma:emma>
        </inkml:annotationXML>
        <inkml:traceGroup>
          <inkml:annotationXML>
            <emma:emma xmlns:emma="http://www.w3.org/2003/04/emma" version="1.0">
              <emma:interpretation id="{FB9B0EAA-BB35-412F-9E99-4AAC1AC27520}" emma:medium="tactile" emma:mode="ink">
                <msink:context xmlns:msink="http://schemas.microsoft.com/ink/2010/main" type="inkWord" rotatedBoundingBox="8063,16192 12125,16128 12161,18387 8098,18450"/>
              </emma:interpretation>
              <emma:one-of disjunction-type="recognition" id="oneOf5">
                <emma:interpretation id="interp9" emma:lang="" emma:confidence="1">
                  <emma:literal/>
                </emma:interpretation>
              </emma:one-of>
            </emma:emma>
          </inkml:annotationXML>
          <inkml:trace contextRef="#ctx0" brushRef="#br0" timeOffset="114900.6221">-9757 12443 337 0,'-41'-24'436'15,"41"24"-4"-15,-13-12-4 0,5 7-15 0,8 5-13 16,-12-16-12-16,10 6-9 0,-4-3-22 0,6 13-22 16,-6-17-33-16,9 5-23 0,0-2-22 0,-2 1-20 15,11 0-14-15,-5-1-21 0,8 0-17 0,-1 2-12 16,2-2-15-16,7-1-12 0,1 1-13 0,-2 1-6 15,2 3-4-15,1 0-13 0,0 3-8 0,-4 2-4 16,0 3-19-16,-2-4-7 0,1 3-6 0,-20 3-10 16,35 4-2-16,-16 2-9 0,-3 0-4 0,-2 5-5 15,0 3-7-15,-3 7 0 0,-1 2-3 0,-4-1 1 0,-6 4-4 16,0 4-1-16,-6 10-4 0,-2-10-1 16,-6 8-1-16,-5 1-7 0,-4-1-8 0,-5 1 2 0,-7-4-3 15,-6-2 1-15,5-1-9 0,-5-1 4 0,-2 2-7 16,0 4 6-1,-1-11 3-15,-2-1-2 0,7 1 4 0,-4-6-3 0,4 3 5 0,12-6-4 16,5-1 0-16,1-7-2 0,7-1 5 0,4 0-7 16,-1-6 4-16,11-2 14 0,-8 10 26 0,8-10 27 15,0 0 25-15,0 0-3 0,0 0-2 0,57 0 8 16,-24-4 4-16,16-2 17 0,7-1 11 0,1-4-120 16,20-4-5-16,1 5 0 0,-23 0 0 0,3 1 0 15,20-2 0-15,-21 3 0 0,0 3 0 0,-2 0 0 0,-1 0 0 16,-5-1 0-16,-5 2 0 0,-14-2 0 15,5 5 0-15,-10 0 0 0,-9 1 0 0,3-3 0 16,-19 3 0-16,23-2 0 0,-23 2 0 0,21-6 0 0,-21 6 0 16,0 0 0-16,8-11-191 0,-8 11-338 0,0-11-106 15,0 11-505-15,-2-19-1234 0,2 19 546 0</inkml:trace>
          <inkml:trace contextRef="#ctx0" brushRef="#br0" timeOffset="122744.4206">-8224 11781 3352 0,'8'-16'57'0,"0"-8"-9"0,-2 8-22 0,2-1-1 0,-2 4 20 16,-1-1 24-16,3 1 25 0,-6 5 7 0,-2 8 2 15,4-15 0-15,-4 15 1 0,0 0 14 0,0 0 18 16,0 0 18-16,-25 69 14 0,5-24 8 0,-9 25 10 16,-3-2 5-16,-2 16 1 0,-14 40-3 0,-2-4-6 15,7 6-4-15,-9-1-5 0,9 0-8 0,7 2-8 16,-2-2-13-16,17-36-7 0,-12 33-23 0,21-33 4 0,5-11-18 16,6 5-8-16,7 1-6 0,8-4-11 15,7-3-10-15,6-9-11 0,-4-19-11 0,25 14-17 16,-7-27-20-16,17 8-36 0,13-7-37 0,4-11-52 0,2-10-62 15,9-6-62-15,7-18-53 0,-2-1-52 0,1-9-59 16,9-8-61-16,23-23-437 0,-33 7-978 0,28-24 432 16</inkml:trace>
          <inkml:trace contextRef="#ctx0" brushRef="#br0" timeOffset="133368.7159">-7331 12152 290 0,'-6'-8'371'0,"6"8"-2"0,-13-13-3 0,7 4-7 16,6 9-1-16,-11-15-11 0,4 8-11 0,7 7-15 15,-19-14-8-15,11 10-6 0,8 4-8 0,-15-8-13 0,15 8-15 16,-19-5-16-16,19 5-17 0,-22 0-20 16,22 0-17-16,-34 3-9 0,19 2-20 0,-6 4 2 15,2 0-32-15,2-1-6 0,-10 4-12 0,6 6-17 0,7-4-10 16,0 2-10-16,-7-1-6 0,7 3-12 0,0 7-9 15,6-10-5-15,-6 8-3 0,4-5-7 0,1-1-6 16,1 6-3-16,5-8-6 0,-2 4 1 0,5-5-9 16,2 2 3-16,1-2-4 0,1-2-1 0,3 1-3 15,2-1-5-15,1 0 2 0,-1 0-2 0,5-5-3 16,-3-1 3-16,4 1 8 0,1-6-14 0,1 2 3 16,-17-3-3-16,38-1 3 0,-19-2 6 0,3-3-10 15,-5-1 4-15,2 3-3 0,0-4-2 0,3-4 0 16,0-2 0-16,-7 2 10 0,4 1 4 0,-4-4-2 15,1-5 6-15,-3 0 7 0,1 2 5 0,-6-1 11 16,0 4 14-16,3-7 18 0,-8 3 9 0,3-4 4 16,1 6 5-16,-1-1 5 0,-1 0-89 0,-4 3-11 15,1-1 0-15,-2 2 0 0,0-4 0 0,0 6 0 0,0 12 0 16,0-19 0-16,0 19 0 0,-2-15 0 0,2 15 0 16,0-14 0-16,0 14 0 0,0 0 0 0,-1-15 0 15,1 15 0-15,0 0 0 0,0 0 0 0,0 0 0 16,0 0 0-16,0 0 0 0,0 0 0 0,6 60 0 15,-4-31 0-15,-1 12 0 0,-1 3 0 0,0 4 0 16,-6 8 0-16,6-1 0 0,-6 18 0 0,4-17 0 16,1 14 0-16,-4-16 0 0,2 1 0 0,-4 15 0 15,1-17 0-15,1-3 0 0,-1 1 0 0,4-6 0 16,-1 3 0-16,-2-3 0 0,-1-5 0 0,3-3 0 16,-2-11 0-16,-1 4 0 0,0-5 0 0,4-6 0 15,2 0 0-15,-5-5 0 0,5 0 0 0,-1-1 0 0,1-13 0 16,0 18 0-16,0-18 0 0,1 11 0 0,-1-11 0 15,0 0 0-15,0 0-376 0,0 0-315 0,0 0-497 16,0 0-1286-16,0-45 569 0</inkml:trace>
          <inkml:trace contextRef="#ctx0" brushRef="#br0" timeOffset="114373.0874">-11273 12634 179 0,'-23'14'442'15,"4"-3"-61"-15,5-1-18 0,6-4-15 0,1 2-9 16,7-8 15-16,-6 15 5 0,6-15 0 0,0 0-18 16,19 16-23-16,-3-10-31 0,11-2-28 0,7-7-27 0,11 6-20 15,7-3-20-15,0-3-21 0,2 2-30 0,4-2-40 16,1-3-51-16,1-4-60 0,-5 7-63 0,2-8-41 15,1 2-55-15,-2-1-66 0,-6 1-70 0,2-2-87 16,-7-2-297-16,-3 2-745 0,6-7 329 0</inkml:trace>
          <inkml:trace contextRef="#ctx0" brushRef="#br0" timeOffset="114168.4477">-10958 12132 216 0,'-14'1'371'0,"14"-1"-12"16,-26 7-16-16,26-7 2 0,-15 4-7 0,15-4-30 15,0 0-23-15,0 0-28 0,-19 3-24 0,19-3-8 16,0 0-8-16,0 0-7 0,0 0-16 0,34 16-18 0,-13-16-10 15,6 1-18-15,3 0-15 0,11-1-12 16,-6-1-14-16,12 0-14 0,-3 1-7 0,5-5-17 16,-3 2-29-16,0-3-45 0,-5 1-55 0,7-3-61 0,-4 5-42 15,-16 1-62-15,5 2-69 0,-3-2-98 0,-3-8-238 16,-12 6-683-16,-6 1 302 0</inkml:trace>
        </inkml:traceGroup>
        <inkml:traceGroup>
          <inkml:annotationXML>
            <emma:emma xmlns:emma="http://www.w3.org/2003/04/emma" version="1.0">
              <emma:interpretation id="{EDDB48EB-C48A-420C-A3A6-7EAA569EA5FB}" emma:medium="tactile" emma:mode="ink">
                <msink:context xmlns:msink="http://schemas.microsoft.com/ink/2010/main" type="inkWord" rotatedBoundingBox="12776,15794 17185,15725 17225,18264 12816,18334"/>
              </emma:interpretation>
              <emma:one-of disjunction-type="recognition" id="oneOf6">
                <emma:interpretation id="interp10" emma:lang="" emma:confidence="1">
                  <emma:literal/>
                </emma:interpretation>
              </emma:one-of>
            </emma:emma>
          </inkml:annotationXML>
          <inkml:trace contextRef="#ctx0" brushRef="#br0" timeOffset="137396.607">-5092 12280 187 0,'-14'-11'426'0,"14"11"6"16,-9-7 9-16,9 7 2 0,-18-5 1 0,18 5-13 15,0 0-31-15,-16-3-23 0,16 3-22 0,0 0-19 16,0 0-11-16,-30 5-18 0,21 5 3 0,1 2-18 15,-2 2-7-15,-1 1-16 0,0 7-8 0,0 1-13 16,2 1 5-16,-2 1-19 0,3 3-15 0,2-1-19 16,-2-3-20-16,1 3-16 0,6 2-12 0,-1 0-19 0,4 1-46 15,-2-3-87-15,8 0 0 0,3 12 0 0,-2-3 0 16,-1-6 0-16,5-3 0 0,3 10 0 16,1-9 0-16,5 3 0 0,-6-6 0 0,4-2 0 0,1-2 0 15,1-2 0-15,0-7 0 0,-1 6 0 0,1-8 0 16,5 2 0-16,-5-7 0 0,5-4 0 0,-8-2 0 15,9-5 0-15,-1-4 0 0,-2 0 0 0,2-7 0 16,-5 3 0-16,0-5 0 0,7-9 0 0,-10 2 0 16,6-11 0-16,-6 6 0 0,0-10 0 0,-5 1 0 15,0 0 0-15,-6-4 0 0,-5 3 0 0,-1-3 0 16,-2 2 0-16,-5-2 0 0,2 16 0 0,-8-14 0 16,2 7 0-16,-4 11 0 0,-1-11 0 0,-2 15 0 0,-2-4 0 15,3 3 0-15,-4 3 0 0,1 2 0 16,-4 2 0-16,-3-1 0 0,3 7 0 0,6 2 0 15,-6 5 0-15,1-1 0 0,21 2 0 0,-39 2 0 0,18 3 0 16,6-2 0-16,-1 3 0 0,5 3 0 0,-4 1-116 16,8-3-281-16,-5-2-23 0,5 9-37 0,-1-3-45 15,8-11-58-15,-7 15-397 0,7-15-1036 0,0 0 458 16</inkml:trace>
          <inkml:trace contextRef="#ctx0" brushRef="#br0" timeOffset="137724.6763">-4983 11284 178 0,'8'-13'379'0,"-8"13"10"0,0 0-6 16,32 0 5-16,-32 0 15 0,43 8 16 0,-12 2 3 15,10 4 4-15,7 4 0 0,2 6 6 0,21 9-20 16,-1 4 1-16,-1 5-27 0,-5 7-14 0,-1 4-42 16,-2 14-31-16,-2-4-26 0,-4 7-26 0,-4 2-24 15,-4 8-21-15,-6 8-19 0,3 31-20 0,-21-30-13 16,-8 3-12-16,-2 34-12 0,-15-36-97 0,-12 43-29 16,-5-43 0-16,-22 37 0 0,-3-7 0 0,1-44 0 15,-26 32 0-15,13-36 0 0,-27 29 0 0,20-33 0 0,-31 24-212 16,25-30-201-16,-40 20-109 0,34-35-121 0,-11-5-425 15,2 0-1155-15,3-7 512 0</inkml:trace>
          <inkml:trace contextRef="#ctx0" brushRef="#br0" timeOffset="138255.9187">-3589 12418 16 0,'-15'2'397'0,"15"-2"-15"0,-15 5-1 16,15-5 5-16,0 0-6 0,-20 3-2 0,20-3-10 15,0 0-18-15,-16 4-18 0,16-4-20 0,0 0-15 16,0 0-5-16,0 0-2 0,0 0 0 0,-13 8 6 0,13-8-14 16,0 0 4-16,0 0-21 0,0 0-20 15,0 0-28-15,37 13-9 0,-37-13-21 0,27 6-20 16,-8-3-18-16,1-3-18 0,10 1-10 0,-1 2-20 0,1 0-25 15,4-6-59-15,8 2-62 0,0 1-82 0,1-2-78 16,3-3-84-16,-16 0-75 0,0 3-97 0,-2 2-123 16,-1-7-337-16,-6 3-998 0,1 1 442 0</inkml:trace>
          <inkml:trace contextRef="#ctx0" brushRef="#br0" timeOffset="138809.213">-2613 11918 252 0,'0'0'645'15,"0"0"-59"-15,7-8-42 0,-7 8-20 0,0 0-4 16,0 0-2-16,0 0-23 0,0 0-27 0,0 0-37 15,-7 38-28-15,0-19-15 0,1 6-37 0,-8 2-25 16,-1 13-23-16,-5 4-26 0,-1-7-27 0,4 5-25 0,-2-3-18 16,3 1-24-16,-6 5-18 0,2-10-35 15,1 4-130-15,-2-5 0 0,4-1 0 16,6-3 0-16,1-2 0 0,-3-1 0 0,9-3 0 0,1-5 0 0,4 0 0 0,1-3 0 16,4 2 0-16,5-4 0 0,3-2 0 0,2 0 0 15,13-3 0-15,2 1 0 0,-1-4 0 0,3-3 0 0,-1-3 0 16,15-2 0-16,-13 2 0 0,10-4 0 0,0-4 0 15,-12 1 0-15,6-8 0 0,-5 4 0 0,-11-4 0 16,6 1 0-16,-5 1 0 0,-1-3 0 0,-2 2 0 16,-6 1 0-16,-1 0 0 0,0-4 0 0,-4 1 0 15,-1-2 0-15,-2-4 0 0,1-3 0 0,-7 2 0 16,0 5 0-16,0 0 0 0,0-9 0 0,-3 13 0 16,-1-6 0-16,3 3 0 0,-4 2 0 0,4 0 0 15,-1 7 0-15,2 8 0 0,-5-15 0 0,5 15 0 16,-3-10 0-16,3 10 0 0,0 0 0 0,0 0 0 15,0 0 0-15,0 0 0 0,-19 32 0 0,11-7 0 0,2 17 0 16,0 1 0-16,-1 7 0 0,-7 2 0 0,5 2 0 16,-4 18 0-16,7 1 0 0,-2-2 0 15,0 1 0-15,0-19 0 0,3 3 0 0,-1-4 0 0,-1-1 0 16,6-3 0-16,-7 0 0 0,-11-5-1366 0,13-15-1478 16,4 2 654-16</inkml:trace>
          <inkml:trace contextRef="#ctx0" brushRef="#br0" timeOffset="134024.8873">-6495 12628 154 0,'0'0'417'0,"-14"-10"14"15,14 10 12-15,-11-5 15 0,11 5-1 0,0 0-21 0,-16-7-17 16,16 7-22-16,0 0-8 0,0 0-12 0,-24-1-3 16,24 1-12-16,0 0 4 0,0 0-18 0,-30 1-13 15,30-1-13-15,0 0-14 0,0 0-17 0,-22 7-14 16,22-7-12-16,0 0-15 0,-9 4-12 0,9-4-161 15,0 0-77-15,0 0 0 0,-11 9 0 0,11-9 0 16,0 0 0-16,0 0 0 0,0 0 0 0,39 21 0 16,-20-18 0-16,6 2 0 0,9-1 0 0,8-1 0 15,9 1 0-15,-2-2 0 0,4-2 0 0,4 0 0 16,0-2 0-16,-3-2 0 0,4 0 0 0,-4 1 0 16,0-2 0-16,-8 3 0 0,-4-4 0 0,-10 5 0 15,0-4 0-15,-5 4 0 0,-10 0 0 0,-17 1 0 0,25-5 0 16,-25 5 0-16,18 0 0 0,-18 0 0 0,0 0 0 15,0 0 0-15,0 0 0 0,26 0 0 16,-26 0 0-16,0 0 0 0,0 0 0 0,0 0 0 0,0 0 0 16,0 0 0-16,0 0 0 0,0 0 0 0,0 0 0 15,0 0 0-15,0 0 0 0,-55 12 0 0,55-12-1366 16,-49-6-1478-16,21 0 654 0</inkml:trace>
        </inkml:traceGroup>
        <inkml:traceGroup>
          <inkml:annotationXML>
            <emma:emma xmlns:emma="http://www.w3.org/2003/04/emma" version="1.0">
              <emma:interpretation id="{2CF5ACA6-C351-47ED-A94F-1EAE6A96305A}" emma:medium="tactile" emma:mode="ink">
                <msink:context xmlns:msink="http://schemas.microsoft.com/ink/2010/main" type="inkWord" rotatedBoundingBox="17811,15656 24784,15546 24827,18290 17854,18400"/>
              </emma:interpretation>
              <emma:one-of disjunction-type="recognition" id="oneOf7">
                <emma:interpretation id="interp11" emma:lang="" emma:confidence="1">
                  <emma:literal/>
                </emma:interpretation>
              </emma:one-of>
            </emma:emma>
          </inkml:annotationXML>
          <inkml:trace contextRef="#ctx0" brushRef="#br0" timeOffset="142375.5424">-208 12147 80 0,'-40'-9'413'0,"40"9"-5"0,-20-7-5 16,9 0-3-16,11 7-21 0,-24-14-22 0,13 9-25 0,3-2-16 16,8 7-22-16,-14-14-25 0,8 6-21 0,6 8-15 15,-8-16-27-15,8 16-19 0,-2-16-18 16,2 16-15-16,3-15-17 0,-3 15-11 0,11-16-11 0,-7 7-8 16,8 0-5-16,-4 2-6 0,-8 7-8 0,25-14-8 15,-10 9-1-15,0-2-1 0,0 0-9 0,-1 3-2 16,-14 4-7-16,35-1-1 0,-20 1-1 0,-15 0-5 15,35 9-7-15,-21-6-1 0,4 5-4 0,-1 3-1 16,-3 1-1-16,5 6-1 0,-4 0-2 0,0 5-4 16,-2-1 0-16,-5 4-2 0,-3 5-2 0,-5-3-4 15,0 1 0-15,0 12-4 0,-5-2-1 0,-1-12-3 16,-2 10 0-16,-8-2-4 0,3-7 1 0,-7 5-5 0,2-10 5 16,1-1-14-16,-4 1-9 0,-1-3-9 15,0 0-16-15,-5-1-9 0,5-6-1 0,-6 3-20 16,2-5-6-16,9-1 1 0,-10-2-3 0,8-3 2 0,3 2 9 15,2-4 4-15,14-3 1 0,-27 4 6 0,27-4 4 16,-20 2 9-16,20-2 5 0,0 0-1 0,0 0 9 16,0 0 8-16,0 0 11 0,-19-8 12 0,19 8 14 15,0 0 2-15,0 0 7 0,0 0 4 0,44-13 6 16,-22 10-2-16,5 3 5 0,-27 0-5 0,51 0-6 16,-18 3 0-16,-3 1-7 0,0-3-5 0,3 5-5 15,-4-6-15-15,-1-3-26 0,4 10-26 0,-2-6-36 16,-4 2-31-16,4-1-42 0,-1-4-18 0,-7 2-38 15,-1 0-34-15,1-3-41 0,-2 0-47 0,1-5-63 16,-7 0-282-16,7 0-742 0,-7-5 329 0</inkml:trace>
          <inkml:trace contextRef="#ctx0" brushRef="#br0" timeOffset="142828.6357">438 11955 323 0,'0'0'381'0,"0"-18"-18"15,0 18 2-15,8-12 22 0,-1 4 15 16,-7 8 9-16,22-14-11 0,-11 11-7 0,8-4-14 0,0 4-16 16,12-2-22-16,-1 3-9 0,0 0-8 0,2-2-28 15,11 3-26-15,-1-2-27 0,1 0-26 0,-13 3-20 16,16-3-24-16,-15 2-15 0,11 1-12 0,-9-4-19 16,-3 4-12-16,3 0-13 0,-9-2-3 0,-4 1-15 15,1-3-11-15,-2 2-4 0,-3-3 3 0,-2 2-2 0,-14 3-4 16,27-11 2-16,-19 6 5 0,-8 5 6 0,18-12 3 15,-11 3 4-15,4-1-24 0,-6 3-62 16,-5 7 0-16,6-20 0 0,-3 8 0 0,0 4 0 0,-3 8 0 16,2-14 0-16,-2 14 0 0,1-15 0 0,-1 15 0 15,0 0 0-15,0 0 0 0,0 0 0 0,0 0 0 16,0 0 0-16,0 0 0 0,0 0 0 0,-20 51 0 16,12-24 0-16,2 2 0 0,-2 18 0 0,5 0 0 15,-2 3 0-15,-1 3 0 0,2 19 0 0,4 0 0 16,-3-2 0-16,0-19 0 0,5 4 0 0,-2-2 0 15,0-1 0-15,-2 4 0 0,4-2 0 0,-1-5 0 16,-2 0 0-16,-1-7 0 0,-1 1 0 0,0-3 0 16,0-11 0-16,1-2 0 0,0-6 0 0,-2 2 0 15,4-5 0-15,-2-6 0 0,0 2 0 0,-1-3 0 16,3-11 0-16,-1 11 0 0,1-11 0 0,0 0 0 0,0 0 0 16,0 0-364-16,0 0-100 0,0 0-41 0,-37-33-65 15,26 11-478-15,-8-12-1136 0,2-4 503 16</inkml:trace>
          <inkml:trace contextRef="#ctx0" brushRef="#br0" timeOffset="143016.1213">724 12503 361 0,'0'0'370'15,"-28"-5"-13"-15,28 5 2 0,-21-3-10 0,21 3-2 16,0 0 6-16,0 0 17 0,-19-6 10 0,19 6-2 16,0 0-11-16,0 0-5 0,0 0-11 0,64-12-9 15,-33 7-5-15,12-4-14 0,3 2-7 0,9-3-15 16,0 1-33-16,2 0-29 0,0 0-24 0,0 0-24 15,-5-2-42-15,-3 5-61 0,2-1-63 0,-7 1-72 0,-1-1-73 16,-15 1-76-16,1 2-72 0,2-1-62 0,-10 0-66 16,-4 3-70-16,4-3-97 0,-7 0-289 0,-14 5-923 15,28-9 408-15</inkml:trace>
          <inkml:trace contextRef="#ctx0" brushRef="#br0" timeOffset="143656.7114">2286 12192 153 0,'0'0'320'0,"0"0"-5"0,-14-3-2 16,14 3-2-16,0 0-9 0,0 0-6 0,-34-1-4 15,34 1 1-15,0 0-3 0,-28 8 3 0,28-8 9 16,-22 7-1-16,8-2-2 0,14-5-8 0,-24 3 0 16,24-3-12-16,-21 7-11 0,10-3-11 0,11-4-13 15,-15 6-9-15,15-6-18 0,0 0-16 0,-19 3-12 16,19-3-10-16,0 0-20 0,0 0-7 0,0 0-1 16,0 0 7-16,0 0-2 0,0 0 1 0,0 0-6 15,0 0-13-15,60 12-12 0,-32-8-14 0,2-3-112 0,13-2 0 16,4 1 0-16,-3-6 0 0,-9 8 0 15,8-9 0-15,0 5 0 0,-2-3 0 0,-7 4 0 0,-5-2 0 16,-1 2 0-16,-7-1 0 0,-2-2 0 0,-3 1 0 16,-16 3 0-16,28-1-50 0,-28 1-286 15,21-7-55-15,-21 7-65 0,14-9-71 0,-14 9-98 0,5-7-343 16,-5 7-1049-16,0 0 465 0</inkml:trace>
          <inkml:trace contextRef="#ctx0" brushRef="#br0" timeOffset="139188.256">-875 11253 401 0,'-5'-9'437'0,"5"9"-8"0,-14-14 4 0,-3 7 2 16,17 7-3-16,-32 7-15 0,5 4-13 0,-9 4-12 0,-2 10-16 16,2 9-13-16,-1 7-7 0,-18 25-8 0,6 11-6 15,-21 33-14-15,25-31 11 0,-12 41-15 0,17-35-13 16,-4 43-13-16,1-2-15 15,23-33-15-15,-9 36-15 0,15-36-31 0,5 32-222 0,7-31 0 0,7-5 0 0,6-1 0 16,8 0 0-16,1-7 0 0,4-3 0 0,8-4 0 16,-2-7 0-16,-2-20 0 0,7-2 0 0,1-4 0 15,7-3 0-15,3-5 0 0,-2-5 0 0,2-5 0 0,3-11-40 16,1-5-232-16,2-7-35 0,9-8-29 0,-9-8-42 16,3-2-43-16,-1-4-56 0,12-15-67 0,-17 5-359 15,14-17-978-15,-12-6 433 0</inkml:trace>
          <inkml:trace contextRef="#ctx0" brushRef="#br0" timeOffset="141828.7092">-798 12228 145 0,'0'0'195'0,"0"0"0"16,0 0 1-16,0 0-9 0,0 0-7 0,0 0-3 15,0 0-11-15,0 0-3 0,0 0-11 0,0 0-5 16,0 0-9-16,0 0 0 0,0 0-9 0,0 0-2 16,0 0-9-16,0 0-3 0,0 0-10 0,0 0 2 15,0 0-6-15,0 0-2 0,0 0-9 0,0 0 0 16,0 0-11-16,0 0 2 0,0 0-8 0,0 0 0 16,0 0 1-16,0 0-3 0,0 0-9 0,0 0 13 0,0 0-1 15,0 0-7-15,0 0 7 0,0 0-3 0,0 0 4 16,0 0-4-16,0 0 2 0,0 0-2 0,0 0-3 15,0 0 3-15,0 0-5 0,0 0-7 0,0 0-9 16,0 0 1-16,0 0-12 0,0 0-2 0,0 0-3 16,0 0-7-16,0 0 11 0,0 0-7 0,0 0 8 15,-25 26-5-15,25-26-3 0,0 0 2 0,0 0-4 16,-25 1-1-16,25-1 3 0,0 0 5 0,-27 0 7 16,27 0 11-16,-17 2 8 0,17-2 5 0,0 0 4 15,-27 5 0-15,27-5 2 0,-16 4 5 0,16-4 6 16,0 0 5-16,-22 3 5 0,22-3-1 0,0 0-4 0,0 0-6 15,-18 4-11-15,18-4-2 0,0 0-3 0,0 0 8 16,0 0 1-16,0 0 9 0,0 0 13 0,0 0-8 16,0 0-4-16,64-4-10 0,-37 3 0 0,1 1-12 15,5-1-5-15,-4 1-16 0,2-1 9 0,-2-3 0 16,4 3-12-16,0-1-15 0,-4 2-20 0,1-4-42 16,-2 6-35-16,-11 0-70 0,-17-2-86 0,37-2-73 15,-23-1-84-15,-14 3-98 0,17-7-496 0,-17 7-1060 0,15-11 470 16</inkml:trace>
          <inkml:trace contextRef="#ctx0" brushRef="#br0" timeOffset="144109.8283">3116 11890 6009 0,'0'0'215'0,"-8"-7"-90"15,8 7-43-15,-7-10-23 0,7 10 14 0,0 0 14 16,-8-11 3-16,8 11-8 0,0 0-8 0,0 0 6 15,0 0 4-15,-33 30-3 0,25-15 8 0,-6 7 11 16,0 0 2-16,0 16-4 0,-2-2 2 0,-1-1 2 16,7-7-10-16,-1 2-6 0,3 8-5 0,0-2-3 0,5 6-1 15,0-3-32-15,1-4-45 0,2 4 0 0,7 1 0 16,-4-13 0-16,8 3 0 0,1 5 0 0,3-11 0 16,0 2 0-16,1 0 0 0,2-4 0 0,2 0 0 15,-2-4 0-15,7-1 0 0,-1-4 0 0,2-2 0 16,1-3 0-16,-1-5 0 0,2 1 0 0,-1-8 0 15,1-3 0-15,1-3 0 0,6 0 0 0,-7-3 0 16,-1-3 0-16,8-2 0 0,-10-2 0 0,-3 0 0 16,-1-6 0-16,-6 0 0 0,1-14 0 0,-5-3 0 15,-3 2 0-15,-5-2 0 0,-4 1 0 0,-9-2 0 16,-2-2 0-16,-3 6 0 0,-4 1 0 0,-4 3 0 0,-4 7 0 16,-2 1 0-16,-5 2 0 0,-3 5 0 0,-2-1 0 15,2 7 0-15,0-3 0 0,5 6 0 0,-12 4 0 16,-2 1 0-16,21 1-163 0,-4 1-272 0,-2 3-73 15,13-5-92-15,-23-2-482 0,16 1-1170 0,1-1 518 16</inkml:trace>
          <inkml:trace contextRef="#ctx0" brushRef="#br0" timeOffset="144406.6628">2977 11101 393 0,'25'-9'495'0,"16"3"12"0,8 6 1 0,3 3 1 0,5 4 1 15,20 6 1-15,1 12-8 0,-1 1-12 0,5 11-36 16,-3 4-21-16,4 9-35 0,-11 9-27 0,37 24-31 16,-39-17-34-16,12 35-27 0,-23-30-26 0,15 38-25 15,-27-31-22-15,-4 4-20 0,8 43-21 0,-23-38-33 16,4 38-133-16,-18-37 0 0,-8 1 0 0,-9 40 0 15,-11-43 0-15,-10 5 0 0,-15 28 0 0,-4-36 0 16,-27 30 0-16,13-40 0 0,-30 28 0 0,24-30 0 0,-33 28 0 16,-5-7 0-16,-4-9-254 0,25-28-173 0,-36 16-122 15,26-36-612-15,-3 3-1256 0,-41 1 555 0</inkml:trace>
          <inkml:trace contextRef="#ctx0" brushRef="#br0" timeOffset="145234.736">4530 12301 370 0,'0'0'440'0,"-17"6"-10"0,17-6-10 0,0 0-14 16,-18 4-10-16,18-4-6 0,0 0-9 0,0 0-18 16,0 0-24-16,0 0-24 0,70 7-20 0,-27-7-19 15,6-4-18-15,4 0-25 0,4-3-24 0,0 3-26 16,3 0-13-16,-1 3-16 0,-3-5-18 0,1 2-16 16,3 1-22-16,-7-1-35 0,-8 1-38 0,1 3-47 15,-14-5-48-15,-7 4-50 0,-4 2-37 0,-7-3-41 16,-14 2-44-16,20-8-47 0,-20 8-48 0,0 0-47 15,2-9-69-15,-2 9-247 0,0 0-758 0,-32-16 336 0</inkml:trace>
          <inkml:trace contextRef="#ctx0" brushRef="#br0" timeOffset="145422.2142">4846 12096 174 0,'-14'-7'408'0,"-2"2"-16"15,16 5-14-15,-16-8-13 0,16 8-2 0,-11-6-5 16,11 6 5-16,0 0-19 0,0 0-21 0,0 0-24 15,0 0-29-15,0 0-23 0,35 40-18 0,-21-21-20 16,-3 7-18-16,5 10-20 0,-8-9-20 0,0 17-11 16,5 2-18-16,-6 6-19 0,1-1-41 0,-1 3-55 15,-6-2-70-15,10-1-75 0,-3-1-56 0,-8 6-70 16,2-6-91-16,-2-4-422 0,0-3-840 0,3-14 373 0</inkml:trace>
        </inkml:traceGroup>
        <inkml:traceGroup>
          <inkml:annotationXML>
            <emma:emma xmlns:emma="http://www.w3.org/2003/04/emma" version="1.0">
              <emma:interpretation id="{2559B096-9AA3-4C76-85C0-95674442D71C}" emma:medium="tactile" emma:mode="ink">
                <msink:context xmlns:msink="http://schemas.microsoft.com/ink/2010/main" type="inkWord" rotatedBoundingBox="25388,15548 31224,15456 31273,18538 25437,18630"/>
              </emma:interpretation>
              <emma:one-of disjunction-type="recognition" id="oneOf8">
                <emma:interpretation id="interp12" emma:lang="" emma:confidence="1">
                  <emma:literal/>
                </emma:interpretation>
              </emma:one-of>
            </emma:emma>
          </inkml:annotationXML>
          <inkml:trace contextRef="#ctx0" brushRef="#br0" timeOffset="145937.8093">6251 11721 354 0,'6'-10'488'0,"-4"-1"-50"0,-2 11-41 16,5-12-25-16,-5 12-9 0,0 0-12 0,0 0-12 15,0 0-13-15,0 0-14 0,-48 34-19 16,31-11-18-16,-2 2-8 0,-3 8-4 0,1-2-9 0,-1 5-8 16,-3 4-25-16,11-2-16 0,-7 2-20 0,1-2-16 15,5 6-15-15,4-2-10 0,-1 2-19 0,7 3-11 16,-5 0-12-16,10 2-9 0,7 2-5 0,1-2-9 16,4-1-7-16,-2 8-6 0,12-5-10 0,-2-6-4 15,3-1 0-15,3 1-5 0,3-2-7 0,-1-3-6 16,1-7 5-16,-1-2-7 0,1-3-5 0,-2-10-11 15,-2-3-2-15,-1-2 6 0,1-5 4 0,-8-2-8 16,1-5 2-16,-1 3 1 0,-17-4 5 0,36-7-3 16,-18 0-5-16,-4 0-9 0,3-4 2 0,-4-5-3 15,-2-1 7-15,-3-9-17 0,0 2-6 0,-7-3-10 16,-1-2-11-16,-1-10-12 0,-12 1-11 0,7 0-18 16,-11 1-18-16,-9-2-10 0,-1 8-12 0,5 11-14 0,-13-6-22 15,7 10-15-15,-10 1-28 0,6 4-9 16,-10 8-30-16,-1-1-21 0,0 4-28 0,-1 7-47 15,13-1-46-15,1 3-78 0,0-6-298 0,4 4-810 0,10-3 358 16</inkml:trace>
          <inkml:trace contextRef="#ctx0" brushRef="#br0" timeOffset="146172.1598">7587 11440 247 0,'1'-10'397'0,"-1"10"-31"0,0-16-6 0,0 16-15 0,0 0-8 16,0 0-6-16,0 0-14 0,0 0-7 0,-68 31-5 16,37-5-13-16,-4 4-8 0,3 10-13 0,-7 1-2 15,-10 19-8-15,1 3-9 0,6 2-18 0,-1 2-15 16,7 3-15-16,1 0-15 0,6 6-18 0,6 2-15 15,4 1-15-15,6 10-12 0,12-11-10 0,-1 3-14 16,2-4-12-16,14 1-11 0,4 0-11 0,-1-5-23 16,18-2-34-16,-1-3-31 0,-4-22-42 0,15 14-46 15,-9-17-51-15,5-3-57 0,5-4-48 0,12 7-53 0,-10-16-71 16,9-4-98-16,-8-9-338 0,0-2-890 16,1-10 393-16</inkml:trace>
          <inkml:trace contextRef="#ctx0" brushRef="#br0" timeOffset="146734.6209">8399 11798 3373 0,'3'-9'215'0,"-3"9"-89"15,2-19-34-15,2 8 29 0,-4 11 19 0,2-14 30 16,-2 14 16-16,0 0-7 0,-8-17-11 0,8 17 3 16,0 0-1-16,-17-2 6 0,17 2-9 0,0 0 0 15,-33 22 6-15,18-6 2 0,-4 4 5 0,-1 3-3 16,-5 8-15-16,-2 4 11 0,-2-1-7 0,4 7-8 15,3-4-17-15,0 4 0 0,0-1-14 0,4 2-10 16,4-3-9-16,3 6-16 0,1-1-10 0,9 0-3 16,-2-2-10-16,3 3-12 0,0-1 0 0,4-2-3 15,3-4-12-15,5 6-2 0,3-4-40 0,-14-9 0 16,20 5 0-16,-7-9 0 0,6 10 0 0,-2-15 0 0,-1 3 0 16,-1-6 0-16,5 0 0 0,-1-1 0 15,2-7 0-15,-1-1 0 0,-1-3 0 0,1-4 0 16,1 3 0-16,-1-6 0 0,-21 0 0 0,47-9 0 0,-26 4 0 15,2-6 0-15,-1 0 0 0,2-2 0 0,-7 0 0 16,1-2 0-16,-2-4 0 0,-2-4 0 0,-5 2 0 16,2-2 0-16,-3-2 0 0,-8-1 0 0,-4-1 0 15,-1 2 0-15,-5 1 0 0,2-1 0 0,-7 4 0 16,-4 2 0-16,-3 4 0 0,-1 4 0 0,4 4 0 16,-9-4 0-16,0 7 0 0,-1 0 0 0,-1 2 0 15,-13 4-57-15,17-2-95 0,-3 4-31 0,2 0-34 16,0 0-38-16,5 1-44 0,-1 2-35 0,-3 2-39 0,4-1-64 15,6 0-79-15,-1-5-379 0,6 4-969 16,11-7 428-16</inkml:trace>
          <inkml:trace contextRef="#ctx0" brushRef="#br0" timeOffset="147656.4333">9267 12240 368 0,'-64'0'441'16,"64"0"3"-16,-20-4 11 0,20 4 2 0,-24 0 1 0,24 0-18 15,-28-2-12-15,28 2-12 0,-21 0-21 0,21 0-18 16,0 0-2-16,-22-5-24 0,22 5-16 0,0 0-16 15,0 0-23-15,-21-1-18 0,21 1-18 0,0 0-10 16,0 0 0-16,0 0-10 0,0 0-10 0,0 0-13 16,0 0-106-16,59-4-111 0,-31 4 0 0,7 1 0 15,16-2 0-15,-4 1 0 0,2-2 0 0,2-2 0 16,-2 3 0-16,4 1 0 0,-7 0 0 0,3 1 0 16,0-2 0-16,-3 1 0 0,-14-3 0 0,-1 3 0 0,-2-3 0 15,-6 2 0-15,-4 2 0 0,-19-1 0 16,24-4 0-16,-24 4 0 0,19-3 0 0,-19 3 0 0,0 0 0 15,0 0 0-15,24 0 0 0,-24 0 0 0,0 0 0 16,0 0 0-16,0 0 0 0,0 0 0 0,0 0 0 16,0 0 0-16,0 0 0 0,-43-20 0 0,29 13-514 15,0 1-766-15,-2 0-1386 0,3-1 613 0</inkml:trace>
          <inkml:trace contextRef="#ctx0" brushRef="#br0" timeOffset="150062.5497">10425 11986 71 0,'0'0'447'0,"-41"28"-19"0,33-17 6 16,-3-7 8-16,2 7 8 0,-4 2-1 0,-1 0-14 16,-4 3-24-16,6-2-34 0,-1-2-21 0,-1 4-24 15,6 0-27-15,0 0-12 0,2 0-18 0,1-4-25 16,3 2-6-16,2 5-19 0,0 0-10 0,2-1-23 15,4 1-14-15,2-1-11 0,3-1-11 0,-1 4-4 16,7 1-12-16,0-4-7 0,4 0-13 0,-5-10 1 16,11 10-16-16,-5-10 2 0,-3 4-11 0,4-2-11 15,1-6-85-15,1 0 0 0,5-4 0 0,-4 0 0 16,-4-4 0-16,5 0 0 0,1-3 0 0,-3-3 0 16,-1 2 0-16,-6-6 0 0,5-2 0 0,-4-3 0 15,-3-3 0-15,0-1 0 0,-2 0 0 0,-3-5 0 0,-8-4 0 16,2-5 0-16,-7 5 0 0,-2 0 0 0,-9-1 0 15,-1-2 0-15,-2-1 0 0,-5 12 0 0,-9-3 0 16,-4 2 0-16,-6 6 0 0,12 7 0 0,-15 0 0 16,-1 5 0-16,-2 0 0 0,-3 7 0 0,6-2 0 15,-3 2 0-15,15 3 0 0,-13 2-292 0,15-3-61 16,-4 3-49-16,5-3-44 0,4 5-60 0,5-3-81 16,-2-4-348-16,21 0-1012 0,-27-12 448 0</inkml:trace>
          <inkml:trace contextRef="#ctx0" brushRef="#br0" timeOffset="150312.5106">10392 11020 211 0,'22'-15'508'0,"19"4"-20"16,2 0 10-16,6 7 15 0,8 7-5 0,1 1-5 0,2 4-16 15,22 10-21-15,-1 16-14 0,-5 3-29 0,9 18-33 16,27 23-36-16,-9 9-31 0,-33-23-31 0,31 42-1 15,-13-1-32-15,-10-1-23 0,-12 10-28 0,-23-32-19 16,6 40-17-16,-24-36-20 0,-1 43-13 0,-16-43-16 16,-2 46-117-16,-33-3-6 0,-17-3 0 0,-15-4 0 15,-10-4 0-15,-20-8-53 0,-17-2-87 0,-9 2-44 16,-16 2-48-16,-2-5-68 0,-3-4-52 0,-9-6-64 16,-5 10-103-16,3-3-481 0,0-11-1082 0,-10-4 479 15</inkml:trace>
        </inkml:traceGroup>
      </inkml:traceGroup>
    </inkml:traceGroup>
    <inkml:traceGroup>
      <inkml:annotationXML>
        <emma:emma xmlns:emma="http://www.w3.org/2003/04/emma" version="1.0">
          <emma:interpretation id="{3BD23E93-2E1B-42ED-B0B3-E317423918A5}" emma:medium="tactile" emma:mode="ink">
            <msink:context xmlns:msink="http://schemas.microsoft.com/ink/2010/main" type="paragraph" rotatedBoundingBox="18305,17295 19951,19085 18216,20680 16570,18890" alignmentLevel="2"/>
          </emma:interpretation>
        </emma:emma>
      </inkml:annotationXML>
      <inkml:traceGroup>
        <inkml:annotationXML>
          <emma:emma xmlns:emma="http://www.w3.org/2003/04/emma" version="1.0">
            <emma:interpretation id="{B1A0A221-FED1-4CC4-BC24-C56C1079EF70}" emma:medium="tactile" emma:mode="ink">
              <msink:context xmlns:msink="http://schemas.microsoft.com/ink/2010/main" type="inkBullet" rotatedBoundingBox="17261,18255 17795,18836 17104,19471 16570,18890"/>
            </emma:interpretation>
            <emma:one-of disjunction-type="recognition" id="oneOf9">
              <emma:interpretation id="interp13" emma:lang="" emma:confidence="0">
                <emma:literal>-</emma:literal>
              </emma:interpretation>
            </emma:one-of>
          </emma:emma>
        </inkml:annotationXML>
        <inkml:trace contextRef="#ctx0" brushRef="#br0" timeOffset="151203.0803">-2594 14451 82 0,'-35'24'402'0,"9"-7"-30"15,4-1-12-15,8-5 7 0,6-2 16 0,2-2 19 16,6-7 9-16,-5 20-6 0,5-20-9 0,13 8-20 16,-13-8-30-16,42 2-28 0,-13-4-33 0,18-2-34 15,-2-1-18-15,8-2-29 0,-2-3-23 0,6 2-26 0,3-3-42 16,-3 0-48-16,19-8-67 0,-20 8-63 16,3 0-71-16,17-7-50 0,-21 6-64 0,-4 2-74 15,4-2-85-15,-11 5-381 0,10-4-854 0,-2-5 378 0</inkml:trace>
        <inkml:trace contextRef="#ctx0" brushRef="#br0" timeOffset="151109.3431">-2534 14095 107 0,'-8'9'464'0,"8"-9"-42"0,-13 11-9 0,13-11-7 16,-3 11 0-16,3-11-5 0,0 0-20 0,6 18-14 15,2-10-19-15,13-4-22 0,-1-1-31 0,9-1-20 16,1-2-31-16,16-5-28 0,-2 1-22 0,0-4-22 0,5-1-17 15,-3 0-27-15,0-6-39 0,-1 8-43 0,0-6-55 16,-4 3-69-16,-3-6-62 0,-11 2-38 0,-8 8-46 16,-5-1-57-16,-5 1-86 0,-9 6-396 0,8-7-828 15,-8 7 367-15</inkml:trace>
      </inkml:traceGroup>
      <inkml:traceGroup>
        <inkml:annotationXML>
          <emma:emma xmlns:emma="http://www.w3.org/2003/04/emma" version="1.0">
            <emma:interpretation id="{15B7BC44-983C-4A45-9712-3353EB25E23F}" emma:medium="tactile" emma:mode="ink">
              <msink:context xmlns:msink="http://schemas.microsoft.com/ink/2010/main" type="line" rotatedBoundingBox="18574,17587 19951,19085 18532,20390 17154,18891"/>
            </emma:interpretation>
          </emma:emma>
        </inkml:annotationXML>
        <inkml:traceGroup>
          <inkml:annotationXML>
            <emma:emma xmlns:emma="http://www.w3.org/2003/04/emma" version="1.0">
              <emma:interpretation id="{E4EBA704-73FD-48D4-9060-002BC06A0F11}" emma:medium="tactile" emma:mode="ink">
                <msink:context xmlns:msink="http://schemas.microsoft.com/ink/2010/main" type="inkWord" rotatedBoundingBox="18574,17587 19951,19085 18532,20390 17154,18891"/>
              </emma:interpretation>
              <emma:one-of disjunction-type="recognition" id="oneOf10">
                <emma:interpretation id="interp14" emma:lang="" emma:confidence="0.5">
                  <emma:literal>he</emma:literal>
                </emma:interpretation>
                <emma:interpretation id="interp15" emma:lang="" emma:confidence="0">
                  <emma:literal>The</emma:literal>
                </emma:interpretation>
                <emma:interpretation id="interp16" emma:lang="" emma:confidence="0">
                  <emma:literal>ne</emma:literal>
                </emma:interpretation>
                <emma:interpretation id="interp17" emma:lang="" emma:confidence="0">
                  <emma:literal>Re</emma:literal>
                </emma:interpretation>
                <emma:interpretation id="interp18" emma:lang="" emma:confidence="0">
                  <emma:literal>n.</emma:literal>
                </emma:interpretation>
              </emma:one-of>
            </emma:emma>
          </inkml:annotationXML>
          <inkml:trace contextRef="#ctx0" brushRef="#br0" timeOffset="151562.4472">-1242 13800 9 0,'-22'-32'441'0,"3"8"1"16,8-1-8-16,-3-3 1 0,6 2 3 0,3-4-16 0,4 2-14 16,2 0-29-16,12-10-34 0,4 5-19 0,-2 8-9 15,13-6-13-15,7 3-14 0,3 3-9 0,4 3-23 16,1-2-15-16,1 6-25 0,5 6-1 0,2 1-33 16,-4 4-19-16,2 2-14 0,-1 2-14 0,-17 4-23 15,10 5-12-15,2 2 14 0,-14 3-32 0,-1 1-9 16,-9 9-8-16,-3 0 0 0,-4 15-7 0,-4 4 0 15,-8 4 11-15,-1 7 8 0,-12 2 16 0,0 20 9 16,-9 3 15-16,5-4 7 0,-7 0-118 0,2 6-8 16,-2-9 0-16,1 1 0 0,5-18 0 0,-4-4 0 15,8 1 0-15,-3 2 0 0,-1 1 0 0,6-4 0 0,-3-10 0 16,0 2 0-16,5-1 0 0,7-12-1 0,-10 12-517 16,10-13-136-16,-3-3-516 0,1-2-1267 0,-1-7 560 15</inkml:trace>
          <inkml:trace contextRef="#ctx0" brushRef="#br0" timeOffset="151796.8063">-954 15291 340 0,'-9'45'490'0,"2"-2"13"15,2-2 36-15,5-2 39 0,4-11 29 0,-1-2 18 16,5-7-3-16,6 1-17 0,6 4-34 0,6-8-41 16,12 0-33-16,8-8-38 0,-1-3-38 0,-2-5-40 15,3-1-35-15,-16-3-269 0,11-10-77 0,-11 3 0 16,-3-4 0-16,-5-3 0 0,-3-1 0 0,-11 5 0 0,-2-3 0 15,-4-3 0-15,-9 0 0 0,-4-2 0 0,-8 4 0 16,-15-4 0-16,5 7 0 0,-13-4 0 16,-6 10 0-16,-4 0 0 0,-3 4 0 0,-5 5 0 0,-19 1 0 15,26 3 0-15,-7 7 0 0,5-6 0 0,-19 14 0 16,22-12-1366-16,-5 3-1478 0,-2-8 654 0</inkml:trace>
        </inkml:traceGroup>
      </inkml:traceGroup>
    </inkml:traceGroup>
  </inkml:traceGroup>
</inkml:ink>
</file>

<file path=ppt/ink/ink7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5T05:14:04.953"/>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A256B1FE-AE08-4B94-A9F9-F0F70B240057}" emma:medium="tactile" emma:mode="ink">
          <msink:context xmlns:msink="http://schemas.microsoft.com/ink/2010/main" type="inkDrawing" rotatedBoundingBox="7281,4362 10518,2374 10648,2584 7411,4573" semanticType="callout" shapeName="Other"/>
        </emma:interpretation>
      </emma:emma>
    </inkml:annotationXML>
    <inkml:trace contextRef="#ctx0" brushRef="#br0">176 1907 8 0,'0'0'207'0,"-23"-1"-22"15,23 1-3-15,-31-4 23 0,17-3-18 0,14 7-20 16,-21-4 0-16,21 4-11 0,-22-5-6 0,22 5 10 16,-21-6 3-16,21 6 0 0,-15-2-3 0,15 2-7 15,0 0-2-15,0 0-10 0,-27 0-8 0,27 0-5 16,0 0-3-16,-10 13-17 0,10-13 18 0,-5 15 0 16,5-3 4-16,0-12-12 0,0 22-2 0,7-4-9 0,1-3-9 15,-2 1-5-15,5-3 0 0,-1-1-8 16,4-2 9-16,6 1 9 0,9-4 1 0,4-7 23 15,16-12-6-15,24-15 14 0,17-14 3 0,46-44 14 0,4-16 0 16,7-10-4-16,19-7 5 0,0-4-3 16,2 2-6-16,7 1-8 0,2 6-9 0,-1-3 10 15,-7 6 6-15,-2 1 6 0,-7 12-2 0,-16 3 7 0,-12 3-2 16,-13 12-5-16,-37 25-4 0,-1-2-14 0,-10 4-12 16,-2 1-10-16,1 11-8 0,-27 10-5 0,-7 4-8 15,-1 4-5-15,-15 12-50 0,-6 0-31 0,-6 1 0 16,2 4 0-16,-10 5 0 0,16-8 0 0,-16 8 0 15,9-7 0-15,-9 7 0 0,0 0 0 0,0 0-87 16,0 0-469-16,-9 33-702 0,-6-11-1364 0,-15 6 604 16</inkml:trace>
  </inkml:traceGroup>
</inkml:ink>
</file>

<file path=ppt/ink/ink7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5T05:13:42.618"/>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62554420-D708-4F1C-94BA-F1440EDD6D9A}" emma:medium="tactile" emma:mode="ink">
          <msink:context xmlns:msink="http://schemas.microsoft.com/ink/2010/main" type="writingRegion" rotatedBoundingBox="18721,7142 21967,7209 21948,8158 18702,8091"/>
        </emma:interpretation>
      </emma:emma>
    </inkml:annotationXML>
    <inkml:traceGroup>
      <inkml:annotationXML>
        <emma:emma xmlns:emma="http://www.w3.org/2003/04/emma" version="1.0">
          <emma:interpretation id="{4EC30214-9B1C-4CFC-8E70-698F4B4E7FE3}" emma:medium="tactile" emma:mode="ink">
            <msink:context xmlns:msink="http://schemas.microsoft.com/ink/2010/main" type="paragraph" rotatedBoundingBox="18721,7142 21967,7209 21948,8158 18702,8091" alignmentLevel="1"/>
          </emma:interpretation>
        </emma:emma>
      </inkml:annotationXML>
      <inkml:traceGroup>
        <inkml:annotationXML>
          <emma:emma xmlns:emma="http://www.w3.org/2003/04/emma" version="1.0">
            <emma:interpretation id="{796EB8AE-DB67-4BE5-9412-475C98507816}" emma:medium="tactile" emma:mode="ink">
              <msink:context xmlns:msink="http://schemas.microsoft.com/ink/2010/main" type="line" rotatedBoundingBox="18721,7142 21967,7209 21948,8158 18702,8091"/>
            </emma:interpretation>
          </emma:emma>
        </inkml:annotationXML>
        <inkml:traceGroup>
          <inkml:annotationXML>
            <emma:emma xmlns:emma="http://www.w3.org/2003/04/emma" version="1.0">
              <emma:interpretation id="{F9846E21-EF0A-4CDC-A6B6-67CCFEB3DAC6}" emma:medium="tactile" emma:mode="ink">
                <msink:context xmlns:msink="http://schemas.microsoft.com/ink/2010/main" type="inkWord" rotatedBoundingBox="18721,7142 19870,7165 19850,8114 18702,8091"/>
              </emma:interpretation>
              <emma:one-of disjunction-type="recognition" id="oneOf0">
                <emma:interpretation id="interp0" emma:lang="" emma:confidence="1">
                  <emma:literal/>
                </emma:interpretation>
              </emma:one-of>
            </emma:emma>
          </inkml:annotationXML>
          <inkml:trace contextRef="#ctx0" brushRef="#br0">245 37 10 0,'-14'-5'446'0,"14"5"-47"0,0 0-24 0,0 0-2 15,0 0 11-15,-21 22 20 0,13-4 1 0,-5 5-14 16,4-1-22-16,-4 15-26 0,2-8-17 0,3 10-18 16,-3 3-14-16,2-1-13 0,1 0-19 0,-2-2-12 15,3 4-19-15,-4-1-15 0,4 2-6 0,-1-2-14 16,-1 2-16-16,-2-4-8 0,4 3-15 0,0-7-16 0,-1-5-15 15,1-3-7-15,1 2-15 0,4-9-5 0,-2-2-14 16,2 0-1-16,0-5-11 0,-2-2-10 0,2-1-1 16,2-11-4-16,-6 12 1 0,6-12-1 0,-2 9 5 15,2-9-48-15,0 0-15 0,0 0 0 0,0 0 0 16,0 0 0-16,14-43 0 0,-6 16 0 0,5-12 0 16,-3-5 0-16,4-3 0 0,0-3 0 0,3-20 0 15,-2 18 0-15,-4-22 0 0,3 4 0 0,-8 21 0 16,2 5 0-16,6-6 0 0,-3 4 0 0,-3 6 0 15,5 2 0-15,-7 8 0 0,2 5 0 0,0 3 0 16,-3 7 0-16,-2 2 0 0,3 0 0 0,-1 3 0 0,-5 10 0 16,5-14 0-16,-5 14 0 0,0 0 0 0,0 0 0 15,0 0 0-15,33 25 0 0,-17 0 0 16,-2 2 0-16,10 16 0 0,-7 0 0 0,4 6 0 0,-7-6 0 16,6 7 0-16,1-3 0 0,3 3 0 0,-7-5 0 15,0 5 0-15,4-5 0 0,-4 2 0 0,1-5 0 16,-4 5 0-16,-1-10 0 0,-4-2 0 0,1-7 0 15,-6-2 0-15,3-2 0 0,-3-6 0 0,-2 3 0 16,4-7 0-16,-4 2 0 0,1-6 0 0,-3-10 0 16,3 18 0-16,-3-18 0 0,-6 13-289 0,6-13-67 15,-11 11-29-15,11-11-22 0,-27 7-23 0,27-7-21 0,-43-12-47 16,15 6-399-16,-4 1-970 0,2-7 430 0</inkml:trace>
          <inkml:trace contextRef="#ctx0" brushRef="#br0" timeOffset="218.7543">-479 835 98 0,'0'0'290'0,"-16"6"-6"15,16-6 9-15,0 0 14 0,0 0 23 0,0 0 12 0,0 0-1 16,0 0-7-16,59 1-19 0,-31-8-12 16,15 1-15-16,-1-1-20 0,7-4-10 0,4-3-13 15,-1 0-20-15,-2 0-22 0,6-3-17 0,1-1-18 0,-2 3-18 16,2-1-16-16,-10 2-14 0,4 1-12 0,2-3-13 15,-2 6-26-15,-7-2-41 0,4 1-46 0,-6 3-56 16,3-5-48-16,-4 5-61 0,-8-1-55 0,-9 2-68 16,2-1-68-16,-7 2-371 0,-4 2-807 0,0-3 358 15</inkml:trace>
        </inkml:traceGroup>
        <inkml:traceGroup>
          <inkml:annotationXML>
            <emma:emma xmlns:emma="http://www.w3.org/2003/04/emma" version="1.0">
              <emma:interpretation id="{CB28CF13-A1B3-49C5-8C4A-CA8DC298971F}" emma:medium="tactile" emma:mode="ink">
                <msink:context xmlns:msink="http://schemas.microsoft.com/ink/2010/main" type="inkWord" rotatedBoundingBox="20629,7504 21961,7531 21950,8063 20618,8035"/>
              </emma:interpretation>
              <emma:one-of disjunction-type="recognition" id="oneOf1">
                <emma:interpretation id="interp1" emma:lang="" emma:confidence="0.5">
                  <emma:literal>=</emma:literal>
                </emma:interpretation>
                <emma:interpretation id="interp2" emma:lang="" emma:confidence="0">
                  <emma:literal>-</emma:literal>
                </emma:interpretation>
                <emma:interpretation id="interp3" emma:lang="" emma:confidence="0">
                  <emma:literal>t</emma:literal>
                </emma:interpretation>
                <emma:interpretation id="interp4" emma:lang="" emma:confidence="0">
                  <emma:literal>.</emma:literal>
                </emma:interpretation>
                <emma:interpretation id="interp5" emma:lang="" emma:confidence="0">
                  <emma:literal>c</emma:literal>
                </emma:interpretation>
              </emma:one-of>
            </emma:emma>
          </inkml:annotationXML>
          <inkml:trace contextRef="#ctx0" brushRef="#br0" timeOffset="593.7747">1446 427 118 0,'0'0'502'15,"0"0"-29"-15,0 0-27 0,0 0-7 0,-17 3 4 16,17-3-12-16,0 0-14 0,0 0-27 0,0 0-17 16,0 0-28-16,0 0-29 0,0 0-30 0,74-3-24 0,-46-4-27 15,2 3-27-15,11 1-18 0,2-5-19 0,-2 1-19 16,-11 1-20-16,11-3-28 0,2 4-38 15,-15 2-44-15,-1-1-57 0,0-2-55 0,-6 1-56 0,1 4-55 16,-6 0-42-16,-16 1-36 0,26 1-34 0,-26-1-33 16,0 0-22-16,13 12-52 0,-13-12-260 0,0 0-737 15,-13 19 325-15</inkml:trace>
          <inkml:trace contextRef="#ctx0" brushRef="#br0" timeOffset="781.1942">1631 719 272 0,'-21'23'268'0,"4"-3"2"0,11-4 1 15,-9 1-1-15,4-3-8 0,5 4-3 0,1-8-12 0,2 2-14 16,3-12-18-16,5 19-9 0,-5-19-11 16,14 13-17-16,2-12-19 0,6-1-10 0,11 0-17 15,11-10-10-15,4-2-15 0,9-6 0 0,20-3 2 0,4-7 1 16,7 1 0-16,-7-1-8 0,1 0-9 0,2 3-15 16,-2-3-27-16,-5 5-64 0,-4 4-74 0,-18 4-95 15,-6-3-130-15,0 3-352 0,0-2-719 0,-3 5 318 16</inkml:trace>
        </inkml:traceGroup>
      </inkml:traceGroup>
    </inkml:traceGroup>
  </inkml:traceGroup>
</inkml:ink>
</file>

<file path=ppt/ink/ink7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5T05:13:44.759"/>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EE2242E4-4845-44F6-B52E-551132778FEB}" emma:medium="tactile" emma:mode="ink">
          <msink:context xmlns:msink="http://schemas.microsoft.com/ink/2010/main" type="inkDrawing" rotatedBoundingBox="6271,2401 8725,1171 8919,1557 6465,2787" semanticType="callout" shapeName="Other"/>
        </emma:interpretation>
      </emma:emma>
    </inkml:annotationXML>
    <inkml:trace contextRef="#ctx0" brushRef="#br0">0 1039 102 0,'0'0'328'0,"0"0"-7"0,0 0-1 0,0 0-12 16,0 0-8-16,0 0-17 0,0 0-30 0,0 0-9 15,0 0-20-15,0 0-6 0,0 0 0 0,0 0-13 16,0 0 2-16,2 23 11 0,2-6 2 0,3 6-13 15,-4-5-13-15,5 3-12 0,-3 3-3 0,2 1-1 16,0-2-19-16,1 1-12 0,0-3-4 0,3 0-12 16,-2-3 5-16,5-4-2 0,7 3 1 0,-5-8 6 15,11 4-1-15,1-9 4 0,19-4 3 0,4-5 5 16,6-14 4-16,33-14 7 0,2-3-16 0,40-31 18 16,-4-3-6-16,-1 0 1 0,-1-8-12 0,-1-2-9 0,9 2-2 15,-15-4-7-15,4 1-61 0,-1 5-69 16,-8 3 0-16,-34 25 0 0,3-8 0 0,-1 2 0 15,-8 3 0-15,-6-1 0 0,-17 21 0 0,-4-2 0 0,-4 6 0 16,-5-5 0-16,3 5 0 0,-19 7 0 0,3 1 0 16,-11 6 0-16,2 2 0 0,-5 2 0 0,3 0 0 15,-6 2 0-15,-8 7 0 0,10-7 0 0,-10 7 0 16,0 0 0-16,0 0 0 0,0 0-616 0,0 0-647 16,0 0-1367-16,0 0 604 0</inkml:trace>
  </inkml:traceGroup>
</inkml:ink>
</file>

<file path=ppt/ink/ink8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5T05:13:50.369"/>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4B635DAC-C12D-48E4-B0BB-47CE21C45BC5}" emma:medium="tactile" emma:mode="ink">
          <msink:context xmlns:msink="http://schemas.microsoft.com/ink/2010/main" type="inkDrawing" rotatedBoundingBox="6374,3197 9489,1948 9705,2486 6589,3735" semanticType="callout" shapeName="Other"/>
        </emma:interpretation>
      </emma:emma>
    </inkml:annotationXML>
    <inkml:trace contextRef="#ctx0" brushRef="#br0">108 1180 39 0,'-11'-12'261'16,"11"12"-4"-16,-11-14-7 0,4 7-7 0,7 7 4 0,-12-14-7 16,4 5-11-16,8 9-2 0,-14-16 1 0,7 7 13 15,7 9-14-15,-12-10 0 0,12 10-6 0,0 0-17 16,-13-8-15-16,13 8-22 0,0 0-15 0,0 0 3 15,-11 27-1-15,6-9 1 0,5 6 8 0,2 6-9 16,2 10-1-16,3 0-4 0,-6-12-9 0,10 12-1 16,-1-3 2-16,3-7-8 0,-2-3-9 0,8-3-6 15,-4 2 3-15,12-11 8 0,14 7 9 0,2-10 14 16,14-5 6-16,20-11-6 0,15-12 3 0,45-19 11 16,-2-8-1-16,-1-15-5 0,2-7 2 0,17-8 0 15,-14-6-1-15,4 2-2 0,2-9-5 0,-4 0-11 16,3 3-116-16,-4 3-27 0,-7 0 0 0,-7 6 0 0,-7 4 0 15,-37 17 0-15,-1-2 0 0,2 3 0 0,-4-2 0 16,-1 5 0-16,-2 3 0 0,-13-1 0 16,-17 18 0-16,-2 0 0 0,-8 3 0 0,-13 6 0 0,-3 6 0 15,-7 3 0-15,1 2 0 0,-5-3 0 0,-4 7 0 16,-5 5 0-16,0 0-432 0,0 0-862 0,-55-7-1400 16,55 7 619-16</inkml:trace>
  </inkml:traceGroup>
</inkml:ink>
</file>

<file path=ppt/ink/ink8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7T08:07:30.357"/>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DA8882D9-4722-4F65-BC36-5A33DAC92DFA}" emma:medium="tactile" emma:mode="ink">
          <msink:context xmlns:msink="http://schemas.microsoft.com/ink/2010/main" type="writingRegion" rotatedBoundingBox="830,3426 3087,3617 3016,4446 760,4255"/>
        </emma:interpretation>
      </emma:emma>
    </inkml:annotationXML>
    <inkml:traceGroup>
      <inkml:annotationXML>
        <emma:emma xmlns:emma="http://www.w3.org/2003/04/emma" version="1.0">
          <emma:interpretation id="{94EF755A-AC94-437D-B2EF-2F99A32FE092}" emma:medium="tactile" emma:mode="ink">
            <msink:context xmlns:msink="http://schemas.microsoft.com/ink/2010/main" type="paragraph" rotatedBoundingBox="830,3426 3087,3617 3016,4446 760,4255" alignmentLevel="1"/>
          </emma:interpretation>
        </emma:emma>
      </inkml:annotationXML>
      <inkml:traceGroup>
        <inkml:annotationXML>
          <emma:emma xmlns:emma="http://www.w3.org/2003/04/emma" version="1.0">
            <emma:interpretation id="{B9EB9EE1-5FF7-4E3E-9C83-F93C880FD483}" emma:medium="tactile" emma:mode="ink">
              <msink:context xmlns:msink="http://schemas.microsoft.com/ink/2010/main" type="line" rotatedBoundingBox="830,3426 3087,3617 3016,4446 760,4255"/>
            </emma:interpretation>
          </emma:emma>
        </inkml:annotationXML>
        <inkml:traceGroup>
          <inkml:annotationXML>
            <emma:emma xmlns:emma="http://www.w3.org/2003/04/emma" version="1.0">
              <emma:interpretation id="{168963BA-3199-4C72-9616-F3CF82D967C8}" emma:medium="tactile" emma:mode="ink">
                <msink:context xmlns:msink="http://schemas.microsoft.com/ink/2010/main" type="inkWord" rotatedBoundingBox="830,3426 3087,3617 3016,4446 760,4255"/>
              </emma:interpretation>
              <emma:one-of disjunction-type="recognition" id="oneOf0">
                <emma:interpretation id="interp0" emma:lang="" emma:confidence="1">
                  <emma:literal/>
                </emma:interpretation>
              </emma:one-of>
            </emma:emma>
          </inkml:annotationXML>
          <inkml:trace contextRef="#ctx0" brushRef="#br0">-3400 587 171 0,'0'0'384'0,"0"0"-25"0,0 0-35 16,0 0-19-16,0 0 7 0,0 0 4 0,0 0 7 15,70-23 0-15,-21 16-16 0,0-4-3 0,1-3-24 16,4 7-27-16,3-1-22 0,1 2-25 0,20-6-21 16,-17 5-24-16,-2-4-23 0,1 4-45 0,-2 0-62 15,23-6-69-15,-27 7-60 0,7 1-50 0,-7-9-43 16,-2 12-46-16,-3-4-43 0,5-4-53 0,-11 7-281 0,-13-1-665 16,-2-1 295-16</inkml:trace>
          <inkml:trace contextRef="#ctx0" brushRef="#br0" timeOffset="-203.1258">-2918 295 81 0,'0'0'335'0,"0"0"-18"0,-27 3-11 0,27-3-12 16,0 0-9-16,-28 9-14 0,20-6-23 0,8-3-29 15,-19 15-11-15,13-8-8 0,-7 1-16 0,4 3 6 16,1 0-9-16,-3 2-5 0,3 3 0 0,0-3-6 15,0 4-8-15,3-2-12 0,-1 1-8 0,-2-1-11 16,2-2-9-16,2 4-10 0,-2-3-3 0,1 0-8 16,2 4-6-16,-3-6-5 0,1 2-12 0,4-2-3 15,-4 2-6-15,3-5-4 0,2-9-7 0,-3 17-5 0,-2-8-7 16,5-9-10-16,0 0-1 0,-6 16 3 0,6-16-1 16,0 10 0-16,0-10 2 0,0 0 3 15,0 0 3-15,0 0 0 0,0 0 6 0,0 0 3 0,0 0-4 16,0 0-5-16,0 0-5 0,27-33-5 0,-19 14-3 15,4-8-4-15,1 1-5 0,4-15 0 0,-2 2-6 16,2 0-3-16,2 5-1 0,6-8 4 0,-9 8-2 16,5 1-4-16,-2 7 0 0,-4-1-7 0,1 3 2 15,-3 0 1-15,1 0-3 0,0 3 9 0,-7 5 4 16,5 2-5-16,-4 1 0 0,0 1-4 0,-2 9 1 16,-6 3-2-16,13-15 2 0,-13 15-2 0,10-10-3 0,-10 10 3 15,0 0 2-15,0 0 0 0,0 0-1 0,25 25 7 16,-19-11 1-16,2 1 4 0,0 14-3 0,0-2 3 15,6 10 2-15,-4-8 6 0,2 17 1 0,6-4-2 16,-9 2-1-16,4 2-2 0,-2-1-2 0,-5 0-3 16,7-3 0-16,-7 0-7 0,7-2 9 0,-5-2-8 15,0-1-5-15,-1 0 3 0,1-11-2 0,-1 0 3 16,-3-8-8-16,-2 0-9 0,0-3-26 0,1 3-29 16,-3-6-33-16,-3-2-38 0,3-10-39 0,-2 15-49 15,2-15-52-15,-13 13-50 0,13-13-67 0,-20 0-54 16,20 0-350-16,-37-13-857 0,9 2 380 0</inkml:trace>
          <inkml:trace contextRef="#ctx0" brushRef="#br0" timeOffset="187.481">-2150 408 330 0,'0'0'311'0,"-12"10"-20"0,12-10-9 16,0 0-4-16,0 0-2 0,0 0-6 0,0 0-10 16,41 3 2-16,-13-4-26 0,2 1-6 0,14-3-25 15,2-4-10-15,2 1-17 0,-4 3-20 0,5 0-21 16,2-3-28-16,-4 5-45 0,7-6-49 0,-5 0-71 15,-5 5-63-15,-14 0-86 0,3 1-95 0,-4-3-269 0,-15 4-614 16,-14 0 272-16</inkml:trace>
          <inkml:trace contextRef="#ctx0" brushRef="#br0" timeOffset="374.957">-2030 633 228 0,'-19'10'350'0,"4"-2"-27"16,2 2-14-16,8-4-9 0,5-6-6 0,-11 10-9 15,11-10-5-15,0 0-19 0,0 0-10 0,29 18-3 16,-1-15-7-16,18-3-5 0,3-5-9 0,3 1-15 16,5-1-20-16,-2 3-18 0,2-5-27 0,21-2-17 15,-23 4-44-15,3 0-61 0,20-5-69 0,-23 7-79 0,0-1-85 16,1 5-106-16,-1 2-371 0,-6-3-743 16,0 0 329-16</inkml:trace>
        </inkml:traceGroup>
      </inkml:traceGroup>
    </inkml:traceGroup>
  </inkml:traceGroup>
</inkml:ink>
</file>

<file path=ppt/ink/ink8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7T08:07:44.243"/>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2261CCF9-5DC6-40F1-8084-77409C6866D8}" emma:medium="tactile" emma:mode="ink">
          <msink:context xmlns:msink="http://schemas.microsoft.com/ink/2010/main" type="inkDrawing" rotatedBoundingBox="11365,3065 11701,6710 10578,6814 10242,3168" semanticType="verticalRange" shapeName="Other">
            <msink:sourceLink direction="with" ref="{BE5A37AA-C221-4C43-8C52-70F1175E24D8}"/>
          </msink:context>
        </emma:interpretation>
      </emma:emma>
    </inkml:annotationXML>
    <inkml:trace contextRef="#ctx0" brushRef="#br0">-2556-951 10 0,'0'0'378'0,"0"0"-31"0,0 0-17 16,-22 0-23-16,22 0-24 0,0 0-22 0,0 0-12 16,0 0 5-16,0 0-4 0,0 0-21 0,0 0-10 15,0 0-5-15,70 6-3 0,-37-8-18 0,11 2-12 16,-1 2-17-16,6-2-14 0,0 0-18 0,5 0-7 15,-2 0-12-15,3 1-10 0,-1 2-12 0,-1-2-9 16,3-1-5-16,-1 2-7 0,-11 2-8 0,4-1-6 0,-15-2-6 16,-1-1-5-16,-1 0-5 0,-7 4-3 15,-5-2-3-15,-3-1 3 0,-16-1-3 0,25 4 8 0,-25-4-1 16,0 0 3-16,22 4 9 0,-22-4-7 0,8 8 0 16,-3 1-1-16,-4 2 0 0,1 5-2 0,-4 3 5 15,1 9-1-15,1 10 3 0,0 0-7 0,3 8 3 16,-3-1 9-16,-2 6 4 0,5 26 3 0,4-1 0 15,-3 1 11-15,-2 9-1 0,6 2 6 0,6 2 4 16,5 38 3-16,-11-34-1 0,6 31 0 0,-6 0-11 16,3-36 3-16,-1 34 3 0,1 6 8 0,-8-44 3 15,11 41-2-15,-3-34 8 0,7 30-18 0,-10-31 10 16,11 33 2-16,-8-42-6 0,6 4-5 0,-6-3 3 16,-2 3-6-16,6-9-9 0,-7-1-4 0,0 3-21 0,-2-5-42 15,0-2 0-15,2-3 0 0,-8-19 0 16,0 0 0-16,0-3 0 0,-6 1 0 0,-2-3 0 15,0-5 0-15,8-9 0 0,-6-4 0 0,4-1 0 0,2-2 0 16,-2-5 0-16,-1-5 0 0,2 1 0 0,-4-7 0 16,5-8 0-16,-2 18 0 0,2-18 0 0,0 0 0 15,-1 14 0-15,1-14 0 0,0 0 0 0,0 0 0 16,0 12 0-16,0-12 0 0,0 0 0 0,0 0 0 16,0 0 0-16,0 0 0 0,0 0 0 0,0 0 0 15,0 0 0-15,0 0 0 0,0 0 0 0,0 0 0 16,0 0 0-16,0 0 0 0,0 0 0 0,0 0 0 15,0 0 0-15,0 0 0 0,0 0 0 0,-48-26 0 16,26 15 0-16,-5 3 0 0,-1-3 0 0,-15 0 0 16,-6 3 0-16,-1-6 0 0,-6 5 0 0,1 2-115 15,-2-2-18-15,-20 3-14 0,20 4-27 0,0 2-29 0,2-2-52 16,-4 4-33-16,5-2-55 0,-1 3-55 0,0 2-86 16,1-3-459-16,2 3-1019 0,9-6 451 15</inkml:trace>
  </inkml:traceGroup>
</inkml:ink>
</file>

<file path=ppt/ink/ink8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7T08:07:33.357"/>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CF02C624-CD73-49E6-A7A5-2491B9EBECF9}" emma:medium="tactile" emma:mode="ink">
          <msink:context xmlns:msink="http://schemas.microsoft.com/ink/2010/main" type="inkDrawing" rotatedBoundingBox="3222,3200 4081,3203 4080,3332 3221,3329" shapeName="Other"/>
        </emma:interpretation>
      </emma:emma>
    </inkml:annotationXML>
    <inkml:trace contextRef="#ctx0" brushRef="#br0">-753-83 78 0,'23'-32'220'0,"-23"32"-4"0,3-11-4 16,-3 11 2-16,0 0-3 0,6-15-4 0,-6 15 7 16,6-11-4-16,-6 11-15 0,2-11-5 0,-2 11 6 0,0 0-4 15,-8-19-11-15,8 19-6 0,-9-12-14 16,9 12-1-16,-16-7-11 0,1 5 2 0,15 2-24 0,-31-5 0 16,14 1-3-16,17 4-6 0,-40 0-7 0,24 0-7 15,16 0-6-15,-38 4 8 0,24-3-21 0,14-1-8 16,-24 4-10-16,24-4-7 0,0 0 1 0,-19 3-9 15,19-3-8-15,0 0-2 0,0 0 2 0,0 0-14 16,0 0 3-16,60 12 1 0,-30-10-2 0,18 2-9 16,-2-3 2-16,7-6-3 0,-2 5-13 0,4-2-21 15,2 1-53-15,3 1-28 0,-3-4-36 0,0 4-35 16,-5 0-32-16,4 4-49 0,-3-1-60 0,-4-3-358 16,-6 0-719-16,-11 0 318 0</inkml:trace>
  </inkml:traceGroup>
</inkml:ink>
</file>

<file path=ppt/ink/ink8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7T08:07:32.201"/>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50DD7582-AC89-4CEC-A934-92DF6D276642}" emma:medium="tactile" emma:mode="ink">
          <msink:context xmlns:msink="http://schemas.microsoft.com/ink/2010/main" type="inkDrawing" rotatedBoundingBox="3275,4678 3337,6643 3257,6646 3195,4681" semanticType="callout" shapeName="Other">
            <msink:sourceLink direction="with" ref="{87482682-2FD2-4A11-BC86-B049D3BA9921}"/>
            <msink:sourceLink direction="with" ref="{1A4C5559-3E08-4C1B-96B2-3A7DA734767B}"/>
          </msink:context>
        </emma:interpretation>
      </emma:emma>
    </inkml:annotationXML>
    <inkml:trace contextRef="#ctx0" brushRef="#br0">-926 2655 6884 0,'0'21'9'0,"1"3"31"16,-2 0-22-16,5 4 27 0,-4 2-53 0,0-2 54 16,2 9-49-16,-1-10 53 0,1 5-54 0,1-9 12 15,-1 3-20-15,-1-8 33 0,-1 0-33 0,5 1 7 16,-3-3 42-16,-1 1-61 0,-1-7 46 0,3 3-25 15,-1-2-4-15,-2-11-24 0,0 19 49 0,0-19 43 16,5 13-121-16,-5-13 41 0,3 14 33 0,-3-14-55 16,3 12 19-16,-3-12-13 0,0 0-3 0,0 0-6 15,0 12 27-15,0-12 18 0,0 0 5 0,0 0-67 0,0 0 58 16,0 0-11-16,2 11-25 0,-2-11-1 16,0 0 32-16,0 0-48 0,0 0 37 0,0 0 42 15,0 0-50-15,0 0-5 0,0 0 0 0,-7 14 30 16,7-14 30-16,0 0-50 0,0 0 52 0,0 0-28 0,0 0-33 15,0 0 45-15,0 0-37 0,0 0 8 0,0 0-39 16,0 0 23-16,0 0 0 0,0 0 12 16,0 12 2-16,0-12-6 0,0 0 14 0,0 0-19 15,0 0-8-15,0 0 61 0,0 0-79 0,0 0 22 0,0 0 11 16,0 0 88-16,0 0-131 0,0 0 99 0,0 0-28 16,0 0-20-16,-6 10-18 0,6-10 38 0,0 0-2 15,0 0 25-15,0 0-82 0,0 0 56 16,0 0-30-16,0 0 37 0,0 0-55 0,2 16-23 15,-2-16 156-15,0 0-102 0,0 0-27 0,0 0 14 0,4 11 30 16,-4-11-29-16,0 0 59 0,0 0-42 16,0 0-63-16,0 0 77 0,0 0-51 0,0 0 34 0,0 0 48 15,0 0-61-15,2 11 21 0,-2-11-45 0,0 0 62 16,0 0 82-16,0 0-147 0,0 0 64 0,0 0-111 16,0 0 160-16,0 0-94 0,0 0 87 0,0 0-99 15,0 0 80-15,0 0-71 0,0 0 7 0,0 0-6 16,0 0 13-16,0 0 31 0,0 0-59 0,0 0 60 15,0 0-11-15,0 0-110 0,0 0 145 16,0 0-86-16,0 0-25 0,0 0 134 0,0 0-107 0,0 0-2 16,0 0-27-16,0 0 86 0,0 0 31 0,0 0-95 15,0 0 3-15,0 0 18 0,0 0-41 0,0 0 87 16,0 0-137-16,0 0 164 0,0 0-49 0,0 0-30 16,0 0 87-16,-6-46-189 0,4 37 103 0,2-6 0 15,-5-1 22-15,4-6-35 0,1-4 5 0,-2-2-97 16,2 1 97-16,-1-10-31 0,2 8-21 0,-2-14 67 15,-3 4-43-15,3-2 62 0,7 1 9 0,-6-3 29 16,0 0-22-16,2 1-36 0,-2 3 93 0,0 4-93 16,0-4 49-16,1 7-48 0,-2-6 42 0,1 9 6 15,0-11-43-15,1 10 107 0,6-10-161 0,-7-2 65 16,0 2-14-16,3-1-79 0,-2 0 86 0,1 1-7 16,1 2 79-16,-1 8-122 0,-1 1 82 0,-1-1-24 15,-1 1 26-15,1 3-29 0,0-1 40 0,-5 2 3 16,3 6-59-16,2-6 65 0,-1 6-52 0,-4-6 46 15,5 5-11-15,-2 1-23 0,-1 3 44 0,0-2-81 16,-3-1 71-16,1 3-25 0,2-1 13 0,-3 0-22 16,-1-1-4-16,1 0 58 0,3 3-70 0,-2-7 44 15,3 4-69-15,1-8 55 0,-2 8 12 0,0 0-4 16,-2 3-25-16,5-1 23 0,-3 5 14 0,-1-4-32 16,3 4 8-16,-1-4 39 0,2 15-56 0,-4-25 31 15,4 15-24-15,-2 1 43 0,2-6-61 0,0 15 43 16,-5-15-21-16,5 15-3 0,0-14-2 0,0 14 70 15,0-12-124-15,0 12-9 0,0 0-39 0,-1-19-39 16,1 19-68-16,-2-13-101 0,2 13-16 0,3-16-6 16,-3 16-17-16,0-23-98 0,0 14-125 0,0-3-186 15</inkml:trace>
  </inkml:traceGroup>
</inkml:ink>
</file>

<file path=ppt/ink/ink8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7T08:07:31.263"/>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87482682-2FD2-4A11-BC86-B049D3BA9921}" emma:medium="tactile" emma:mode="ink">
          <msink:context xmlns:msink="http://schemas.microsoft.com/ink/2010/main" type="inkDrawing" rotatedBoundingBox="3235,5037 3341,3317 3416,3322 3309,5041" semanticType="verticalRange" shapeName="Other">
            <msink:sourceLink direction="with" ref="{1AF19426-D196-4545-8542-B9976E4E5E9C}"/>
            <msink:sourceLink direction="with" ref="{CF2E4872-58B6-4909-9EF7-EFC7E09B54BB}"/>
            <msink:destinationLink direction="with" ref="{50DD7582-AC89-4CEC-A934-92DF6D276642}"/>
          </msink:context>
        </emma:interpretation>
      </emma:emma>
    </inkml:annotationXML>
    <inkml:trace contextRef="#ctx0" brushRef="#br0">-778 107 41 0,'-8'-14'332'0,"2"1"-15"16,0 0-8-16,2 0-4 0,0-1-10 16,1 1-7-16,-2-3 6 0,5 16-25 0,-7-22-8 0,6 14-15 15,1 8-10-15,-5-18-8 0,5 18-3 0,-3-18-4 16,3 18-8-16,0-14-9 0,0 14-11 0,-3-10-14 16,3 10-14-16,0 0-13 0,0 0-8 0,-2-16-14 15,2 16-14-15,0 0-6 0,0 0-13 0,0 0-7 16,0 0-6-16,0 0-3 0,0 0-8 0,0 0-6 15,0 0 0-15,0 0 7 0,0 0-6 0,-6 43 3 16,4-25 5-16,2 8-1 0,-1 4 0 0,-2-2-1 16,1 10-1-16,-3 4 2 0,4 1-2 0,-1 3-3 0,1 7-1 15,-3-3 0-15,4 5 13 0,-1 16-20 16,-4 2-7-16,2 1 6 0,-3 6 1 0,4-1-1 16,-3 9 5-16,4-8-2 0,-4 5 13 0,-1-5-2 0,-1 5-4 15,6-8 9-15,-2 3 4 0,-1-2 4 0,3-3 1 16,-4-1-6-16,3-4-26 0</inkml:trace>
  </inkml:traceGroup>
</inkml:ink>
</file>

<file path=ppt/ink/ink8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7T08:07:33.998"/>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BE5A37AA-C221-4C43-8C52-70F1175E24D8}" emma:medium="tactile" emma:mode="ink">
          <msink:context xmlns:msink="http://schemas.microsoft.com/ink/2010/main" type="writingRegion" rotatedBoundingBox="4006,3423 10684,3309 10742,6765 4065,6878">
            <msink:destinationLink direction="with" ref="{2261CCF9-5DC6-40F1-8084-77409C6866D8}"/>
          </msink:context>
        </emma:interpretation>
      </emma:emma>
    </inkml:annotationXML>
    <inkml:traceGroup>
      <inkml:annotationXML>
        <emma:emma xmlns:emma="http://www.w3.org/2003/04/emma" version="1.0">
          <emma:interpretation id="{D6239899-A117-4264-9090-C83AE548E8F5}" emma:medium="tactile" emma:mode="ink">
            <msink:context xmlns:msink="http://schemas.microsoft.com/ink/2010/main" type="paragraph" rotatedBoundingBox="4175,3418 10163,3354 10173,4220 4184,4284" alignmentLevel="1"/>
          </emma:interpretation>
        </emma:emma>
      </inkml:annotationXML>
      <inkml:traceGroup>
        <inkml:annotationXML>
          <emma:emma xmlns:emma="http://www.w3.org/2003/04/emma" version="1.0">
            <emma:interpretation id="{3D85ADF3-41AD-47F6-B9BB-566EDA152158}" emma:medium="tactile" emma:mode="ink">
              <msink:context xmlns:msink="http://schemas.microsoft.com/ink/2010/main" type="inkBullet" rotatedBoundingBox="4175,3418 4710,3412 4718,4107 4182,4113"/>
            </emma:interpretation>
          </emma:emma>
        </inkml:annotationXML>
        <inkml:trace contextRef="#ctx0" brushRef="#br0">148 130 270 0,'-19'-5'311'0,"19"5"-7"0,-14-8 7 15,14 8-7-15,-8-7-19 0,8 7-7 0,0 0-30 16,-6-11-24-16,6 11-5 0,0 0-17 0,6-19-18 15,-6 19-10-15,16-18-4 0,-3 9-15 0,-1-3-12 16,2 5-14-16,1-1-14 0,0-3-9 0,3 6-16 16,-1 2-4-16,2-1-10 0,-19 4-11 0,32 0 2 0,-32 0-13 15,33 1-7-15,-19 5-8 0,0 1 1 16,-7 2-14-16,-7-9-10 0,14 14 6 0,-9-4-10 0,-2 6-5 16,-3-2-4-16,-3 0-1 0,-7 5-8 0,1-3 2 15,-1 1-12-15,-7 6-6 0,0-4-10 16,-7 5-8-16,5-4-1 0,-5-5-2 0,2 3 10 0,1 1-12 15,-1-7 9-15,2 6 1 0,6-4 7 0,-1-2-4 16,3-8 5-16,2 1 1 0,10-5 2 0,-12 12-6 16,12-12 3-16,0 0 1 0,0 0 2 0,0 0 1 15,0 0 9-15,0 0 2 0,0 0 1 0,0 0 5 16,50-13-2-16,-29 7 6 0,6 4 1 0,3-2 4 16,-2 0-3-16,4 1 5 0,-2-1-3 0,1 4-2 15,-2 7 5-15,-1-4 0 0,1 2-1 0,-12 3-2 16,8 6 6-16,-7 1-5 0,1 4-5 0,-11-7 4 0,3 2 1 15,-2 7-6-15,-7-5-3 0,1 1 7 0,-8 1-2 16,-1 5-1-16,-8-1-10 0,-1 2 0 16,-2 0-2-16,-16-1-17 0,7-6-13 0,-2-2-29 0,-8 1-7 15,6-2-7-15,-11-4-9 0,11-4-10 0,-2-1-13 16,0 0-10-16,-1-8-9 0,5-1-14 0,-1-3-12 16,4-1-27-16,3-3-43 0,4-3-176 0,-2-4-444 15,6-2 197-15</inkml:trace>
      </inkml:traceGroup>
      <inkml:traceGroup>
        <inkml:annotationXML>
          <emma:emma xmlns:emma="http://www.w3.org/2003/04/emma" version="1.0">
            <emma:interpretation id="{1AF19426-D196-4545-8542-B9976E4E5E9C}" emma:medium="tactile" emma:mode="ink">
              <msink:context xmlns:msink="http://schemas.microsoft.com/ink/2010/main" type="line" rotatedBoundingBox="5611,3478 10164,3429 10173,4220 5619,4269">
                <msink:destinationLink direction="with" ref="{87482682-2FD2-4A11-BC86-B049D3BA9921}"/>
              </msink:context>
            </emma:interpretation>
          </emma:emma>
        </inkml:annotationXML>
        <inkml:traceGroup>
          <inkml:annotationXML>
            <emma:emma xmlns:emma="http://www.w3.org/2003/04/emma" version="1.0">
              <emma:interpretation id="{FB0FDE26-422B-4DA1-983C-50A3BCB78149}" emma:medium="tactile" emma:mode="ink">
                <msink:context xmlns:msink="http://schemas.microsoft.com/ink/2010/main" type="inkWord" rotatedBoundingBox="5611,3502 8245,3474 8254,4241 5619,4269"/>
              </emma:interpretation>
            </emma:emma>
          </inkml:annotationXML>
          <inkml:trace contextRef="#ctx0" brushRef="#br0" timeOffset="883.3155">3061 427 333 0,'0'0'382'0,"0"0"-3"0,0 0-12 0,0 0 10 16,0 0-18-16,0 0-21 0,0 0-23 0,52-17-32 0,-33 13-31 16,5 2-26-16,1 1-22 0,2-1-21 15,1-1-21-15,4 1-17 0,-4 2-24 0,1-4-39 16,-2 4-39-16,-2-4-51 0,2 4-56 0,-5 0-48 0,-1 3-46 16,-21-3-45-16,36-4-50 0,-16 1-66 0,-2 1-254 15,-18 2-620-15,35-7 275 0</inkml:trace>
          <inkml:trace contextRef="#ctx0" brushRef="#br0" timeOffset="1149.9237">3987 107 357 0,'0'0'471'0,"0"-19"11"0,0 19-7 0,0-12-8 16,0 12-22-16,0-14-28 0,0 14-36 0,0 0-34 15,0 0-25-15,0 0-31 0,0 0-29 0,0 0-19 0,0 0-21 16,0 0-15-16,0 0-18 0,5 41-26 0,-2-15-13 16,3 14-14-16,-1-14-8 0,0 12-14 0,0 5-14 15,2-3-9-15,0 3-10 0,-7-3-11 0,8 1-11 16,-8-1-24-16,6 4-33 0,-1-4-44 0,-5 2-45 16,1-2-94-16,4-4-79 0,-3 4-85 0,-1-10-98 15,1-3-449-15,3-1-966 0,2-3 427 0</inkml:trace>
          <inkml:trace contextRef="#ctx0" brushRef="#br0" timeOffset="578.058">1455 443 157 0,'-11'-9'270'0,"11"9"-20"0,-9-20-9 15,7 9-20-15,2 11-14 0,2-23-17 0,-1 9-20 16,6 2-18-16,1-2-11 0,3 2-6 0,3 0-15 16,2 4-4-16,-2-5-8 0,6 2-9 0,-1 4-7 15,5-5-2-15,-2 3-8 0,-3 4-4 0,-1-2-11 0,0 3-5 16,1 3-3-16,-19 1-7 0,32 1-1 0,-18 3-8 16,-14-4 5-16,27 12-10 0,-16 1-4 0,0 0 0 15,-4 0-3-15,0 1-1 0,0 10-1 0,-6 2-8 16,3-3 6-16,-8 3 5 0,1 1 0 0,-5 4-7 15,0-5 2-15,-4 0 2 0,-2-1 4 0,-4 1 3 16,1-5-3-16,-2 5 0 0,5-7-1 0,-4 0-1 16,1-4 2-16,3-2-2 0,4 3 0 0,-3-8 4 15,1 2-4-15,6-2 1 0,6-8 3 0,-10 9 2 16,10-9 2-16,-8 7-7 0,8-7 1 0,0 0 4 16,0 0 13-16,0 0-11 0,0 0 10 0,0 0-4 15,0 0-4-15,0 0-15 0,0 0 7 0,49-18-8 0,-31 11-5 16,2 1 0-16,7-1-1 0,1-2-1 15,4 0-7-15,0 5 8 0,-1-3-20 0,12 0-31 0,-12 0-38 16,1 2-49-16,4 2-69 0,-6 1-74 0,4 0-104 16,-3 1-247-16,17 1-662 0,-7-3 293 0</inkml:trace>
        </inkml:traceGroup>
        <inkml:traceGroup>
          <inkml:annotationXML>
            <emma:emma xmlns:emma="http://www.w3.org/2003/04/emma" version="1.0">
              <emma:interpretation id="{38A86B04-4E5C-4D18-9B1C-2448FFFCA501}" emma:medium="tactile" emma:mode="ink">
                <msink:context xmlns:msink="http://schemas.microsoft.com/ink/2010/main" type="inkWord" rotatedBoundingBox="9614,3435 10164,3429 10170,3948 9620,3954"/>
              </emma:interpretation>
              <emma:one-of disjunction-type="recognition" id="oneOf0">
                <emma:interpretation id="interp0" emma:lang="" emma:confidence="0.5">
                  <emma:literal>o</emma:literal>
                </emma:interpretation>
                <emma:interpretation id="interp1" emma:lang="" emma:confidence="0">
                  <emma:literal>0</emma:literal>
                </emma:interpretation>
                <emma:interpretation id="interp2" emma:lang="" emma:confidence="0">
                  <emma:literal>O</emma:literal>
                </emma:interpretation>
                <emma:interpretation id="interp3" emma:lang="" emma:confidence="0">
                  <emma:literal>°</emma:literal>
                </emma:interpretation>
                <emma:interpretation id="interp4" emma:lang="" emma:confidence="0">
                  <emma:literal>,</emma:literal>
                </emma:interpretation>
              </emma:one-of>
            </emma:emma>
          </inkml:annotationXML>
          <inkml:trace contextRef="#ctx0" brushRef="#br0" timeOffset="1664.5198">5632 158 133 0,'0'0'317'0,"0"0"-2"16,0 0-14-16,0 0-10 0,-36-10 5 0,36 10-38 15,0 0-13-15,-36 5-17 0,36-5-12 0,-27 13-22 16,13-7-15-16,1 1-2 0,-1 2-6 0,-1 3-18 16,8 2-6-16,-5 1-16 0,8 3-12 0,-6-2-1 15,7 9-3-15,1-3-15 0,-1 0-8 0,10-6-4 16,-1 6-10-16,2-4-7 0,5 2-6 0,-6-3-8 0,8 3-10 16,4-3 6-16,-5-1-6 0,2-3-12 15,6 2 4-15,0-3-3 0,5-6 6 0,-2 1-1 16,-1-1-5-16,-2-4 14 0,6-4 6 0,-1-3-12 0,2 4 3 15,-9-5 9-15,5-2 4 0,1-3-1 0,-1-1-1 16,-4-9-3-16,-1 2-2 0,1 0-2 0,-4 1 5 16,-4-8-7-16,-4 0-3 0,4-3-7 0,-8 2 1 15,-2-1-8-15,-3-4-3 0,-3-5-5 0,-4 10-7 16,-1 0-4-16,-1 1-8 0,-1 5-8 0,2-3-14 16,-4 10-18-16,2 0-13 0,-2-2-22 0,-4 7-18 15,-3 2-36-15,0 2-18 0,-2 1-40 0,-4 4-39 16,-6 9-55-16,2 0-73 0,4 3-75 0,0 6-242 15,-2 1-720-15,-2-3 318 0</inkml:trace>
        </inkml:traceGroup>
      </inkml:traceGroup>
    </inkml:traceGroup>
    <inkml:traceGroup>
      <inkml:annotationXML>
        <emma:emma xmlns:emma="http://www.w3.org/2003/04/emma" version="1.0">
          <emma:interpretation id="{06BBE7BF-0A4F-4E28-8144-43E2DA2D818D}" emma:medium="tactile" emma:mode="ink">
            <msink:context xmlns:msink="http://schemas.microsoft.com/ink/2010/main" type="paragraph" rotatedBoundingBox="4148,4955 10554,4576 10596,5284 4189,5663" alignmentLevel="1"/>
          </emma:interpretation>
        </emma:emma>
      </inkml:annotationXML>
      <inkml:traceGroup>
        <inkml:annotationXML>
          <emma:emma xmlns:emma="http://www.w3.org/2003/04/emma" version="1.0">
            <emma:interpretation id="{D2231895-35E4-4B1D-8333-4C63D3CE680D}" emma:medium="tactile" emma:mode="ink">
              <msink:context xmlns:msink="http://schemas.microsoft.com/ink/2010/main" type="inkBullet" rotatedBoundingBox="4155,5083 4553,5059 4576,5458 4179,5481"/>
            </emma:interpretation>
            <emma:one-of disjunction-type="recognition" id="oneOf1">
              <emma:interpretation id="interp5" emma:lang="" emma:confidence="0">
                <emma:literal>•</emma:literal>
              </emma:interpretation>
            </emma:one-of>
          </emma:emma>
        </inkml:annotationXML>
        <inkml:trace contextRef="#ctx0" brushRef="#br0" timeOffset="2680.0967">140 1709 177 0,'0'0'331'0,"-12"6"-20"15,12-6-18-15,0 0-15 0,-16 7-27 0,16-7-13 16,-10 8-27-16,10-8-18 0,-7 16-13 0,3-6-19 16,4-10-12-16,-6 22-9 0,0-9-12 0,1 1-13 0,2 4-7 15,1-3-11-15,-3 2-1 0,5-1-14 0,0 2-3 16,0 0-6-16,0 1-8 0,2-1-8 0,1-1-4 16,2 2-1-16,1-3-3 0,1-4 2 0,1 2-6 15,-2-3 5-15,0-3 19 0,7-1 12 0,-13-7 3 16,23 9-2-16,-5-7 2 0,-18-2-7 0,31-2 2 15,-12-3-5-15,-3-2-3 0,5-4-7 0,-2-1-4 16,3-2-7-16,-2-1-1 0,-4-3-7 0,3-1-6 16,-5-2-1-16,-4 5-8 0,-2-8-3 0,-2 3-6 15,-6 0 2-15,0 3-4 0,-1-2-4 0,-6-3-4 16,-7 3 1-16,0 0 0 0,1 3-3 0,-1 7-6 16,-7-9 1-16,-1 3 2 0,-1 6-7 0,-3 3-3 0,-2 0-1 15,1 4-4-15,3 0-6 0,-4 5-8 0,1 4-9 16,0-3-8-16,13 1-33 0,-4 3-24 0,-1 0-36 15,5 3-32-15,2-1-51 0,8 6-56 0,0-6-59 16,1 4-327-16,3-13-711 0,3 19 315 0</inkml:trace>
      </inkml:traceGroup>
      <inkml:traceGroup>
        <inkml:annotationXML>
          <emma:emma xmlns:emma="http://www.w3.org/2003/04/emma" version="1.0">
            <emma:interpretation id="{CF2E4872-58B6-4909-9EF7-EFC7E09B54BB}" emma:medium="tactile" emma:mode="ink">
              <msink:context xmlns:msink="http://schemas.microsoft.com/ink/2010/main" type="line" rotatedBoundingBox="5591,4869 10554,4576 10596,5284 5633,5578">
                <msink:destinationLink direction="with" ref="{87482682-2FD2-4A11-BC86-B049D3BA9921}"/>
              </msink:context>
            </emma:interpretation>
          </emma:emma>
        </inkml:annotationXML>
        <inkml:traceGroup>
          <inkml:annotationXML>
            <emma:emma xmlns:emma="http://www.w3.org/2003/04/emma" version="1.0">
              <emma:interpretation id="{6A93D3BC-08E3-4EE4-9659-D7646D5B2773}" emma:medium="tactile" emma:mode="ink">
                <msink:context xmlns:msink="http://schemas.microsoft.com/ink/2010/main" type="inkWord" rotatedBoundingBox="5602,5043 6344,5000 6368,5396 5625,5440"/>
              </emma:interpretation>
              <emma:one-of disjunction-type="recognition" id="oneOf2">
                <emma:interpretation id="interp6" emma:lang="" emma:confidence="1">
                  <emma:literal/>
                </emma:interpretation>
              </emma:one-of>
            </emma:emma>
          </inkml:annotationXML>
          <inkml:trace contextRef="#ctx0" brushRef="#br0" timeOffset="3273.777">1457 1884 193 0,'-6'-10'268'0,"6"10"-6"0,0 0-9 16,-8-13-7-16,8 13-13 0,-7-19-13 0,7 19-17 16,-1-16-14-16,1 6-6 0,0 10-6 0,-5-19-14 15,5 8 5-15,0 11-15 0,0-21 2 0,5 8-12 0,-4 2-8 16,-1 11-12-16,7-19-7 0,-1 5-8 0,0 2-11 16,2 2-9-16,0-1-2 0,6-1-4 15,0 4-10-15,5-1-9 0,-1 1-6 0,2-1-8 0,7 3-7 16,-5 3-5-16,4 3 0 0,-3-1-7 0,6 4-5 15,-9 2 1-15,1 1-6 0,-1 1-7 16,-1 2 1-16,-3 2-2 0,5 4 4 0,-9-3-13 0,-2 3-5 16,-2 2 4-16,-3-2-4 0,-4 2-3 0,-1-1-1 15,-1 0 0-15,-6 0 15 0,-1 3-15 0,-3-6-1 16,-3 7 2-16,0-1-1 0,-8 0 1 0,3 0 1 16,-3-1 4-16,4-9-6 0,-1 8-1 0,-3-6 2 15,3-1-1-15,3-1 9 0,2-2 1 0,-2 2-9 16,4-1 9-16,12-8-1 0,-21 6-1 0,21-6 4 15,-14 3 2-15,14-3-6 0,0 0 0 0,-13 7 0 16,13-7 8-16,0 0-9 0,0 0 8 0,0 0 4 16,0 0-15-16,0 0 11 0,0 0-5 0,0 0 0 0,71-9 12 15,-44 3-1-15,2 3 29 0,4-5 7 16,8 1 19-16,3-2 5 0,-1 2 2 0,-10-2-15 16,11 4-7-16,-14 2-7 0,4-1-19 0,0-1-24 0,0 2-36 15,-3-3-45-15,-2 3-41 0,-9 2-37 0,-1-2-41 16,-19 3-45-16,24-1-55 0,-24 1-69 0,17-4-245 15,-17 4-658-15,11-11 292 0</inkml:trace>
        </inkml:traceGroup>
        <inkml:traceGroup>
          <inkml:annotationXML>
            <emma:emma xmlns:emma="http://www.w3.org/2003/04/emma" version="1.0">
              <emma:interpretation id="{CD502441-CC44-4F23-A4B4-34A901AB188B}" emma:medium="tactile" emma:mode="ink">
                <msink:context xmlns:msink="http://schemas.microsoft.com/ink/2010/main" type="inkWord" rotatedBoundingBox="7384,4837 7922,4805 7960,5440 7422,5472"/>
              </emma:interpretation>
              <emma:one-of disjunction-type="recognition" id="oneOf3">
                <emma:interpretation id="interp7" emma:lang="" emma:confidence="1">
                  <emma:literal/>
                </emma:interpretation>
              </emma:one-of>
            </emma:emma>
          </inkml:annotationXML>
          <inkml:trace contextRef="#ctx0" brushRef="#br0" timeOffset="4133.1262">3255 1608 216 0,'0'0'331'0,"0"0"-11"16,-11-8-8-16,11 8-21 0,0 0-22 0,0 0-18 16,-16-6-27-16,16 6-18 0,0 0-25 0,0 0-12 15,0 0-17-15,0 0-17 0,-14 21-9 0,14-21-20 16,8 19 1-16,-2-6-13 0,2 0-5 0,-1 2-8 15,5 0-13-15,3 1-1 0,0 1-1 0,11 1-12 0,-3-1-4 16,-2 1-3-16,7-1-8 0,-1 2-1 0,8 4-7 16,-8-7-4-16,-7 1-2 0,4 1-2 15,0-3-1-15,-4-1-10 0,1 1 7 0,-4-4-9 0,-6 0 0 16,-4-4-12-16,4 1-5 0,-8 0-4 0,-3-8-3 16,0 14 1-16,0-14-2 0,-8 15-4 0,-1-7-1 15,9-8 0-15,-26 10-3 0,6-2 0 0,-1-5 3 16,4 2-4-16,-5-3 7 0,1 3 2 0,-6-4 1 15,7-1 3-15,20 0-10 0,-41-1 6 0,23-3 6 16,1 1 15-16,17 3-6 0,-24-8 6 0,13 0 2 16,3 1 18-16,8 7 2 0,-9-15 0 0,9 2 6 15,0 13 5-15,3-19 1 0,3 5 4 0,5 1 5 16,0-2 1-16,3-1 9 0,10-5 6 0,-2 0 9 16,8-3 3-16,-3 5 0 0,8-2-3 0,-3 0 1 15,1-4-10-15,2 1-4 0,-9 3-12 0,4-5 1 16,-7 10-8-16,-3-6-10 0,1 2-4 0,-7 6-4 0,-6-4-3 15,0 4-7-15,-4-6-3 0,-2 2-8 16,-4 3 3-16,-4 2-4 0,3-1-1 0,-8-3 11 0,-3 3-12 16,-4 2-1-16,-7 0 1 0,1-2 7 0,-3 5-7 15,-1 4-5-15,1 1 3 0,0-4-3 0,-1 8-2 16,7 0-5-16,-1 1 8 0,22-1-18 0,-41 7-16 16,27-3-16-16,0 1-34 0,14-5-22 0,-16 15-28 15,9-4-46-15,3 5-64 0,4-1-65 0,4 1-356 16,3-2-724-16,5 1 320 0</inkml:trace>
        </inkml:traceGroup>
        <inkml:traceGroup>
          <inkml:annotationXML>
            <emma:emma xmlns:emma="http://www.w3.org/2003/04/emma" version="1.0">
              <emma:interpretation id="{F8861EE1-243E-4BEF-82C8-0C98D4681263}" emma:medium="tactile" emma:mode="ink">
                <msink:context xmlns:msink="http://schemas.microsoft.com/ink/2010/main" type="inkWord" rotatedBoundingBox="9558,4635 10554,4576 10590,5171 9593,5230"/>
              </emma:interpretation>
              <emma:one-of disjunction-type="recognition" id="oneOf4">
                <emma:interpretation id="interp8" emma:lang="" emma:confidence="0.5">
                  <emma:literal>o</emma:literal>
                </emma:interpretation>
                <emma:interpretation id="interp9" emma:lang="" emma:confidence="0">
                  <emma:literal>O</emma:literal>
                </emma:interpretation>
                <emma:interpretation id="interp10" emma:lang="" emma:confidence="0">
                  <emma:literal>°</emma:literal>
                </emma:interpretation>
                <emma:interpretation id="interp11" emma:lang="" emma:confidence="0">
                  <emma:literal>,</emma:literal>
                </emma:interpretation>
                <emma:interpretation id="interp12" emma:lang="" emma:confidence="0">
                  <emma:literal>0</emma:literal>
                </emma:interpretation>
              </emma:one-of>
            </emma:emma>
          </inkml:annotationXML>
          <inkml:trace contextRef="#ctx0" brushRef="#br0" timeOffset="4492.4387">5387 1397 205 0,'0'0'403'0,"3"-13"16"0,-3 13 1 15,0 0 7-15,8-8-11 0,-8 8-33 0,0 0-32 16,0 0-25-16,0 0-27 0,0 0-21 0,0 0-23 15,0 0-18-15,0 0-19 0,0 0-25 0,10 48-14 16,-10-37-22-16,1 8-10 0,-1 6-17 0,0-1-11 16,4-4-11-16,-3 6-11 0,-1-4-10 0,0 3-8 15,7 1-9-15,-4-2-9 0,1 1-18 0,4 1-35 16,-1-4-46-16,-1-6-66 0,2 2-83 0,0-4-87 16,-2 4-94-16,7-6-94 0,-7-4-319 0,4-1-845 15,-10-7 374-15</inkml:trace>
          <inkml:trace contextRef="#ctx0" brushRef="#br0" timeOffset="4867.4486">5925 1323 323 0,'9'-7'431'16,"-9"7"-45"-16,0 0-50 0,0 0-19 0,0 0-10 15,0 0-23-15,0 0-23 0,0 0-18 0,0 0-23 16,0 0-17-16,0 0-14 0,0 0-19 0,-12 44-5 15,4-28-11-15,6 2-10 0,-3 6-9 0,2-8-14 16,3 8-2-16,-3-2-12 0,3 3-12 0,3 1-6 16,0-1-6-16,0-6-4 0,1 3-6 0,4-4-5 15,3 7-7-15,0-3-9 0,0-6-2 0,1-4-4 16,-2 0-2-16,4 1 1 0,2-1-3 0,3-4 3 16,6 2 0-16,-6-9 5 0,2-1 2 0,-1 0 3 15,9-4-6-15,-4-3 2 0,-1-3 2 0,4-2 1 16,-4-2-4-16,-1 2-7 0,1-4 0 0,-5-6-5 0,0 0 0 15,-2-2-2-15,1-11-11 0,-4 5-4 16,-8-5-11-16,2-3-14 0,-8 7-2 0,-3-6-7 16,-5 8-4-16,0 0-2 0,-4 3-3 0,-3 1-5 0,-7 2-6 15,2 3-15-15,-4 2-28 0,-3 3-25 0,-14 2-46 16,10 7-24-16,-11-2-38 0,-5 3-45 0,0 10-46 16,1-3-55-16,-2 9-59 0,1 1-250 0,4 2-720 15,-3-2 319-15</inkml:trace>
        </inkml:traceGroup>
      </inkml:traceGroup>
    </inkml:traceGroup>
    <inkml:traceGroup>
      <inkml:annotationXML>
        <emma:emma xmlns:emma="http://www.w3.org/2003/04/emma" version="1.0">
          <emma:interpretation id="{26B47200-C21A-464A-BDDC-93222C3B034E}" emma:medium="tactile" emma:mode="ink">
            <msink:context xmlns:msink="http://schemas.microsoft.com/ink/2010/main" type="paragraph" rotatedBoundingBox="4050,5999 10728,5885 10742,6765 4065,6878" alignmentLevel="1"/>
          </emma:interpretation>
        </emma:emma>
      </inkml:annotationXML>
      <inkml:traceGroup>
        <inkml:annotationXML>
          <emma:emma xmlns:emma="http://www.w3.org/2003/04/emma" version="1.0">
            <emma:interpretation id="{01D6C2B1-87DD-4441-8178-9AEF49D41729}" emma:medium="tactile" emma:mode="ink">
              <msink:context xmlns:msink="http://schemas.microsoft.com/ink/2010/main" type="line" rotatedBoundingBox="4050,5999 10728,5886 10742,6765 4065,6878"/>
            </emma:interpretation>
          </emma:emma>
        </inkml:annotationXML>
        <inkml:traceGroup>
          <inkml:annotationXML>
            <emma:emma xmlns:emma="http://www.w3.org/2003/04/emma" version="1.0">
              <emma:interpretation id="{1A4C5559-3E08-4C1B-96B2-3A7DA734767B}" emma:medium="tactile" emma:mode="ink">
                <msink:context xmlns:msink="http://schemas.microsoft.com/ink/2010/main" type="inkWord" rotatedBoundingBox="4050,6015 4869,6001 4884,6864 4065,6878">
                  <msink:destinationLink direction="with" ref="{50DD7582-AC89-4CEC-A934-92DF6D276642}"/>
                </msink:context>
              </emma:interpretation>
              <emma:one-of disjunction-type="recognition" id="oneOf5">
                <emma:interpretation id="interp13" emma:lang="" emma:confidence="1">
                  <emma:literal/>
                </emma:interpretation>
              </emma:one-of>
            </emma:emma>
          </inkml:annotationXML>
          <inkml:trace contextRef="#ctx0" brushRef="#br0" timeOffset="5914.216">248 2603 178 0,'0'0'402'0,"0"0"-23"0,0 0-24 15,-10-7-26-15,10 7-27 0,0 0-23 0,0 0-32 16,0 0-10-16,-25 24-28 0,17-12-24 0,-5 3-16 16,4 1-14-16,-10 7-12 0,5-1-10 0,-2 3-8 15,-3 1-15-15,-1-1-6 0,-1 1-18 0,-4 4-1 0,4-9-9 16,-1-2-5-16,3 4-7 0,-2-5-6 0,1 2-6 16,6-6-2-16,1 0-10 0,2-2-8 0,0-6 2 15,3 2-3-15,8-8-7 0,-6 15 0 0,6-15-2 16,0 0-6-16,-7 9 6 0,7-9-5 0,0 0 0 15,0 0 6-15,49 1-4 0,-28-2 6 0,6-4-4 16,1 1 0-16,7 0 3 0,8-3 7 0,-1-1 3 16,3 3-3-16,0 0-1 0,0 1 7 0,2-4 5 15,-4 1 0-15,1 2 3 0,-11-1-4 0,-3-1-3 16,3 2-2-16,-4-2-4 0,-2-1 7 0,0 2 4 16,-7 2-4-16,-2-2 3 0,-3-1 9 0,4 1 5 15,-11 2 17-15,-8 4 1 0,19-10 5 0,-19 10-1 0,14-12 0 16,-14 12-2-16,8-12-4 0,-8 12-5 0,2-16 0 15,-2 16-2-15,-2-19-6 0,2 19-5 16,-6-23-7-16,4 15-3 0,-4-1-5 0,6 9-2 0,-13-17-1 16,7 8-8-16,3 0 0 0,3 9 1 0,-6-11-4 15,6 11-3-15,0 0-1 0,-13-8 0 0,13 8-7 16,0 0 0-16,0 0-2 0,0 0 0 0,0 0-3 16,-21 28-1-16,20-11 1 0,-5 9-5 0,2 16-7 15,0-2-8-15,2 0-10 0,-3 4-28 0,2 4-39 16,-2 4-51-16,-1 0-62 0,6 0-64 0,-6 0-71 15,-1 1-100-15,6-3-107 0,-1-3-277 0,-1-5-886 16,3-1 392-16</inkml:trace>
        </inkml:traceGroup>
        <inkml:traceGroup>
          <inkml:annotationXML>
            <emma:emma xmlns:emma="http://www.w3.org/2003/04/emma" version="1.0">
              <emma:interpretation id="{3BA8FB3D-D57C-4992-943F-D0C3FD3D4328}" emma:medium="tactile" emma:mode="ink">
                <msink:context xmlns:msink="http://schemas.microsoft.com/ink/2010/main" type="inkWord" rotatedBoundingBox="5795,6171 6922,6152 6929,6607 5802,6627"/>
              </emma:interpretation>
              <emma:one-of disjunction-type="recognition" id="oneOf6">
                <emma:interpretation id="interp14" emma:lang="" emma:confidence="1">
                  <emma:literal/>
                </emma:interpretation>
              </emma:one-of>
            </emma:emma>
          </inkml:annotationXML>
          <inkml:trace contextRef="#ctx0" brushRef="#br0" timeOffset="6445.4955">1616 2934 292 0,'0'0'352'0,"0"0"-1"0,0 0-6 0,0 0-11 0,0 0-9 16,0 0-20-16,0 0-23 0,0 0-17 0,0 0-9 16,0 0-1-16,0 0-8 0,0 0-8 0,0 0-16 15,0 0-16-15,59 5-20 0,-59-5-20 0,28-2-10 16,-28 2-19-16,37 0-18 0,-17 0-11 0,1 2-20 15,-21-2-27-15,36-3-28 0,-12 1-35 0,-24 2-41 16,35 0-33-16,-18-2-48 0,-1 1-42 0,-16 1-47 16,27-2-56-16,-27 2-66 0,22-2-354 0,-22 2-743 15,17-6 329-15</inkml:trace>
          <inkml:trace contextRef="#ctx0" brushRef="#br0" timeOffset="7086.0202">2154 2762 239 0,'0'0'279'16,"0"0"7"-16,0 0-9 0,0 0-4 0,12-13-2 16,-12 13 9-16,0 0-3 0,0 0-9 0,0 0 0 15,0 0-6-15,0 0-7 0,0 0-18 0,0 0-15 0,0 0-12 16,0 0-21-16,0 0-16 0,0 0-9 16,0 0-9-16,0 0-9 0,15 40-9 0,-14-26-8 0,6 1-5 15,-7 7-9-15,0 4-12 0,0-4-11 0,0-2-8 16,0 4-11-16,4 1-6 0,-2-2-8 0,-2 1-4 15,0 2-6-15,6-5-17 0,-4-2-28 0,-2 0-35 16,0-3-37-16,0 1-50 0,0-7-44 0,3 5-51 16,-6-1-40-16,3-14-52 0,-3 19-52 0,3-19-60 15,0 11-238-15,0-11-711 0,0 0 315 0</inkml:trace>
          <inkml:trace contextRef="#ctx0" brushRef="#br0" timeOffset="7464.4464">2449 2824 211 0,'0'0'377'0,"7"-10"-26"0,-7 10-10 0,0 0 0 0,6-8-14 0,-6 8-25 15,0 0-26-15,0 0-23 0,0 0-26 16,0 0-21-16,0 0-10 0,0 0-20 0,0 0-17 0,-27 28-14 16,21-19-5-16,-2 5-13 0,2-2-11 0,1 3-6 15,2 2-6-15,-5 2-12 0,3-3-10 0,3 8-9 16,-1-4-7-16,3-1-4 0,3 3-9 0,-1 3-2 15,3-6-6-15,1-1-8 0,-1-3-1 0,0 3-2 16,7-2-9-16,-4-1 3 0,3-1 3 0,-1-3-7 16,-4-4-6-16,7 1 2 0,-4-3 2 0,-9-5-7 15,25 7 0-15,-25-7-1 0,30-5 0 0,-30 5-3 0,29-10 3 16,-10-1-1-16,-5 0-7 0,2-2-2 0,-2 0 0 16,7-2-1-16,-2-4 4 0,-2 0-4 15,-4-2 1-15,1-2-4 0,-2 2 0 0,-4 2-8 0,-3-7-6 16,-2 8-2-16,-3-8-12 0,0 7-4 0,-3-4-8 15,-3 5-4-15,-4-1-6 0,2 9 1 0,1-6-18 16,-8 7-3-16,-2-3-13 0,0 4-13 0,-6 4-8 16,4 1-17-16,-4-7-15 0,-6 9-44 0,2 1-28 15,7 3-42-15,20-3-51 0,-43 0-285 0,24 2-634 16,2-2 280-16</inkml:trace>
        </inkml:traceGroup>
        <inkml:traceGroup>
          <inkml:annotationXML>
            <emma:emma xmlns:emma="http://www.w3.org/2003/04/emma" version="1.0">
              <emma:interpretation id="{9EC4A337-8CE7-4AED-BD0D-A606D30C6B87}" emma:medium="tactile" emma:mode="ink">
                <msink:context xmlns:msink="http://schemas.microsoft.com/ink/2010/main" type="inkWord" rotatedBoundingBox="7954,5933 10728,5885 10738,6526 7965,6573"/>
              </emma:interpretation>
              <emma:one-of disjunction-type="recognition" id="oneOf7">
                <emma:interpretation id="interp15" emma:lang="" emma:confidence="1">
                  <emma:literal/>
                </emma:interpretation>
              </emma:one-of>
            </emma:emma>
          </inkml:annotationXML>
          <inkml:trace contextRef="#ctx0" brushRef="#br0" timeOffset="9042.4624">5880 2712 2 0,'-4'-9'344'0,"4"9"-26"0,-10-7-16 16,10 7-15-16,0 0-9 0,0 0-22 0,-14-8-21 15,14 8-19-15,0 0-30 0,0 0-11 0,0 0-11 16,0 0-10-16,-32 15-12 0,32-15-8 0,-12 9-16 16,5 1-8-16,7-10-17 0,-9 10-3 0,4-2-6 15,5-8-5-15,0 19-8 0,0-19-8 0,0 19-3 16,5-8-3-16,3-2-7 0,1 4 0 0,4-3-4 15,3 0-2-15,4 6 7 0,1-1-13 0,4-2 6 0,-1 0-7 16,3 0-2-16,0 4 4 0,-2-3 1 0,2 0-6 16,-5-2-8-16,-2 3-3 0,1-4 2 15,-1 0 1-15,-7 0-1 0,0-3 1 0,3 3 5 0,-10-4-9 16,-6-7 2-16,9 12-1 0,-9-12-5 0,7 14-2 16,-7-14 0-16,0 0 1 0,-15 18-1 0,9-11-2 15,-8 0-6-15,-2 1-25 0,-3-3-16 0,3 1-37 16,-11-1-30-16,-1-2-40 0,-5 2-58 0,3-4-67 15,1-2-71-15,-12-4-285 0,11 2-672 0,3-6 297 16</inkml:trace>
          <inkml:trace contextRef="#ctx0" brushRef="#br0" timeOffset="9245.6024">5989 2586 109 0,'32'-12'510'15,"9"1"-43"-15,7-1-33 0,-15 5-42 0,13 0-44 16,-5-1-35-16,-8 2-27 0,-3 1-26 0,0 2-29 16,2-2-36-16,-4 2-48 0,-1 0-38 0,-8 0-44 15,0-1-35-15,3 3-20 0,-22 1-32 0,27-4-29 16,-27 4-35-16,22-7-45 0,-22 7-55 0,14-4-65 16,-14 4-280-16,13-8-573 0,-13 8 254 0</inkml:trace>
          <inkml:trace contextRef="#ctx0" brushRef="#br0" timeOffset="8058.2136">3856 2655 416 0,'0'0'440'0,"-5"-15"-8"0,5 15-1 0,0 0-33 16,0 0-32-16,0 0-30 0,0 0-27 0,0 0-30 15,0 0-28-15,0 0-19 0,0 0-23 0,-17 44-12 16,17-25-21-16,-3 2-14 0,3-1-13 0,-4 7-13 16,3-2-15-16,1 3-9 0,1-2-11 0,-2 4-15 15,1-9-5-15,-3 7-11 0,-4-2-6 0,1-1-14 0,3-1-16 16,1-7-23-16,-4 2-43 0,3-1-44 0,3-4-57 15,-5 3-53-15,4-4-55 0,-4-1-66 16,5-12-76-16,-2 9-333 0,2-9-775 0,0 0 344 0</inkml:trace>
          <inkml:trace contextRef="#ctx0" brushRef="#br0" timeOffset="8495.6593">4156 2850 263 0,'0'0'326'0,"2"-15"-18"0,-2 15-12 0,5-17 3 16,-4 10-9-16,-1 7-29 0,11-20-20 0,-5 11-17 15,4-1-26-15,3 2-21 0,1-5-11 16,-2 2-14-16,3 2-14 0,0 2-14 0,1-2-14 0,2 1-16 16,-3 4-3-16,1-1-10 0,0 2-4 0,1-4-5 15,-17 7-10-15,24-4-4 0,-24 4-13 0,0 0 0 16,33 5-4-16,-25 2-6 0,-8-7 5 0,15 16-13 15,-8-3-1-15,-2 2 2 0,-5 1-5 0,0 5-7 16,-1-3 2-16,-4 5-3 0,-3 2-7 0,-3 0-1 16,1-2 2-16,-4 0-10 0,2-1 0 0,-3 2-2 15,-5 0 8-15,2-2-10 0,-1 0 5 0,-1 1 1 16,-1-5-6-16,-1 2-9 0,8-11 18 0,0 7 1 0,-2-8-5 16,3 0-2-16,2-2 2 0,11-6 2 15,-16 10 1-15,16-10-3 0,-6 4 16 0,6-4 13 0,0 0 1 16,0 0 10-16,0 0-1 0,0 0-2 0,0 0-3 15,0 0-2-15,0 0-4 0,49-14 4 0,-32 8 7 16,7 0 4-16,5 3 11 0,-1-2 7 0,13-2 26 16,-8 1 20-16,13 1 7 0,0 2-5 0,-2-2-10 15,5 3-9-15,-6-3-20 0,-8 2-30 0,-2 0-32 16,-2 5-47-16,3-4-54 0,8 1-62 0,-13-2-71 16,1 2-83-16,-2-1-102 0,-7-3-337 0,-2 2-810 15,-5-3 358-15</inkml:trace>
        </inkml:traceGroup>
      </inkml:traceGroup>
    </inkml:traceGroup>
  </inkml:traceGroup>
</inkml:ink>
</file>

<file path=ppt/ink/ink8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7T08:08:19.792"/>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A401E6EB-88B6-4071-BD7E-9EDC1BA208AA}" emma:medium="tactile" emma:mode="ink">
          <msink:context xmlns:msink="http://schemas.microsoft.com/ink/2010/main" type="writingRegion" rotatedBoundingBox="19859,3421 20824,3421 20824,7014 19859,7014"/>
        </emma:interpretation>
      </emma:emma>
    </inkml:annotationXML>
    <inkml:traceGroup>
      <inkml:annotationXML>
        <emma:emma xmlns:emma="http://www.w3.org/2003/04/emma" version="1.0">
          <emma:interpretation id="{134D3FA0-3434-44A8-9143-4BD0ED9117B5}" emma:medium="tactile" emma:mode="ink">
            <msink:context xmlns:msink="http://schemas.microsoft.com/ink/2010/main" type="paragraph" rotatedBoundingBox="19859,3421 20824,3421 20824,7014 19859,7014" alignmentLevel="1"/>
          </emma:interpretation>
        </emma:emma>
      </inkml:annotationXML>
      <inkml:traceGroup>
        <inkml:annotationXML>
          <emma:emma xmlns:emma="http://www.w3.org/2003/04/emma" version="1.0">
            <emma:interpretation id="{E53FF2C4-2822-4C45-ACA6-DCFEBD534F45}" emma:medium="tactile" emma:mode="ink">
              <msink:context xmlns:msink="http://schemas.microsoft.com/ink/2010/main" type="line" rotatedBoundingBox="19859,3421 20824,3421 20824,7014 19859,7014"/>
            </emma:interpretation>
          </emma:emma>
        </inkml:annotationXML>
        <inkml:traceGroup>
          <inkml:annotationXML>
            <emma:emma xmlns:emma="http://www.w3.org/2003/04/emma" version="1.0">
              <emma:interpretation id="{9F9F2577-80A0-4DB4-94E7-91EBB5F686E5}" emma:medium="tactile" emma:mode="ink">
                <msink:context xmlns:msink="http://schemas.microsoft.com/ink/2010/main" type="inkWord" rotatedBoundingBox="19859,3421 20824,3421 20824,7014 19859,7014"/>
              </emma:interpretation>
              <emma:one-of disjunction-type="recognition" id="oneOf0">
                <emma:interpretation id="interp0" emma:lang="" emma:confidence="1">
                  <emma:literal/>
                </emma:interpretation>
              </emma:one-of>
            </emma:emma>
          </inkml:annotationXML>
          <inkml:trace contextRef="#ctx0" brushRef="#br0">6897-386 86 0,'-5'-30'324'16,"3"2"-12"-16,2 0 0 0,2 2-5 0,1 0-15 16,-3 5-8-16,3-2 3 0,1 5-19 0,-1-1-10 15,-2 7-12-15,-1-3 1 0,0 7-9 0,0 8-14 0,0-20-4 16,0 20-15-16,3-11-6 0,-3 11-16 0,0 0-13 16,0-14-15-16,0 14-11 0,0 0-15 15,0 0-12-15,0 0-10 0,0 0-8 0,-3 47-8 0,6-17-2 16,1-2 0-16,-1 10-10 0,-2 8 2 0,7 4 7 15,-3 1-4-15,-2 24 7 0,5-23-2 0,2 29-9 16,-7 3 3-16,-3 2-1 0,8 0-8 0,-8 4 10 16,-4 4 6-16,8 32 0 0,-1-44-8 0,0 7-2 15,-2 3 2-15,3-2 0 0,-4 2-7 0,0-2 7 16,3 0-15-16,-5-4-1 0,4 2 5 0,-2-3-6 16,5-3-6-16,-7-2-6 0,4-5-2 0,-2 0 11 15,0-5-2-15,0-16-8 0,0 16 1 0,-2 2-7 16,4-21 5-16,-2-1 0 0,-5 1-7 0,2 3-1 15,-2-5-6-15,3 2-37 0,2-4 0 0,-1-3 0 16,2 1 0-16,1-2 0 0,-2-4 0 0,0 1 0 16,0-10 0-16,-6 7 0 0,6-8 0 0,3-2 0 0,-2 0 0 15,-1 5 0-15,0-6 0 0,0-1 0 16,0-6 0-16,0 0 0 0,0 7 0 0,0-12 0 16,-4 4 0-16,4-5 0 0,0 0 0 0,0-13 0 0,0 20 0 15,0-12 0-15,0-8 0 0,0 15 0 0,0-15 0 16,-2 13 0-16,2-13 0 0,0 0 0 0,0 12 0 15,0-12 0-15,0 0 0 0,0 0 0 0,0 0 0 16,0 0 0-16,-2 14 0 0,2-14 0 0,0 0 0 16,0 0 0-16,0 0 0 0,0 0 0 0,0 0 0 15,0 0 0-15,0 0 0 0,0 0 0 0,16 5 0 16,-16-5 0-16,21 3 0 0,-21-3 0 0,44 4 0 16,-16-2 0-16,6 3 0 0,0 0 0 0,15-3 0 0,2 6-69 15,3-4-45-15,4 3-25 0,-7 0-35 16,1-1-29-16,-3 0-43 0,5-6-42 0,-1 2-37 15,-2-4-36-15,-4 2-59 0,-2-6-52 0,-3 0-425 0,-10 4-972 16,0-7 430-16</inkml:trace>
        </inkml:traceGroup>
      </inkml:traceGroup>
    </inkml:traceGroup>
  </inkml:traceGroup>
</inkml:ink>
</file>

<file path=ppt/ink/ink8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7T08:08:08.246"/>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830FB30D-9DDE-48B7-B8A9-716E1D5D451B}" emma:medium="tactile" emma:mode="ink">
          <msink:context xmlns:msink="http://schemas.microsoft.com/ink/2010/main" type="writingRegion" rotatedBoundingBox="12833,3738 28304,3017 28474,6664 13003,7385">
            <msink:destinationLink direction="with" ref="{7FFC08DE-FE7C-4477-9411-3E07F8DA84BB}"/>
          </msink:context>
        </emma:interpretation>
      </emma:emma>
    </inkml:annotationXML>
    <inkml:traceGroup>
      <inkml:annotationXML>
        <emma:emma xmlns:emma="http://www.w3.org/2003/04/emma" version="1.0">
          <emma:interpretation id="{06918755-3414-40CC-9800-C14B465E87F1}" emma:medium="tactile" emma:mode="ink">
            <msink:context xmlns:msink="http://schemas.microsoft.com/ink/2010/main" type="paragraph" rotatedBoundingBox="12821,4110 27329,2714 27524,4738 13016,6135" alignmentLevel="1"/>
          </emma:interpretation>
        </emma:emma>
      </inkml:annotationXML>
      <inkml:traceGroup>
        <inkml:annotationXML>
          <emma:emma xmlns:emma="http://www.w3.org/2003/04/emma" version="1.0">
            <emma:interpretation id="{4D288764-11F6-4B23-AD3A-17CBA1C0AE9F}" emma:medium="tactile" emma:mode="ink">
              <msink:context xmlns:msink="http://schemas.microsoft.com/ink/2010/main" type="line" rotatedBoundingBox="12821,4110 27329,2714 27524,4738 13016,6135"/>
            </emma:interpretation>
          </emma:emma>
        </inkml:annotationXML>
        <inkml:traceGroup>
          <inkml:annotationXML>
            <emma:emma xmlns:emma="http://www.w3.org/2003/04/emma" version="1.0">
              <emma:interpretation id="{35DA517A-30F4-4923-992F-B6133EE11CCF}" emma:medium="tactile" emma:mode="ink">
                <msink:context xmlns:msink="http://schemas.microsoft.com/ink/2010/main" type="inkWord" rotatedBoundingBox="12821,4110 16861,3721 17056,5746 13016,6135"/>
              </emma:interpretation>
              <emma:one-of disjunction-type="recognition" id="oneOf0">
                <emma:interpretation id="interp0" emma:lang="" emma:confidence="1">
                  <emma:literal/>
                </emma:interpretation>
              </emma:one-of>
            </emma:emma>
          </inkml:annotationXML>
          <inkml:trace contextRef="#ctx0" brushRef="#br0">137 50 240 0,'0'0'375'0,"-3"-17"-5"15,-2 7-4-15,5 10-3 0,-1-17-6 0,1 17-2 0,-2-17-12 16,2 17-19-16,-4-10-23 0,4 10-27 16,0 0-12-16,0 0-19 0,0 0-14 0,0 0-22 0,0 0-18 15,0 0-9-15,0 0-11 0,0 0-11 0,4 52-9 16,-4-24-6-16,2 12-6 0,-4 0-3 0,-1 3-2 16,2 4 1-16,-6-4-4 0,6 8-7 0,-1-6 4 15,-3 10-13-15,4-10-4 0,-4 6-7 0,5-6-4 16,-6 6-9-16,4-7-10 0,2 1-4 0,0-4-3 15,-2-2-1-15,1-12-13 0,4 4 9 0,-3-6-22 16,2-2-3-16,-2-3-6 0,4-4-6 0,-4-1-1 16,-1-3-21-16,1-12-10 0,-3 14-16 0,3-14-30 0,0 13-30 15,0-13-31-15,0 0-45 0,-10 6-49 16,10-6-44-16,0 0-40 0,0 0-34 0,-27-32-42 16,15 16-37-16,4-10-56 0,-3-3-369 0,-7 3-893 0,9-4 395 15</inkml:trace>
          <inkml:trace contextRef="#ctx0" brushRef="#br0" timeOffset="485.342">16 161 78 0,'8'-16'234'0,"3"-3"-9"16,0 5-13-16,6-6-9 0,-1 3-17 0,0 3-13 15,4 2-10-15,-1 2-13 0,2 2-14 0,-1 0-11 16,6 6-10-16,0-2-9 0,1 8-5 0,-6-2-8 15,3 10-6-15,-4-5-7 0,1 8-8 0,-4-3-9 16,0 10-6-16,-2 4-5 0,-1-4-5 0,-6 7 1 0,-4-2-4 16,-4 0-6-16,-4 4-1 0,-4-1-3 0,0-4-6 15,-8 7 4-15,-9 4-9 0,1-9-1 16,-7 3 3-16,2-1-3 0,7-8-4 0,-5-6 1 0,-5 7-3 16,6-9 1-16,-3-1-5 0,1-1-1 0,1-4 1 15,0 4 1-15,6-10 3 0,2 2 5 0,2-1 4 16,0 1 3-16,17-4-2 0,-26 3-1 0,26-3 12 15,-20 0 12-15,20 0 3 0,0 0 3 0,-22 0-2 16,22 0 1-16,0 0 8 0,0 0 6 0,0 0-14 16,0 0-1-16,0 0 8 0,0 0 11 0,0 0-4 15,0 0 7-15,0 0 4 0,47 18 8 0,-29-11-7 16,8 5 7-16,0-1-3 0,2-1-8 0,2 3-4 16,0 0-9-16,-5 0-6 0,6 1-9 0,-3 3-7 15,-3 2-8-15,1-5-4 0,0 7-9 0,1-3-8 16,-5 1-14-16,-1-4-11 0,1 3-14 0,-1-4 2 0,-7-1-33 15,0 0-27-15,0-1-23 0,-1 0-21 0,0-3-21 16,-4 2-25-16,5-3-39 0,-1 0-46 16,0-1-45-16,-4 0-279 0,-9-7-631 0,16 8 279 0</inkml:trace>
          <inkml:trace contextRef="#ctx0" brushRef="#br0" timeOffset="874.905">667 1013 199 0,'-33'-24'304'0,"33"24"-7"0,-13-9 1 16,13 9-6-16,-6-13-18 0,6 13-19 0,-4-14-20 15,4 14-24-15,-4-13-11 0,4 13-24 0,6-18-8 16,0 8-14-16,1-1 7 0,2 3-35 0,2-3-3 0,3-1-9 16,1 1-4-16,-3 1-16 0,6-1-17 0,2 4-5 15,2-5-2-15,-1 5-3 0,-2 3-9 0,-2 0-10 16,4 4-5-16,-21 0-1 0,35-3-5 0,-35 3-6 15,28 10-7-15,-17 2 16 0,0-5-20 0,-5 1-2 16,1 6 2-16,-1 9-3 0,-4-4-14 0,-2-1 12 16,-7 0-4-16,-1 5 0 0,1 2 1 0,-8-6-5 15,0 4 7-15,-4 2-8 0,3-4 1 0,-3-1-1 16,-3 0-4-16,0-1 3 0,-4 0-1 0,4-5 4 16,0 3-8-16,0-4 6 0,3-1-5 0,3-4-2 15,2 1 4-15,0-1-9 0,-4-3 2 0,9 0 10 16,9-5-8-16,-16 7 9 0,16-7-7 0,-11 9 5 15,11-9-3-15,0 0-2 0,0 0 0 0,0 0 12 16,0 0-9-16,0 0 3 0,43 3-4 0,-43-3 3 16,55-10 4-16,-20 4-4 0,7 1 2 0,1-6 15 15,3 3-23-15,0-2-18 0,3 1-40 0,-3-4-35 0,3 6-42 16,-5-3-55-16,3 1-66 0,5-2-64 16,-11 3-279-16,4-3-649 0,1 3 287 0</inkml:trace>
          <inkml:trace contextRef="#ctx0" brushRef="#br0" timeOffset="1265.5319">1331 572 311 0,'-15'-3'311'0,"15"3"-4"0,-30-5-6 0,30 5-10 15,-27 4-16-15,27-4-19 0,-26 1-22 0,26-1-14 0,-23 0-18 16,23 0-21-16,0 0-16 0,0 0-15 0,0 0 1 16,0 0 2-16,0 0-12 0,0 0-12 15,0 0 8-15,0 0-22 0,79 2-3 0,-33-2 5 0,3-2-2 16,3-3 5-16,4 5 4 0,1-2 0 0,3 2-12 15,0-7-8-15,20-2-14 0,-27 6-7 0,3-2-6 16,0 1-6-16,-6 1-15 0,-1-4-7 0,-8 3-8 16,-11 3-14-16,-3-1-17 0,-6 1-10 0,-5-3-12 15,-16 4 4-15,26 0-13 0,-26 0-5 0,15-6-22 16,-15 6-26-16,0 0-29 0,0 0-20 0,0 0-25 16,0 0-26-16,0 0-27 0,0 0-38 0,0 0-45 15,0 0-43-15,-64-6-286 0,49 0-663 0,-4 4 294 0</inkml:trace>
          <inkml:trace contextRef="#ctx0" brushRef="#br0" timeOffset="1624.8816">1885 313 194 0,'0'0'329'0,"-6"-12"-22"16,6 12-21-16,0 0-11 0,-3-11-7 0,3 11 15 16,0 0-22-16,0 0-7 0,0 0-18 0,0 0-1 15,0 0-32-15,0 0-18 0,46 17-3 0,-32-10-14 16,0 3-15-16,0 5-11 0,4-5-8 0,2 8-10 15,-1-4-15-15,5 2-9 0,-2-1-9 0,-6-3-10 16,6 2 3-16,5 0-18 0,-2-6-11 0,-1 7 0 16,4-7-11-16,1 2-11 0,-2-2-9 0,-1-1-13 0,-5-3-5 15,3 4 2-15,-9-4-5 0,6 1-6 16,-2-3 1-16,-3-1 0 0,-16-1 1 0,22 6-5 16,-22-6 2-16,17 1 5 0,-17-1 2 0,0 0 0 0,0 0 5 15,21 3-4-15,-21-3 2 0,0 0-5 0,0 0 14 16,0 0-11-16,0 0 0 0,0 0 0 15,-38 27 1-15,24-18 0 0,-2 3 1 0,-1 2 2 0,-4 4-2 16,-4 2-3-16,1 0-1 0,-1-1-3 0,3 4 2 16,-5-4-6-16,5-1-3 0,-2 2-13 0,3 3-22 15,7-10-30-15,-3 1-19 0,7-1-31 0,-2 5-29 16,-3-4-39-16,9 0-45 0,0-2-39 0,6-12-40 16,6 12-273-16,-6-12-636 0,0 0 281 0</inkml:trace>
          <inkml:trace contextRef="#ctx0" brushRef="#br0" timeOffset="2265.4662">2938 229 152 0,'3'-16'440'0,"-3"16"-36"0,0-12-35 0,0 12-21 0,0 0 3 15,0 0-17-15,0 0-10 0,0 0-24 0,0 0-13 16,6 34-21-16,1-8-17 0,-1 3-14 0,0 9-13 15,-4-6-6-15,6 8-6 0,-5 2-8 0,0 6-10 16,-3-4-7-16,0-3-22 0,5 4-12 0,-2-6-12 16,-3 3-15-16,0-2-12 0,0 3-10 0,-3-8-10 15,-4-4-7-15,7-4-8 0,-4-1-5 0,-4 0-8 16,2-8-7-16,4-2-5 0,-4 1-9 0,-1-1 3 16,1-4-13-16,6-5 1 0,0-7-6 0,-8 15-9 15,8-15-3-15,-9 4-11 0,9-4-8 0,0 0-6 16,0 0-2-16,0 0-3 0,-29-31-6 0,24 14 0 15,-1-10-5-15,-3-10-4 0,1-8-1 0,5-2-5 0,1-1-3 16,0-3 4-16,2 1 3 0,-3-4 9 16,6 5 3-16,1 0 2 0,7 3 2 0,-5 1 2 15,3 4 5-15,7 0 1 0,-2 8 1 0,-2-4 0 0,11 4 5 16,-2 0-3-16,7 1-1 0,-1 3 2 0,-2 9 1 16,1 6-2-16,1-1 2 0,-2-2 0 0,0 9 0 15,2 2-3-15,0 0-1 0,-5 6-5 0,-2 2-4 16,1 2 2-16,-4 3-7 0,1 5-1 0,2 7 0 15,-5-1-5-15,-4 6 6 0,-2 2-1 0,-4 5-1 16,0-3-5-16,-7 0 3 0,-3 5-3 0,2 3-6 16,-8-9-1-16,-5 3-11 0,0-4-3 0,-9 6-11 15,-2-1-8-15,5-8-18 0,-2-1-3 0,-10 3-7 16,2 1-8-16,-6-7 6 0,10-5 4 0,-4-3 6 16,10 4 3-16,-5-8 7 0,-1 4 1 0,10-4 1 15,-1 1 12-15,5-4 12 0,5 2 2 0,9-6 6 16,-18 8 6-16,18-8 0 0,0 0 6 0,-8 11 16 0,8-11 11 15,0 0 2-15,19 11 6 0,-4-1 7 0,0-3-3 16,14 3 28-16,-1 4 20 0,4-5 7 16,6 10 1-16,1-2-6 0,-1-1-1 0,-9-3-5 0,10 6-8 15,-4 0-3-15,-10-4-13 0,2-1-15 0,-2 3-32 16,-7-9-28-16,2 6-18 0,1 2-27 0,-7-8-21 16,0-4-37-16,-3 10-38 0,-6-10-44 0,-5-4-50 15,16 8-45-15,-16-8-261 0,0 0-637 0,5 7 282 16</inkml:trace>
          <inkml:trace contextRef="#ctx0" brushRef="#br0" timeOffset="2687.2859">3565 867 118 0,'0'0'405'15,"30"0"11"-15,2 1 16 0,-8 2-21 0,4 1-29 0,-1 3-17 16,-5-5-37-16,5 11-34 0,-5-6-28 0,5 4-31 15,-5 3-32-15,-8-3-30 0,4 2-29 0,-7 1-21 16,0-1-17-16,-8-4-16 0,0 8-6 0,-1-3-15 16,-7 0-16-16,5 1-14 0,-10 1-8 0,-2-2-6 15,-2 0-14-15,-2-1-7 0,-5 3-11 0,2-6-12 16,3 3-1-16,-3-7-11 0,-3 5-5 0,5-3-6 16,-2-3 3-16,0 1 0 0,2-3-12 0,2 2 11 15,-2-1 3-15,17-4 1 0,-20 7 8 0,20-7 3 16,-16 2-1-16,16-2 6 0,0 0 1 0,0 0 6 0,0 0 30 15,0 0-7-15,0 0 1 0,0 0 2 0,0 0 9 16,60-13 17-16,-43 12 4 0,12-1 20 16,-1 4 11-16,0-2 15 0,1 3 20 0,3 2 2 0,-2 1 1 15,0 3-11-15,-4 2-10 0,3 4-7 0,-2 2-5 16,6 4-9-16,-11 1-5 0,-6 0-9 0,-2 0-1 16,-6 1-10-16,3 5-4 0,-8-3-10 0,-4 2-1 15,1-1-11-15,-10-3-5 0,-7 3-11 0,3-1-10 16,-15 1-15-16,-1 0-23 0,-6-3-35 0,7-7-34 15,-17-3-52-15,2 0-28 0,-10-3-28 0,4-4-47 16,-12-5-48-16,4-7-58 0,-24-1-287 0,25-3-715 16,1-1 317-16</inkml:trace>
          <inkml:trace contextRef="#ctx0" brushRef="#br0" timeOffset="4843.3894">1269 301 61 0,'0'0'338'16,"0"0"2"-16,0 0-1 0,-8-11 2 0,8 11 3 15,0 0-17-15,0 0-17 0,0 0-24 0,0 0-22 16,0 0-24-16,0 0-18 0,0 0-22 0,0 0-17 16,0 0-21-16,0 0-14 0,0 0-14 0,-25 23-6 15,15-16-16-15,1 5-11 0,-4-2-10 0,0 2-10 16,-2 1-1-16,-3 3-13 0,1-1-2 0,-4 1-10 0,-1 3-5 16,-6-2-3-16,4-3-8 0,-6 4 4 0,5 0-10 15,-7-6-5-15,4 3-3 0,-1-3 4 16,1 1-7-16,-1-1-5 0,1-4 1 0,7-2-1 0,1 3 2 15,4-7-5-15,0 3 3 0,16-5 2 0,-20 3 16 16,20-3 1-16,-18 5 4 0,18-5 1 0,0 0 1 16,0 0-2-16,0 0-5 0,0 0-2 0,0 0-5 15,0 0 0-15,0 0-14 0,48-30-4 0,-34 27 5 16,-14 3-7-16,33-5-1 0,-17 9 1 0,-16-4-2 16,36 7 3-16,-15-4-4 0,1 8 1 0,3 2-1 15,-3 0 1-15,0-1-4 0,1 3 2 0,3 0 2 16,-5 0-4-16,4 1 1 0,-3 1-1 0,2-3-1 15,3 5 0-15,9 1 1 0,-7-6 2 0,-1 0-1 16,10 4 1-16,0-3-3 0,5 8-1 0,-7-13-2 16,4 6-14-16,-10-2-33 0,11 0-41 0,0-2-47 0,0 0-61 15,-13-5-70-15,2 2-105 0,-3-4-430 16,2 1-869-16,-7-5 385 0</inkml:trace>
        </inkml:traceGroup>
        <inkml:traceGroup>
          <inkml:annotationXML>
            <emma:emma xmlns:emma="http://www.w3.org/2003/04/emma" version="1.0">
              <emma:interpretation id="{D185E35D-3E27-4874-BB41-8EC891D3F3A0}" emma:medium="tactile" emma:mode="ink">
                <msink:context xmlns:msink="http://schemas.microsoft.com/ink/2010/main" type="inkWord" rotatedBoundingBox="17734,3657 20846,3358 20954,4477 17842,4777"/>
              </emma:interpretation>
              <emma:one-of disjunction-type="recognition" id="oneOf1">
                <emma:interpretation id="interp1" emma:lang="" emma:confidence="1">
                  <emma:literal/>
                </emma:interpretation>
              </emma:one-of>
            </emma:emma>
          </inkml:annotationXML>
          <inkml:trace contextRef="#ctx0" brushRef="#br0" timeOffset="10514.8877">4828 197 239 0,'0'0'331'0,"0"0"-33"0,0 0 1 16,0 0-17-16,0 0-22 0,0 0-18 0,60-9-7 16,-27 6-27-16,12-4-17 0,3 4-21 15,5-1-16-15,-1-2-14 0,5 5-13 0,3 1-19 0,-2-5-13 16,1 3-39-16,2 2-30 0,-4-3-38 0,3 6-40 16,-3-3-41-16,-1-5-59 0,-4 3-36 0,-3-2-71 15,-7 1-193-15,-8 3-487 0,-3-5 215 0</inkml:trace>
          <inkml:trace contextRef="#ctx0" brushRef="#br0" timeOffset="10296.1232">5506-321 195 0,'0'0'327'0,"-9"-16"1"0,9 16-1 0,-8-14-11 15,8 14-22-15,-10-9-23 0,10 9-21 0,0 0-23 16,0 0-17-16,0 0-21 0,0 0-9 0,-28 35-16 16,20-9 7-16,0 12-13 0,0 4-12 0,3 2-2 15,-3 0-2-15,0 0-9 0,-4 1-16 0,4 3-7 16,-2-1-7-16,-4-2-14 0,2 2-1 0,0-5-9 16,1 0 1-16,-3 0-8 0,2 1-6 0,4-3-6 15,-5-1-6-15,4-15-5 0,2 3-5 0,-2-5 2 16,6-5-4-16,-9 1-7 0,8-3-7 0,-1-4-3 15,0-2 0-15,1 0 1 0,4-9 6 0,-4 12 19 16,4-12 24-16,0 0 20 0,0 0-1 0,0 0-5 0,0 0-8 16,0 0-12-16,0 0-4 0,4-49-5 0,0 12-8 15,6-4-6-15,-1-6 0 0,1-4-10 16,7-17-5-16,-3 17-4 0,-4 3 0 0,2 0-3 0,3-1-3 16,-1 2-3-16,-1 0-3 0,2 7-3 0,-2 0 1 15,0 11-2-15,7-8-1 0,-9 10 4 0,3 4-1 16,-1-1 2-16,0 2-9 0,1 1 0 0,-1 9-3 15,-2-5 4-15,0 3-7 0,0 2 2 0,-2 5-1 16,1 1 0-16,-10 6-1 0,19-7-2 0,-19 7 3 16,0 0-2-16,38 20 6 0,-24 1-6 0,3 5 4 15,5 7-2-15,-6 5 1 0,5-1 2 0,-2 5-2 0,-5 2-14 16,2-6 1-16,-4 7 2 0,-2-1 0 0,4 1 5 16,-3-1-1-16,-1 0-2 0,-2-4-4 15,-4-2-12-15,3-9-13 0,-7-2-17 0,0 2-20 0,-5-2-47 16,3-2-37-16,-4 0-56 0,0-10-34 0,-7 8-46 15,4-6-24-15,-6-5-68 0,-1 1-75 0,-1-7-232 16,-3-5-749-16,-9 1 332 0</inkml:trace>
          <inkml:trace contextRef="#ctx0" brushRef="#br0" timeOffset="10686.7237">6031 124 97 0,'0'0'314'0,"0"0"-17"16,0 0-5-16,0 0 0 0,0 0-2 0,0 0-4 15,31-14-15-15,-13 12-21 0,-18 2-12 0,31-2-37 16,-4 1-17-16,2 2-21 0,1 1-15 0,3-2-23 0,-5 0-31 15,4-2-35-15,-2 4-33 0,0 0-41 0,-2 0-50 16,-1-1-59-16,-8 3-71 0,3-2-74 0,-22-2-225 16,22 6-534-16,-14-4 237 0</inkml:trace>
          <inkml:trace contextRef="#ctx0" brushRef="#br0" timeOffset="10874.2061">6130 433 222 0,'-12'11'270'15,"5"-2"4"-15,6-1 0 0,1-8-7 0,-2 15 2 16,2-15 6-16,11 11-12 0,7-5-10 0,2-1-19 16,9 0-8-16,13-3-38 0,1-2-11 0,4-2-20 15,-1 2-15-15,2-2-35 0,7 1-32 0,-11-5-43 16,5 6-43-16,0-2-54 0,0-4-56 0,-6 4-65 0,3-6-62 16,-4 0-265-16,-12 4-555 0,0-1 246 15</inkml:trace>
          <inkml:trace contextRef="#ctx0" brushRef="#br0" timeOffset="12061.6271">7183-566 184 0,'0'0'308'16,"0"0"-14"-16,-6-13-5 0,6 13-10 0,0 0-22 16,-4-11-10-16,4 11-22 0,0 0-6 0,-1-15 1 15,1 15-26-15,0 0-17 0,11-8-11 0,-11 8-4 16,11-7-16-16,6 1-3 0,1 0-9 0,4-2 0 16,9-4-5-16,-1 5-12 0,16-6-1 0,-1 2-16 0,-1 2-4 15,2-1-13-15,-7 4-11 0,5-1-14 16,-12 4-21-16,11-2-20 0,-9 0-51 0,-5 4-27 15,-7-4-30-15,-3 5-35 0,-19 0-38 0,33 4-44 16,-33-4-44-16,21-5-34 0,-21 5-278 0,0 0-610 0,0 0 269 16</inkml:trace>
          <inkml:trace contextRef="#ctx0" brushRef="#br0" timeOffset="15686.3747">7682-378 202 0,'0'0'351'0,"0"0"-12"0,-19-12-14 16,19 12-18-16,-6-11-22 0,6 11-18 0,0 0-30 16,2-16-23-16,-2 16-13 0,12-14-29 0,-1 7-6 15,-1-1-21-15,4-2-8 0,0-1-19 0,0 6 14 16,5-3-32-16,-4 2 4 0,0-1-17 0,4 6-1 16,-19 1-13-16,29-2-7 0,-29 2-4 0,27 3-7 15,-27-3 1-15,17 12-12 0,-9-3-1 0,1 2-5 16,-4 1 6-16,6 6-9 0,-11-4-7 0,0 6-1 15,-4 5-9-15,-4 2 2 0,-2-3-6 0,-3 2 1 16,1-2-4-16,-6 2 8 0,4-3-22 0,-5-3-3 16,0 2-4-16,-3-5-5 0,6-4-2 0,-6 2-6 15,-1 3 1-15,7-7 8 0,-3-3-4 0,3 1 5 0,0 0-2 16,2-6 3-16,14-3-1 0,-19 7 4 0,19-7 4 16,-14 9-10-16,14-9 8 0,0 0-1 0,0 0 3 15,0 0 1-15,0 0-5 0,0 0 1 0,0 0 2 16,0 0 2-16,0 0 0 0,0 0 2 0,42-22 12 15,-21 21-13-15,-2-2 1 0,-19 3 2 0,38 0 6 16,-11 4-4-16,-8 0 4 0,1 2 0 0,4 4-10 16,3 0 7-16,-7 4 5 0,-2-1-6 0,2 2 1 15,-5 5-3-15,-8-1 4 0,11 2 1 0,-9-1 4 16,-1 9-7-16,-3-7 7 0,-5 4-3 0,-6 0-1 16,-1-1 4-16,-2 0-5 0,-2-3 2 0,-3-1-1 0,-1 0-4 15,-2 2 3-15,-2-4 0 0,-5-1-6 0,-3-4 3 16,-1-2-18-16,-4 2-10 0,4-6-16 15,-7-1-12-15,-4-4-34 0,-3-3-22 0,9 0-31 0,0-6-39 16,1 1-35-16,-1-8-64 0,-8-6-274 0,13 4-601 16,-7-10 266-16</inkml:trace>
        </inkml:traceGroup>
        <inkml:traceGroup>
          <inkml:annotationXML>
            <emma:emma xmlns:emma="http://www.w3.org/2003/04/emma" version="1.0">
              <emma:interpretation id="{1210FA56-7E4E-4C9A-9C5A-E81D1D94C9B8}" emma:medium="tactile" emma:mode="ink">
                <msink:context xmlns:msink="http://schemas.microsoft.com/ink/2010/main" type="inkWord" rotatedBoundingBox="22045,3678 22858,3600 22911,4149 22098,4228"/>
              </emma:interpretation>
              <emma:one-of disjunction-type="recognition" id="oneOf2">
                <emma:interpretation id="interp2" emma:lang="" emma:confidence="1">
                  <emma:literal/>
                </emma:interpretation>
              </emma:one-of>
            </emma:emma>
          </inkml:annotationXML>
          <inkml:trace contextRef="#ctx0" brushRef="#br0" timeOffset="16576.9346">9209-331 160 0,'-11'-13'357'0,"11"13"-1"0,0 0-24 0,3-16 0 16,-3 16-16-16,3-12-23 0,-3 12-29 0,7-12-20 16,-7 12-16-16,12-13-19 0,-4 8-20 0,-8 5-10 15,19-10-23-15,-8-2-15 0,6 5-6 0,-2 0-14 16,0 1-6-16,0 4-17 0,-15 2-6 0,33-7-11 0,-17 4-8 16,-16 3-8-16,28 0-9 0,-28 0-3 15,22 2-2-15,-22-2-6 0,24 10-2 0,-13-4-4 16,0 2-5-16,-1 5-9 0,1 2 5 0,-8 1 1 0,3-6-7 15,-4 13-6-15,-2-1 3 0,-2 3-1 0,-3-1-4 16,-2 5-4-16,0-3-4 0,-4-4 3 0,-3 4 1 16,-3-3-1-16,1 2-3 0,-6-4-1 0,1-2 3 15,0 0 0-15,-1 0-2 0,2-3-8 0,-5 1 2 16,2-2 3-16,8-5-6 0,-4-2 3 0,3 1-3 16,2-2 4-16,-2 0 3 0,5 3 0 0,1-6-7 15,10-4-1-15,0 0 4 0,-22 9 7 0,22-9-8 0,-11 6-7 16,11-6 0-16,0 0 8 0,-8 8 2 15,8-8-2-15,0 0 1 0,0 0 0 0,0 0 0 16,0 0 2-16,0 0 10 0,0 0 0 0,22 13 8 0,-22-13 3 16,26 0 11-16,-6 1 7 0,-20-1 22 0,46-1 19 15,0-2 14-15,-4 0 21 0,3-2 1 0,4-2-8 16,-2 4-10-16,-1-3-1 0,3 1-12 0,0 1-10 16,-3 3-8-16,-2 1-7 0,-9 1-9 0,-5-1 0 15,1 0-13-15,-2-1-2 0,-5 1-6 0,-4 0-3 16,-20 0-8-16,29-3-1 0,-29 3 2 0,20 0-12 15,-20 0-9-15,0 0-15 0,0 0-23 0,22-4-33 0,-22 4-37 16,0 0-56-16,0 0-57 0,0 0-60 16,0 0-59-16,0 0-70 0,0 0-88 0,-38-20-290 15,38 20-849-15,-19-9 376 0</inkml:trace>
        </inkml:traceGroup>
        <inkml:traceGroup>
          <inkml:annotationXML>
            <emma:emma xmlns:emma="http://www.w3.org/2003/04/emma" version="1.0">
              <emma:interpretation id="{2CB33175-B670-4A17-A473-685EB2DEE297}" emma:medium="tactile" emma:mode="ink">
                <msink:context xmlns:msink="http://schemas.microsoft.com/ink/2010/main" type="inkWord" rotatedBoundingBox="24192,3494 25174,3400 25245,4138 24263,4233"/>
              </emma:interpretation>
              <emma:one-of disjunction-type="recognition" id="oneOf3">
                <emma:interpretation id="interp3" emma:lang="" emma:confidence="1">
                  <emma:literal/>
                </emma:interpretation>
              </emma:one-of>
            </emma:emma>
          </inkml:annotationXML>
          <inkml:trace contextRef="#ctx0" brushRef="#br0" timeOffset="17006.1334">11276-248 262 0,'-13'-9'414'0,"13"9"-2"15,0 0 5-15,-6-7 4 0,6 7-7 0,0 0-21 0,0 0-26 0,0 0-27 0,0 0-21 16,0 0-29-16,0 0-18 0,0 0-22 0,0 0-21 16,19-18-23-16,-19 18-24 0,22-1-18 0,-22 1-16 15,29-4-17-15,-29 4-10 0,36 0-24 0,-9-2-32 16,1 2-39-16,1-1-58 0,-4 1-76 0,5 0-62 16,3 0-71-16,-3 0-63 0,-1 0-71 0,2-2-410 15,-2-1-851-15,1-1 376 0</inkml:trace>
          <inkml:trace contextRef="#ctx0" brushRef="#br0" timeOffset="17302.9659">12142-660 110 0,'0'0'444'0,"0"0"-12"0,3-19-5 15,-3 19-7-15,0 0-11 0,4-13-22 0,-4 13-24 16,0 0-28-16,7-9-25 0,-7 9-12 0,0 0-21 16,0 0-15-16,0 0-12 0,0 0-8 0,29 26-8 15,-23-11-8-15,-4 2-20 0,3 3-14 0,1 4-19 0,0 4-15 16,-3-2-15-16,2 5-17 0,-3 8-17 16,2-1 4-16,0 2-16 0,2 0-12 0,2 1-9 15,-5 2-14-15,0-15-29 0,3 16-44 0,-6 0-54 16,5-4-78-16,-2-12-98 0,-3 3-121 0,0 9-123 15,-1-17-464-15,-1-7-1028 0,-3-2 455 0</inkml:trace>
        </inkml:traceGroup>
        <inkml:traceGroup>
          <inkml:annotationXML>
            <emma:emma xmlns:emma="http://www.w3.org/2003/04/emma" version="1.0">
              <emma:interpretation id="{DDEA0C4A-19E0-4936-BDF5-591C77D29A00}" emma:medium="tactile" emma:mode="ink">
                <msink:context xmlns:msink="http://schemas.microsoft.com/ink/2010/main" type="inkWord" rotatedBoundingBox="26815,3456 27395,3400 27449,3956 26868,4012"/>
              </emma:interpretation>
              <emma:one-of disjunction-type="recognition" id="oneOf4">
                <emma:interpretation id="interp4" emma:lang="" emma:confidence="0.5">
                  <emma:literal>o</emma:literal>
                </emma:interpretation>
                <emma:interpretation id="interp5" emma:lang="" emma:confidence="0">
                  <emma:literal>O</emma:literal>
                </emma:interpretation>
                <emma:interpretation id="interp6" emma:lang="" emma:confidence="0">
                  <emma:literal>0</emma:literal>
                </emma:interpretation>
                <emma:interpretation id="interp7" emma:lang="" emma:confidence="0">
                  <emma:literal>°</emma:literal>
                </emma:interpretation>
                <emma:interpretation id="interp8" emma:lang="" emma:confidence="0">
                  <emma:literal>,</emma:literal>
                </emma:interpretation>
              </emma:one-of>
            </emma:emma>
          </inkml:annotationXML>
          <inkml:trace contextRef="#ctx0" brushRef="#br0" timeOffset="17959.1979">13957-571 9 0,'3'-9'344'0,"-3"9"-16"0,3-12-4 0,-3 12-11 15,0 0-16-15,11-13-12 0,-11 13-13 0,0 0-16 16,0 0-16-16,3-7-19 0,-3 7-13 0,0 0-25 0,0 0-9 16,0 0-5-16,0 0-11 0,0 0-20 0,0 0-3 15,-28 23-4-15,21-10 1 0,-2-1-10 0,-4 2-6 16,7-2-2-16,-4 3-10 0,-1 3-4 0,7-6-3 16,0 7 2-16,-4-2-9 0,2-2-6 0,8 10 6 15,-2-5-9-15,0 5-5 0,6-10-3 0,0 14-8 16,2-3 3-16,5 0 0 0,1-3-4 0,5 3 1 15,-1-7 0-15,5 0-5 0,1 2-1 0,3-10-3 16,11 3-6-16,-10-6 2 0,-3-2-3 0,2-1-1 16,3-4 0-16,-1-1 2 0,-1-6 3 0,-1-1 0 15,0-4-1-15,-3-3 5 0,3-4-1 0,-4 3 0 16,-2-6-7-16,-1-2-6 0,-5 0-1 0,4-13-10 16,-10 6 5-16,-3 4-3 0,-6-12-3 0,0 6 1 0,-6 1-7 15,-2 3 0-15,0-10-6 0,-4 11 1 0,-4 1-1 16,3 5 4-16,-9 3-16 0,-5 3 12 15,3-1-20-15,-4 6-7 0,1-1-9 0,-1 4-24 0,-6 2-28 16,6 5-39-16,-5 0-55 0,3 1-43 0,1 3-77 16,3 3-58-16,0 0-81 0,7 0-97 0,0 0-321 15,5 2-909-15,-2-6 402 0</inkml:trace>
        </inkml:traceGroup>
      </inkml:traceGroup>
    </inkml:traceGroup>
    <inkml:traceGroup>
      <inkml:annotationXML>
        <emma:emma xmlns:emma="http://www.w3.org/2003/04/emma" version="1.0">
          <emma:interpretation id="{BB389804-A5C5-4EB0-8C98-58013B53D146}" emma:medium="tactile" emma:mode="ink">
            <msink:context xmlns:msink="http://schemas.microsoft.com/ink/2010/main" type="paragraph" rotatedBoundingBox="20133,4955 28379,4641 28457,6688 20211,7002" alignmentLevel="2"/>
          </emma:interpretation>
        </emma:emma>
      </inkml:annotationXML>
      <inkml:traceGroup>
        <inkml:annotationXML>
          <emma:emma xmlns:emma="http://www.w3.org/2003/04/emma" version="1.0">
            <emma:interpretation id="{FE364342-3256-4533-9837-1A3B19119F64}" emma:medium="tactile" emma:mode="ink">
              <msink:context xmlns:msink="http://schemas.microsoft.com/ink/2010/main" type="inkBullet" rotatedBoundingBox="20131,5034 20907,4998 20945,5808 20169,5844"/>
            </emma:interpretation>
            <emma:one-of disjunction-type="recognition" id="oneOf5">
              <emma:interpretation id="interp9" emma:lang="" emma:confidence="0">
                <emma:literal>→</emma:literal>
              </emma:interpretation>
            </emma:one-of>
          </emma:emma>
        </inkml:annotationXML>
        <inkml:trace contextRef="#ctx0" brushRef="#br0" timeOffset="30301.2868">7678 963 73 0,'0'0'118'0,"0"0"-15"15,-23 7-14-15,23-7 3 0,0 0-15 0,0 0-10 16,-8 12-6-16,8-12-13 0,0 0-16 0,0 0-19 0,0 0-16 15,0 12-26-15,0-12-35 0,0 0-50 0,0 0-122 16,-4 12 55-16</inkml:trace>
        <inkml:trace contextRef="#ctx0" brushRef="#br0" timeOffset="30926.278">7633 1015 172 0,'0'0'198'0,"0"0"5"0,0 0-5 16,21-33-1-16,-21 33 5 0,3-15 8 0,5 8 7 15,-8 7-5-15,8-15-4 0,-8 15 1 0,9-18 0 16,-9 18 2-16,3-8 0 0,-3 8-6 0,0 0-5 15,4-15-18-15,-4 15-17 0,0 0-7 0,0 0-14 16,0 0-11-16,0 0-10 0,0 0-13 0,0 0-12 16,-24 42-5-16,21-28-9 0,-5 4-5 0,-5 5-16 15,1-2-1-15,-3 6-8 0,-5 5-4 0,-1-7-4 0,-1 7-13 16,-5 0-7-16,2-6-1 0,-7 4-5 0,4-2-6 16,1-8 7-16,-1 6-4 0,2-7-6 15,1 0 4-15,-2 2-1 0,5-7-8 0,0 0 4 0,3-2-7 16,3-5 1-16,2 0 4 0,3-3-2 0,11-4-2 15,-16 8 2-15,16-8-2 0,0 0-4 0,0 0 4 16,0 0 7-16,0 0-4 0,0 0 1 0,0 0 2 16,0 0-3-16,41-28-1 0,-27 21-2 0,5 2 6 15,-1-3-4-15,2 2-1 0,9 1 5 0,-4-1-9 16,0 5 8-16,2-3-1 0,2 4 1 0,-1 4 1 16,4-4 1-16,-1 0-18 0,-2 1 19 0,4 2 1 15,-3-2-2-15,-2-1 0 0,4 0-2 0,-2 2 2 0,-2-2-2 16,1 0 5-16,-2 0-6 0,0 0 3 0,-7-2-2 15,-20 2-5-15,35 0 0 0,-15-4-1 16,-20 4-2-16,19-1 15 0,-19 1 16 0,19-6 15 0,-19 6 12 16,13-6 0-16,-13 6 4 0,8-9 0 0,-8 9-2 15,1-17-7-15,-1 17-3 0,2-18 2 16,1 7-3-16,-8-3 0 0,-1 0-9 0,5-2-2 0,-1 1 1 16,-3-1 0-16,4-1-2 0,-4-2 5 0,-3 3-2 15,2 0 1-15,3 0-1 0,-2 2 0 0,2 1 5 16,-4 0 4-16,3 5 2 0,4 8 0 0,-8-14 3 15,8 14-8-15,-7-12 1 0,7 12-2 0,0 0-8 16,-9-7 1-16,9 7-8 0,0 0-4 0,0 0-1 16,0 0 0-16,-19 31-2 0,6-9-3 0,7 3-4 15,1 1-3-15,-4 4 2 0,2-1-2 0,3 14-3 16,-1-5-2-16,-3 4-1 0,2-6-5 0,-1 3-1 16,-1-1-3-16,4-8-14 0,2 1-20 0,-6 8-28 0,0-13-24 15,2-1-33-15,0-6-36 0,1 0-58 16,3-4-48-16,1 1-46 0,-4 0-45 0,3-4-49 15,2-12-42-15,-1 15-346 0,1-15-855 0,0 0 377 0</inkml:trace>
      </inkml:traceGroup>
      <inkml:traceGroup>
        <inkml:annotationXML>
          <emma:emma xmlns:emma="http://www.w3.org/2003/04/emma" version="1.0">
            <emma:interpretation id="{E896C2E9-5677-4312-B69F-5EE1B2F49840}" emma:medium="tactile" emma:mode="ink">
              <msink:context xmlns:msink="http://schemas.microsoft.com/ink/2010/main" type="line" rotatedBoundingBox="21734,4950 28379,4640 28416,5418 21770,5728"/>
            </emma:interpretation>
          </emma:emma>
        </inkml:annotationXML>
        <inkml:traceGroup>
          <inkml:annotationXML>
            <emma:emma xmlns:emma="http://www.w3.org/2003/04/emma" version="1.0">
              <emma:interpretation id="{BBD0392D-38C4-4F95-8B84-EDFAF00569F9}" emma:medium="tactile" emma:mode="ink">
                <msink:context xmlns:msink="http://schemas.microsoft.com/ink/2010/main" type="inkWord" rotatedBoundingBox="21735,4984 23520,4901 23547,5466 21762,5549"/>
              </emma:interpretation>
              <emma:one-of disjunction-type="recognition" id="oneOf6">
                <emma:interpretation id="interp10" emma:lang="" emma:confidence="1">
                  <emma:literal/>
                </emma:interpretation>
              </emma:one-of>
            </emma:emma>
          </inkml:annotationXML>
          <inkml:trace contextRef="#ctx0" brushRef="#br0" timeOffset="32770.0306">8825 1204 180 0,'0'0'304'0,"0"0"-9"15,0 0-12-15,0 0-4 0,0 0-13 0,-29-18-15 0,29 18-21 16,0 0-21-16,0 0-9 0,0 0-18 0,-15-5-9 16,15 5-15-16,0 0 2 0,0 0-2 0,0 0-1 15,0 0-5-15,0 0-8 0,0 0 0 0,0 0-9 16,0 0-1-16,0 0-5 0,0 0-9 0,0 0 4 15,0 0-3-15,0 0-4 0,0 0-6 0,0 0-7 16,27-11-4-16,-27 11-12 0,26 0-11 0,-26 0-8 16,32-2-8-16,-5-1-5 0,-5 3-6 0,-22 0-9 15,49 3-12-15,-21-6-31 0,-2 1-38 0,2 1-50 16,1-1-36-16,-12 0-47 0,4 2-62 0,-21 0-66 16,42-3-60-16,-31 3-350 0,-11 0-769 0,30-3 340 15</inkml:trace>
          <inkml:trace contextRef="#ctx0" brushRef="#br0" timeOffset="33066.847">9580 969 265 0,'2'-9'351'0,"-2"9"-13"0,1-19 6 15,4 8-3-15,-2 1 17 0,-3 10-18 0,7-17-17 16,-7 8-11-16,0 9-12 0,4-17-16 0,-4 17-12 16,2-10-14-16,-2 10-26 0,0 0-20 0,0 0-15 15,0 0-16-15,0 0-10 0,0 0-10 0,0 0-15 16,0 0-11-16,-8 36-11 0,7-17-12 0,-3-1-10 0,3 9-11 16,1 0 1-16,0 2-18 0,0 1-11 15,-2 2-3-15,4 5-6 0,-2-8-8 0,1 9-14 16,3-9-15-16,-3-2-35 0,1 2-42 0,2-6-62 0,3 1-45 15,-4-4-96-15,3-2-84 0,1-3-82 0,-3-2-402 16,1-1-900-16,6-7 400 0</inkml:trace>
          <inkml:trace contextRef="#ctx0" brushRef="#br0" timeOffset="33488.6942">10047 834 102 0,'0'0'344'0,"4"-15"-23"0,-4 15-23 16,0 0-20-16,0 0-23 0,0 0-11 0,0 0-13 15,0 0-9-15,0 0-11 0,0 0-6 0,0 0-8 0,10 45-3 16,-10-32 9-16,0 4-24 0,0-1-8 0,0 1-18 16,0 3-12-16,1 6-14 0,-1-3-11 15,0 3-1-15,7-2-19 0,-7 2-9 0,4-8-9 0,3 4-5 16,-4 3-7-16,3-2-1 0,8-2-10 15,-6-2-6-15,3 0-2 0,5 0-2 0,-5-1-11 16,4-4 11-16,-4 1-1 0,3-3 9 0,5 2-7 0,-3-5 2 16,4-2 4-16,1-1 5 0,-2-1-2 0,11-2-2 15,-11-4 0-15,-19 1-1 0,49-6-6 0,-24 1-3 16,-5-3-1-16,1 1 1 0,-4-2-7 0,5-7 1 16,-1 1-7-16,-7 0 1 0,-3 1-5 0,-1 2-1 15,1-7-6-15,-5-4-2 0,-1-3 1 0,-2 9-1 16,-4-9-4-16,-6 3-4 0,-5-2-1 0,-3 3-3 15,1 2-2-15,-3 1-4 0,-2 0-1 0,-2 3-7 16,1 0-2-16,-2 1-6 0,1 8-9 0,-6-6-19 16,5 8-29-16,0 2-9 0,1-4-22 0,1 3-28 15,4 0-31-15,16 4-35 0,-33-3-41 0,17 3-45 16,16 0-56-16,0 0-77 0,-33 2-229 0,33-2-698 16,0 0 308-16</inkml:trace>
        </inkml:traceGroup>
        <inkml:traceGroup>
          <inkml:annotationXML>
            <emma:emma xmlns:emma="http://www.w3.org/2003/04/emma" version="1.0">
              <emma:interpretation id="{FD9499EB-ED2C-457B-8A6A-22AC097946D7}" emma:medium="tactile" emma:mode="ink">
                <msink:context xmlns:msink="http://schemas.microsoft.com/ink/2010/main" type="inkWord" rotatedBoundingBox="25011,4868 26141,4815 26165,5338 25035,5391"/>
              </emma:interpretation>
              <emma:one-of disjunction-type="recognition" id="oneOf7">
                <emma:interpretation id="interp11" emma:lang="" emma:confidence="1">
                  <emma:literal/>
                </emma:interpretation>
              </emma:one-of>
            </emma:emma>
          </inkml:annotationXML>
          <inkml:trace contextRef="#ctx0" brushRef="#br0" timeOffset="34598.0126">12063 844 8 0,'-11'-18'427'16,"10"9"-12"-16,1 9-1 0,-7-19-11 0,7 19-1 0,0-11-11 15,0 11-21-15,0 0-29 0,0 0-29 0,-1-13-34 16,1 13-19-16,0 0-20 0,0 0-16 16,0 0-14-16,0 0-12 0,0 0-12 0,12 34-13 0,-9-18-12 15,1 2-16-15,-1-1 0 0,1-1-15 0,0 10-13 16,0-1-9-16,-4 3-14 0,5-2-8 0,-2 0-10 15,-3 0-6-15,5-2-12 0,-5 1-5 0,0-1-31 16,-3-4-27-16,6 4-52 0,-3 1-50 0,2-10-73 16,-1 0-73-16,-1 0-75 0,0 1-82 0,3-6-94 15,-3-10-270-15,4 14-838 0,-4-14 371 0</inkml:trace>
          <inkml:trace contextRef="#ctx0" brushRef="#br0" timeOffset="35003.9223">12512 996 206 0,'-5'-21'330'0,"-1"6"-7"15,6 1-9-15,-3 4-4 0,3 10-17 0,-5-22 9 16,5 5-16-16,0 17-21 0,5-22-17 0,1 6-18 0,-3 6-15 16,4-4-12-16,-1 3-9 0,3-3-20 0,4 2-14 15,1 1-21-15,0-1-4 0,2 5-19 0,2-1-6 16,-3 3-16-16,0-5-10 0,4 3-9 0,-4 3-7 0,-15 4-7 0,29-2-8 15,-29 2-6-15,28 7-6 0,-15-1-8 0,0 5-1 16,-2-2-4-16,0 10 2 0,-2-3-2 0,-2 3-7 16,-3 7-2-16,-1 4-3 0,-3-2-3 0,-3 2-2 15,-1-3 3-15,-6 0-2 0,-1 2-4 0,2 0-1 16,-10-7-1-16,4 4-5 0,-7-1 2 0,2-2 1 16,1-4-1-16,3-2 0 0,-1-5 1 0,-1 3-10 15,4-5 9-15,-2 1 1 0,2-3-1 0,3 0 4 16,11-8-4-16,-14 10 0 0,14-10 0 0,-8 8 2 0,8-8 2 15,0 0 5-15,0 0 3 0,0 0 5 0,0 0 0 16,0 0 3-16,0 0-2 0,0 0 2 0,55 2 0 16,-55-2-1-16,49-7-3 0,-19 5-2 0,3-2-3 15,10 0-2-15,-2 1-3 0,-6 3 4 0,7-3-9 16,-12 3-26-16,13-1-47 0,-8-3-70 0,8 1-79 16,-10-1-91-16,0 0-106 0,10-3-336 0,-2 1-811 15,-11-1 359-15</inkml:trace>
        </inkml:traceGroup>
        <inkml:traceGroup>
          <inkml:annotationXML>
            <emma:emma xmlns:emma="http://www.w3.org/2003/04/emma" version="1.0">
              <emma:interpretation id="{07309D46-AB6C-4FE2-801E-F8C05F518A0B}" emma:medium="tactile" emma:mode="ink">
                <msink:context xmlns:msink="http://schemas.microsoft.com/ink/2010/main" type="inkWord" rotatedBoundingBox="27058,4702 28379,4640 28416,5418 27094,5480"/>
              </emma:interpretation>
              <emma:one-of disjunction-type="recognition" id="oneOf8">
                <emma:interpretation id="interp12" emma:lang="" emma:confidence="0.5">
                  <emma:literal>5</emma:literal>
                </emma:interpretation>
                <emma:interpretation id="interp13" emma:lang="" emma:confidence="0.5">
                  <emma:literal>s -</emma:literal>
                </emma:interpretation>
                <emma:interpretation id="interp14" emma:lang="" emma:confidence="0">
                  <emma:literal>S -</emma:literal>
                </emma:interpretation>
                <emma:interpretation id="interp15" emma:lang="" emma:confidence="0">
                  <emma:literal>5 -</emma:literal>
                </emma:interpretation>
                <emma:interpretation id="interp16" emma:lang="" emma:confidence="0">
                  <emma:literal>s _</emma:literal>
                </emma:interpretation>
              </emma:one-of>
            </emma:emma>
          </inkml:annotationXML>
          <inkml:trace contextRef="#ctx0" brushRef="#br0" timeOffset="35550.7522">14413 793 36 0,'-22'-14'358'16,"14"9"-15"-16,8 5-17 0,-20-9-13 0,7 5-23 0,13 4-25 15,-17-3-19-15,17 3-27 0,0 0-26 0,-29 3-17 16,29-3-16-16,-20 6-20 0,20-6-10 0,-19 17-13 16,11-8-6-16,0 2-9 0,0 1-4 0,3-1-8 15,4 6-8-15,-4-4-6 0,3-2-6 0,2 3-9 16,0 1-3-16,2 0-8 0,3-1-7 0,-2-4 1 16,3 2-1-16,5 2-6 0,-3-3 1 0,5 2 0 15,-2-3-3-15,3 2-13 0,0-4 10 0,4 5-11 16,4-5 1-16,-6 0 0 0,6 5-2 0,3-4 6 15,-6 3-7-15,-2-1 6 0,9-2-12 0,-9-1 12 16,2 3-6-16,-3-3-1 0,-2 4 1 0,0-1-7 16,-3 0 7-16,-1-1-3 0,-2-2 2 0,-2 2-2 15,-1 2 6-15,-5-12 1 0,3 17 1 0,-3-1 0 16,-8-5 2-16,0 3-5 0,-5-4 0 0,2 3 8 0,-4-5-12 16,-1 4-1-16,-6 1 0 0,3-1-17 0,1-4 3 15,-7 3-22-15,-3-3-7 0,4-2-22 0,-3-2-27 16,0-3-25-16,-1-1-36 0,1-4-40 0,-2-3-47 15,1-1-44-15,-1-8-60 0,3 2-274 0,2-1-650 16,-6-14 288-16</inkml:trace>
          <inkml:trace contextRef="#ctx0" brushRef="#br0" timeOffset="35785.1087">14532 685 181 0,'49'-18'556'0,"6"-1"-14"0,0 5-20 0,4-1-52 15,-4-2-40-15,-1 4-40 0,4 3-35 0,-7 2-27 0,-2 1-32 16,-6-2-33-16,2 6-27 0,-2 0-21 0,-11 0-26 16,1 2-13-16,-3-1-18 0,-5 1-20 0,-3 1-11 15,-22 0-11-15,34-3-14 0,-19 2-12 0,-15 1-17 16,27 0-21-16,-27 0-18 0,0 0-22 0,27 4-29 16,-27-4-31-16,0 0-42 0,0 0-56 0,0 0-46 15,18-3-50-15,-18 3-54 0,0 0-56 0,0 0-49 16,0 0-311-16,0 0-770 0,0 0 341 0</inkml:trace>
        </inkml:traceGroup>
      </inkml:traceGroup>
      <inkml:traceGroup>
        <inkml:annotationXML>
          <emma:emma xmlns:emma="http://www.w3.org/2003/04/emma" version="1.0">
            <emma:interpretation id="{F01D4283-149A-481B-80CB-E3E88420FA37}" emma:medium="tactile" emma:mode="ink">
              <msink:context xmlns:msink="http://schemas.microsoft.com/ink/2010/main" type="line" rotatedBoundingBox="20602,6199 28203,5910 28233,6696 20632,6986"/>
            </emma:interpretation>
          </emma:emma>
        </inkml:annotationXML>
        <inkml:traceGroup>
          <inkml:annotationXML>
            <emma:emma xmlns:emma="http://www.w3.org/2003/04/emma" version="1.0">
              <emma:interpretation id="{ACC31CDC-DE04-4228-9E19-DD0816BA8239}" emma:medium="tactile" emma:mode="ink">
                <msink:context xmlns:msink="http://schemas.microsoft.com/ink/2010/main" type="inkWord" rotatedBoundingBox="20606,6292 21050,6275 21071,6830 20627,6847"/>
              </emma:interpretation>
            </emma:emma>
          </inkml:annotationXML>
          <inkml:trace contextRef="#ctx0" brushRef="#br0" timeOffset="37407.6482">7837 2217 226 0,'-6'-11'362'16,"6"11"1"-16,-11-11-11 0,11 11-11 0,-8-8-9 0,8 8-16 15,0 0-15-15,-21-6-18 0,21 6-17 16,0 0-27-16,0 0-11 0,-30 9-22 0,30-9-3 0,-19 12-8 16,10-1-2-16,-4 1-11 0,4 2-13 0,-2 0-13 15,3 2-13-15,-2 2-8 0,1-3-3 0,1 9-17 16,-2-3-23-16,9 4-8 0,-2 0-6 0,-1-1-4 16,4 4-9-16,4-2-4 0,-4-3-7 0,6 3-4 15,0-1-2-15,2-2-5 0,0 0-4 0,5 0-2 16,-5-6-3-16,0 1-2 0,4-4-2 0,-1 2-1 15,0-5-4-15,4 0 5 0,-1 0-1 0,3-3 6 16,-3-2 5-16,2-5 6 0,-16-1 4 0,37 3 9 16,-37-3 2-16,34-7 4 0,-15 0-7 0,-1-2 6 15,2 0-2-15,-1-2 10 0,-3-2-7 0,4-5-6 16,-4 1-1-16,2-2-6 0,-4-4-6 0,-1 2-4 0,-2-4-5 16,-5 2-4-16,-1-4 3 0,-2-2-14 15,2 2 3-15,-10-1-12 0,-1 3 4 0,-2-1-4 16,0 2 5-16,-7 3-14 0,3 6 1 0,-10-7-2 0,4 6-10 15,-1 1 2-15,-1-6-6 0,4 13-7 0,-3 1-9 16,-3 1-18-16,3 1-25 0,-2 3-29 0,-1 0-33 16,22 2-42-16,-34 2-36 0,34-2-66 0,-24 6-42 15,10 1-59-15,1 0-56 0,13-7-72 0,-14 13-300 16,14-13-870-16,-10 10 385 0</inkml:trace>
        </inkml:traceGroup>
        <inkml:traceGroup>
          <inkml:annotationXML>
            <emma:emma xmlns:emma="http://www.w3.org/2003/04/emma" version="1.0">
              <emma:interpretation id="{8008B531-F455-471D-8934-3BF196366D7C}" emma:medium="tactile" emma:mode="ink">
                <msink:context xmlns:msink="http://schemas.microsoft.com/ink/2010/main" type="inkWord" rotatedBoundingBox="23036,6328 23984,6292 24004,6817 23056,6853"/>
              </emma:interpretation>
              <emma:one-of disjunction-type="recognition" id="oneOf9">
                <emma:interpretation id="interp17" emma:lang="" emma:confidence="1">
                  <emma:literal/>
                </emma:interpretation>
              </emma:one-of>
            </emma:emma>
          </inkml:annotationXML>
          <inkml:trace contextRef="#ctx0" brushRef="#br0" timeOffset="38657.5949">10187 2442 87 0,'-14'-11'348'0,"0"4"-9"0,0 0-13 0,-1-1-23 16,1-3-16-16,1-1-1 0,1 3 4 0,4 2-11 15,8 7-4-15,-10-17-15 0,9 8-24 0,1 9-19 16,1-18-25-16,-1 18-13 0,10-24-21 0,3 15-15 16,1-1-15-16,0-4-11 0,5 7-12 0,-2-2-9 15,9-1-7-15,-6 3-12 0,-2-2-7 0,2 6-9 16,7-6-8-16,-6 8-3 0,-1 0-11 0,-20 1 10 15,30 1-13-15,-14 3-4 0,-16-4-1 0,20 10-3 16,-5 0-2-16,-4 0 0 0,-2 6-3 0,-2 0-9 0,-3 6-2 16,-1 2 7-16,-3 0-2 0,-1-1-6 15,-4 6 3-15,-3-2 3 0,2 0-6 0,-4 1 0 16,-2-3 0-16,-2 4-13 0,-1-5 12 0,1-1-4 0,-6 0 1 16,2-3-2-16,-2-2 3 0,1 1-2 15,-2-5-3-15,5-1 2 0,1-3 1 0,0-3-1 16,1 4-1-16,3-3 4 0,-5-2-1 0,16-6-1 0,-14 7 7 15,14-7 3-15,-13 5 2 0,13-5 2 0,0 0 13 16,0 0 9-16,0 0 9 0,0 0 2 0,0 0 1 16,0 0 5-16,0 0 6 0,0 0-9 0,0 0 6 15,73-9 6-15,-29 2 7 0,1-3 18 0,2-1 10 16,5 3 23-16,-1-7-19 0,1 7-10 0,2-3-9 16,-1 2-12-16,-2 4-11 0,3-4-21 0,2 0-34 15,-7 5-59-15,-1 0-66 0,-16-2-82 0,10 3-79 16,-13-2-65-16,-9 5-69 0,1-7-88 0,-5 2-364 15,-4 2-933-15,-12 3 412 0</inkml:trace>
        </inkml:traceGroup>
        <inkml:traceGroup>
          <inkml:annotationXML>
            <emma:emma xmlns:emma="http://www.w3.org/2003/04/emma" version="1.0">
              <emma:interpretation id="{2DF6A234-8994-4F26-BE72-2148B50839EE}" emma:medium="tactile" emma:mode="ink">
                <msink:context xmlns:msink="http://schemas.microsoft.com/ink/2010/main" type="inkWord" rotatedBoundingBox="25454,6014 26080,5990 26110,6777 25484,6801"/>
              </emma:interpretation>
              <emma:one-of disjunction-type="recognition" id="oneOf10">
                <emma:interpretation id="interp18" emma:lang="" emma:confidence="1">
                  <emma:literal/>
                </emma:interpretation>
              </emma:one-of>
            </emma:emma>
          </inkml:annotationXML>
          <inkml:trace contextRef="#ctx0" brushRef="#br0" timeOffset="39503.1445">12528 2106 242 0,'8'-11'320'0,"-8"11"-11"0,6-16-11 0,-6 16-12 16,5-14-10-16,-4 5-12 0,-1 9-10 0,2-11-30 15,-2 11-17-15,0 0-14 0,0 0-25 0,0 0 13 16,-2-14-36-16,2 14-5 0,0 0-10 0,0 0-13 15,0 0-11-15,-19-9-8 0,19 9-1 0,0 0-11 16,0 0-9-16,0 0-10 0,0 0-8 0,-28 21-5 16,25-12 0-16,3-9 1 0,-5 20-15 0,5-5 2 15,0-3-9-15,5 4-5 0,-2-2-2 0,3 5-3 16,2-5 2-16,5 4-1 0,1 0-3 0,2 1 4 16,4 0-7-16,1 2 1 0,6-4-2 0,0 0 5 15,7 3-4-15,-4-4 10 0,10 7-3 0,-4-4 6 16,-1-2 4-16,-5-1-6 0,-1-2-2 0,7 5 0 15,-9-5-3-15,0 2-3 0,-5 1-3 0,0-5 3 0,-8 2-7 16,-1-5-5-16,1 5 6 0,-8-4-8 0,-4-1 2 16,4 3-8-16,-6-12-5 0,-16 25-6 15,9-14 1-15,-11 0-2 0,-6 4-4 0,-1-7 4 0,-3 5 1 16,-2-5-3-16,3 4-9 0,-3-6 11 0,1-1 0 16,2 2 3-16,-1-5 1 0,7-1-3 15,2-1 4-15,19 0 3 0,-37-1 5 0,37 1-15 0,-26-2 18 16,26 2 6-16,-14-5 4 0,14 5 1 0,-9-11 19 15,9 11 6-15,-2-14 10 0,2 14-1 0,11-15-7 16,-1 2 0-16,4 1 1 0,5-6 10 0,1-1 9 16,1 2 9-16,4-1 7 0,-1-3 7 0,-2-1 11 15,11-4 4-15,-4 0-11 0,1-3 1 0,0 2-19 16,-2-3-7-16,-6 7-9 0,-4 0-1 0,5 0-5 16,-4-1-5-16,-1 0-5 0,-4-2-4 0,-6 0-8 15,0 4 6-15,0-4 2 0,-4 1-15 0,-2 2-2 16,-2 1-3-16,-3 1-5 0,0-2 2 0,-5 4 0 15,-2 2-4-15,-1 1 0 0,-9-2-4 0,9 5-5 16,-7 0-2-16,4 1-6 0,-3 5-6 0,-2-4-4 16,3 8-7-16,-5-2-18 0,1 3-9 0,-7 2-16 0,27 0-29 15,-43 2-20-15,21 2-23 0,3-3-33 0,-2 6-33 16,1 0-33-16,3 0-29 0,-2-1-42 0,1 3-39 0,4-3-48 16,-3 6-312-16,2-6-768 0,6 0 341 15</inkml:trace>
        </inkml:traceGroup>
        <inkml:traceGroup>
          <inkml:annotationXML>
            <emma:emma xmlns:emma="http://www.w3.org/2003/04/emma" version="1.0">
              <emma:interpretation id="{8B1E9AA6-74E5-4512-A7C1-408EDF70C13B}" emma:medium="tactile" emma:mode="ink">
                <msink:context xmlns:msink="http://schemas.microsoft.com/ink/2010/main" type="inkWord" rotatedBoundingBox="27367,5981 28205,5949 28229,6571 27391,6603"/>
              </emma:interpretation>
              <emma:one-of disjunction-type="recognition" id="oneOf11">
                <emma:interpretation id="interp19" emma:lang="" emma:confidence="0.5">
                  <emma:literal>10</emma:literal>
                </emma:interpretation>
                <emma:interpretation id="interp20" emma:lang="" emma:confidence="0.5">
                  <emma:literal>, o</emma:literal>
                </emma:interpretation>
                <emma:interpretation id="interp21" emma:lang="" emma:confidence="0">
                  <emma:literal>. o</emma:literal>
                </emma:interpretation>
                <emma:interpretation id="interp22" emma:lang="" emma:confidence="0">
                  <emma:literal>, °</emma:literal>
                </emma:interpretation>
                <emma:interpretation id="interp23" emma:lang="" emma:confidence="0">
                  <emma:literal>I o</emma:literal>
                </emma:interpretation>
              </emma:one-of>
            </emma:emma>
          </inkml:annotationXML>
          <inkml:trace contextRef="#ctx0" brushRef="#br0" timeOffset="40206.2166">14484 1954 46 0,'-4'-15'430'0,"4"15"9"0,-4-14 2 16,4 14 5-16,-6-15-5 0,6 15-10 0,-1-15-12 15,1 15-22-15,0-11-30 0,0 11-35 0,0 0-28 16,0 0-30-16,-7-11-24 0,7 11-21 0,0 0-12 16,0 0-30-16,0 0-21 0,0 0-16 0,0 0-13 15,7 54-19-15,-7-27-6 0,1 2-14 0,-2-3-10 16,2 3-10-16,2-2-7 0,-6 11-11 0,9-9-6 15,-9 12-19-15,-1-13-26 0,2 2-36 0,-3 1-45 16,-3-5-48-16,0 0-70 0,2-1-56 0,0-1-57 16,3-3-78-16,-4-2-38 0,3-1-77 0,4-10-266 15,0-8-826-15,3 17 365 0</inkml:trace>
          <inkml:trace contextRef="#ctx0" brushRef="#br0" timeOffset="40581.2187">14770 2110 119 0,'8'-15'418'0,"-1"5"-15"0,1-3-5 16,-4 6-29-16,-4 7-22 0,7-13-21 0,-7 13-26 16,0 0-31-16,3-12-17 0,-3 12-30 0,0 0-19 15,0 0-18-15,0 0-22 0,0 0-10 0,0 0-15 16,0 0-14-16,0 0-12 0,-16 47-7 0,10-31-9 16,-1 3-10-16,7 0-9 0,-3 4-8 0,0 1-6 15,3-4-1-15,0 6-6 0,6-2-3 0,1 1-6 16,4 1-5-16,-3-7 0 0,1 3-8 0,4 0-1 15,-1 1-4-15,-1-9-2 0,4 1 2 0,-1-3-4 16,3 1-4-16,5-1 6 0,-6-5-1 0,3-5 1 16,0 3 1-16,-1-4 10 0,-18-1-5 0,42-6 0 15,-21 1 0-15,6-6-2 0,-4-4-2 0,3 4-9 16,-6-8 6-16,1 0-4 0,-4-1-4 0,-3-3 1 16,4-4-4-16,-7 5 1 0,0-2 1 0,-5 1-3 0,-3-3 0 15,-3 0 0-15,0 1 4 0,-6 6-11 16,1-4 2-16,-7 4-5 0,1 2-14 0,-5-2-4 15,-5 7-18-15,2 3-7 0,-3-4-17 0,-3 5-20 0,0-1-23 16,4 4-16-16,-1 1-37 0,-5 1-36 0,0-1-31 16,5 4-31-16,-6-1-50 0,10 1-46 0,18 0-345 15,-39-2-746-15,26-3 330 0</inkml:trace>
        </inkml:traceGroup>
      </inkml:traceGroup>
    </inkml:traceGroup>
  </inkml:traceGroup>
</inkml:ink>
</file>

<file path=ppt/ink/ink8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7T08:08:49.671"/>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7FFC08DE-FE7C-4477-9411-3E07F8DA84BB}" emma:medium="tactile" emma:mode="ink">
          <msink:context xmlns:msink="http://schemas.microsoft.com/ink/2010/main" type="inkDrawing" rotatedBoundingBox="29261,2982 30129,7134 28412,7493 27544,3342" semanticType="verticalRange" shapeName="Other">
            <msink:sourceLink direction="with" ref="{830FB30D-9DDE-48B7-B8A9-716E1D5D451B}"/>
          </msink:context>
        </emma:interpretation>
      </emma:emma>
    </inkml:annotationXML>
    <inkml:trace contextRef="#ctx0" brushRef="#br0">232 266 3172 0,'-43'-3'2'16,"9"-4"5"-16,0 1 5 0,6 1 7 0,3 2 15 15,4-1 4-15,4 3 7 0,2-6 10 0,15 7 3 0,-15-11-6 16,15 11-4-16,1-12-2 0,-1 12-7 0,41-19-3 16,2 5-2-16,12-4-3 0,1 4 2 0,24-1-5 15,-4-1-1-15,0 2-5 0,-18 3-4 0,25 1 0 16,-27 1 0-16,3 0 1 0,-5 0-5 0,3 3-3 15,-7 1 1-15,2-1-5 0,-6 1-2 0,-3-4-1 16,-10 6 4-16,0-3 1 0,-4 3 0 0,-6 1 4 16,-7-1 2-16,5 1 0 0,-21 2-7 0,28-2 15 15,-9 6 5-15,-19-4 1 0,30 11 13 0,-17 2 24 16,-1 3-15-16,4 3 2 0,-2 11 8 0,1 8 22 16,2 8 9-16,-6 3 4 0,8 21 20 0,2 4 5 15,-7 8 1-15,2 6 6 0,12 40 10 0,-7-1 3 16,9 0 5-16,-3 3-2 0,-2 2 6 0,-3-2 6 15,-1-1-5-15,-1 0-14 0,-6-1 12 0,7-4 5 0,-5-33-6 16,4 42-4-16,-4-6 10 0,-5-5-9 0,-1-33 2 16,2 2-4-16,-2-2-4 0,-4 2 2 15,5 0-13-15,3-6-7 0,-6 3-2 0,0-2-75 0,-3-3-44 16,0-6 0-16,-1 0 0 0,1-4 0 0,-5-19 0 16,0 17 0-16,0-15 0 0,0-3 0 15,0-2 0-15,-5 1 0 0,4-3 0 0,-2-3 0 0,-2 4 0 16,2-10 0-16,1 2 0 0,0-12 0 0,-1-3 0 15,3 0 0-15,-1 3 0 0,-4-4 0 0,3-5 0 16,2-3 0-16,2-4 0 0,-4-1 0 0,2-2 0 16,0-11 0-16,0 22 0 0,0-22 0 0,0 11 0 15,0-11 0-15,-1 11 0 0,1-11 0 0,0 0 0 16,0 0 0-16,-6 14 0 0,6-14 0 0,0 0 0 16,-34 0 0-16,6-3 0 0,-18-4 0 0,-14 1 0 15,-29-6 0-15,-5-6 0 0,-4-1 0 0,-43 2 0 16,7-1 0-16,37 2 0 0,1 8 0 0,9 0-280 0,-11 0-239 15,13 8-152-15,-1-3-450 0,9-1-1213 16,15 4 537-16</inkml:trace>
  </inkml:traceGroup>
</inkml:ink>
</file>

<file path=ppt/ink/ink9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7T08:09:26.794"/>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1F782763-C6FD-4478-B883-B8114823DF23}" emma:medium="tactile" emma:mode="ink">
          <msink:context xmlns:msink="http://schemas.microsoft.com/ink/2010/main" type="writingRegion" rotatedBoundingBox="3334,8276 23792,9524 23534,13748 3076,12501">
            <msink:destinationLink direction="with" ref="{BA0E86DE-8123-43E2-A5DC-15B893CE3C86}"/>
            <msink:destinationLink direction="with" ref="{4843D567-6933-4C29-BCB3-701D04200617}"/>
          </msink:context>
        </emma:interpretation>
      </emma:emma>
    </inkml:annotationXML>
    <inkml:traceGroup>
      <inkml:annotationXML>
        <emma:emma xmlns:emma="http://www.w3.org/2003/04/emma" version="1.0">
          <emma:interpretation id="{C58FF3AD-A323-48EB-BAF4-B1A25E86AFAC}" emma:medium="tactile" emma:mode="ink">
            <msink:context xmlns:msink="http://schemas.microsoft.com/ink/2010/main" type="paragraph" rotatedBoundingBox="3334,8276 23792,9524 23641,12000 3183,10753" alignmentLevel="1"/>
          </emma:interpretation>
        </emma:emma>
      </inkml:annotationXML>
      <inkml:traceGroup>
        <inkml:annotationXML>
          <emma:emma xmlns:emma="http://www.w3.org/2003/04/emma" version="1.0">
            <emma:interpretation id="{DC61F461-63C5-4649-B70B-A1635511C39B}" emma:medium="tactile" emma:mode="ink">
              <msink:context xmlns:msink="http://schemas.microsoft.com/ink/2010/main" type="line" rotatedBoundingBox="3334,8276 23792,9524 23665,11602 3207,10355"/>
            </emma:interpretation>
          </emma:emma>
        </inkml:annotationXML>
        <inkml:traceGroup>
          <inkml:annotationXML>
            <emma:emma xmlns:emma="http://www.w3.org/2003/04/emma" version="1.0">
              <emma:interpretation id="{688C7FFA-13BA-490C-A66C-8997AE5271B8}" emma:medium="tactile" emma:mode="ink">
                <msink:context xmlns:msink="http://schemas.microsoft.com/ink/2010/main" type="inkWord" rotatedBoundingBox="3334,8276 4337,8338 4251,9749 3248,9688"/>
              </emma:interpretation>
            </emma:emma>
          </inkml:annotationXML>
          <inkml:trace contextRef="#ctx0" brushRef="#br0">3118-874 21 0,'-27'-3'353'0,"27"3"-4"0,-17-8-3 0,17 8 4 16,-19-8-3-16,19 8-13 0,0 0-18 0,-21 0-12 15,21 0-18-15,0 0-21 0,0 0-21 0,-20-5-17 16,20 5-13-16,0 0-6 0,0 0-17 0,0 0-16 16,0 0-14-16,0 0-13 0,0 0-16 0,69-2-11 0,-25 1-14 15,9-3-8-15,0-6-16 0,7 3-40 0,26 3-59 16,-1-3-76-16,5-5-86 0,0 13-103 0,5-5-129 15,-5 1-332-15,8-2-802 0,0 5 355 0</inkml:trace>
          <inkml:trace contextRef="#ctx0" brushRef="#br0" timeOffset="1390.528">3478-250 274 0,'-8'-7'382'0,"8"7"-17"16,-3-19-9-16,3 19 4 0,3-20-8 0,8 5-9 0,-1 3-25 15,3-3-21-15,2 4-28 0,8-4-23 0,3 3-21 16,3 0-19-16,-4 5-19 0,0 0-20 0,2 4-17 16,-6-3-12-16,-1 6-14 0,-20 0-13 0,37 7-11 15,-23 0-11-15,0 0-12 0,-1 5-5 0,-4-1-8 16,-2 5-4-16,-1 0-8 0,-6 3-5 0,-2 7-6 15,-2-2-9-15,-4-1-4 0,-2 1-2 0,-1 1-7 0,-5-4-6 16,-4 2-3-16,-1-4-1 0,1 0-9 0,-2-1-6 16,-1-3-8-16,-2 1 0 0,3-2-9 0,-2 0 2 15,10-7-2-15,3-2 0 0,2 2 8 0,9-7-9 16,-19 11 1-16,19-11-3 0,-7 4 4 0,7-4 2 16,0 0 3-16,0 0 0 0,0 0 2 0,0 0 5 15,0 0 13-15,0 0 2 0,0 0 4 0,0 0 2 16,64-12 0-16,-44 9 1 0,7 3-4 0,-3 3 1 15,3 1-4-15,1 3 0 0,-1 1-1 0,1 3 4 16,-1 4 2-16,-3 2-8 0,-4 3 5 0,1-1-2 0,-1 1 2 16,-5 3-3-16,-1-2 3 0,-3 2-4 0,-6 1 3 15,-1-5-4-15,-4 2 1 0,-4 5 3 0,-4-8-6 16,-5-3-3-16,-3 8-9 0,-6-2-24 0,-5-2-5 16,-1-5-15-16,-1 0-18 0,-7 2-4 0,-7-6-10 15,-6-3 2-15,4-1 3 0,-4-4 1 0,6-2-8 16,11-2-8-16,1-3-17 0,1-1-17 0,0-4-22 15,4-1-32-15,4-3-33 0,8 2-40 0,1 0-54 0,2 0-228 16,2-4-586-16,7-1 260 0</inkml:trace>
        </inkml:traceGroup>
        <inkml:traceGroup>
          <inkml:annotationXML>
            <emma:emma xmlns:emma="http://www.w3.org/2003/04/emma" version="1.0">
              <emma:interpretation id="{17B21AB1-6A9A-4C43-BF85-F8959D12D4DE}" emma:medium="tactile" emma:mode="ink">
                <msink:context xmlns:msink="http://schemas.microsoft.com/ink/2010/main" type="inkWord" rotatedBoundingBox="6587,8978 6771,9700 5900,9922 5716,9200"/>
              </emma:interpretation>
              <emma:one-of disjunction-type="recognition" id="oneOf0">
                <emma:interpretation id="interp0" emma:lang="" emma:confidence="0.5">
                  <emma:literal>2-10</emma:literal>
                </emma:interpretation>
                <emma:interpretation id="interp1" emma:lang="" emma:confidence="0.5">
                  <emma:literal>2-1 o</emma:literal>
                </emma:interpretation>
                <emma:interpretation id="interp2" emma:lang="" emma:confidence="0.5">
                  <emma:literal>2 -10</emma:literal>
                </emma:interpretation>
                <emma:interpretation id="interp3" emma:lang="" emma:confidence="0">
                  <emma:literal>2-1 °</emma:literal>
                </emma:interpretation>
                <emma:interpretation id="interp4" emma:lang="" emma:confidence="0">
                  <emma:literal>2-1 D</emma:literal>
                </emma:interpretation>
              </emma:one-of>
            </emma:emma>
          </inkml:annotationXML>
          <inkml:trace contextRef="#ctx0" brushRef="#br0" timeOffset="1952.9874">5628 84 292 0,'0'0'329'0,"-10"-11"-5"0,10 11-7 0,-9-18-22 0,7 11-11 16,2 7-18-16,0-24-14 0,0 10-6 0,2 2-10 15,2-2-22-15,-2-1-5 0,4-1-12 0,2 0-8 16,3 0-10-16,-1 4-10 0,2-4-9 0,1 2-12 16,1-2-6-16,7 3-9 0,-4 2-11 0,1-1-12 15,-1 5-5-15,2 0-11 0,-2 0-9 0,4 3-7 16,-2 3-5-16,-19 1-8 0,35 0-12 0,-20 6 0 15,6 1-6-15,-7 4-6 0,0 0-6 0,-1 6-5 16,-3 2-2-16,1 4-10 0,-8 2-9 0,0 2-1 0,-8 3-6 16,0 8 3-16,1-11-5 0,-7 11 1 0,-7-3-2 15,1 1 1-15,3-7-3 0,-13 0 9 0,3 8-6 16,-3-7 2-16,7-8 0 0,-9 7 0 0,2 0 1 16,5-10-1-16,-1-3-5 0,-3 0 5 0,3-1 2 15,0-2-2-15,6-6 2 0,1 1 2 0,2 1 1 16,1-2 8-16,4-4-1 0,9-3 3 0,-14 7-1 15,14-7 3-15,0 0 2 0,0 0 3 0,0 0 1 16,0 0 3-16,0 0-2 0,0 0-2 0,0 0 1 16,52 0-5-16,-25-3-6 0,1-1-1 0,5 4 5 15,10-3 6-15,1-2-6 0,5 3 3 0,-1-7-4 0,2 6-1 16,1 2-16-16,4-3-43 0,2 2-64 0,0-7-69 16,0 9-92-16,-2-1-98 0,-1-1-147 0,-4-4-257 15,1-1-835-15,-2-2 370 0</inkml:trace>
        </inkml:traceGroup>
        <inkml:traceGroup>
          <inkml:annotationXML>
            <emma:emma xmlns:emma="http://www.w3.org/2003/04/emma" version="1.0">
              <emma:interpretation id="{351D631D-DDEE-4815-9444-C45E865B3654}" emma:medium="tactile" emma:mode="ink">
                <msink:context xmlns:msink="http://schemas.microsoft.com/ink/2010/main" type="inkWord" rotatedBoundingBox="7942,8933 9125,9005 9062,10047 7878,9974"/>
              </emma:interpretation>
            </emma:emma>
          </inkml:annotationXML>
          <inkml:trace contextRef="#ctx0" brushRef="#br0" timeOffset="2265.468">7598 152 471 0,'0'0'563'0,"13"5"-18"0,-13-5 0 0,0 0-22 16,29 2-20-16,-29-2-25 0,26-7-43 0,-26 7-47 15,40-4-33-15,-15 2-35 0,4-1-33 0,2 1-28 16,1-3-31-16,9 5-35 0,5 0-36 0,-2-5-44 15,7 1-64-15,-9 1-64 0,1-1-78 0,0-4-85 16,1 1-71-16,-1 0-79 0,-4-2-86 0,5 0-443 0,-6-2-926 16,-3 3 410-16</inkml:trace>
          <inkml:trace contextRef="#ctx0" brushRef="#br0" timeOffset="2499.826">8691-283 60 0,'-5'-13'494'0,"5"13"-33"0,0 0-22 0,0 0 6 16,0 0 15-16,0 0 13 0,0 0-4 16,0 0-3-16,0 0-20 0,0 0-22 0,27 30-16 15,-19-7-21-15,-1 1-14 0,0 8-28 0,-1 5-22 0,2 4-33 16,-6 7-27-16,2-3-19 0,-4 7-30 0,-1-1-23 16,1-2-20-16,-10 6-22 0,2-3-30 0,2 2-42 15,1-1-77-15,2 2-13 0,3-3-102 0,-3-1-84 16,3-1-90-16,-3-6-105 0,8 0-117 0,-1-6-146 15,1-10-346-15,5-5-1085 0,-1-5 480 0</inkml:trace>
        </inkml:traceGroup>
        <inkml:traceGroup>
          <inkml:annotationXML>
            <emma:emma xmlns:emma="http://www.w3.org/2003/04/emma" version="1.0">
              <emma:interpretation id="{0C542515-91D0-45C7-AA84-36B71F491219}" emma:medium="tactile" emma:mode="ink">
                <msink:context xmlns:msink="http://schemas.microsoft.com/ink/2010/main" type="inkWord" rotatedBoundingBox="10363,8744 11325,8803 11276,9609 10314,9551"/>
              </emma:interpretation>
            </emma:emma>
          </inkml:annotationXML>
          <inkml:trace contextRef="#ctx0" brushRef="#br0" timeOffset="2984.1665">10345-249 297 0,'11'-4'412'0,"-11"4"-43"16,18-11-8-16,-7 6 3 0,-11 5 10 0,16-9 5 15,-16 9-4-15,0 0-18 0,0 0-16 0,0 0-5 16,0 0-16-16,0 0-7 0,0 0-4 0,0 0-3 15,0 0-12-15,-15 35-7 0,7-19-17 0,-6 4-17 16,0 0-11-16,0 0-7 0,3 4-14 0,1-2-24 0,5-5-18 16,-2 0-14-16,-1 9-14 0,3-2-15 0,5 0-5 15,0 3-21-15,5-1-10 0,1-2-93 0,0 0-7 16,2 3 0-16,2-6 0 0,4 5 0 0,5-1 0 16,-2-5 0-16,7-2 0 0,1 0 0 0,5-4 0 15,-1-6 0-15,2 4 0 0,-2-5 0 0,6 0 0 16,6-3 0-16,-8-8 0 0,6-1 0 0,-5-2 0 15,-4 0 0-15,1-2 0 0,-2-4 0 0,7-6 0 16,-8 2 0-16,-7-5 0 0,7-8 0 0,-7-1 0 0,-7-6 0 16,-1-3 0-16,-10 0 0 0,2-2 0 0,-10 0 0 15,-3 0 0-15,0 4 0 0,-6-2 0 0,-7 3 0 16,-1 1 0-16,-8 2 0 0,-1 2 0 0,-12 1 0 16,0 3 0-16,-6 2 0 0,-3 5-179 0,-6 2-91 15,4-1-44-15,-22 1-55 0,-6 5-54 0,3-2-59 16,17 6-78-16,-15 1-373 0,18 7-1010 0,-2 2 447 15</inkml:trace>
        </inkml:traceGroup>
        <inkml:traceGroup>
          <inkml:annotationXML>
            <emma:emma xmlns:emma="http://www.w3.org/2003/04/emma" version="1.0">
              <emma:interpretation id="{B70E50F2-539C-433E-B37B-9D7C462C8DCE}" emma:medium="tactile" emma:mode="ink">
                <msink:context xmlns:msink="http://schemas.microsoft.com/ink/2010/main" type="inkWord" rotatedBoundingBox="14192,9369 20297,9742 20196,11391 14092,11019"/>
              </emma:interpretation>
              <emma:one-of disjunction-type="recognition" id="oneOf1">
                <emma:interpretation id="interp5" emma:lang="" emma:confidence="1">
                  <emma:literal/>
                </emma:interpretation>
              </emma:one-of>
            </emma:emma>
          </inkml:annotationXML>
          <inkml:trace contextRef="#ctx0" brushRef="#br0" timeOffset="12319.7429">13857 449 192 0,'17'-21'345'15,"10"-9"-37"-15,-5 7-21 0,-1 6-14 0,15-9-14 0,4 3 4 16,-2 4-15-16,1 1-21 0,4 4-8 0,1 6-23 16,-3 2-12-16,3 1-11 0,-2 10-21 0,3 1-12 15,-13-2-18-15,9 7-4 0,-12 1-17 0,2 2-13 16,-6 0-2-16,2 9-9 0,-5 7-5 0,-7-2-2 16,-1-1-7-16,-6 2-1 0,1 8 8 0,-7 1-13 15,-9-3-5-15,1-5 1 0,-8 4-10 0,-3 4-6 16,-2-6-1-16,-7 2 4 0,4-1-15 0,-6-4-5 0,-4 1-6 15,-6-4-3-15,3 2-12 0,-1-4-8 0,1-4-3 16,-6-1-2-16,5-2 2 0,-5-3-4 0,11-3 2 16,1-3-3-16,2 2 12 0,1-2 1 0,7-8 14 15,1 5-11-15,4-3 1 0,14-2 0 0,-28 0 22 16,28 0-9-16,0 0-1 0,-23 1 13 0,23-1-12 16,0 0 4-16,0 0 7 0,0 0-1 0,0 0 8 0,0 0 7 15,0 0-4-15,0 0 5 0,0 0 0 0,0 0 8 16,43 22-5-16,-32-14 6 0,7 3-5 15,4 5-3-15,1 1 3 0,3 1 2 0,-1 1-2 0,5 5 5 16,-8-1-3-16,13 1-7 0,-10-3-3 0,10 2-4 16,-11-4-5-16,2 1 0 0,-2 0-4 0,3 0-1 15,0 0-13-15,-5-3-21 0,0-2-18 0,3 1-35 16,-4-2-29-16,-4-6-39 0,1-2-35 0,-9 1-42 16,4 0-48-16,-13-7-56 0,22 3-58 0,-22-3-295 15,0 0-723-15,0 0 321 0</inkml:trace>
          <inkml:trace contextRef="#ctx0" brushRef="#br0" timeOffset="11866.6447">14050 487 380 0,'-10'-15'444'0,"-1"0"-21"0,2 1 5 0,2 6 0 16,1-3-34-16,6 11-27 0,-13-9-37 15,13 9-30-15,0 0-27 0,0 0-19 0,0 0-4 0,-7 28-8 16,8-2-11-16,4 4-15 0,3 14-10 0,3-4-13 16,-5 11-17-16,4-4-11 0,-4 0-14 0,0 5-13 15,4-1 3-15,-2 1-11 0,0-2-10 0,3-1-10 16,-11-2-14-16,4-1-4 0,-2-5-13 0,6-1-8 16,-13-9-10-16,4-1-4 0,-6-3-23 0,1 0-29 15,0-2-30-15,1 1-42 0,0-8-39 0,-1-3-56 16,-1 1-46-16,6-5-44 0,-1-1-29 0,2-10-40 0,-11 12-53 15,11-12-74-15,0 0-343 0,-22-1-856 16,22 1 379-16</inkml:trace>
          <inkml:trace contextRef="#ctx0" brushRef="#br0" timeOffset="12554.0965">14680 1227 178 0,'2'-15'410'15,"-2"15"4"-15,8-18-24 0,-5 13 6 0,-3 5 5 16,5-15 0-16,-5 15-6 0,9-10-20 0,-9 10-26 16,11-6-32-16,-11 6-16 0,0 0-20 0,21-2-23 0,-21 2-15 15,0 0-14-15,14 16-20 0,-8 1-6 0,-4 1-9 16,4 5-6-16,-1 3-17 0,-7 2-29 0,-1-1-4 15,2 14-18-15,-6-6-9 0,4 5-13 0,-2-2-13 16,-1 1-5-16,1-1-19 0,4 1-28 0,-6-13-34 16,4 2-35-16,-3 0-45 0,1-1-54 0,2-3-62 15,0-8-54-15,1 2-59 0,-4-2-65 0,3-7-77 16,-2-1-438-16,5-8-962 0,0 0 426 0</inkml:trace>
          <inkml:trace contextRef="#ctx0" brushRef="#br0" timeOffset="12975.9421">15098 1008 295 0,'0'0'397'16,"-23"-6"-1"-16,14 1 11 0,9 5 1 0,-24-2-11 15,8-4-10-15,16 6-11 0,-20-3-26 0,20 3-23 16,0 0-24-16,-17-4-25 0,17 4-22 0,0 0-25 16,0 0-17-16,0 0-20 0,0 0-11 0,0 0-5 15,0 0-11-15,0 0-11 0,49 15-8 0,-7-15 2 16,4 0-2-16,9-3 13 0,31-8 13 0,4 0 15 15,1 3-7-15,3-4-23 0,0 3-6 0,0 2-22 16,2 4-18-16,-6-5-9 0,-8 3-30 0,-20 2-26 16,0 2-18-16,-12-2-31 0,1 2 10 0,-8-1-10 0,-12 2-2 15,-10-1-16-15,-6 1-3 0,-15 0-5 0,23 0-5 16,-23 0-16-16,0 0-11 0,0 0-21 0,0 0-23 16,0 0-24-16,0 0-36 0,0 0-43 0,0 0-61 15,0 0-42-15,-70 4-57 0,46 2-57 0,4-2-54 16,-10-2-380-16,-2-1-929 0,5 2 412 0</inkml:trace>
          <inkml:trace contextRef="#ctx0" brushRef="#br0" timeOffset="13319.6695">15821 634 188 0,'-1'-16'367'0,"1"16"-21"0,0-20-17 15,0 9 2-15,0 11 33 0,6-18-8 0,-6 18-8 16,8-12-17-16,-2 5-8 0,-6 7-7 0,18-8-6 15,-18 8-10-15,33 1-10 0,-33-1-21 0,35 7-14 16,-15 1-19-16,-4 2-18 0,5 1-19 0,1 5-20 0,0 0-14 16,-2 3-16-16,6-3-18 0,-4 2-7 15,0 4-16-15,-2-4-8 0,6 2-16 0,-3 2-1 0,0-4-14 16,-1 0-7-16,3 0-2 0,-1-1-8 0,1-3-8 16,-1 0-5-16,3-2 0 0,-5-3-8 0,6 2 0 15,-7-5-4-15,-1 0 4 0,9-3-8 0,-12 2 0 16,-7-1 3-16,10-2-8 0,-4 3-2 0,-16-5-2 15,28 5-4-15,-28-5 1 0,19 6 2 0,-11 0-9 16,-8-6 10-16,7 16 2 0,-7-4 1 0,-5 7-1 16,-5-1-4-16,-2 8 9 0,-4 0-10 0,-14 11-11 15,-2-2-26-15,-3 2-27 0,-6 1-44 0,2-1-57 16,-1 1-63-16,-4-2-65 0,1-2-66 0,-17 12-81 0,22-13-113 16,-1-4-359-16,3 1-974 0,-2-3 431 0</inkml:trace>
          <inkml:trace contextRef="#ctx0" brushRef="#br0" timeOffset="20897.8798">17241 931 149 0,'0'0'329'0,"0"0"-11"0,0 0 3 0,0 0-10 0,-5-18-3 16,5 18-12-16,0 0-8 0,0 0-12 0,0 0-6 15,0 0-14-15,0 0-8 0,0 0-11 0,-8-19-7 0,8 19-10 16,0 0-12-16,0 0-13 0,0 0-15 15,0 0-13-15,-16-5-13 0,16 5-8 0,0 0-4 16,-30 0-1-16,30 0-15 0,-27 4-4 0,27-4 5 0,-34 8-13 16,15-4 4-16,1 0-11 0,1-1 2 0,17-3-5 15,-24 7-10-15,13-3-5 0,11-4-14 0,0 0-8 16,-14 8-5-16,14-8-6 0,0 0-6 0,0 0-3 16,0 0-6-16,35 8-3 0,-15-8 0 0,13-1 2 15,0 1-8-15,13-2-4 0,3-1-4 0,-3-1-4 16,5-2-12-16,-1 0-25 0,1 1-28 0,-2 1-38 15,-3-3-25-15,4-1-28 0,-7 1-39 0,-10 3-36 0,-1-2-44 16,-4-2-29-16,4 1-35 0,-15 3-46 16,10-4-60-16,-5 1-360 0,-1 2-848 0,-10-1 376 0</inkml:trace>
          <inkml:trace contextRef="#ctx0" brushRef="#br0" timeOffset="21429.0965">18162 727 1 0,'-24'-11'386'0,"12"2"-36"16,5 0-15-16,7 9-11 0,-14-14-23 0,13 7-11 0,1 7-2 15,-12-20-32-15,6 9-20 0,3 0-21 0,3 11-15 16,2-22-15-16,4 13-10 0,-5-3-6 0,-1 12-9 15,15-21-2-15,-3 9-15 0,1-2-2 0,1 3-7 16,2 2-3-16,3 2-4 0,-2-5-15 0,4 5-6 0,-2 2-15 16,0 3-5-16,3 1-11 0,-1-3-5 15,-21 4-8-15,39 7-6 0,-18 0-2 0,-2 1-3 16,3 8-11-16,-2 4-2 0,-4 3-3 0,9 7 0 0,-10-1-5 16,-3 6 2-16,-1 0-11 0,-3 2 1 0,-8 3-5 15,-1-1 1-15,-6 1-1 0,-1-1-4 0,-7 0-1 16,-6-1-7-16,0-3 2 0,-5 2 3 0,-3-3-4 15,1-2 0-15,-6-2-1 0,4-3 0 0,4-7-4 16,2-3 4-16,-3-1-4 0,3-2 1 0,-1-1 0 16,8-5 2-16,-4-1-5 0,-3-3 7 0,9-3 0 15,15-1-1-15,-29 4-2 0,29-4 0 0,0 0 5 0,-27-9-4 16,27 9 1-16,-8-9-3 0,8 9 9 16,-6-13-1-16,6 13-2 0,0 0 2 0,8-17-1 0,-8 17-1 15,17-8 1-15,-2 3-3 0,-15 5-3 0,30-9 1 16,-10 9 3-16,-20 0-2 0,40 9 1 0,-23-4-2 15,11 3 1-15,1 3-1 0,-2-1 0 0,9 6 2 16,-4-2-7-16,2 4 5 0,3 1-4 0,-7-5-8 16,6 5-13-16,4-1-20 0,-10-8-24 0,9 6-29 15,-1-6-26-15,-9-2-32 0,4 0-27 0,-5-6-34 16,2 4-40-16,-4-3-50 0,2-5-63 0,-7 1-336 0,5-5-759 16,-8-1 337-16</inkml:trace>
          <inkml:trace contextRef="#ctx0" brushRef="#br0" timeOffset="22116.5521">19055 569 130 0,'0'-17'423'16,"0"3"-37"-16,0 0-2 0,0 14 8 0,-2-19-7 16,1 8 2-16,1 11-17 0,0 0-22 0,1-12-19 15,-1 12-25-15,0 0-19 0,0 0-7 0,0 0-21 0,16 38-12 16,-10-13-18-16,1 5-15 0,-2 6-14 0,-2 6-8 15,3-4-5-15,-6 5-24 0,2 3-6 0,-2 4-11 16,0-3-9-16,-4-4-13 0,1 4-16 0,2-2-4 16,-1-1-13-16,1 0-4 0,-4-3-15 0,-2 0-9 15,1-4 10-15,3 1-14 0,-2-11-9 0,1-1-7 16,2-7 1-16,0 0-10 0,2-4-9 0,2 1 5 16,-2-8-7-16,0-8-8 0,-6 17 0 0,6-17-1 15,-7 9 1-15,7-9 7 0,0 0-18 0,0 0 16 16,0 0-3-16,0 0-13 0,-28-28-2 0,26 6-2 15,-4-3-3-15,-2-13 6 0,3-3-1 0,4-3-1 0,-6-6-1 16,4 3 3-16,3-4-4 0,0 0-1 0,3 2 1 16,4-1-1-16,-7 8 6 0,6-2 1 0,0-1 1 15,4 1-6-15,1 6 2 0,5-1-2 0,-2 4-6 16,-1 9 11-16,7-9-8 0,-4 12 13 0,4 2-15 16,-5-3-5-16,7 2-2 0,-2 5-2 0,6 1-5 15,-4 3-7-15,-6 2 1 0,3 2-4 0,-5 3-1 16,2 5 0-16,-16 1-2 0,28 3 1 0,-11 4 0 0,-2 1 0 15,-1 8 2-15,-3 0-1 0,2 8 5 16,-6 4-1-16,0 10 1 0,-2-6 3 0,-9-2-1 0,3 11 4 16,-6-2-1-16,-2 3 0 0,-4-4 6 0,-6 1 0 15,0-1-3-15,-4 0 1 0,-1-9 0 0,-3 2 0 16,-1-3 5-16,1-10-1 0,3 1 2 0,-1-4 4 16,3-1 0-16,1-3-2 0,4-4 2 0,-9 0 0 15,8-1 1-15,3-2 6 0,-1-1-2 0,16-3 4 0,-22 0 5 16,22 0 1-16,0 0 5 0,-26 0 3 15,26 0 1-15,0 0-3 0,-15-8 0 0,15 8-3 0,0 0 5 16,0 0-2-16,0 0-5 0,0 0 1 0,0 0 5 16,0 0-1-16,35-15-3 0,-35 15 7 0,40 3-5 15,-15 4-2-15,3 2-1 0,4-1 1 0,-2 3 2 16,-2 4-3-16,9 5-3 0,-9-5-7 0,12 3-15 16,1 3-14-16,-13-7-29 0,2 3-31 0,5 0-34 15,-7-3-32-15,1 1-34 0,-1-3-12 0,-1-2-29 16,-5 2-25-16,-1-2-33 0,-2-2-44 0,-3-6-29 0,6 3-42 15,-5-1-314-15,-17-4-778 0,32 1 345 16</inkml:trace>
          <inkml:trace contextRef="#ctx0" brushRef="#br0" timeOffset="22319.6687">19850 1184 11 0,'0'-12'349'0,"0"12"14"0,6-20 1 16,-4 6 0-16,1 2 15 0,-3 12 21 0,3-18 22 15,0 10 10-15,-3 8 6 0,3-14-5 0,-3 14-2 16,13-11-4-16,-13 11-12 0,14-7-9 0,-14 7-22 15,0 0-17-15,0 0-10 0,24 30-26 0,-18-10-27 16,-6 7-27-16,7 12-23 0,-7 3-27 0,0 2-171 0,-7 1-56 16,-1 6 0-16,-1-2 0 0,-2 6 0 0,3-6 0 15,-1 6 0-15,-3-11 0 0,0 4 0 0,2-1 0 16,1-8 0-16,-1-4 0 0,2-4 0 0,1-5 0 16,0-1-245-16,-2-4-340 0,1-4-643 0,2-3-1328 15,-1-3 588-15</inkml:trace>
        </inkml:traceGroup>
        <inkml:traceGroup>
          <inkml:annotationXML>
            <emma:emma xmlns:emma="http://www.w3.org/2003/04/emma" version="1.0">
              <emma:interpretation id="{CF7F0DFE-6CFC-4203-9083-E1222FC29F2B}" emma:medium="tactile" emma:mode="ink">
                <msink:context xmlns:msink="http://schemas.microsoft.com/ink/2010/main" type="inkWord" rotatedBoundingBox="21822,9564 23782,9684 23729,10552 21769,10433"/>
              </emma:interpretation>
            </emma:emma>
          </inkml:annotationXML>
          <inkml:trace contextRef="#ctx0" brushRef="#br0" timeOffset="30258.7819">21547 894 203 0,'-19'-2'414'0,"3"-4"-19"0,16 6-9 0,-22-1-21 16,22 1-21-16,-17-8-22 0,17 8-15 0,0-13-14 15,0 13-12-15,0 0-26 0,35-14-19 0,-8 6-20 16,3 1-21-16,12-2-18 0,-1 0-17 0,7 0-15 16,2-1-16-16,7 2-11 0,3-3-13 0,18 4-12 15,-18-1-17-15,-5-3-20 0,5 0-37 0,0 0-29 16,-3 7-34-16,24-9-37 0,-29 1-39 0,5 4-26 15,-8 0-50-15,0 3-43 0,-2 0-50 0,-3-7-92 16,-12 5-250-16,-2-1-683 0,-1 3 301 0</inkml:trace>
          <inkml:trace contextRef="#ctx0" brushRef="#br0" timeOffset="30008.8255">22004 447 393 0,'-25'-11'401'0,"17"5"-9"0,-5-2-13 0,13 8-4 0,-16-9-3 16,16 9-13-16,-12-7-24 0,12 7-30 0,-14-4-29 16,14 4-28-16,0 0-20 0,0 0-9 0,-21 21-11 15,15-6-10-15,6 3-4 0,-8 8-7 0,5 0-7 16,-4 0-14-16,1 5-16 0,-7 8-13 0,4-1-7 0,-5-1-10 16,-1 4-10-16,3-4-6 0,-4 3-7 0,-1-4-12 15,-1 2-8-15,1 0-10 0,-4-2 0 0,7-10-11 16,0 0 1-16,0-3-7 0,-1-2-8 0,7-6 0 15,-4 8-9-15,4-12 1 0,2 3-5 0,2-6-1 16,4-8-3-16,-11 13 8 0,11-13 9 0,-6 9-3 16,6-9 6-16,0 0-8 0,0 0 2 0,0 0 4 15,0 0-2-15,13-41 3 0,1 19 3 0,0-15-11 16,7 0 0-16,-6-8-1 0,6 2-9 0,4-3-2 16,10-19 3-16,-14 21-13 0,-1 2 0 0,-1 1 5 0,5 1 3 15,-7 1-13-15,5 5 1 0,5-4 0 0,-6 4-1 16,-2 10 1-16,3-8-3 0,-8 11-2 0,2 1-4 15,-2-1 5-15,-1 9 1 0,-5-1-4 0,4 0-2 16,-5 7 0-16,-1-2 3 0,-6 8-5 0,11-11-1 16,-11 11-1-16,0 0 4 0,0 0-6 0,38 23 9 15,-24-2 25-15,-4 3-7 0,5 13-3 0,1 2-3 16,0 6 2-16,0-1-7 0,0 1 2 0,-4 2-1 0,2 0-3 16,1-1 2-16,-3-1-13 0,-2 1-4 15,2 1 16-15,-4-3 7 0,-1-4-20 0,-1-2-19 16,-4-9-17-16,2 0-23 0,-4-3-17 0,-1-3-30 0,-2-5-31 15,1-1-38-15,0-2-45 0,-2 1-36 0,-3-7-43 16,-1-2-62-16,2 3-50 0,6-10-59 0,-28 5-396 16,28-5-939-16,-30-1 416 0</inkml:trace>
          <inkml:trace contextRef="#ctx0" brushRef="#br0" timeOffset="30478.5322">22808 644 109 0,'-30'2'400'0,"30"-2"-35"0,-19 0-23 0,19 0-18 16,0 0-23-16,-15 7-17 0,15-7-22 0,0 0-16 16,0 0-23-16,0 0-33 0,0 0-7 0,58 4-22 15,-33-1-18-15,5-3-9 0,-3 1-8 0,3-5-23 0,-1 0-21 16,-1-3-19-16,5 0-30 0,-6 3-13 0,2 0-21 16,-7 4-24-16,6-3-21 0,-13-2-34 0,3 2-22 15,-3-2-32-15,-15 5-33 0,20-2-31 0,-20 2-28 16,0 0-74-16,0 0-170 0,21 14-508 0,-21-14 225 15</inkml:trace>
          <inkml:trace contextRef="#ctx0" brushRef="#br0" timeOffset="30649.4052">22922 917 2 0,'-22'17'349'0,"8"-6"-7"0,-3-3-19 16,5 3-5-16,-2-4-14 0,14-7-14 0,-16 7 0 15,16-7-9-15,-14 8-15 0,14-8-10 0,0 0-15 0,0 0-15 16,0 0-16-16,0 0-23 0,41 11-15 0,-22-11-19 15,11 0-16-15,-4 0-27 0,5 0-21 0,4 0-41 16,-3-2-42-16,13 1-26 0,-2-4-35 0,6 2-45 16,0 0-60-16,-5 2-60 0,7-5-75 0,-10 6-330 15,2-1-678-15,-1-3 300 0</inkml:trace>
        </inkml:traceGroup>
      </inkml:traceGroup>
      <inkml:traceGroup>
        <inkml:annotationXML>
          <emma:emma xmlns:emma="http://www.w3.org/2003/04/emma" version="1.0">
            <emma:interpretation id="{5748FA76-4EC5-4091-B0B0-32DF64D6D90D}" emma:medium="tactile" emma:mode="ink">
              <msink:context xmlns:msink="http://schemas.microsoft.com/ink/2010/main" type="line" rotatedBoundingBox="3681,10123 11836,9902 11860,10799 3705,11020"/>
            </emma:interpretation>
          </emma:emma>
        </inkml:annotationXML>
        <inkml:traceGroup>
          <inkml:annotationXML>
            <emma:emma xmlns:emma="http://www.w3.org/2003/04/emma" version="1.0">
              <emma:interpretation id="{D41D1F3E-EF2C-4F20-AD47-617C9148162C}" emma:medium="tactile" emma:mode="ink">
                <msink:context xmlns:msink="http://schemas.microsoft.com/ink/2010/main" type="inkWord" rotatedBoundingBox="3684,10243 4282,10227 4297,10798 3700,10814"/>
              </emma:interpretation>
              <emma:one-of disjunction-type="recognition" id="oneOf2">
                <emma:interpretation id="interp6" emma:lang="" emma:confidence="1">
                  <emma:literal/>
                </emma:interpretation>
              </emma:one-of>
            </emma:emma>
          </inkml:annotationXML>
          <inkml:trace contextRef="#ctx0" brushRef="#br0" timeOffset="3999.7212">3568 1035 387 0,'0'0'407'0,"-19"-1"-13"0,19 1 0 0,0 0 10 0,0 0 5 15,-37 7-10-15,37-7-18 0,-27 11-25 0,14-3-18 16,-1 3-22-16,0-1-22 0,2 2-24 0,1 2-19 15,2 3-20-15,-4-1-20 0,5 2-21 0,4-2-22 16,0 3-16-16,0 5-14 0,5-5-14 0,6 4-18 16,-1 1-7-16,2-3-6 0,6 4-12 0,0 1-6 15,7-7-9-15,-2 2-10 0,1 0-4 0,4-3 0 0,1-4-8 16,1 3-5-16,-1-7-2 0,-9 1-7 0,11 0 0 16,-1-4-2-16,-8-4-1 0,6-3-2 0,-4 4 0 15,-1-4-4-15,2-4-2 0,-1-5 2 0,5 0 2 16,-7-5-5-16,1 6 2 0,1-10 2 0,-2 3 3 15,1-8-5-15,-5-1 6 0,2-3-10 0,-2 0 1 16,5-10 0-16,-13-2 0 0,1 1-2 0,-6 0 8 16,-2 8-12-16,-4-9 3 0,-3 9-8 0,0 3-1 15,-6 1 2-15,-2 6-5 0,-3 1-1 0,-3 4-1 16,-3 0-9-16,2 5-4 0,-5 1-4 0,1 7-17 0,-1 2-14 16,-2 2-16-16,-2 3-23 0,4 8-35 15,-2-1-40-15,6 0-45 0,0 2-43 0,4 1-46 0,4 0-50 16,2 4-71-16,7-5-95 0,4 1-316 0,3 0-895 15,8 0 397-15</inkml:trace>
        </inkml:traceGroup>
        <inkml:traceGroup>
          <inkml:annotationXML>
            <emma:emma xmlns:emma="http://www.w3.org/2003/04/emma" version="1.0">
              <emma:interpretation id="{B23888ED-1A9F-4391-8F47-DC81349F0177}" emma:medium="tactile" emma:mode="ink">
                <msink:context xmlns:msink="http://schemas.microsoft.com/ink/2010/main" type="inkWord" rotatedBoundingBox="5923,10297 7028,10267 7044,10833 5938,10863"/>
              </emma:interpretation>
              <emma:one-of disjunction-type="recognition" id="oneOf3">
                <emma:interpretation id="interp7" emma:lang="" emma:confidence="1">
                  <emma:literal/>
                </emma:interpretation>
              </emma:one-of>
            </emma:emma>
          </inkml:annotationXML>
          <inkml:trace contextRef="#ctx0" brushRef="#br0" timeOffset="4574.7669">5655 1322 347 0,'0'0'336'0,"0"0"-24"0,0 0-10 0,-26 0 0 16,26 0-6-16,0 0-9 0,0 0-23 0,0 0-16 15,0 0-8-15,-9-14-12 0,9 14-22 0,0 0 4 16,-2-15-10-16,2 15-1 0,3-16-8 0,-3 16-7 15,5-21-12-15,-3 9-9 0,-1-2-16 0,4-1-9 0,-2-4-12 16,3 2-10-16,1-2-12 0,1-3-8 16,-2 2-9-16,8 2-6 0,-1-1-10 0,0 6-7 15,2-2-1-15,0 3-7 0,7-1 1 0,3 1-9 0,-8 4-3 16,10 1-5-16,-6 3 0 0,-1 4-3 0,7 0-6 16,-3 5 0-16,-4 1-2 0,1 6-2 0,1 2-4 15,-1 5-3-15,-2 2 0 0,1 2-4 0,-9-2-1 16,2 2-1-16,0 4-2 0,-7-2-1 0,0 1 0 15,-6-1-3-15,-3 2-2 0,-5-1-1 0,2 3-2 16,-7-3 0-16,-3-4 0 0,2 0 1 0,-3-2 0 16,-2 3 2-16,-2-4-5 0,-1-5 2 0,2 0 2 15,-1-2-7-15,5-3 6 0,-1 2 2 0,1-3 0 16,2-2-3-16,0 3 1 0,14-9 0 0,-21 8 2 16,13-2-2-16,8-6 1 0,-14 3-4 0,14-3 1 0,0 0 3 15,-13 7 1-15,13-7-3 0,0 0 8 0,0 0-1 16,0 0 4-16,0 0-2 0,0 0 0 0,0 0-2 15,0 0 3-15,57-6-3 0,-57 6 4 0,49-3-2 16,-17-1 1-16,12 0 0 0,-1-3 8 0,6-3 13 16,8 2 11-16,-1-3 10 0,20-2-4 0,-19 5-2 15,-3-8-4-15,-2 8-9 0,-1-6-15 0,-2 5-25 16,-5 1-43-16,-12-5-66 0,-4 5-84 0,4-3-67 0,-9 0-89 16,-1 0-99-16,-4 0-472 0,-4 0-1001 15,-3 3 443-15</inkml:trace>
        </inkml:traceGroup>
        <inkml:traceGroup>
          <inkml:annotationXML>
            <emma:emma xmlns:emma="http://www.w3.org/2003/04/emma" version="1.0">
              <emma:interpretation id="{346CDAF8-2B4D-450E-B16E-DFDA5275149E}" emma:medium="tactile" emma:mode="ink">
                <msink:context xmlns:msink="http://schemas.microsoft.com/ink/2010/main" type="inkWord" rotatedBoundingBox="8569,10075 9255,10057 9277,10869 8591,10887"/>
              </emma:interpretation>
              <emma:one-of disjunction-type="recognition" id="oneOf4">
                <emma:interpretation id="interp8" emma:lang="" emma:confidence="0.5">
                  <emma:literal>8</emma:literal>
                </emma:interpretation>
                <emma:interpretation id="interp9" emma:lang="" emma:confidence="0">
                  <emma:literal>.</emma:literal>
                </emma:interpretation>
                <emma:interpretation id="interp10" emma:lang="" emma:confidence="0">
                  <emma:literal>O</emma:literal>
                </emma:interpretation>
                <emma:interpretation id="interp11" emma:lang="" emma:confidence="0">
                  <emma:literal>o</emma:literal>
                </emma:interpretation>
                <emma:interpretation id="interp12" emma:lang="" emma:confidence="0">
                  <emma:literal>0</emma:literal>
                </emma:interpretation>
              </emma:one-of>
            </emma:emma>
          </inkml:annotationXML>
          <inkml:trace contextRef="#ctx0" brushRef="#br0" timeOffset="5480.9405">8430 975 257 0,'0'-10'378'0,"0"10"-3"0,-10-19 0 16,9 11 0-16,1 8-13 0,-15-15-9 0,9 9-20 15,6 6-24-15,-17-5-26 0,17 5-24 0,-21-4-16 16,21 4-18-16,0 0-15 0,-31 4-20 0,31-4-17 0,-21 14-19 16,13-4-13-16,-1 3-16 0,-2 0-11 0,4 1-13 15,4 0-10-15,-2 5-10 0,4-1-11 0,1 1-3 16,0-1-4-16,1 6-10 0,6-1-5 0,4 0-5 15,-2-1-6-15,5 1-1 0,1-1-4 0,13 8-4 16,-7-9-2-16,13 9-1 0,0-4-3 0,0 0 1 16,-2 0-7-16,3-4 2 0,-10-4-3 0,0 2-1 15,2-1-2-15,0 0-6 0,-5-5 4 0,-3-4-3 16,-5 0 1-16,-1 5-1 0,-3-7-3 0,-3-4 3 16,-7-4-8-16,7 12-8 0,-7-12-4 0,-5 14-8 0,5-14 1 15,-16 14-5-15,2-8-11 0,-2-1-4 0,-4 0-5 16,-2-2-8-16,-7 0 2 0,2-2 6 0,-1 1-9 15,-1-1 15-15,-4 2 1 0,3-7 8 0,2 2 6 16,1 1 1-16,6-2 0 0,1 0 8 0,4-4 8 16,16 7 12-16,-22-9 12 0,12 5 6 0,10 4-1 15,-9-13 4-15,9 13 4 0,0-12 10 0,0 12 1 16,12-23-3-16,-2 13 1 0,4-6-2 0,7 0 8 0,7-3 8 16,7-4 7-16,-2 3 6 0,5-5 17 15,2 2 2-15,4 1-5 0,2-3-7 0,-15 0-6 0,4-2-4 16,1 1-12-16,5 0-4 0,-7 1-4 0,-4-9-2 15,-2 7-8-15,-6-5-5 0,-3 8-5 0,-5-2-3 16,-4 2-12-16,1-2 3 0,-9-1-3 0,-2 2 1 16,-8 1-1-16,3 0-2 0,0 6-3 0,-6 2 0 15,3-1-4-15,-4 2-8 0,-1 2-1 0,-3 3-10 16,-1 0-4-16,-2 2-9 0,-8 2-12 0,6 5-21 16,-1-3-22-16,-1 8-30 0,-3-1-15 0,6 4-33 0,-1 1-38 15,-1 2-39-15,8-2-46 0,-2 7-65 0,5-5-74 16,1 6-355-16,4-4-848 0,0 6 375 0</inkml:trace>
        </inkml:traceGroup>
        <inkml:traceGroup>
          <inkml:annotationXML>
            <emma:emma xmlns:emma="http://www.w3.org/2003/04/emma" version="1.0">
              <emma:interpretation id="{70250BC9-AE33-4E6E-8D04-B3BE36141A6F}" emma:medium="tactile" emma:mode="ink">
                <msink:context xmlns:msink="http://schemas.microsoft.com/ink/2010/main" type="inkWord" rotatedBoundingBox="10715,9932 11836,9902 11858,10700 10737,10731"/>
              </emma:interpretation>
              <emma:one-of disjunction-type="recognition" id="oneOf5">
                <emma:interpretation id="interp13" emma:lang="" emma:confidence="0.5">
                  <emma:literal>10</emma:literal>
                </emma:interpretation>
                <emma:interpretation id="interp14" emma:lang="" emma:confidence="0">
                  <emma:literal>00</emma:literal>
                </emma:interpretation>
                <emma:interpretation id="interp15" emma:lang="" emma:confidence="0">
                  <emma:literal>0</emma:literal>
                </emma:interpretation>
                <emma:interpretation id="interp16" emma:lang="" emma:confidence="0">
                  <emma:literal>ID</emma:literal>
                </emma:interpretation>
                <emma:interpretation id="interp17" emma:lang="" emma:confidence="0">
                  <emma:literal>1</emma:literal>
                </emma:interpretation>
              </emma:one-of>
            </emma:emma>
          </inkml:annotationXML>
          <inkml:trace contextRef="#ctx0" brushRef="#br0" timeOffset="5824.6666">10405 730 72 0,'3'-10'446'0,"-3"10"-4"0,7-22-1 0,-2 14 18 16,-5 8 13-16,9-14 3 0,-4 3-13 0,-5 11-27 15,8-8-18-15,-8 8-33 0,9-11-15 0,-9 11-26 0,13-7-27 16,-13 7-20-16,0 0-11 0,0 0-16 0,0 0-19 15,16 25-20-15,-12-8-15 0,-4-1-20 0,2 8-17 16,-4 2-16-16,2 2-18 0,0 10-10 0,-4 2-15 16,7-1-11-16,-6 7-35 0,3-5-73 0,-4 3 0 15,1 1 0-15,2-6 0 0,1-1 0 0,0 1 0 16,-2-8 0-16,2 6-140 0,0-11-134 0,6 0-82 0,-4 3-77 16,4-7-96-16,-4-4-548 0,3-6-1166 15,-4-1 515-15</inkml:trace>
          <inkml:trace contextRef="#ctx0" brushRef="#br0" timeOffset="6215.2842">11012 859 475 0,'0'0'549'0,"2"-19"-57"0,-2 19-49 0,5-13-35 15,-5 13-21-15,1-8-10 0,-1 8-16 0,0 0-13 16,0 0-23-16,0 0-22 0,0 0-27 0,0 0-23 15,0 0-19-15,-14 45-14 0,11-24-12 0,0 3-19 16,-5 1-17-16,1 0-20 0,4 2-13 0,0 0-12 16,1 5-14-16,2-5-10 0,0 1-11 0,0 3-10 15,2-2-7-15,4 0-10 0,1-1-4 0,1 0-8 16,3-2-6-16,-2-1-8 0,5-1-1 0,1-3-5 0,-3-3-1 16,7-3-2-16,0 0-4 0,-2-4-2 0,1-3-3 15,2-1-1-15,1-6 1 0,7-1-4 0,1-1-5 16,-9-3 0-16,9-3 1 0,-4-4 1 0,2 5-1 15,5-8-4-15,-7 0 4 0,0-4-3 0,8-8 1 16,-12 4 0-16,1-11-5 0,-1-1 3 0,-7-6-7 16,-6-4-4-16,-5 2-12 0,-6-5-15 0,0-1-10 0,-5 7-18 15,-10-6-14-15,1 9-19 0,0-4-20 16,-15 6-25-16,-8 8-22 0,-1-3-27 0,-3 6-37 0,-5 2-38 16,-6 5-23-16,-26-3-36 0,-1 4-46 0,0 10-70 15,-2 3-367-15,2 5-866 0,-7 6 384 0</inkml:trace>
        </inkml:traceGroup>
      </inkml:traceGroup>
    </inkml:traceGroup>
    <inkml:traceGroup>
      <inkml:annotationXML>
        <emma:emma xmlns:emma="http://www.w3.org/2003/04/emma" version="1.0">
          <emma:interpretation id="{55288CE5-93BE-43AC-9368-C426A5AC2D46}" emma:medium="tactile" emma:mode="ink">
            <msink:context xmlns:msink="http://schemas.microsoft.com/ink/2010/main" type="paragraph" rotatedBoundingBox="3725,11401 11806,11526 11788,12691 3707,12567" alignmentLevel="1"/>
          </emma:interpretation>
        </emma:emma>
      </inkml:annotationXML>
      <inkml:traceGroup>
        <inkml:annotationXML>
          <emma:emma xmlns:emma="http://www.w3.org/2003/04/emma" version="1.0">
            <emma:interpretation id="{CB84257E-846D-4FF8-86E6-70B4FC7F92FB}" emma:medium="tactile" emma:mode="ink">
              <msink:context xmlns:msink="http://schemas.microsoft.com/ink/2010/main" type="line" rotatedBoundingBox="3725,11401 11805,11526 11788,12691 3707,12567"/>
            </emma:interpretation>
          </emma:emma>
        </inkml:annotationXML>
        <inkml:traceGroup>
          <inkml:annotationXML>
            <emma:emma xmlns:emma="http://www.w3.org/2003/04/emma" version="1.0">
              <emma:interpretation id="{02A0D7B8-303E-4829-8EBE-AB753BFE50DA}" emma:medium="tactile" emma:mode="ink">
                <msink:context xmlns:msink="http://schemas.microsoft.com/ink/2010/main" type="inkWord" rotatedBoundingBox="3722,11580 4531,11592 4516,12579 3707,12567"/>
              </emma:interpretation>
              <emma:one-of disjunction-type="recognition" id="oneOf6">
                <emma:interpretation id="interp18" emma:lang="" emma:confidence="1">
                  <emma:literal/>
                </emma:interpretation>
              </emma:one-of>
            </emma:emma>
          </inkml:annotationXML>
          <inkml:trace contextRef="#ctx0" brushRef="#br0" timeOffset="7126.6191">3703 2303 186 0,'0'0'405'0,"0"0"-17"0,-3-12-24 0,3 12-7 0,0 0-13 15,0 0-20-15,0 0-26 0,0 0-22 0,0 0-28 16,-24 37-20-16,21-23-26 0,-8 3-18 15,3 0-18-15,-2 5-12 0,-2-1-18 0,-3 3-17 0,-4-2-7 16,4 2-11-16,-1-2-15 0,-3-1-6 0,1 2-9 16,4-9-6-16,-5 5-3 0,5-1-12 0,-5-3 0 15,5-4-8-15,1-2-1 0,5-2-8 0,0 2-6 16,8-9 1-16,-12 8-7 0,12-8 0 0,0 0-1 0,-5 7-2 16,5-7-3-16,0 0 4 0,0 0 5 15,0 0 0-15,40 0-3 0,-40 0 0 0,37-3 7 0,-13-1 3 16,5 1 3-16,1 1 0 0,-3-1 0 0,7 3 5 15,1-3 4-15,-2 3 4 0,-3-1 5 0,5 1 0 16,8-3 2-16,-13 3 0 0,1-2 0 0,4 2-1 16,-5 0 0-16,-1 0-3 0,-1 0-2 0,0-1-5 15,-1 0 0-15,-6-2 1 0,6-1-2 0,-11 0 1 16,-1 1-1-16,0-6 4 0,4 6 8 0,-19 3 10 16,22-13 5-16,-10 1 2 0,-5 4 1 0,1-4 0 0,-2-1-5 15,-5-1-3-15,4-2 12 0,-3 1-13 16,-4 1 5-16,4-1 4 0,-4-2-6 0,2-2-9 0,-3 2-3 15,1-1 2-15,-1 1-11 0,3 5 0 0,-3-3 0 16,3 15-3-16,-1-15-4 0,1 15 10 0,-7-16-11 16,7 16-4-16,-1-10-1 0,1 10-12 0,0 0-1 15,0 0-2-15,0 0-6 0,0 0 2 0,-18 33-1 16,14-7-7-16,-6 0 1 0,1 12-3 0,-1 3-5 16,-1 6 1-16,2 4-13 0,-3 20-10 0,3-17-18 15,1-1-26-15,-3-1-30 0,-2 20-40 0,5-18-49 0,-3-2-39 16,2-3-45-16,1-2-50 0,5 1-38 0,-8-7-62 15,11-14-90-15,-8 1-378 0,6-2-961 16,2-11 426-16</inkml:trace>
        </inkml:traceGroup>
        <inkml:traceGroup>
          <inkml:annotationXML>
            <emma:emma xmlns:emma="http://www.w3.org/2003/04/emma" version="1.0">
              <emma:interpretation id="{EAE2D38D-0902-4E5B-B02B-B1B210AB027E}" emma:medium="tactile" emma:mode="ink">
                <msink:context xmlns:msink="http://schemas.microsoft.com/ink/2010/main" type="inkWord" rotatedBoundingBox="5838,11544 7960,11576 7949,12265 5827,12232"/>
              </emma:interpretation>
              <emma:one-of disjunction-type="recognition" id="oneOf7">
                <emma:interpretation id="interp19" emma:lang="" emma:confidence="1">
                  <emma:literal/>
                </emma:interpretation>
              </emma:one-of>
            </emma:emma>
          </inkml:annotationXML>
          <inkml:trace contextRef="#ctx0" brushRef="#br0" timeOffset="7456.07">5520 2599 3 0,'0'0'481'0,"0"0"-31"16,0 0 0-16,0 0-2 0,0 0-2 0,0 0-10 15,0 0-15-15,0 0-20 0,0 0-26 0,0 0-25 16,0 0-33-16,78-11-24 0,-53 10-31 0,19-3-24 16,-12 2-29-16,10 2-20 0,4-1-22 0,-6 1-36 15,6 0-37-15,-15 0-52 0,2 0-58 0,-3 0-59 16,4 1-48-16,8-6-51 0,-7 5-59 0,-6-1-64 16,-1 2-67-16,-3-2-97 0,-3 0-283 0,-6 0-805 0,-16 1 356 15</inkml:trace>
          <inkml:trace contextRef="#ctx0" brushRef="#br0" timeOffset="7695.0612">6562 2277 461 0,'0'0'539'15,"0"0"-30"-15,8-7-15 0,-8 7-9 0,0 0-13 16,0 0-22-16,0 0-26 0,0 0-35 0,36 18-28 15,-25-6-26-15,-3 4-36 0,0 1-21 0,0 8-30 16,0 1-16-16,0 2-27 0,1 0-23 0,-6 1-11 16,2 8-18-16,-2 4-20 0,3-5-13 0,-6 8-18 0,7-2-30 15,-7-1-34-15,4-11-41 0,0 9-50 16,-4-2-63-16,3-6-58 0,0-3-77 0,-1-7-65 0,-2 0-80 16,4-6-99-16,-4-1-397 0,0-3-965 15,0-11 426-15</inkml:trace>
          <inkml:trace contextRef="#ctx0" brushRef="#br0" timeOffset="8070.0415">7249 2399 238 0,'0'0'428'15,"0"0"-27"-15,0 0-16 0,0 0 1 0,0 0 1 0,0 0-12 16,-31 32-14-16,23-20-22 0,1 3-20 0,-1-1-21 15,2 2-28-15,0-1-23 0,4 4-25 0,-4 6-23 16,6-8-17-16,0 2-21 0,1 7-16 0,4 0-12 16,-3-1-16-16,4 1-9 0,2-2-14 0,3-1-6 15,-5-6-9-15,5 5-10 0,4-4-7 0,-1 4-3 16,0-4-10-16,2-6 3 0,0 0-9 0,-2-5-4 16,2-4 0-16,-2 3 3 0,3-4-2 0,-17-2 0 0,38-2-4 15,-19-4-5-15,5-4-3 0,-2-1 4 16,3-3 0-16,-4-2-4 0,1 1-7 0,0-3-1 15,-1-3 0-15,-5 1-4 0,3-3 1 0,-7-6-6 0,-4 0-3 16,0-9-8-16,-3-2-15 0,-8-4-9 0,-1 14-9 16,-8-5-11-16,1 7-14 0,-5 2-11 0,2 2-19 15,-7 3-22-15,-6 2-32 0,-6-2-16 0,-6 2-27 16,1 6-17-16,4 8-30 0,-8-6-43 0,-4 10-65 16,14-5-69-16,-10 6-327 0,8 4-796 0,4-1 352 15</inkml:trace>
        </inkml:traceGroup>
        <inkml:traceGroup>
          <inkml:annotationXML>
            <emma:emma xmlns:emma="http://www.w3.org/2003/04/emma" version="1.0">
              <emma:interpretation id="{5E655369-0D60-49B1-9570-90092A410C8A}" emma:medium="tactile" emma:mode="ink">
                <msink:context xmlns:msink="http://schemas.microsoft.com/ink/2010/main" type="inkWord" rotatedBoundingBox="9095,11484 11806,11526 11791,12439 9081,12397"/>
              </emma:interpretation>
              <emma:one-of disjunction-type="recognition" id="oneOf8">
                <emma:interpretation id="interp20" emma:lang="" emma:confidence="0.5">
                  <emma:literal>125</emma:literal>
                </emma:interpretation>
                <emma:interpretation id="interp21" emma:lang="" emma:confidence="0.5">
                  <emma:literal>12 5</emma:literal>
                </emma:interpretation>
                <emma:interpretation id="interp22" emma:lang="" emma:confidence="0">
                  <emma:literal>1÷25</emma:literal>
                </emma:interpretation>
                <emma:interpretation id="interp23" emma:lang="" emma:confidence="0">
                  <emma:literal>22 5</emma:literal>
                </emma:interpretation>
                <emma:interpretation id="interp24" emma:lang="" emma:confidence="0">
                  <emma:literal>1×25</emma:literal>
                </emma:interpretation>
              </emma:one-of>
            </emma:emma>
          </inkml:annotationXML>
          <inkml:trace contextRef="#ctx0" brushRef="#br0" timeOffset="8616.8817">8779 2426 371 0,'0'0'427'0,"0"-16"-14"0,0 16 3 16,5-12 0-16,-5 12 1 0,0 0-9 0,0-14-24 16,0 14-24-16,0 0-29 0,0 0-27 0,0 0-15 15,0 0-12-15,0 0-9 0,0 0-16 0,0 0-18 0,6 40-12 16,-4-14-25-16,-2 2-3 0,0 4-28 0,0 5-12 16,-2-1-18-16,-3 4-2 0,5 4-26 15,-1 0-8-15,1-2-12 0,0 1-16 0,1-3-23 0,-1 3-39 16,5-7-56-16,-5 2-66 0,-1-10-72 15,4-3-62-15,3 1-73 0,2-1-72 0,0-11-95 0,-3 0-417 16,2-1-977-16,1-6 433 0</inkml:trace>
          <inkml:trace contextRef="#ctx0" brushRef="#br0" timeOffset="8976.2244">9234 2628 270 0,'0'0'422'15,"0"-26"-45"-15,2 15-26 0,1 1-24 0,0-2-15 16,0 1-8-16,-3 11-3 0,11-19-24 0,-3 9-26 16,3 3-26-16,4 0-19 0,-6-2-24 0,8 6-21 15,-17 3-16-15,29-4-14 0,-13 3-17 0,-16 1-5 0,30 5-15 16,-30-5-14-16,27 8-6 0,-20-2-18 0,5 2-9 16,-3 5-12-16,-3 4-6 0,-4 2-9 15,3-2-11-15,-7 5-6 0,-3 4-8 0,-7 2 2 0,4 11-2 16,-8-2 11-16,0-1-4 0,-4-3-8 0,-1 0 7 15,-4 1-4-15,9-11 7 0,-3-1-5 0,3-1 6 16,-3-2 13-16,3-2-2 0,2-3 14 0,0-3 3 16,5-1 5-16,-3-1 2 0,5-3 2 0,7-6 3 15,-7 13 15-15,7-13 14 0,0 0 1 0,0 0-2 16,0 0-5-16,29 2-7 0,-29-2-5 0,41-7-8 0,-11 3-5 16,11-3-11-16,2 0 1 0,6 0-6 0,-2-1-8 15,0 3-26-15,1-4-47 0,4-1-55 0,-3 2-70 16,0 0-75-16,-5 3-85 0,0-1-135 0,-10-1-263 15,10 1-799-15,0-1 353 0</inkml:trace>
          <inkml:trace contextRef="#ctx0" brushRef="#br0" timeOffset="9351.1981">10764 2409 526 0,'0'0'476'0,"0"0"-42"0,3-16-32 15,-3 16-13-15,0 0-12 0,0 0-17 0,0 0-30 16,0 0-35-16,0 0-33 0,0 0-22 0,0 0-23 0,0 0-26 16,0 0-18-16,-20 33-16 0,20-33-17 0,0 22-11 15,0-6-13-15,0 0-13 0,4 0-4 0,-2 1-16 16,4-1-8-16,2 3-4 0,0-5-7 0,5 11-2 15,1-4-1-15,0 2-1 0,5-1-5 0,-1-3 2 16,5 4-6-16,1 8-5 0,-3-10-4 0,2 9-3 16,-2-5-2-16,2-5-3 0,-7 3-7 0,0 2 0 15,-2-4-3-15,-7-4-1 0,5 4-5 0,-10 0 1 16,3-3-7-16,-4-4-7 0,-2 5-10 0,-7-4-18 16,-2 0-25-16,1 0-31 0,-5-3-28 0,-12 2-38 0,9-8-29 15,-10 2-55-15,-3 0-48 0,-2-4-67 0,2-4-55 16,-3-1-364-16,3-5-828 0,0-6 367 0</inkml:trace>
          <inkml:trace contextRef="#ctx0" brushRef="#br0" timeOffset="9507.4475">10887 2450 262 0,'40'-18'501'0,"4"0"-21"0,2-3-15 0,3 4-32 0,-3 1-43 16,-4 2-41-16,0 1-47 0,0 1-51 0,-2 1-78 15,-10 4-68-15,11-5-82 0,-11 2-86 0,-2 3-88 16,-1-4-100-16,-11 4-295 0,5-1-590 0,1-8 262 16</inkml:trace>
        </inkml:traceGroup>
      </inkml:traceGroup>
    </inkml:traceGroup>
  </inkml:traceGroup>
</inkml:ink>
</file>

<file path=ppt/ink/ink9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7T08:09:37.286"/>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BA0E86DE-8123-43E2-A5DC-15B893CE3C86}" emma:medium="tactile" emma:mode="ink">
          <msink:context xmlns:msink="http://schemas.microsoft.com/ink/2010/main" type="inkDrawing" rotatedBoundingBox="13325,8269 13552,12835 12147,12904 11921,8338" semanticType="verticalRange" shapeName="Other">
            <msink:sourceLink direction="with" ref="{1F782763-C6FD-4478-B883-B8114823DF23}"/>
          </msink:context>
        </emma:interpretation>
      </emma:emma>
    </inkml:annotationXML>
    <inkml:trace contextRef="#ctx0" brushRef="#br0">158 12 408 0,'-33'-2'375'16,"33"2"-26"-16,-22-2-9 0,22 2-23 0,0 0-27 15,-22 0-17-15,22 0-24 0,0 0-13 0,0 0-9 16,0 0-1-16,0 0-7 0,58 6-15 0,-15-1-12 16,4-3-12-16,4-1-23 0,6-1-14 0,-1 4-17 15,5-4-15-15,18 0-12 0,-2 0-11 0,-20-5-7 0,0 4-9 16,1 1-8-16,-1 0-7 0,-5-1-8 16,-4-4-6-16,-6 1 1 0,-12 2-8 0,-9-2-2 0,-1 3 1 15,1 1-4-15,-21 0 0 0,27-3 10 0,-27 3 3 16,0 0 9-16,22 1 10 0,-22-1 3 0,6 19 10 15,-4-5 3-15,-2 13 0 0,-3 15 9 0,-4 0 6 16,4 6 1-16,2 8-3 0,-4 21 1 0,8 2 0 16,-8 1 2-16,-3 46 4 0,8-41-1 0,5 7 3 15,5 34-1-15,-9-34 7 0,14 39-6 0,5 0 2 16,-1-5-2-16,0 1 1 0,0-2 3 0,0 0 1 0,1-1 5 16,-1 5-10-16,-8-41-2 0,-3 38-8 0,7 1-5 15,-3-2-43-15,-5-36-43 0,-6-1 0 16,4 37 0-16,-5-32 0 0,0 0 0 0,-6-5 0 0,2 2 0 15,1 1 0-15,2-6 0 0,-6-1 0 0,1-4 0 16,0-3 0-16,-1 2 0 0,6-26 0 0,-6 18 0 16,1-15 0-16,3-2 0 0,1-5 0 0,-1-4 0 15,0-1 0-15,-2 0 0 0,2-3 0 0,-2-4 0 16,1 0 0-16,4-11 0 0,-2 4 0 0,1-2 0 16,-3-4 0-16,-3-4 0 0,5-3 0 0,2-1 0 0,0 3 0 15,2-5 0-15,-2 3 0 0,-2-8 0 0,2-9 0 16,0 24 0-16,0-13 0 0,0-11 0 0,-2 15 0 15,2-15 0-15,-3 15 0 0,3-15 0 0,-8 14 0 16,2-7 0-16,6-7 0 0,-19 17 0 0,2-11 0 16,-6 1 0-16,-10 1 0 0,3-1 0 0,-20-3 0 15,-6-3 0-15,-2-2 0 0,-29-3 0 0,8 1 0 16,-6-3 0-16,2-6-41 0,-2 5-283 0,8-10-31 0,-2 4-40 16,3-2-43-16,0-4-51 0,25 3-64 15,-4-2-380-15,9-8-1011 0,2 1 447 0</inkml:trace>
  </inkml:traceGroup>
</inkml:ink>
</file>

<file path=ppt/ink/ink9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7T08:09:58.178"/>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972FEEAD-4E54-4928-9694-B55B05969D17}" emma:medium="tactile" emma:mode="ink">
          <msink:context xmlns:msink="http://schemas.microsoft.com/ink/2010/main" type="inkDrawing" rotatedBoundingBox="24929,8634 25092,12677 24009,12721 23846,8678" semanticType="verticalRange" shapeName="Other">
            <msink:sourceLink direction="with" ref="{4D6B0942-325D-4A02-B450-F468C6FBC2CC}"/>
          </msink:context>
        </emma:interpretation>
      </emma:emma>
    </inkml:annotationXML>
    <inkml:trace contextRef="#ctx0" brushRef="#br0">132 418 47 0,'3'-38'440'0,"-5"8"7"16,1 2 19-16,1-3 6 0,1 2-7 0,-1 0-21 16,0 1-16-16,0 1-25 0,-1 1-11 0,2 0-17 0,-2 7-20 15,1 1 3-15,0-1-36 0,0 5-8 0,-4 0-7 16,4 0-21-16,0 14-16 0,-1-17-18 0,1 17-27 16,-2-12-10-16,2 12-28 0,0 0-18 0,0 0-18 15,0 0-12-15,0 0-18 0,0 0-3 0,-11 69-95 16,11-23-23-16,-1 5 0 0,2 22 0 0,-1 4 0 15,3 3 0-15,2 1 0 0,-6 2 0 0,1 8 0 16,0-2 0-16,1 5 0 0,4 34 0 0,-4-35 0 16,-1 37 0-16,-6-39 0 0,1 40 0 0,2-40 0 15,2 40 0-15,2-45 0 0,-9 5 0 0,2 34 0 16,4-37 0-16,-4 35 0 0,3-38 0 0,5 4 0 16,-7 0 0-16,3 2 0 0,1 1 0 0,2-1 0 15,-7 0 0-15,4-4 0 0,-1-1 0 0,3-4 0 0,-3-7 0 16,-2 2 0-16,2-6 0 0,0 3 0 0,0-23 0 15,-2 5 0-15,5-2 0 0,-8-2 0 0,2-3 0 16,4-4 0-16,-4 3 0 0,0-7 0 0,4-2 0 16,-4-9 0-16,4-1 0 0,-3-5 0 0,4 1 0 15,-4-9 0-15,8 3 0 0,-6-5 0 0,3 4 0 16,-2-7 0-16,2-11 0 0,0 18 0 0,0-18 0 16,2 16 0-16,-2-16 0 0,5 14 0 0,-5-14 0 0,0 0 0 15,-2 12 0-15,2-12 0 0,0 0 0 0,0 0 0 16,0 0 0-16,0 0 0 0,0 0 0 0,0 0 0 15,-3 13 0-15,3-13 0 0,0 0 0 0,0 0 0 16,0 0 0-16,0 0 0 0,0 0 0 0,0 0 0 16,0 0 0-16,0 0 0 0,0 0 0 0,0 0 0 15,0 0 0-15,0 0 0 0,0 0 0 0,0 0 0 16,0 0 0-16,0 0 0 0,0 0 0 0,0 0 0 16,35-4 0-16,-35 4 0 0,35-3 0 0,-4 3 0 15,1-3 0-15,17 3 0 0,5-1 0 0,1-1 0 16,5 2 0-16,22 3 0 0,-4-3 0 0,-17 7 0 0,-1-4 0 15,0 0 0-15,21-3 0 0,-24 0-412 0,-2 0-185 16,-1-3-112-16,-4-4-371 0,-2-7-1168 0,-2-1 518 16</inkml:trace>
  </inkml:traceGroup>
</inkml:ink>
</file>

<file path=ppt/ink/ink9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7T08:10:45.801"/>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049D405D-DFB6-4A0A-B1A8-E4D28E8AE926}" emma:medium="tactile" emma:mode="ink">
          <msink:context xmlns:msink="http://schemas.microsoft.com/ink/2010/main" type="inkDrawing" rotatedBoundingBox="33387,8394 33470,12648 32052,12676 31969,8422" semanticType="verticalRange" shapeName="Other">
            <msink:sourceLink direction="with" ref="{4D6B0942-325D-4A02-B450-F468C6FBC2CC}"/>
          </msink:context>
        </emma:interpretation>
      </emma:emma>
    </inkml:annotationXML>
    <inkml:trace contextRef="#ctx0" brushRef="#br0">716 58 160 0,'0'0'334'0,"-19"-6"3"0,19 6-6 0,0 0-17 16,-18-2-19-16,18 2-28 0,0 0-3 0,-9-8-23 16,9 8-20-16,0 0 2 0,0 0-11 0,0 0-11 15,47-13-15-15,-22 10-1 0,1-2-13 0,5 3-7 16,-1-1-17-16,0-1-12 0,-1-1-12 0,2 1-11 0,-2 4-11 15,-1-1-9-15,-1 1 27 0,-6-4-10 16,-4 4-9-16,-17 0-4 0,37 0-8 0,-37 0-8 16,25 0-9-16,-25 0-5 0,20 8-5 0,-10-2-6 15,-10-6 0-15,14 21-17 0,-3 0 7 0,-3 9-1 0,-2 11 2 16,4 5-3-16,-2 3 4 0,3 22 8 0,-8 4 10 16,3 8 8-16,1 0 5 0,-6 8 7 15,2 35 10-15,0-37 10 0,4 44 8 0,4-6 7 16,-8 13 3-16,8-7 3 0,-1 10 8 0,-4-4-8 15,7 3 5-15,2-3-2 0,-7 3 8 0,0-10-3 0,6-4-17 16,4 5 4-16,-7-10-21 0,1 0-101 16,0-32 0-16,-8 31 0 0,3-36 0 0,-1-3 0 15,-4-3 0-15,-2 0 0 0,0-8 0 0,-2-17 0 16,-1 2 0-16,-4 10 0 0,1-14 0 0,1-3 0 0,-3-4 0 16,7-5 0-16,-10 3 0 0,6-4 0 0,-1-5 0 15,-2-4 0-15,-2 8 0 0,1-13 0 16,4 0 0-16,-3-1 0 0,2-4 0 0,-2 3 0 15,2 1 0-15,-1-10 0 0,4 1 0 0,-2 2 0 0,2-3 0 16,0 3 0-16,0-1 0 0,0-7 0 0,1 6 0 16,1-6 0-16,1-10 0 0,-2 17 0 0,2-17 0 15,-5 15 0-15,5-15 0 0,-4 12 0 16,4-12 0-16,-2 11 0 0,2-11 0 0,0 0 0 0,-8 10 0 16,8-10 0-16,-13 9 0 0,13-9 0 0,-20 3 0 15,3 1 0-15,-9-4 0 0,-5 0 0 0,-15 0 0 16,-3-4 0-16,-8-3 0 0,-22-5 0 0,-10-2 0 15,3-1 0-15,-11-3 0 0,10-1 0 0,-9 1-288 16,6-2-233-16,-10-5-87 0,2 2-521 0,18 4-1224 16,4-2 542-16</inkml:trace>
  </inkml:traceGroup>
</inkml:ink>
</file>

<file path=ppt/ink/ink9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7T08:09:25.294"/>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508DD703-70C6-4D22-AA1A-8E5B91B6DC29}" emma:medium="tactile" emma:mode="ink">
          <msink:context xmlns:msink="http://schemas.microsoft.com/ink/2010/main" type="writingRegion" rotatedBoundingBox="527,8652 2641,9280 2386,10137 273,9509"/>
        </emma:interpretation>
      </emma:emma>
    </inkml:annotationXML>
    <inkml:traceGroup>
      <inkml:annotationXML>
        <emma:emma xmlns:emma="http://www.w3.org/2003/04/emma" version="1.0">
          <emma:interpretation id="{109CA286-CDA7-4C54-8A7C-063A395A1157}" emma:medium="tactile" emma:mode="ink">
            <msink:context xmlns:msink="http://schemas.microsoft.com/ink/2010/main" type="paragraph" rotatedBoundingBox="527,8652 2641,9280 2386,10137 273,9509" alignmentLevel="1"/>
          </emma:interpretation>
        </emma:emma>
      </inkml:annotationXML>
      <inkml:traceGroup>
        <inkml:annotationXML>
          <emma:emma xmlns:emma="http://www.w3.org/2003/04/emma" version="1.0">
            <emma:interpretation id="{FD1B7C16-43F2-4B46-BF62-D2C34E6D28F4}" emma:medium="tactile" emma:mode="ink">
              <msink:context xmlns:msink="http://schemas.microsoft.com/ink/2010/main" type="line" rotatedBoundingBox="527,8652 2641,9280 2386,10137 273,9509"/>
            </emma:interpretation>
          </emma:emma>
        </inkml:annotationXML>
        <inkml:traceGroup>
          <inkml:annotationXML>
            <emma:emma xmlns:emma="http://www.w3.org/2003/04/emma" version="1.0">
              <emma:interpretation id="{796439B9-906E-4364-8C96-97A84CCDD925}" emma:medium="tactile" emma:mode="ink">
                <msink:context xmlns:msink="http://schemas.microsoft.com/ink/2010/main" type="inkWord" rotatedBoundingBox="527,8652 2641,9280 2386,10137 273,9509"/>
              </emma:interpretation>
            </emma:emma>
          </inkml:annotationXML>
          <inkml:trace contextRef="#ctx0" brushRef="#br0">90 94 210 0,'-22'0'346'0,"22"0"-30"0,-35 0-17 16,35 0-20-16,-21-5-13 0,21 5-4 0,0 0 31 15,-14-1-8-15,14 1-2 0,0 0-9 0,0 0 0 16,0 0-7-16,86-8 12 0,-39 3-11 0,4 2-7 16,10-5-25-16,1 0-24 0,23 1-20 0,-26 1-21 0,18-1-29 15,4 0-58-15,-2 2-71 0,-3-3-60 0,4 2-75 16,4 1-64-16,-22 2-59 0,-6-1-64 0,8 4-51 15,-11 1-348-15,-7-2-766 0,-5 1 340 0</inkml:trace>
          <inkml:trace contextRef="#ctx0" brushRef="#br0" timeOffset="-203.1313">686-316 190 0,'-5'-11'375'0,"5"11"-5"0,-2-24-7 0,1 13 16 16,-2 1 8-16,3 10 4 0,-2-19-8 0,2 19-14 15,-2-10-22-15,2 10-24 0,0 0-27 16,-1-13-21-16,1 13-24 0,0 0-22 0,0 0-19 0,0 0-9 16,0 0-23-16,0 0-14 0,-14 29-15 0,4-1-10 15,-1 0-5-15,-6 9-13 0,6 6-9 0,-7 1-14 16,1 0-6-16,-2-4-3 0,0-2-12 0,-3 4-12 15,4 1-5-15,0-3-4 0,-1-2-14 0,3-1 2 16,-5-3-2-16,7-10-9 0,0 3-3 0,0-2 1 16,4-2-5-16,-1-4-2 0,3-9-3 0,0 6 4 15,2-9-3-15,6-7-6 0,-8 14-3 0,3-7-1 16,5-7 2-16,0 0-5 0,0 0 1 0,0 0-2 16,0 0-1-16,0 0-8 0,0 0 2 0,21-53 1 0,-4 14-11 15,1-4-9-15,2-6-9 0,2-2 1 0,7-20-6 16,2 5 1-16,-5-1 2 0,-1 17-4 0,2 3 4 15,-4 0 4-15,6 3 5 0,-7 5-3 0,5 4 6 16,-8 12 2-16,-5 1 1 0,-4 7 10 0,1 0-2 16,-2 7 0-16,-1-2 1 0,0 3 0 0,-8 7 6 15,13-4 2-15,-13 4 7 0,0 0 2 0,0 0 7 16,28 19-1-16,-20-3 0 0,3 8 4 0,-3 4 0 0,3 8 2 16,-2 5-1-16,-4 1-3 0,-2 1 12 0,4 0 6 15,-6-2-13-15,5 3-2 0,-1 1-2 0,-2 2-4 16,2-3-3-16,3-2-2 0,-2-3 1 0,1 1-3 15,-1-1 0-15,-3-12-5 0,2-1-7 0,-2-1-4 16,0-8-31-16,-1 0-30 0,-2-4-30 0,0 1-28 16,0 2-40-16,-2-6-37 0,2-10-41 0,-5 14-43 15,5-14-52-15,-14 12-58 0,14-12-49 0,-20-3-378 0,20 3-890 16,-35-19 394-16</inkml:trace>
          <inkml:trace contextRef="#ctx0" brushRef="#br0" timeOffset="187.4979">1370 91 253 0,'0'0'358'16,"-9"8"-27"-16,9-8-13 0,0 0 7 0,0 0 23 0,0 0-4 15,0 0 14-15,28 9-13 0,-28-9-25 0,44-2-22 16,-11 2-28-16,10-3-32 0,0 3-22 0,6-2-28 16,-3 4-43-16,-2-2-55 0,3 0-72 0,2 2-56 15,-3-1-61-15,0 3-63 0,-16-2-59 0,0 1-61 16,-3-1-81-16,-7 1-237 0,-7 1-650 0,-13-4 288 16</inkml:trace>
          <inkml:trace contextRef="#ctx0" brushRef="#br0" timeOffset="374.9525">1462 391 290 0,'-38'14'339'0,"11"-3"-29"16,0-3-5-16,10 1 5 0,2-2 4 0,3-1-6 15,12-6-11-15,-14 13-14 0,9-6-15 0,5-7-18 16,0 0-13-16,0 0-15 0,27 16-7 0,-7-13-13 16,15-3-15-16,8 1-20 0,6-2-12 0,4 1-22 15,1 0-21-15,0-3-41 0,3 6-51 0,3-9-62 16,-2 2-65-16,-2 2-76 0,2 1-73 0,-3-2-71 15,1 7-353-15,23-2-737 0,-18 2 325 0</inkml:trace>
        </inkml:traceGroup>
      </inkml:traceGroup>
    </inkml:traceGroup>
  </inkml:traceGroup>
</inkml:ink>
</file>

<file path=ppt/ink/ink9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7T08:09:26.357"/>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4843D567-6933-4C29-BCB3-701D04200617}" emma:medium="tactile" emma:mode="ink">
          <msink:context xmlns:msink="http://schemas.microsoft.com/ink/2010/main" type="inkDrawing" rotatedBoundingBox="4004,8479 4182,12775 2957,12826 2779,8530" semanticType="verticalRange" shapeName="Other">
            <msink:sourceLink direction="with" ref="{1F782763-C6FD-4478-B883-B8114823DF23}"/>
          </msink:context>
        </emma:interpretation>
      </emma:emma>
    </inkml:annotationXML>
    <inkml:trace contextRef="#ctx0" brushRef="#br0">2851-327 42 0,'-6'-40'298'0,"2"-1"-8"0,1 0 12 16,3 1 2-16,-1-1-10 0,1 4 6 0,0 7 12 16,1 3-12-16,-1-1 2 0,0 2 6 0,3 3-7 15,-3 6-2-15,2 1-6 0,-4 1-9 0,2 15-17 16,-3-14-15-16,3 14-16 0,0 0-20 0,3-16-16 15,-3 16-20-15,0 0-3 0,0 0-7 0,-12 45-4 16,4-7 3-16,-3 8-4 0,4 1-5 0,0 23-10 0,-1 3 0 16,0 6 5-16,-5 5-9 0,5 0-2 15,-3 1-4-15,2 4-2 0,-4 38-10 0,5-47-3 0,2 9 0 16,-4 1-1-16,-2 36-45 0,5-38-79 0,1 4 0 16,0 34 0-16,3-36 0 0,-5 1 0 0,4 35 0 15,3-44 0-15,1 7 0 0,0 2 0 0,5 0 0 16,-4-4 0-16,6-6 0 0,-1 4 0 0,-5-3 0 15,1-5 0-15,3 1 0 0,-5-4 0 0,0 0 0 16,0-20 0-16,0-2 0 0,-2 1 0 0,4-1 0 0,-1-1 0 16,-1-2 0-16,0-2 0 0,0-2 0 0,0-5 0 15,2-2 0-15,-5-8 0 0,1 9 0 0,-4-2 0 16,3-8 0-16,3-3 0 0,-2-2 0 0,1-1 0 16,-4-3 0-16,8 4 0 0,-6-4 0 0,1-3 0 15,2-1 0-15,0-4 0 0,-1-1 0 0,-4-1 0 16,5-10 0-16,0 21 0 0,-2-13 0 0,2-8 0 15,-4 21 0-15,4-12 0 0,0-9 0 0,-4 19 0 0,4-19 0 16,-3 13 0-16,3-13 0 0,-1 14 0 0,1-14 0 16,0 12 0-16,0-12 0 0,-3 12 0 0,3-12 0 15,0 0 0-15,-5 17 0 0,5-17 0 0,0 0 0 16,0 12 0-16,0-12 0 0,0 0 0 0,-7 13 0 16,7-13 0-16,0 0 0 0,0 12 0 0,0-12 0 15,0 0 0-15,5 14 0 0,-5-14 0 0,10 9 0 0,-2 0 0 16,-1-3 0-16,11 4 0 0,-2 1 0 15,11 2 0-15,3 3 0 0,11 6 0 0,3 1 0 0,10 2 0 16,12 7 0-16,7 0 0 0,-16-9 0 0,20 6 0 16,-6 0 0-16,-15-10 0 0,-1 2-85 0,2 1-167 15,22-2-49-15,-21-12-56 0,2-1-54 0,-3 2-64 16,0-9-100-16,0-4-382 0,-2-4-1035 0,-7-1 459 16</inkml:trace>
  </inkml:traceGroup>
</inkml:ink>
</file>

<file path=ppt/ink/ink9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7T08:11:56.757"/>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9B0ED1E6-E99A-4F05-845C-5D9F507786A7}" emma:medium="tactile" emma:mode="ink">
          <msink:context xmlns:msink="http://schemas.microsoft.com/ink/2010/main" type="writingRegion" rotatedBoundingBox="17165,14129 18431,14129 18431,18256 17165,18256"/>
        </emma:interpretation>
      </emma:emma>
    </inkml:annotationXML>
    <inkml:traceGroup>
      <inkml:annotationXML>
        <emma:emma xmlns:emma="http://www.w3.org/2003/04/emma" version="1.0">
          <emma:interpretation id="{9D58ADC4-E6AB-4AA6-952E-64BE183437BD}" emma:medium="tactile" emma:mode="ink">
            <msink:context xmlns:msink="http://schemas.microsoft.com/ink/2010/main" type="paragraph" rotatedBoundingBox="17165,14129 18431,14129 18431,18256 17165,18256" alignmentLevel="1"/>
          </emma:interpretation>
        </emma:emma>
      </inkml:annotationXML>
      <inkml:traceGroup>
        <inkml:annotationXML>
          <emma:emma xmlns:emma="http://www.w3.org/2003/04/emma" version="1.0">
            <emma:interpretation id="{0D4A3E70-8597-4928-B716-9FA6158F2526}" emma:medium="tactile" emma:mode="ink">
              <msink:context xmlns:msink="http://schemas.microsoft.com/ink/2010/main" type="line" rotatedBoundingBox="17165,14129 18431,14129 18431,18256 17165,18256"/>
            </emma:interpretation>
          </emma:emma>
        </inkml:annotationXML>
        <inkml:traceGroup>
          <inkml:annotationXML>
            <emma:emma xmlns:emma="http://www.w3.org/2003/04/emma" version="1.0">
              <emma:interpretation id="{59CABDD1-D6FD-44BD-9489-080C220C9342}" emma:medium="tactile" emma:mode="ink">
                <msink:context xmlns:msink="http://schemas.microsoft.com/ink/2010/main" type="inkWord" rotatedBoundingBox="17165,14129 18431,14129 18431,18256 17165,18256"/>
              </emma:interpretation>
              <emma:one-of disjunction-type="recognition" id="oneOf0">
                <emma:interpretation id="interp0" emma:lang="" emma:confidence="0.5">
                  <emma:literal>[</emma:literal>
                </emma:interpretation>
                <emma:interpretation id="interp1" emma:lang="" emma:confidence="0">
                  <emma:literal>i</emma:literal>
                </emma:interpretation>
                <emma:interpretation id="interp2" emma:lang="" emma:confidence="0">
                  <emma:literal>I</emma:literal>
                </emma:interpretation>
                <emma:interpretation id="interp3" emma:lang="" emma:confidence="0">
                  <emma:literal>t</emma:literal>
                </emma:interpretation>
                <emma:interpretation id="interp4" emma:lang="" emma:confidence="0">
                  <emma:literal>(</emma:literal>
                </emma:interpretation>
              </emma:one-of>
            </emma:emma>
          </inkml:annotationXML>
          <inkml:trace contextRef="#ctx0" brushRef="#br0">291 168 174 0,'-7'-26'370'0,"4"0"-1"0,-3 5 2 0,1 2 6 0,4 5 8 15,-4 0 4-15,3 3-14 0,2 11-22 0,-5-18-35 16,4 10-31-16,1 8-31 0,0 0-25 0,-3-12-23 16,3 12-18-16,0 0-6 0,0 0-1 0,0 0-7 15,0 0-9-15,3 45-5 0,-2-22 0 0,4 5-7 16,-3 10 0-16,-2-1-6 0,0 8 2 0,3 1-4 0,-1 6 7 15,-4 4 4-15,-1 18-2 0,0 5-6 16,-2 4-6-16,2 4-1 0,-2 4-5 0,-5 36-5 16,1-39-9-16,4 3-1 0,-12 36-5 0,9-34 0 0,-11 36-30 15,2 5-88-15,9-44 0 0,-11 45 0 0,0-9 0 16,14-37 0-16,-9 36 0 0,11-40 0 0,-5 3 0 16,0-3 0-16,2 1 0 0,4-1 0 0,4-4 0 15,-9-3 0-15,4 1 0 0,3-2 0 0,-3-4 0 16,3-1 0-16,-2-3 0 0,-2-14 0 0,2-1 0 15,-4-1 0-15,4 3 0 0,1-4 0 0,1 2 0 16,0-4 0-16,-4-2 0 0,0 0 0 0,-3-4 0 16,3 4 0-16,2-7 0 0,-3-4 0 0,5-7 0 15,-3 10 0-15,0-14 0 0,3 4 0 0,-2-5 0 16,2 2 0-16,-3-11 0 0,0 3 0 0,6-3 0 0,-6-1 0 16,3 0 0-16,3-3 0 0,-3-12 0 0,3 22 0 15,-3-16 0-15,0-6 0 0,-3 17 0 16,3-17 0-16,0 13 0 0,0-13 0 0,-3 11 0 0,3-11 0 15,0 0 0-15,0 11 0 0,0-11 0 0,0 0 0 16,0 0 0-16,0 0 0 0,0 0 0 0,-3 14 0 16,3-14 0-16,0 0 0 0,0 0 0 0,0 0 0 15,0 0 0-15,0 0 0 0,0 0 0 0,0 0 0 16,0 0 0-16,0 0 0 0,0 0 0 0,0 0 0 16,0 0 0-16,0 0 0 0,0 0 0 0,25-2 0 15,-25 2 0-15,0 0 0 0,40 2 0 0,-20-2 0 16,7 2 0-16,3 1 0 0,3 2 0 0,13-4 0 0,2 4 0 15,4-3 0-15,-3-2 0 0,31 5 0 0,-21-4 0 16,-2 1 0-16,6-2-150 0,17-2-84 16,-23 1-44-16,2-6-32 0,-2-4-28 0,3-1-33 0,-2-2-35 15,-2-1-35-15,15-14-57 0,-22 12-364 0,-5-7-932 16,2-6 413-16</inkml:trace>
        </inkml:traceGroup>
      </inkml:traceGroup>
    </inkml:traceGroup>
  </inkml:traceGroup>
</inkml:ink>
</file>

<file path=ppt/ink/ink9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7T08:09:58.818"/>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4D6B0942-325D-4A02-B450-F468C6FBC2CC}" emma:medium="tactile" emma:mode="ink">
          <msink:context xmlns:msink="http://schemas.microsoft.com/ink/2010/main" type="writingRegion" rotatedBoundingBox="24102,8317 32546,8305 32552,12537 24108,12549">
            <msink:destinationLink direction="with" ref="{972FEEAD-4E54-4928-9694-B55B05969D17}"/>
            <msink:destinationLink direction="with" ref="{049D405D-DFB6-4A0A-B1A8-E4D28E8AE926}"/>
          </msink:context>
        </emma:interpretation>
      </emma:emma>
    </inkml:annotationXML>
    <inkml:traceGroup>
      <inkml:annotationXML>
        <emma:emma xmlns:emma="http://www.w3.org/2003/04/emma" version="1.0">
          <emma:interpretation id="{D85C8DF2-2FCB-4307-A632-F10993EE2F3B}" emma:medium="tactile" emma:mode="ink">
            <msink:context xmlns:msink="http://schemas.microsoft.com/ink/2010/main" type="paragraph" rotatedBoundingBox="24102,8339 32468,8035 32563,10647 24197,10952" alignmentLevel="1"/>
          </emma:interpretation>
        </emma:emma>
      </inkml:annotationXML>
      <inkml:traceGroup>
        <inkml:annotationXML>
          <emma:emma xmlns:emma="http://www.w3.org/2003/04/emma" version="1.0">
            <emma:interpretation id="{F2E7AB4A-DBFB-4CC0-AFB8-61FF05E35B68}" emma:medium="tactile" emma:mode="ink">
              <msink:context xmlns:msink="http://schemas.microsoft.com/ink/2010/main" type="inkBullet" rotatedBoundingBox="24103,8302 24941,8317 24927,9112 24090,9098"/>
            </emma:interpretation>
          </emma:emma>
        </inkml:annotationXML>
        <inkml:trace contextRef="#ctx0" brushRef="#br0">6118-7325 329 0,'-21'-1'357'0,"21"1"-11"0,-31-2-16 16,31 2-20-16,-22 0-9 0,22 0-19 0,0 0-9 0,0 0-2 16,-24 0 3-16,24 0 17 0,0 0 16 0,0 0 2 15,0 0-9-15,0 0-15 0,88 6-18 0,-35-9-19 16,-3-1-25-16,1-2-26 0,4 5-18 0,0-5-21 16,-6 1-16-16,0 0-20 0,-4 2-28 0,4 0-28 15,-19 2-23-15,3 1-28 0,0 0-30 0,-5-2-29 16,-7 2-24-16,-21 0-18 0,32 0-29 0,-32 0-26 15,19-1-29-15,-19 1-23 0,0 0-38 0,22 0-44 16,-22 0-54-16,0 0-43 0,0 0-342 0,0 0-773 16,8 10 342-16</inkml:trace>
        <inkml:trace contextRef="#ctx0" brushRef="#br0" timeOffset="18547.6282">6380-6578 252 0,'0'0'264'16,"0"0"-3"-16,0 0-14 0,0 0-6 0,0 0-6 0,0 0-7 16,0 0-8-16,-6-11-10 0,6 11-14 0,0 0 1 15,0 0-4-15,0 0 2 0,0 0-5 0,-30 5-3 16,30-5-9-16,0 0-9 0,0 0-3 0,0 0-5 16,-29 6-5-16,29-6-11 0,0 0-15 0,0 0-4 15,0 0-5-15,0 0-14 0,-19 3-8 0,19-3-3 0,0 0-1 16,0 0-2-16,0 0-1 0,0 0 0 0,0 0-2 15,0 0-3-15,0 0-9 0,68 0-7 16,-47 1-7-16,4-2-5 0,4-2-7 0,2-2-5 0,-1 5-2 16,-1-1-5-16,6 0-14 0,-5 1-20 0,-4-4-29 15,9 4-30-15,-6 0-48 0,-1-1-48 0,1 2-42 16,-9 3-55-16,-3-2-49 0,-17-2-59 0,32 1-85 16,-19 3-254-16,-13-4-751 0,22 7 332 0</inkml:trace>
      </inkml:traceGroup>
      <inkml:traceGroup>
        <inkml:annotationXML>
          <emma:emma xmlns:emma="http://www.w3.org/2003/04/emma" version="1.0">
            <emma:interpretation id="{5CE7634E-A1B3-4F31-950D-27E7C8B9F5B6}" emma:medium="tactile" emma:mode="ink">
              <msink:context xmlns:msink="http://schemas.microsoft.com/ink/2010/main" type="line" rotatedBoundingBox="25136,8570 32477,8696 32456,9917 25116,9792"/>
            </emma:interpretation>
          </emma:emma>
        </inkml:annotationXML>
        <inkml:traceGroup>
          <inkml:annotationXML>
            <emma:emma xmlns:emma="http://www.w3.org/2003/04/emma" version="1.0">
              <emma:interpretation id="{8F2137B4-FDB7-4F4A-A975-C6CA3E972A29}" emma:medium="tactile" emma:mode="ink">
                <msink:context xmlns:msink="http://schemas.microsoft.com/ink/2010/main" type="inkWord" rotatedBoundingBox="25136,8570 25672,8579 25657,9511 25121,9502"/>
              </emma:interpretation>
              <emma:one-of disjunction-type="recognition" id="oneOf0">
                <emma:interpretation id="interp0" emma:lang="" emma:confidence="1">
                  <emma:literal/>
                </emma:interpretation>
              </emma:one-of>
            </emma:emma>
          </inkml:annotationXML>
          <inkml:trace contextRef="#ctx0" brushRef="#br0" timeOffset="19047.5954">7588-6984 45 0,'-3'-15'327'0,"3"3"4"16,0-6-3-16,0 3-9 0,0 15-12 0,-4-18-12 15,0 6 2-15,4 12-15 0,-7-12-18 0,7 12-11 16,-11-9-23-16,11 9-14 0,-20-4-10 0,20 4-6 16,-35 13 5-16,10 2-2 0,-4 1-4 0,-7 9-10 15,-1 1-8-15,1 1-7 0,-2 3-14 0,7 3-8 16,-3 3-15-16,0-3-7 0,4 5-5 0,4-1-15 15,3 0-11-15,4 1-8 0,4 2-5 0,1-2-12 0,5 2-5 16,4 0-9-16,-1-1-4 0,12 3-5 0,0-4-4 16,1-8-5-16,8 6-2 0,-2-7-6 0,1-1 0 15,2-4-5-15,1-1-2 0,1-1-5 0,2-7 1 16,-4-1-6-16,5-7 1 0,-2 5-2 0,0-7-1 16,-2-5-2-16,2 2-1 0,-19-2 3 0,38-7 0 15,-21-4-1-15,1 4-6 0,-4-6 1 0,0 0-1 16,-1-1-2-16,-2 0 2 0,-3-5-1 0,-5 2-11 15,3-5-1-15,-6 2 1 0,-1-4-1 0,-10 2 0 16,3 7-2-16,-7-3-1 0,-2 2 3 0,-3-1-2 16,-4 6 3-16,0 3-7 0,-3 0 3 0,0 4 1 15,-1 1-10-15,0 3-11 0,-1 0-18 0,7 3-21 0,-5 3-31 16,3 1-33-16,9-1-32 0,-1-1-42 0,0 4-45 16,10-3-37-16,6-6-51 0,-11 17-56 15,7-9-411-15,4-8-871 0,0 0 386 0</inkml:trace>
        </inkml:traceGroup>
        <inkml:traceGroup>
          <inkml:annotationXML>
            <emma:emma xmlns:emma="http://www.w3.org/2003/04/emma" version="1.0">
              <emma:interpretation id="{E646F850-57E0-4869-BAA6-3D6E2C3ED4E3}" emma:medium="tactile" emma:mode="ink">
                <msink:context xmlns:msink="http://schemas.microsoft.com/ink/2010/main" type="inkWord" rotatedBoundingBox="26510,8643 28031,8669 28011,9841 26490,9815"/>
              </emma:interpretation>
              <emma:one-of disjunction-type="recognition" id="oneOf1">
                <emma:interpretation id="interp1" emma:lang="" emma:confidence="1">
                  <emma:literal/>
                </emma:interpretation>
              </emma:one-of>
            </emma:emma>
          </inkml:annotationXML>
          <inkml:trace contextRef="#ctx0" brushRef="#br0" timeOffset="20344.3791">8552-6615 247 0,'-21'-3'332'0,"21"3"-11"0,-20-4 0 0,20 4-8 0,-22 0-12 16,22 0-10-16,0 0-13 0,-29-5-8 0,29 5-19 15,0 0-13-15,-20 0-13 0,20 0-7 0,0 0-23 16,0 0-15-16,-19-3-7 0,19 3-14 0,0 0-5 16,0 0-9-16,0 0 1 0,0 0 3 0,0 0-5 15,0 0-14-15,0 0-10 0,0 0-9 0,63-3-13 16,-63 3-11-16,49 0-5 0,-21-1-8 0,1 1-13 16,4 4 2-16,-3-4-15 0,3 1-14 0,0 1-32 15,-3 2-36-15,0-4-41 0,-3 1-42 0,6 4-41 16,-6-3-66-16,-8 2-50 0,0-3-57 0,0 1-67 0,-19-2-327 15,24 1-786-15,-24-1 347 0</inkml:trace>
          <inkml:trace contextRef="#ctx0" brushRef="#br0" timeOffset="20891.2493">9366-6970 123 0,'4'-11'443'0,"-4"11"-35"0,10-13-27 16,-10 13-8-16,6-16-9 0,-6 16-29 0,3-8-26 16,-3 8-20-16,0 0-24 0,0 0-20 0,0 0-18 15,0 41-27-15,7-18-14 0,-15 5-18 0,-3 0-19 16,1 0-19-16,-2 9-4 0,-3-2-11 0,1 4-14 16,0-2-10-16,-2-2-8 0,-3-1-12 0,10-8-4 15,-6 4-5-15,3-8-6 0,-2-2-7 0,3-2-3 16,6-3-7-16,-2-1-9 0,3-2 6 0,-3 3-6 15,7-15 1-15,0 10-5 0,0-10 0 0,0 0 0 0,8 15 0 16,-8-15-5-16,27 2-3 0,-27-2 3 0,36-2 1 16,-9 0-5-16,2-4-3 0,4 3 3 15,0 3-9-15,11-4 7 0,-2 1-10 0,-11 2 3 0,4-5-5 16,-3-1 4-16,-1 4 0 0,-2-2-2 0,2 3 1 16,-6 0-1-16,5-3 0 0,-4-2-5 15,-7 4 9-15,-3-1 3 0,3-1 6 0,-4 2 19 0,0-3 14 16,-1-1 15-16,-14 7 11 0,22-11 13 0,-11 3 6 15,-3 1 2-15,1-4-2 0,-2 3 13 0,-1-6-4 16,2 2 11-16,-2-6 4 0,1 4 2 0,-6-2-3 16,5 4-2-16,-1-4-5 0,-3 7-11 0,2-2 3 15,-4 11-5-15,2-19-1 0,-2 19-6 0,0-13-4 16,0 13-20-16,0 0-33 0,0-12-35 0,0 12 0 16,0 0 0-16,0 0 0 0,0 0 0 0,0 0 0 15,-13 49 0-15,12-21 0 0,-7 9 0 0,3 4 0 16,4 4 0-16,-6 2 0 0,1 3 0 0,0-3 0 15,4 4 0-15,-6 1 0 0,2-4 0 0,0 2 0 16,-1-1 0-16,4-4 0 0,-2-1 0 0,-4-14 0 16,-1 10-68-16,1-4-209 0,3-11-84 0,-1 0-54 0,-2 1-72 15,2-12-74-15,-5-1-443 0,4 0-1088 0,2-6 482 16</inkml:trace>
        </inkml:traceGroup>
        <inkml:traceGroup>
          <inkml:annotationXML>
            <emma:emma xmlns:emma="http://www.w3.org/2003/04/emma" version="1.0">
              <emma:interpretation id="{EB41BBE4-C581-4324-856B-2BD04BAB0C95}" emma:medium="tactile" emma:mode="ink">
                <msink:context xmlns:msink="http://schemas.microsoft.com/ink/2010/main" type="inkWord" rotatedBoundingBox="29198,8782 30369,8802 30359,9377 29188,9357"/>
              </emma:interpretation>
              <emma:one-of disjunction-type="recognition" id="oneOf2">
                <emma:interpretation id="interp2" emma:lang="" emma:confidence="1">
                  <emma:literal/>
                </emma:interpretation>
              </emma:one-of>
            </emma:emma>
          </inkml:annotationXML>
          <inkml:trace contextRef="#ctx0" brushRef="#br0" timeOffset="25859.9122">11317-6669 166 0,'-15'-7'304'16,"15"7"-9"-16,-10-9-7 0,10 9-10 0,-11-10 0 0,11 10-16 16,-8-9-20-16,8 9-24 0,-6-15-18 0,6 15-12 15,0-11-11-15,0 11-3 0,6-16-20 0,-6 16-17 16,8-14 0-16,-3 4 0 0,1 1-8 0,0 0-8 15,-6 9-3-15,16-15-11 0,-6 3-6 0,1 1-6 16,-3 5-5-16,0-2-9 0,-8 8-3 0,19-15-15 16,-8 11-5-16,0-2-6 0,1-1-2 0,3-2-5 15,-1 5-6-15,-14 4-5 0,22-4-5 0,-22 4-2 16,21 0-1-16,-21 0-1 0,0 0-11 0,30 4 3 16,-30-4 3-16,14 13-6 0,-10-6-8 0,3 6 16 15,-4-1-10-15,0 2-6 0,0 1 1 0,-3 0-1 16,-1 2 3-16,-4 0-3 0,2 1 0 0,-7 4 1 15,2-3 2-15,-3 3-7 0,-3 0 2 0,-3 4 2 16,3-1-4-16,-4-1 1 0,-10 5-2 0,1-1 5 16,2-6-2-16,-5 2 3 0,-4-1-3 0,9-5-1 15,1-3 1-15,1 2 3 0,-3 2-3 0,4-8 4 16,8-1 3-16,0 2-3 0,1-8 0 0,13-4 1 0,-16 10 4 16,16-10 6-16,-12 8 8 0,12-8 10 15,0 0 23-15,0 0 19 0,0 0 10 0,28 14-5 16,-7-14-2-16,10 0-1 0,15-3-4 0,2 3-1 0,2-3 11 15,10 1 12-15,19 0 19 0,-1-2 0 0,-21 3 0 16,20-5-6-16,-20 5-2 0,0 1-22 0,-2 0 0 16,5-2-16-16,-8-2-7 0,-3 3-8 15,-1 1-7-15,-7-4-2 0,-10 4-3 0,-2-2-4 0,-9 1-6 16,1-3-15-16,-21 4 8 0,28 0-4 0,-28 0-6 16,22-3 10-16,-22 3-8 0,0 0-3 0,18-6-9 15,-18 6 1-15,0 0-5 0,0 0-18 0,9-12-24 16,-9 12-34-16,0 0-33 0,0 0-41 0,-1-12-50 15,1 12-62-15,0 0-55 0,0 0-47 0,0 0-53 16,-18-14-47-16,18 14-398 0,-14-7-928 0,14 7 412 16</inkml:trace>
        </inkml:traceGroup>
        <inkml:traceGroup>
          <inkml:annotationXML>
            <emma:emma xmlns:emma="http://www.w3.org/2003/04/emma" version="1.0">
              <emma:interpretation id="{320654C6-6047-473C-A194-24DD51AECCB4}" emma:medium="tactile" emma:mode="ink">
                <msink:context xmlns:msink="http://schemas.microsoft.com/ink/2010/main" type="inkWord" rotatedBoundingBox="31829,8754 32476,8765 32465,9367 31819,9356"/>
              </emma:interpretation>
              <emma:one-of disjunction-type="recognition" id="oneOf3">
                <emma:interpretation id="interp3" emma:lang="" emma:confidence="1">
                  <emma:literal/>
                </emma:interpretation>
              </emma:one-of>
            </emma:emma>
          </inkml:annotationXML>
          <inkml:trace contextRef="#ctx0" brushRef="#br0" timeOffset="28219.1347">13925-6862 211 0,'0'0'262'16,"0"0"-3"-16,0 0-8 0,0-15-2 0,0 15-6 15,0 0 8-15,0 0-16 0,-3-15-5 0,3 15-8 16,0 0-11-16,-6-15-3 0,6 15-16 0,0 0-24 15,-19-3 0-15,19 3-7 0,0 0 5 0,-32 18-10 16,19-8-1-16,-1 7-13 0,-2 3-2 0,2 3-8 16,-3 3-14-16,6 1-8 0,1 1-8 0,-6 10-12 15,10-9-7-15,0 1-9 0,6-1-7 0,0 1-7 16,5-4-1-16,-4 4-5 0,10-5-2 0,0 1-9 16,8-2-6-16,-3-1 4 0,5-3-4 0,-1 2-3 15,7-8 3-15,0 1-5 0,11 3 9 0,-10-10-1 16,1-2 2-16,12 2 0 0,-13-4-5 0,1-3 2 15,-1-2 3-15,7-3-2 0,-8-5-2 0,-4 1 1 16,4-7 6-16,0 0-5 0,-5-3 0 0,0-4-3 16,-1-2 5-16,-2-9-2 0,0-1-6 0,-8-2-1 15,-3-5-4-15,-2 5-2 0,-6-6-4 0,-6 3 0 0,-2 11-3 16,-8-7-6-16,-6 2 2 0,-3 3-2 16,-5 3-5-16,4 9-6 0,-2 3-6 0,-10-5-18 15,-3 10-20-15,8 4-29 0,-16 2-39 0,6 4-57 16,15 1-45-16,-7 6-55 0,-8 3-64 0,15-5-84 0,-1 8-386 15,2-1-867-15,4 2 383 0</inkml:trace>
        </inkml:traceGroup>
      </inkml:traceGroup>
      <inkml:traceGroup>
        <inkml:annotationXML>
          <emma:emma xmlns:emma="http://www.w3.org/2003/04/emma" version="1.0">
            <emma:interpretation id="{C8A7EC04-F5D8-4A99-BF40-0BD67404B28E}" emma:medium="tactile" emma:mode="ink">
              <msink:context xmlns:msink="http://schemas.microsoft.com/ink/2010/main" type="line" rotatedBoundingBox="25176,10144 32535,9876 32563,10647 25204,10915"/>
            </emma:interpretation>
          </emma:emma>
        </inkml:annotationXML>
        <inkml:traceGroup>
          <inkml:annotationXML>
            <emma:emma xmlns:emma="http://www.w3.org/2003/04/emma" version="1.0">
              <emma:interpretation id="{969592B2-9755-4C58-A9F9-B5526ADE5B88}" emma:medium="tactile" emma:mode="ink">
                <msink:context xmlns:msink="http://schemas.microsoft.com/ink/2010/main" type="inkWord" rotatedBoundingBox="25181,10282 25551,10268 25571,10823 25201,10837"/>
              </emma:interpretation>
              <emma:one-of disjunction-type="recognition" id="oneOf4">
                <emma:interpretation id="interp4" emma:lang="" emma:confidence="1">
                  <emma:literal/>
                </emma:interpretation>
              </emma:one-of>
            </emma:emma>
          </inkml:annotationXML>
          <inkml:trace contextRef="#ctx0" brushRef="#br0" timeOffset="39954.2265">7404-5389 326 0,'0'0'313'16,"-19"-7"-23"-16,19 7-16 0,-19-6-13 0,19 6-19 16,-17-3-5-16,17 3-2 0,0 0-40 0,0 0-10 15,-35 9-8-15,27-2-8 0,-3 2 6 0,5 0-8 0,-5 1-9 16,0 4-7-16,3 2 3 0,-5 6-6 0,5 1-11 15,-4 3-6-15,4-5-11 0,0 5-16 16,2-1-2-16,-1 3-9 0,-1 0-11 0,5-2-12 0,0 4-1 16,-3-5-4-16,4 1-5 0,4-3-9 0,-2-2-10 15,6-4 6-15,-1 7-11 0,1-5-1 0,0-1-2 16,2-2-2-16,2-6-6 0,-4-1 3 0,2-2 9 16,6 1-8-16,-14-8 14 0,21 7 11 0,-21-7 6 15,28-1 1-15,-28 1 3 0,29-7-4 0,-12 0-1 16,-3-5-5-16,-3 0-2 0,4-1-3 0,-1-1-2 15,3-6-3-15,-1 2-6 0,-3-3-1 0,-1-5-7 16,-1-1 0-16,-4 1-4 0,-6 0-5 0,4 1 2 16,-3 1-8-16,-4-2 2 0,-4 0 2 0,-1 1-8 15,-2 1 0-15,-4 0-2 0,-4 2-2 0,-1 3 0 16,-2 0-2-16,3 7-7 0,-9-1 2 0,3 1-1 0,-3 5-10 16,6 4-8-16,-9 3-19 0,4 0-25 0,-2 1-29 15,7 5-49-15,1 2-50 0,3 2-49 16,2 0-63-16,1 2-66 0,7-5-426 0,2 9-861 0,8-5 382 15</inkml:trace>
        </inkml:traceGroup>
        <inkml:traceGroup>
          <inkml:annotationXML>
            <emma:emma xmlns:emma="http://www.w3.org/2003/04/emma" version="1.0">
              <emma:interpretation id="{F583EA73-127D-448E-BA8B-56128F879672}" emma:medium="tactile" emma:mode="ink">
                <msink:context xmlns:msink="http://schemas.microsoft.com/ink/2010/main" type="inkWord" rotatedBoundingBox="27031,10084 27965,10050 27988,10669 27053,10703"/>
              </emma:interpretation>
              <emma:one-of disjunction-type="recognition" id="oneOf5">
                <emma:interpretation id="interp5" emma:lang="" emma:confidence="1">
                  <emma:literal/>
                </emma:interpretation>
              </emma:one-of>
            </emma:emma>
          </inkml:annotationXML>
          <inkml:trace contextRef="#ctx0" brushRef="#br0" timeOffset="40782.2662">8990-5355 178 0,'-12'-7'328'0,"12"7"-8"0,-9-12-16 15,9 12-12-15,-6-11-22 0,6 11-9 0,-4-12-10 0,4 12-12 16,-4-15-11-16,4 15-8 0,0-18-6 0,0 18-4 16,0-14-17-16,0 14-6 0,3-19-14 0,0 12-12 15,-3 7-9-15,8-23-20 0,-2 13-11 16,2-1-11-16,3 2-11 0,4-5-11 0,-3 6-5 0,2-3-12 16,4 2-7-16,-1 0-7 0,1 2-1 0,9 0-8 15,-8 0-6-15,6 1-2 0,-5 5-5 0,1 0-6 16,1 1-4-16,-22 0-4 0,41 1-1 0,-19 5-1 15,-3-1-2-15,-3 4 0 0,3-1-3 0,-3 7-5 16,-2 2 3-16,0 0 1 0,-6 5-4 0,2-4 1 16,-7 5 1-16,-1 1-6 0,2 2 3 0,-8 0 1 15,-1-1-2-15,-1 1 0 0,-9 0-3 0,4-3 1 16,-1 1 9-16,-4 0-8 0,0-1 8 0,-3 0-8 16,-2-5 3-16,1 3-1 0,-2-2 2 0,4-1 11 15,-2-3-4-15,-2-1 8 0,1 0-2 0,2 1 2 16,0-7 1-16,3 4 4 0,2-3 4 0,0-2-1 15,-1 2-4-15,6-2 2 0,9-7-2 0,-14 10-3 0,14-10-3 16,-10 5-1-16,10-5 2 0,0 0 3 16,0 0 8-16,0 0 11 0,0 0 4 0,0 0 3 15,27 13-2-15,-27-13 3 0,35-2-4 0,-8 1-2 0,1-2 4 16,7 0-13-16,11 1-1 0,1 0 1 0,1-3-7 16,-4 2-6-16,-1-2 1 0,-8 3-7 0,12-5-3 15,-2 5 4-15,0-1-3 0,-2 1-5 0,-11-2 1 16,1 0-3-16,-5 1 0 0,-12-2 2 0,5 0-4 15,-1-2-1-15,1 1-1 0,-2 3-1 0,-5-1 5 16,4 0-7-16,-18 4 3 0,20-10-8 0,-20 10-12 16,19-6-24-16,-19 6-23 0,10-7-33 0,-10 7-49 15,0 0-65-15,4-11-68 0,-4 11-50 0,0 0-59 16,0 0-64-16,0 0-362 0,-33-10-876 0,22 4 387 16</inkml:trace>
        </inkml:traceGroup>
        <inkml:traceGroup>
          <inkml:annotationXML>
            <emma:emma xmlns:emma="http://www.w3.org/2003/04/emma" version="1.0">
              <emma:interpretation id="{87CB36D8-5D7A-448A-928F-C4B786495E61}" emma:medium="tactile" emma:mode="ink">
                <msink:context xmlns:msink="http://schemas.microsoft.com/ink/2010/main" type="inkWord" rotatedBoundingBox="29243,10013 29767,9994 29794,10717 29270,10736"/>
              </emma:interpretation>
              <emma:one-of disjunction-type="recognition" id="oneOf6">
                <emma:interpretation id="interp6" emma:lang="" emma:confidence="1">
                  <emma:literal/>
                </emma:interpretation>
              </emma:one-of>
            </emma:emma>
          </inkml:annotationXML>
          <inkml:trace contextRef="#ctx0" brushRef="#br0" timeOffset="41829.0942">11287-5571 336 0,'0'0'390'0,"0"0"-9"0,0 0-19 0,0 0-15 15,0 0-21-15,0 0-25 0,0-15-27 0,0 15-21 0,0 0-24 16,0 0-18-16,0 0-20 0,0 0-20 0,0 0-16 16,0 0-17-16,0 0-3 0,0 0 0 0,0 0-15 15,-47 25-11-15,36-17-7 0,-2-1-8 0,1 5-9 16,4 1-7-16,-2-1-10 0,1 2-5 0,7-6-1 16,-4 8-7-16,6 2-6 0,0-3-6 0,6 4-2 15,-1-1-6-15,6 7 1 0,5-3-6 0,-2 1-1 16,5-2-3-16,2-2-1 0,4 4 0 0,-3-1-8 15,0-4-1-15,3 0 0 0,1 1-3 0,1 0-4 16,-5-4-1-16,3 3 0 0,-1 0-2 0,-4-5-5 16,-6 0 1-16,1 2-1 0,-4-8 9 0,-2 5-11 15,-2-5 2-15,-1 3 2 0,-6-10-6 0,5 15 4 16,-2-7 2-16,-3-8-1 0,0 0 0 0,-13 23 0 16,5-17 3-16,8-6-6 0,-24 12 4 0,7-5-3 15,0-3 3-15,-2 1-5 0,-5 1 1 0,-1 0 3 16,4-4 1-16,-1 0-1 0,2-2-2 0,20 0 4 15,-38 0-2-15,20 0 3 0,18 0-2 0,-30-4 1 16,30 4-1-16,-19-6 1 0,19 6 2 0,-14-6-5 16,14 6 2-16,-5-9 7 0,5 9-2 0,-3-16 4 15,3 16-5-15,8-15 1 0,-8 15-2 0,17-20 1 0,-2 6 0 16,-3-2-4-16,2 5 4 0,9-5-2 0,-1-3-2 16,0 3 1-16,3 0-1 0,-3-5 3 0,0 2-3 15,1-4-4-15,2 1-1 0,-1 2 4 0,4-8 1 16,-7 7 24-16,-1-5-4 0,7-5 3 0,-11 3-6 15,3 5 3-15,-5 0-10 0,0-5-1 0,-4 2-3 16,-2 2 2-16,-2-2-3 0,-6 3 2 0,0 0-2 16,-2 4-3-16,-2 1-2 0,-4 3-1 0,-7-1 1 15,1 8 0-15,0-5-2 0,-2 6 0 0,-4 2 0 16,-7-1 0-16,-2 3 1 0,2 3-4 0,-7 5-3 16,5-1-8-16,6 4-18 0,-4 2-32 0,0 2-52 15,5-1-66-15,9 5-76 0,2-2-77 0,1 4-109 16,3-6-315-16,7 4-821 0,4 0 364 0</inkml:trace>
        </inkml:traceGroup>
        <inkml:traceGroup>
          <inkml:annotationXML>
            <emma:emma xmlns:emma="http://www.w3.org/2003/04/emma" version="1.0">
              <emma:interpretation id="{8C2263BE-8172-47E4-87D7-08B4E5912E56}" emma:medium="tactile" emma:mode="ink">
                <msink:context xmlns:msink="http://schemas.microsoft.com/ink/2010/main" type="inkWord" rotatedBoundingBox="31348,9920 32535,9876 32563,10647 31376,10690"/>
              </emma:interpretation>
              <emma:one-of disjunction-type="recognition" id="oneOf7">
                <emma:interpretation id="interp7" emma:lang="" emma:confidence="0.5">
                  <emma:literal>o</emma:literal>
                </emma:interpretation>
                <emma:interpretation id="interp8" emma:lang="" emma:confidence="0">
                  <emma:literal>°</emma:literal>
                </emma:interpretation>
                <emma:interpretation id="interp9" emma:lang="" emma:confidence="0">
                  <emma:literal>,</emma:literal>
                </emma:interpretation>
                <emma:interpretation id="interp10" emma:lang="" emma:confidence="0">
                  <emma:literal>O</emma:literal>
                </emma:interpretation>
                <emma:interpretation id="interp11" emma:lang="" emma:confidence="0">
                  <emma:literal>0</emma:literal>
                </emma:interpretation>
              </emma:one-of>
            </emma:emma>
          </inkml:annotationXML>
          <inkml:trace contextRef="#ctx0" brushRef="#br0" timeOffset="42188.4509">13285-5675 471 0,'0'0'491'0,"-3"-14"-4"0,3 14 0 16,3-12 0-16,-3 12-18 0,0 0-24 15,5-15-24-15,-5 15-32 0,0 0-27 0,5-11-35 16,-5 11-28-16,0 0-21 0,4-8-32 0,-4 8-21 0,0 0-15 15,0 0-16-15,0 0-25 0,0 0-9 0,7 34-23 16,-3-19-9-16,-2 7-4 0,0 4-17 0,-2 2-14 16,6 10-11-16,-8-8-2 0,4 11-5 0,-2-1-12 15,-3 2 10-15,3-2-27 0,0 3 1 0,-5-3-13 16,3 3-10-16,-2-7-31 0,4-9-41 0,0 3-48 16,-7-2-52-16,4-4-67 0,3 0-83 0,0-5-76 15,-5-5-78-15,10-4-81 0,-5-10-394 0,0 17-1003 16,3-10 443-16</inkml:trace>
          <inkml:trace contextRef="#ctx0" brushRef="#br0" timeOffset="42594.6308">13826-5636 354 0,'20'-18'451'0,"2"3"-43"15,-8 1-40-15,4 3-21 0,-9 4-32 0,-1 2-19 16,-8 5-18-16,19-11-29 0,-19 11-23 0,10-4-17 15,-10 4-4-15,0 0-3 0,0 0-10 0,0 0-6 16,-10 38-4-16,4-19-10 0,-2 0-13 0,-3 2-11 16,-3 0-8-16,4 2-14 0,-2 3-12 0,-1 2-11 0,5-2-5 15,0 1-6-15,-1 0-8 0,2-1-7 16,3 3-7-16,0-3 3 0,4 0-12 0,2 2-6 16,3 2 6-16,3-2-9 0,0-2-4 0,1 0-1 15,5 0-3-15,4 0-4 0,5 6-1 0,-2-15-2 0,1 2-6 16,3-1 0-16,-1-4 5 0,4-2-7 15,-1-5 2-15,3 1 0 0,11-5 0 0,-7-3-6 16,-4-3 3-16,-2-5-2 0,4-1-1 0,-2-4-4 16,5-5 4-16,-9 3-9 0,-2-8 4 0,-3-2-7 0,1-10 5 15,-2-3-9-15,-7-7-3 0,-4-3 1 0,-1 4 2 16,-1-3-8-16,-7 2 3 0,-4 3 6 0,-2 0-11 16,-5 2-1-16,2 12-10 0,-7-6-5 0,-2 10-13 15,-2 0-13-15,-2 2-21 0,-13-1-25 0,-3 7-39 16,-1-4-61-16,-7 7-56 0,-3 4-57 0,-8 4-65 15,2 1-77-15,-26 4-383 0,24 0-895 16,-3 2 396-16</inkml:trace>
        </inkml:traceGroup>
      </inkml:traceGroup>
    </inkml:traceGroup>
    <inkml:traceGroup>
      <inkml:annotationXML>
        <emma:emma xmlns:emma="http://www.w3.org/2003/04/emma" version="1.0">
          <emma:interpretation id="{FC5E7C17-E3C3-4E91-BACD-EA59BE05943E}" emma:medium="tactile" emma:mode="ink">
            <msink:context xmlns:msink="http://schemas.microsoft.com/ink/2010/main" type="paragraph" rotatedBoundingBox="24837,11496 32544,11486 32545,12537 24838,12548" alignmentLevel="2"/>
          </emma:interpretation>
        </emma:emma>
      </inkml:annotationXML>
      <inkml:traceGroup>
        <inkml:annotationXML>
          <emma:emma xmlns:emma="http://www.w3.org/2003/04/emma" version="1.0">
            <emma:interpretation id="{C38F1180-8965-43BB-972E-05B6DEB133CE}" emma:medium="tactile" emma:mode="ink">
              <msink:context xmlns:msink="http://schemas.microsoft.com/ink/2010/main" type="line" rotatedBoundingBox="24837,11496 32544,11486 32545,12537 24838,12548"/>
            </emma:interpretation>
          </emma:emma>
        </inkml:annotationXML>
        <inkml:traceGroup>
          <inkml:annotationXML>
            <emma:emma xmlns:emma="http://www.w3.org/2003/04/emma" version="1.0">
              <emma:interpretation id="{1818DE72-B16A-48ED-983B-AD9916290515}" emma:medium="tactile" emma:mode="ink">
                <msink:context xmlns:msink="http://schemas.microsoft.com/ink/2010/main" type="inkWord" rotatedBoundingBox="24837,11549 25648,11548 25650,12547 24838,12548"/>
              </emma:interpretation>
              <emma:one-of disjunction-type="recognition" id="oneOf8">
                <emma:interpretation id="interp12" emma:lang="" emma:confidence="1">
                  <emma:literal/>
                </emma:interpretation>
              </emma:one-of>
            </emma:emma>
          </inkml:annotationXML>
          <inkml:trace contextRef="#ctx0" brushRef="#br0" timeOffset="43688.3076">7294-4068 389 0,'-7'-9'413'16,"7"9"-14"-16,-6-19-18 0,4 8-7 0,2 11-14 16,-6-12-18-16,6 12-28 0,-6-10-34 0,6 10-33 15,0 0-21-15,0 0-24 0,0 0-19 0,0 0-16 16,-35 22-18-16,19-3-14 0,-3 1-15 0,3 3-10 15,-10 6-13-15,2 1-7 0,-5 3-10 0,-2-3-10 0,2-3-9 16,1 3-2-16,-7 2-1 0,4-6-12 16,-4 5-4-16,3-4-5 0,4-1-3 0,4-10-3 15,4 6-3-15,1 0-4 0,11-14-2 0,-5 7 5 16,5-8-10-16,5 1-4 0,3-8 2 0,-3 12-2 0,3-12 2 16,0 0-3-16,23 6-1 0,-23-6-2 0,38 3-1 15,-17-2 0-15,7-4 1 0,2-1 0 0,-1 3-4 16,6-5 1-16,-2 1 0 0,8-2 0 0,-9 3 1 15,1 0 2-15,9-3-8 0,-8 1 1 0,-4-1 0 16,1 5 4-16,-1-3 2 0,-1-3 0 0,-1 0 5 16,-1 3 3-16,0 0 2 0,-8-2 1 0,0-2 6 15,-3 6 13-15,1-4 5 0,-3-2 10 0,0 1 6 0,-4 4 5 16,4-7 6-16,-14 11 6 0,18-12-6 16,-11 3 1-16,3-3 4 0,-5 1-1 0,4 1-7 0,-7 2-4 15,4-8 1-15,-6 7 1 0,0 9 2 0,6-19 1 16,-6 10-2-16,0 9-7 0,4-15-4 0,-4 15-6 15,0 0-2-15,0-14-11 0,0 14-2 0,0 0 2 16,0 0-4-16,0 0-13 0,0 0 5 0,0 0-5 16,0 0-2-16,-27 33-3 0,19-18 0 0,-3 26-3 15,1-15-1-15,-2 15-9 0,-1 5-1 0,3-2-19 16,-2 2-25-16,-1 2-23 0,2 3-27 0,0-1-40 16,-2-1-52-16,4-3-58 0,3-2-69 0,-7 1-67 15,5-5-61-15,5-9-109 0,-3-5-293 0,1-1-911 16,5-9 403-16</inkml:trace>
        </inkml:traceGroup>
        <inkml:traceGroup>
          <inkml:annotationXML>
            <emma:emma xmlns:emma="http://www.w3.org/2003/04/emma" version="1.0">
              <emma:interpretation id="{304ECE0D-E86A-4A56-9E9D-3FD923EBB9B1}" emma:medium="tactile" emma:mode="ink">
                <msink:context xmlns:msink="http://schemas.microsoft.com/ink/2010/main" type="inkWord" rotatedBoundingBox="26798,11543 28478,11540 28479,12330 26799,12333"/>
              </emma:interpretation>
              <emma:one-of disjunction-type="recognition" id="oneOf9">
                <emma:interpretation id="interp13" emma:lang="" emma:confidence="1">
                  <emma:literal/>
                </emma:interpretation>
              </emma:one-of>
            </emma:emma>
          </inkml:annotationXML>
          <inkml:trace contextRef="#ctx0" brushRef="#br0" timeOffset="44032.034">8757-3801 3455 0,'0'0'159'0,"-20"5"-82"0,20-5 10 0,0 0 19 15,-21 6 10-15,21-6 11 0,0 0 17 0,0 0 5 16,0 0-12-16,0 0-1 0,0 0-9 0,0 0-10 15,0 0-13-15,0 0-12 0,63-11-8 0,-42 11-8 16,-1-2-12-16,9 1-4 0,-4-3-11 0,4 2-11 16,-3 2-28-16,-7-1-23 0,8-3-43 0,-6 4-45 15,-21 0-44-15,41-4-41 0,-21 3-55 0,-20 1-54 16,35-2-65-16,-25 1-327 0,-10 1-743 0,33-4 330 0</inkml:trace>
          <inkml:trace contextRef="#ctx0" brushRef="#br0" timeOffset="44266.396">9563-4126 400 0,'0'0'374'0,"-3"-10"-28"0,3 10-18 0,0 0-5 16,0 0-11-16,0 0-9 0,0 0-27 0,0 0-15 15,0 0-22-15,27 32-16 0,-19-13-10 0,-2 3-12 16,0 8-11-16,1-1-11 0,-12 10-20 0,5 0-13 15,0 2-16-15,-2 3-9 0,1-4-16 0,-10 9-10 16,9-4-9-16,-4 4-10 0,0-2-6 0,2-3-4 16,1 0-17-16,-1-7-33 0,0-6-55 0,4-5-63 15,4-2-80-15,-4-4-90 0,3-3-79 0,-3-5-373 16,4-2-784-16,-4-10 347 0</inkml:trace>
          <inkml:trace contextRef="#ctx0" brushRef="#br0" timeOffset="44638.6911">10055-3841 221 0,'0'0'371'0,"6"-14"-23"0,-6 14-21 15,3-7-27-15,-3 7-18 0,0 0-24 0,0 0-9 16,0 0 3-16,0 0-8 0,0 0-13 0,0 0-7 16,-27 39-21-16,19-26-7 0,-1 0-17 0,-2 8-7 15,3 2-13-15,-2 0-11 0,-1 0-14 0,5 0-12 16,-2 3-12-16,5 1-18 0,0-1 0 0,3 0-9 15,0 0-9-15,3 0-3 0,-1-1-3 0,7-1-12 16,2 2 3-16,5-5 19 0,0 0 5 0,-2-5-4 16,7-4-4-16,2 0 1 0,-4-5-1 0,11-5-8 15,-4 3-8-15,2-6-4 0,-1-5-6 0,-2-1-2 0,0-5-6 16,1 0-4-16,-3-4-4 0,-2-3-5 16,-4-1-2-16,-2 5-6 0,2-9-6 0,-6-4-2 15,-5-2-5-15,-1 1-6 0,-5 0-8 0,-8-7-3 0,2 8-9 16,-2-1 3-16,-5 2-2 0,-2 6 1 0,-1-1-12 15,-10 6-10-15,-2-2-16 0,0 10-17 0,-15-5-31 16,8 8-27-16,0 3-28 0,-6 2-27 0,8 0-36 16,1 3-49-16,-12 4-60 0,19 3-82 0,-4-4-288 15,12 1-757-15,6-4 334 0</inkml:trace>
        </inkml:traceGroup>
        <inkml:traceGroup>
          <inkml:annotationXML>
            <emma:emma xmlns:emma="http://www.w3.org/2003/04/emma" version="1.0">
              <emma:interpretation id="{47A96199-7DD4-4ACE-AF5B-BEEF9511FF8E}" emma:medium="tactile" emma:mode="ink">
                <msink:context xmlns:msink="http://schemas.microsoft.com/ink/2010/main" type="inkWord" rotatedBoundingBox="29764,11489 32544,11486 32545,12377 29766,12381"/>
              </emma:interpretation>
              <emma:one-of disjunction-type="recognition" id="oneOf10">
                <emma:interpretation id="interp14" emma:lang="" emma:confidence="0.5">
                  <emma:literal>5</emma:literal>
                </emma:interpretation>
                <emma:interpretation id="interp15" emma:lang="" emma:confidence="0">
                  <emma:literal>J</emma:literal>
                </emma:interpretation>
                <emma:interpretation id="interp16" emma:lang="" emma:confidence="0">
                  <emma:literal>$</emma:literal>
                </emma:interpretation>
                <emma:interpretation id="interp17" emma:lang="" emma:confidence="0">
                  <emma:literal>G</emma:literal>
                </emma:interpretation>
                <emma:interpretation id="interp18" emma:lang="" emma:confidence="0">
                  <emma:literal>t</emma:literal>
                </emma:interpretation>
              </emma:one-of>
            </emma:emma>
          </inkml:annotationXML>
          <inkml:trace contextRef="#ctx0" brushRef="#br0" timeOffset="45029.326">11724-4065 239 0,'0'0'514'0,"0"-16"-8"16,0 16 0-16,0 0-14 0,1-15-32 16,-1 15-40-16,0 0-41 0,0 0-35 0,0 0-28 0,0 0-24 15,0 0-19-15,0 0-17 0,0 0-27 0,11 45-13 16,-9-25-11-16,-2 7-27 0,3 2-15 0,-3 2-21 15,0 5-7-15,0 3-13 0,-3-11-13 0,3 12-12 16,0-8-12-16,-2 13-6 0,2-14-8 0,-4 5-9 16,4-5-29-16,-2-6-45 0,-4 2-50 0,-1 1-64 15,1-4-84-15,1-6-84 0,-1 0-78 0,0-1-82 16,-2-5-446-16,5-5-973 0,3-7 432 0</inkml:trace>
          <inkml:trace contextRef="#ctx0" brushRef="#br0" timeOffset="45483.4098">11956-3866 258 0,'5'-12'383'0,"-5"12"-8"0,9-15-7 0,-3 4-19 0,2 3-24 16,7 0-30-16,-1-6-24 0,6 7-25 15,6 0-27-15,-3 2-27 0,0 0-13 0,3 1-20 16,-3 4-12-16,-23 0-17 0,37 2-11 0,-16 2-12 0,-2 0-15 15,0 4-8-15,-5-3-8 0,2 2-7 0,-5 6-4 16,-2-2-10-16,-2 4-15 0,-1 0-1 0,-4 7-2 16,-4-3 1-16,-4 3-6 0,-1 0-6 0,0 4-4 15,-6 0 1-15,-3 0 0 0,-3 0-1 0,0-5-1 16,-11 10-8-16,5 2 4 0,-7-7-3 0,7-4-1 16,-2-5-4-16,-6 6 1 0,4-8 3 0,3-4-2 15,-3 4-2-15,7-4 2 0,-2 3-3 0,7-6-5 16,3 3 4-16,4-5 1 0,10-6-5 0,-19 9 0 15,13-3 4-15,6-6-7 0,0 0 12 0,-3 9 8 16,3-9 5-16,0 0-3 0,28 7-4 0,-28-7 0 16,46 0-3-16,1-3 2 0,1-8-6 0,1 9 0 15,8-8 0-15,30-4 5 0,-4 3-9 0,1-1-22 0,5 5-77 16,-12 0-89-16,2 6-108 0,-1 1-128 16,-20-4-292-16,4 1-769 0,-2-6 340 0</inkml:trace>
          <inkml:trace contextRef="#ctx0" brushRef="#br0" timeOffset="45794.9182">13593-3970 50 0,'0'0'350'0,"0"0"-21"0,0 0-15 0,0 0-18 0,0 0-17 16,0 0-3-16,-23 22-37 0,23-22-23 0,-12 14-14 15,6-2-22-15,5-2-12 0,-4 6-10 0,3-1-6 16,1 0-2-16,-1-1-24 0,2 8-10 0,2-7-17 16,-1 3-1-16,4-4-2 0,-2 2 2 0,2 1-8 15,3 7 3-15,-3-6 5 0,4 4-7 0,4 1 4 16,-4-7-17-16,5 6-9 0,1 2 1 0,-3-2-13 15,-4-5-9-15,10 4-6 0,-7 0 2 0,1 2-6 16,-4-5-5-16,0-1 0 0,-3 0-15 0,0 1-1 16,-5 0 5-16,-4-1-2 0,3-1-3 0,-9-1-6 0,-2 0 3 15,-6-3-40-15,-4-1-28 0,2-2-25 16,-9-3-40-16,-1 2-39 0,-3-7-42 0,-10-1-42 16,-3-2-39-16,7-9-33 0,-8-1-290 0,9-6-652 15,-2-1 289-15</inkml:trace>
          <inkml:trace contextRef="#ctx0" brushRef="#br0" timeOffset="45966.7503">13669-4007 507 0,'76'-19'520'0,"-2"-6"-23"0,-14 12-43 16,17 0-44-16,-22 2-38 0,-3 3-44 15,2-3-33-15,-8 3-35 0,1 1-62 0,-5 1-60 0,-1-3-88 16,-6 3-78-16,-5-3-71 0,-3 6-74 0,1-9-89 15,-14 8-317-15,2-7-625 0,2 1 277 0</inkml:trace>
        </inkml:traceGroup>
      </inkml:traceGroup>
    </inkml:traceGroup>
  </inkml:traceGroup>
</inkml:ink>
</file>

<file path=ppt/ink/ink9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7T08:10:50.697"/>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812AAD1A-B49D-434A-BACC-0CA012070FEF}" emma:medium="tactile" emma:mode="ink">
          <msink:context xmlns:msink="http://schemas.microsoft.com/ink/2010/main" type="writingRegion" rotatedBoundingBox="2162,15352 27549,13030 27996,17923 2610,20245">
            <msink:destinationLink direction="with" ref="{B938CDBD-8465-403D-ABD8-073FC4BB39FA}"/>
          </msink:context>
        </emma:interpretation>
      </emma:emma>
    </inkml:annotationXML>
    <inkml:traceGroup>
      <inkml:annotationXML>
        <emma:emma xmlns:emma="http://www.w3.org/2003/04/emma" version="1.0">
          <emma:interpretation id="{BE443C3E-AAF0-4FCD-ADB6-566095A9CEE9}" emma:medium="tactile" emma:mode="ink">
            <msink:context xmlns:msink="http://schemas.microsoft.com/ink/2010/main" type="paragraph" rotatedBoundingBox="2162,15352 27549,13030 27996,17923 2610,20245" alignmentLevel="1"/>
          </emma:interpretation>
        </emma:emma>
      </inkml:annotationXML>
      <inkml:traceGroup>
        <inkml:annotationXML>
          <emma:emma xmlns:emma="http://www.w3.org/2003/04/emma" version="1.0">
            <emma:interpretation id="{D09C471D-6D9D-492B-AA1A-BEAD7657467F}" emma:medium="tactile" emma:mode="ink">
              <msink:context xmlns:msink="http://schemas.microsoft.com/ink/2010/main" type="line" rotatedBoundingBox="2162,15352 26710,13106 26940,15619 2392,17864"/>
            </emma:interpretation>
          </emma:emma>
        </inkml:annotationXML>
        <inkml:traceGroup>
          <inkml:annotationXML>
            <emma:emma xmlns:emma="http://www.w3.org/2003/04/emma" version="1.0">
              <emma:interpretation id="{3C2C7685-60DD-4C63-8CFB-E0161C5C2E75}" emma:medium="tactile" emma:mode="ink">
                <msink:context xmlns:msink="http://schemas.microsoft.com/ink/2010/main" type="inkWord" rotatedBoundingBox="2162,15352 11525,14495 11755,17008 2392,17864"/>
              </emma:interpretation>
              <emma:one-of disjunction-type="recognition" id="oneOf0">
                <emma:interpretation id="interp0" emma:lang="" emma:confidence="1">
                  <emma:literal/>
                </emma:interpretation>
              </emma:one-of>
            </emma:emma>
          </inkml:annotationXML>
          <inkml:trace contextRef="#ctx0" brushRef="#br0">-15747-294 147 0,'-7'-8'370'16,"7"8"-45"-16,-7-18-18 0,7 18-7 0,-8-8 10 15,8 8-7-15,-7-11-15 0,7 11-25 0,0 0-25 0,0 0-15 16,0 0 0-16,0 0 14 0,0 0 13 16,-3 41-6-16,6-14-11 0,-1 1-9 0,3 16-16 15,9 0-10-15,-6 2-10 0,0-2-12 0,1 5-15 0,1-3-14 16,-1-2-17-16,2 1-13 0,-3-1-8 0,5 1-12 16,-4-3-8-16,-1-2-9 0,2 0-8 0,-7 1-8 15,3-11-4-15,-4 6-10 0,-2-6-2 0,-2-3-7 16,2-1-6-16,-8-1-19 0,7-4-26 0,-9-3-35 15,5-2-30-15,-4 1-34 0,1-4-39 0,0-3-42 16,2-2-43-16,6-8-27 0,-21 8-23 0,21-8-35 16,-22 1-39-16,22-1-48 0,-27-16-285 0,18 1-747 15,-6-7 330-15</inkml:trace>
          <inkml:trace contextRef="#ctx0" brushRef="#br0" timeOffset="421.8093">-15894-152 90 0,'6'-16'336'0,"-1"-3"-34"0,3 1-34 16,6-1-23-16,2-1-17 0,-2 6-2 0,7 0-4 0,5-5-3 15,3 6-12-15,7-4-14 0,10 8-11 0,-3-2-14 16,-1 3-10-16,6 7-13 0,-6 1-16 0,3 1-17 16,-4 7-10-16,0 1 7 0,-13 2-28 0,2 1-5 15,-3 3-7-15,0 2-5 0,-5-1-6 0,-6 7-5 16,0-2-8-16,-4 4 1 0,0 1-9 0,-11 0-6 15,-6 4 0-15,-3-2-4 0,-6 0 0 0,-6 12-3 16,-9-3-3-16,1 0-2 0,-7-3 0 0,2-1 0 16,-5 1-8-16,-5-3-6 0,-4-8 2 0,6 3-4 0,-5 0-8 15,5-4 3-15,0 1 1 0,3-6 0 0,6-4-1 16,5-2 1-16,4 0-3 0,4-4 1 16,3-1-3-16,2-1 2 0,1 1 1 0,13-6-1 0,-16 10-1 15,16-10 5-15,-6 10 0 0,6-10 3 0,0 0 1 16,0 0-1-16,20 23 2 0,-4-10 2 0,3-5 14 15,8 4-12-15,-3 4 12 0,3-2 4 0,3-1 15 16,8 4-4-16,1-1 5 0,-7-4-10 0,-2 2 0 16,9 3-1-16,1-3-4 0,-1 5-1 0,-10-8-10 15,-1 3-14-15,2-2-35 0,-3 1-34 0,-2 0-38 16,-6 4-43-16,-1-9-46 0,-10 4-48 0,-1-6-57 16,0 1-309-16,-7-7-660 0,6 12 292 0</inkml:trace>
          <inkml:trace contextRef="#ctx0" brushRef="#br0" timeOffset="843.6548">-15226 700 42 0,'19'-15'320'0,"-11"9"-16"0,5-1-17 0,6 1-21 0,-2-3-13 16,1 5-19-16,-1 1-23 0,2 1-22 0,-19 2-15 16,36 0-9-16,-17 5-26 0,-1 1-13 0,-3 7-16 15,4-4 3-15,-4 6-24 0,0 5-11 0,-4-2-11 16,-3 0-15-16,-6 4-19 0,-2-4-11 0,-2 1-15 15,-4 3-3-15,-3 0-6 0,-4 1-4 0,-1-3-5 16,-5 3-7-16,1-1-3 0,-4-2 1 0,2-5 2 16,-1-1 2-16,-4 1 1 0,4 1 2 0,5-5 3 15,2-1 6-15,2 1-1 0,1-4 1 0,-1-2-1 16,12-5 4-16,-9 9 7 0,9-9 16 0,0 0 9 0,0 0 9 16,0 0 2-16,0 0-5 0,25 11 2 15,-6-6-4-15,10-2 2 0,-1 1 1 0,5 0 0 0,12 7 6 16,-3 1 2-16,1 3 4 0,3 0 0 0,-5 6-5 15,-13-6-2-15,9 4 10 0,-1 2-24 0,-14-1 0 16,3 0-4-16,-9 4-2 0,3 2 1 0,-9 2-3 16,-2-4-3-16,-4 3-4 0,-5 1 0 0,-10-2-4 15,-8 11 5-15,-5-9-6 0,0-4-5 0,-10 1 5 16,-6-3-31-16,-7 0-11 0,-2-5-8 0,-2-1-5 16,0-8-6-16,-4-6-7 0,5-2-13 0,-4-5-11 15,3 0-20-15,9-8-13 0,-3 1-18 0,6-4-15 16,4-5-13-16,8 2-26 0,7-2-16 0,2-5-42 0,4 2-145 15,0-3-425-15,7 3 188 0</inkml:trace>
          <inkml:trace contextRef="#ctx0" brushRef="#br0" timeOffset="1218.6895">-14307 285 168 0,'-16'-3'296'0,"16"3"-9"15,-24-3-2-15,24 3-8 0,-24-1-8 0,24 1-13 16,0 0-22-16,-27-2-23 0,27 2-16 0,0 0-29 0,0 0 0 15,0 0-6-15,0 0 10 0,0 0 4 0,0 0-14 16,0 0 3-16,0 0-14 0,0 0-9 0,70 16-3 16,-27-16 4-16,10-2-4 0,6-2 8 0,25 0 9 15,-2-6 6-15,11 9 1 0,0-5-7 0,2 0-24 16,-2 4-4-16,-3-6-16 0,-4 0-14 0,-7 5-10 16,-18 3-8-16,-4-4-9 0,-6 3-11 0,-4 0-28 15,-13 2-46-15,-6-1-67 0,-11-2-51 0,1-3-43 16,-18 5-26-16,0 0-41 0,16-6-28 0,-16 6-32 15,0 0-31-15,0 0-354 0,0 0-745 0,-56-23 329 16</inkml:trace>
          <inkml:trace contextRef="#ctx0" brushRef="#br0" timeOffset="1546.7337">-13590-9 111 0,'0'0'318'15,"0"0"-28"-15,0 0-27 0,0 0-17 0,0 0-10 16,0 0-8-16,0 0-16 0,0 0 2 15,0 0-16-15,0 0-15 0,58 13-6 0,-39-1-1 0,-4-1-11 16,7 4-1-16,2 0 3 0,-2 2-12 0,1 2-12 16,3-9-6-16,-3 7-9 0,4-3-7 0,2 1-20 15,7 4-2-15,-8-7-9 0,4 0-11 0,6 4-6 16,-10-9-11-16,1 3-10 0,4-4 8 0,-3-3-15 16,-3 2-6-16,3 1-2 0,-9-5-5 0,7 5 12 15,-9-1-21-15,-3-3-2 0,-16-2-3 0,20 7-3 16,-13-2 2-16,-7-5-10 0,4 15 0 0,-4-4 6 15,-11 4-7-15,-3 0 2 0,-2 6-7 0,-4-1 5 0,-13 7 0 16,9-6 8-16,-9 7-11 0,4-1-8 16,2-9-5-16,-3 12-3 0,5-11-14 0,1 2-4 15,4-3-25-15,-1 1-31 0,1-5-26 0,10-1-35 0,-2-4-40 16,4 4-47-16,1-5-41 0,7-8-66 0,-4 13-239 16,4-13-627-16,0 0 278 0</inkml:trace>
          <inkml:trace contextRef="#ctx0" brushRef="#br0" timeOffset="2187.3199">-12389-9 295 0,'2'-12'375'0,"2"3"-45"0,-4 9-29 0,7-16-21 0,-4 8-23 16,-3 8-9-16,0 0-15 0,0 0-17 0,0 0 1 15,0 0-2-15,0 0-20 0,20 37-7 0,-13-15-6 16,-6 4 3-16,6 4-8 0,-1 7-6 0,0 5-3 15,2 0-10-15,-3 1-7 0,1-2-10 0,-1 4-12 16,5-3-8-16,-6 2-12 0,3-1-10 0,4-3-9 16,-5-1-10-16,-3-13-9 0,2 4-5 0,-4-2-6 15,6-1-5-15,-7-1-5 0,0-3-9 0,0-5-1 16,-2-4-4-16,-3 1-5 0,4-5 3 0,-4 2-12 16,5-12-1-16,-12 14 3 0,4-8-2 0,8-6-2 15,0 0-6-15,-23 1 3 0,23-1-10 0,0 0-1 16,-28-23 1-16,19 7-2 0,-1 1-1 0,-1-11-2 0,3 1-5 15,-3-13-1-15,2-3-13 0,-1-6-4 16,5-2-2-16,1-3 1 0,4 1-1 0,0 0 6 16,0-2 1-16,6 3 2 0,2 1-1 0,4 8-3 0,3 0 7 15,0 3 1-15,1-1-1 0,5 5 3 0,6 4 1 16,-5 5 2-16,13-2 0 0,-13 10 1 0,5-2 2 16,9-2 5-16,-4 9-8 0,-4-3 2 0,4 8-1 15,1-1 2-15,-5 5 0 0,-1 2-2 0,2 2-2 16,-9 2 1-16,-4 5 3 0,1 2 6 0,-6 4-15 15,2 4 6-15,-5 4 0 0,-2 4-2 0,-6 1 6 16,-1 3-1-16,-7-4-4 0,-3 1-4 0,-7-2-3 16,-1 1-4-16,-9 4-7 0,-1-4-2 0,-4 3-6 0,2-6-1 15,-7 0-9-15,0-3 1 0,1-1 1 16,-2 0 1-16,3-4 10 0,2-2 4 0,6-1 0 16,-1 0 4-16,6 1 2 0,4-5 3 0,-2 3-9 0,7-3 13 15,0 3-5-15,6-4-6 0,0 1 13 0,8-8 1 16,-6 18 7-16,7-9 0 0,-1-9-1 0,13 24 6 15,0-13 1-15,2 1-6 0,7 3 7 0,7 1 0 16,-1-3 8-16,13 6 5 0,-1-4 5 0,-1-1 6 16,3 5-6-16,0-2-3 0,-5-1-6 0,-4-5 5 15,3 4-5-15,-7-2-1 0,-3 3-1 0,0-7-8 16,-3 5-11-16,-7-6-34 0,2-1-59 0,-6 2-52 16,-2-4-65-16,-10-5-59 0,12 9-59 0,-12-9-73 0,8 7-222 15,-8-7-681-15,0 0 303 0</inkml:trace>
          <inkml:trace contextRef="#ctx0" brushRef="#br0" timeOffset="2624.7837">-11706 626 308 0,'0'0'339'0,"16"-4"-4"16,-16 4-8-16,20-5-21 0,-20 5-10 0,27-1-28 15,-27 1-17-15,33 6-28 0,-17-2-21 0,-2 4-19 16,5-1-26-16,-1 5-13 0,-4 1-13 0,6 2-15 15,-5 6-14-15,-9-3-12 0,0-2-11 0,-4 4-26 16,1 3-22-16,-6 2-14 0,-7-4-9 0,6 2-8 16,-9-4-6-16,-6 3-12 0,-5-4 2 0,2 2-4 15,0-3-1-15,-5-2 1 0,0-3-4 0,2 0 1 16,0 1 6-16,-2-6 1 0,8-3-1 0,2-1 9 0,-1 2 1 16,18-5 0-16,-25 2 4 0,25-2 1 0,-17 0-1 15,17 0 5-15,0 0 7 0,0 0 10 16,0 0-2-16,0 0 2 0,0 0 1 0,0 0-4 0,0 0-1 15,39-28-2-15,-26 24 10 0,6 1 6 0,-19 3 4 16,38-4 3-16,-10 4 8 0,-1 0 3 0,1 5 17 16,-1-3 18-16,0 3-17 0,-2 1-4 0,4 1-7 15,1 1 6-15,-5 3-8 0,-3 0 3 0,2 4-13 16,-8-4-5-16,4 3 4 0,-7 1-6 0,-2 8-4 16,-5-7-1-16,-3 3-2 0,-3-2-7 0,-3 2-8 15,-5-2 4-15,-7 5-3 0,-4-4-11 0,-3 1-12 16,-1-2-22-16,-3-1-20 0,-16 1-20 0,1-3-13 0,-3-3-27 15,-3-3-12-15,1-2-19 0,-3-3-5 16,1-3-20-16,4 0-13 0,-3-9-24 0,17 3-25 16,-11-7-21-16,0 1-265 0,12-2-557 0,-1-1 246 0</inkml:trace>
          <inkml:trace contextRef="#ctx0" brushRef="#br0" timeOffset="2968.5107">-11009 282 208 0,'0'0'283'0,"0"0"-10"0,0 0 3 0,0 0-1 16,0 0-7-16,0 0-13 0,27 10-23 0,-27-10-10 0,34 0-21 16,-5 0-8-16,4 0-13 0,10-3 6 0,1-1-1 15,3 2 0-15,4 1 3 0,0-3 0 0,2 2-19 16,-4-2-14-16,3-1-15 0,1 4-16 0,-3 2-11 16,-6-1-14-16,2 0-6 0,-14-1-13 0,-5 1-25 15,-5 0-32-15,-2 0-42 0,-20 0-35 0,27-1-43 16,-27 1-41-16,13-6-38 0,-13 6-51 0,0 0-33 15,0 0-23-15,0 0-69 0,-25-25-189 0,4 22-586 16,-7-10 260-16</inkml:trace>
          <inkml:trace contextRef="#ctx0" brushRef="#br0" timeOffset="3187.2532">-10624 50 239 0,'-4'-8'300'0,"4"8"-1"0,0 0 8 16,-2-15-5-16,2 15-17 0,0 0-5 0,0 0-26 15,0 0 0-15,0 0-4 0,0 0-10 0,0 0-8 16,0 0 3-16,0 0-8 0,29 40-4 0,-23-25-17 16,0 4-12-16,2 7-7 0,-3 13-14 0,-4 0-17 15,4 1-14-15,-2 1-12 0,-3 0-14 0,2 6-13 16,3-5-10-16,-5 3-12 0,1-1-13 0,-1-2-13 16,0 0-37-16,-1-7-50 0,5-6-53 0,-4-1-67 15,2-7-73-15,-4 0-65 0,4-3-72 0,-4-3-389 16,6-3-813-16,2-2 360 0</inkml:trace>
          <inkml:trace contextRef="#ctx0" brushRef="#br0" timeOffset="3702.8675">-9895 75 299 0,'3'-12'332'16,"-1"2"-15"-16,7-5-7 0,1 5-6 0,1-2-5 16,0 1-14-16,2 3-12 0,2-3-20 0,6 9-16 15,-2-4-25-15,1 5-19 0,-20 1-19 0,46 0-19 16,-25 2-17-16,-1 3-17 0,7 2-8 0,-6 4-4 0,-5-4-18 16,-2 2-5-16,0 3-15 0,0 2-4 0,-3 2-7 15,-3-2 0-15,-6 5-16 0,1-4-6 16,-8 4-14-16,-1 0-9 0,-8 3-16 0,1-3-18 0,-1 2 2 15,-4-3-7-15,-2-3-3 0,-1 3 0 0,-1-6 0 16,-3 2 17-16,4-6-18 0,-1 3-3 0,3-4 8 16,3-2-2-16,2 1-1 0,0-1 5 0,-5 2 2 15,19-7 4-15,-16 3 3 0,16-3-1 0,0 0 14 16,0 0-12-16,0 0-3 0,0 0 6 0,0 0 1 16,0 0 0-16,0 0 5 0,0 0 0 0,0 0-1 15,0 0 4-15,49-21 1 0,-33 20 1 0,-16 1 1 16,33-3 4-16,-12 3 1 0,1 4 10 0,3 0 3 15,0 3 19-15,2 1-13 0,0 5 8 0,-3-1-1 16,3 2 7-16,-7-2-14 0,2 6-4 0,-7-1-3 16,2 3 5-16,-6 2-17 0,0-4 7 0,-3 6 2 0,-6-5-7 15,1 4 4-15,-8-3-5 0,-3 3 1 0,-5-2-5 16,-2-2-3-16,-6-1-11 0,-4 0-12 16,0-5-29-16,-7 1-26 0,-6-3-33 0,-5 0-23 0,1-3-30 15,1-2-34-15,6-7-38 0,2-1-23 0,3-5-60 16,1-1-211-16,1-3-570 0,2-4 252 0</inkml:trace>
          <inkml:trace contextRef="#ctx0" brushRef="#br0" timeOffset="4359.1032">-9105-58 293 0,'32'4'428'0,"-18"1"-11"15,-14-5-52-15,25 10-13 0,-7 0-21 16,-7 3-8-16,1 1-11 0,3 7-6 0,-4 4-7 0,-3 3 0 16,1 8-2-16,-3 6-16 0,2 0-6 0,-1 4-5 15,-1-5-8-15,7 5-7 0,-5 3-15 0,-1-4-15 16,1 3-19-16,-1-1-12 0,1 3-13 0,-1-4-21 16,0 0-6-16,-2 0-25 0,-4-7-8 0,4 1 2 15,1-9-24-15,-6-5 0 0,3-1-27 0,-3-10-7 16,0 3-3-16,0-3-6 0,2 1-20 0,-4-5 9 15,-1 1-10-15,3-12-2 0,-5 13-7 0,5-13-10 16,-12 7-15-16,12-7-19 0,0 0-6 0,0 0-6 0,-43-27-11 16,34 11-3-16,-9-8-3 0,9-2-9 0,-10-13-4 15,3-6 2-15,0-6 1 0,-3-17-9 16,3-3 12-16,4-1-5 0,2 21 3 0,-1-3 4 0,3 3 11 16,7 5 2-16,1 0 2 0,-5 8 11 0,11-1-2 15,-4 9 3-15,4 3 5 0,-1 0-1 0,6 1 6 16,2 2-3-16,2 2 5 0,6-1 1 0,6 5 4 15,0-5-2-15,6 2 2 0,5 5-1 0,1-2 3 16,-1 2 0-16,-9 3 0 0,2 3 0 0,1 3 1 16,1 1 3-16,-3 2-2 0,-1 4 1 0,-1 0 0 15,-7 4 0-15,-2 2 1 0,-2 4 2 0,-3 3-5 16,-1 2 1-16,0 6 3 0,-7 5-1 0,-5-1-4 0,-1 4 4 16,-6 1-4-16,-8 6-1 0,-4 1-17 0,-7 0-19 15,3-2-19-15,-6 4-21 0,-6-10-32 16,4 6-11-16,-9-7-18 0,1 2-13 0,-5-5 2 0,2-2 22 15,0 4 16-15,0-6 24 0,13-9-4 0,-9 7 9 16,14-6 9-16,-1 1 4 0,8-4 12 0,2 3 14 16,1-6-3-16,4 6 4 0,1-6 6 0,8-7 10 15,-7 19 4-15,9-9 7 0,6 5 6 0,3-4 3 16,0 2-1-16,10 5 8 0,2-2 3 0,3-1 8 16,8 6 5-16,7 0 8 0,1 0 7 0,-1-3 10 15,1 5 11-15,3-3 3 0,-3-2 2 0,1-2-3 16,-4 3-4-16,-9-6-11 0,-1-2-1 0,-2 2-9 0,0-1-13 15,-12-4-51-15,1-1-58 0,-5-2-68 16,-11-5-85-16,18 6-102 0,-18-6-343 0,0 0-754 16,0 0 334-16</inkml:trace>
          <inkml:trace contextRef="#ctx0" brushRef="#br0" timeOffset="4796.6023">-8149 804 154 0,'-7'-18'383'0,"0"7"-3"0,6 3 17 0,1 8 0 16,-5-23-16-16,10 8-14 0,-4 2-27 0,7-1-22 15,3-2-28-15,-3 4-17 0,14-3-23 0,-8 6-11 16,7 0-13-16,-1 2-11 0,9-1-5 0,-1 1-22 16,1 4-13-16,6 3-16 0,-7 1-14 0,2 4-14 15,3-1-14-15,-4 2-9 0,-1 3-10 0,4 3-12 0,-9 2-8 16,0 2-9-16,-9 5-12 0,0 1 1 0,-3 1-6 15,3 2-7-15,-10 1-8 0,-6-1-4 16,-6 1-5-16,-6 8 2 0,-2-8-8 0,-8 6-1 0,-6 2 8 16,3-7-15-16,-1 2-2 0,6-9 4 0,-11 7-6 15,3-4 2-15,6-4 0 0,-3 0-4 0,8-2 1 16,-3 2-1-16,1 0 2 0,2-9-5 0,8-2 5 16,0 4-3-16,3 0 11 0,5-6 9 0,3-6 15 15,-3 18 16-15,3-18 16 0,14 16 8 0,-1-10-7 16,9-1 1-16,5 1-8 0,16-3 3 0,6 6 13 15,7-6 13-15,6-3 4 0,17 4 18 0,5-1 0 16,8 1 13-16,1-3 5 0,2-1-45 0,44-1-92 0,-51 1 0 16,15 3 0-16,-2-3 0 0,-3 4 0 0,-3-4 0 15,-8 1 0-15,-29 3 0 0,4-2 0 0,-15-2 0 16,-1-1 0-16,-13 0 0 0,-17 1 0 0,2-4 0 16,-9-3 0-16,-9 7 0 0,-6-23 0 0,-15 8-1366 15,-14-17-1478-15,-25-13 654 0</inkml:trace>
        </inkml:traceGroup>
        <inkml:traceGroup>
          <inkml:annotationXML>
            <emma:emma xmlns:emma="http://www.w3.org/2003/04/emma" version="1.0">
              <emma:interpretation id="{94BB12BB-5FA5-47C7-806D-21AB75AF34C9}" emma:medium="tactile" emma:mode="ink">
                <msink:context xmlns:msink="http://schemas.microsoft.com/ink/2010/main" type="inkWord" rotatedBoundingBox="14606,14237 19075,13828 19208,15276 14738,15685"/>
              </emma:interpretation>
              <emma:one-of disjunction-type="recognition" id="oneOf1">
                <emma:interpretation id="interp1" emma:lang="" emma:confidence="1">
                  <emma:literal/>
                </emma:interpretation>
              </emma:one-of>
            </emma:emma>
          </inkml:annotationXML>
          <inkml:trace contextRef="#ctx0" brushRef="#br0" timeOffset="66669.2821">-461-1687 7 0,'-35'-6'356'0,"17"5"-10"0,18 1-3 16,-31-6-4-16,31 6-12 0,-25-4-6 0,25 4-7 0,-16-1-23 16,16 1-23-16,0 0-13 0,0 0-6 0,0 0-2 15,0 0 3-15,0 0-2 0,69-2-2 0,-20 1-10 16,30-3-14-16,-20 1-5 0,2-1-20 0,23 1-20 15,-22 3-19-15,15-5-17 0,-20 5-17 0,2 0-16 16,2-1-14-16,-4 1-30 0,-2 0-26 0,-7 0-26 16,-4 0-35-16,-3 0-38 0,-14 0-30 0,-6 1-39 15,-4-1-29-15,-17 0-26 0,28 0-15 0,-28 0-21 16,13 6-23-16,-13-6-44 0,0 0-47 0,0 0-51 16,0 0-260-16,0 0-699 0,-35 17 310 0</inkml:trace>
          <inkml:trace contextRef="#ctx0" brushRef="#br0" timeOffset="64763.1628">-3365-500 92 0,'-11'2'368'0,"-3"4"-35"0,14-6-26 0,0 0-11 0,0 0 5 16,0 0 3-16,0 0 5 0,0 0-14 0,85-9 1 15,-28 0-4-15,25-7-2 0,12-1-13 0,-6 4-17 16,-2 1-29-16,-1 8-23 0,-1-4-22 0,1 5-22 15,4-2-21-15,-12-1-45 0,4 4-49 0,-1-3-61 16,-21 1-43-16,2-2-42 0,-2 1-36 0,-2-1-38 0,-2-1-34 16,-6-2-32-16,0 3-48 0,0-3-45 0,-16 2-266 15,-3-2-646-15,-1-3 287 0</inkml:trace>
          <inkml:trace contextRef="#ctx0" brushRef="#br0" timeOffset="64528.8391">-2266-1099 45 0,'0'0'421'0,"0"0"-46"0,0 0-37 0,0 0-21 16,0 0 5-16,-21 34-15 0,9-10-13 0,-4 15 7 0,2 0-14 15,-13 5-14-15,6 0-6 0,1 7-21 16,-1 2-19-16,2-2-15 0,-13 16-18 0,10-16-6 0,2-5-19 15,-7 1-14-15,3 1-14 0,-3-4-17 0,7-3-11 16,-2-2-9-16,1-3-8 0,5-11-12 0,-1-2-9 16,3-2-7-16,4-6-7 0,1-2-6 0,4-4 8 15,-1-2 8-15,6-7 6 0,-10 7-13 0,10-7-1 16,0 0-9-16,0 0-3 0,2-36-7 0,3 10-1 16,-1-2-7-16,10-12-3 0,5-7-4 0,4-4-2 15,5-24-6-15,-1 7-3 0,1-7-1 0,2 4-7 16,-3 1 1-16,-1 19 2 0,-11-2-6 0,11 5 0 15,2 4-1-15,-4-4 2 0,6 11 1 0,-3 5-2 16,-7 12-2-16,-6-1-2 0,5 5 0 0,-1-1-2 16,-6 9 1-16,-1 0-1 0,1 2-2 0,-12 6 2 0,20-5 3 15,-20 5 0-15,0 0 2 0,32 17-2 16,-21-7 2-16,1 13 0 0,1 0 4 0,-3 4 10 16,2 0 3-16,4 15 2 0,-5 1 8 0,-1 4-4 0,-3 1-1 15,4 0 1-15,-3 0 0 0,2 4 0 0,-1 0-3 16,-1-4-3-16,2 1-5 0,-2 1 7 0,4-6-6 15,-5 4-5-15,5-7-1 0,-2 4-1 0,2-9-2 16,-5-9-11-16,1 3-15 0,-2-2-23 0,0-3-28 16,-4-6-28-16,-1-2-33 0,1-3-32 0,-4-2-28 15,2-12-30-15,0 14-43 0,0-14-43 0,-14 9-55 16,14-9-63-16,0 0-387 0,-41-16-875 0,17-1 387 16</inkml:trace>
          <inkml:trace contextRef="#ctx0" brushRef="#br0" timeOffset="65138.1364">-1614-492 319 0,'-14'8'296'0,"6"1"-16"0,4 0-5 0,4-9-3 0,0 0-12 15,6 19-11-15,-6-19-30 0,30 11-15 0,-2-8-25 16,15-1-16-16,6-2-18 0,3 0-21 0,-1 0-38 16,-1-2-57-16,-2 4-67 0,1-2-79 0,8-2-106 15,-13 2-231-15,6-2-491 0,-2-2 216 0</inkml:trace>
          <inkml:trace contextRef="#ctx0" brushRef="#br0" timeOffset="64966.3055">-1599-720 180 0,'0'0'394'0,"0"0"-28"0,6 13-6 0,-6-13 3 16,14 10-17-16,-14-10-24 0,24 9-22 0,-5-4-31 16,5-1-27-16,4 3-24 0,4-6-23 0,10 5-28 15,-10-5-32-15,9-1-42 0,2 0-47 0,-2 0-36 16,3-1-55-16,-9-2-36 0,-2 0-51 0,0-1-55 15,-1-4-49-15,-4 5-77 0,-7-1-189 0,-1-1-545 16,-5-1 241-16</inkml:trace>
          <inkml:trace contextRef="#ctx0" brushRef="#br0" timeOffset="70686.4841">664-1278 155 0,'0'0'305'0,"-19"-11"-9"0,13 4-13 15,6 7-22-15,-8-14-18 0,8 14-22 0,-4-16-22 16,4 16-10-16,10-19-4 0,-2 10-7 0,8 0-13 0,3-1-9 16,3 0-10-16,6 4-5 0,-1 1-12 0,2-2-14 15,-1 4-10-15,0 3-8 0,1 3-6 0,-2 4-18 16,1 4-3-16,1-1-8 0,-2 7-6 0,-9-2-2 15,0 4-7-15,-6-4-9 0,-4 8 1 0,0 0-5 16,-5 3-1-16,-6-2-4 0,-3 1-2 0,-2 0-5 16,-5-3 0-16,-2-2-2 0,-6 2-4 0,-1 1-4 15,-5-4-1-15,2-3 0 0,-5 3 6 0,0-7-4 16,1 2-3-16,2 2-5 0,-1-8 2 0,1 0 0 16,2 0-3-16,4-4 7 0,4 0-3 0,17-4-3 15,-29-3 3-15,29 3-6 0,0 0 6 0,-28-4-3 16,28 4-5-16,-11-4 2 0,11 4 3 0,0 0-6 15,0 0 4-15,0 0 4 0,22-25-4 0,-22 25 3 16,22-8 1-16,-6 2 0 0,5 1 2 0,-1 5 1 16,1-1-1-16,-21 1-2 0,39-1 6 0,-20 2-2 0,2 4-7 15,-1-2 12-15,-1 4-2 0,-3 4-4 0,0 1 13 16,1-2-10-16,1 6 2 0,-6-5 1 0,2 8 0 16,-6-4 1-16,5 1-6 0,-5 8-4 0,-2-6-1 15,1 0 5-15,-6 6-1 0,-1-5-2 0,-3 0 1 16,-2-3 0-16,-7 9-1 0,-3-6-8 0,0 4 4 15,-8-8-7-15,1 3-10 0,-5-6-12 0,-1 3-9 16,-5-4-1-16,3 0-14 0,-11-1-9 0,0-2-2 16,-2-7-8-16,2 1-9 0,-2-4 9 0,-1-2 1 15,11-3-3-15,-8 1-6 0,-2-7-19 0,5-2-14 16,-2-1 1-16,12 0-8 0,6 0 1 0,-5-3-5 0,10 1-7 16,6 4 15-16,3-5-30 0,1 0-12 0,7 4-30 15,7-7-34-15,1 8-194 0,3-1-445 0,4-8 196 16</inkml:trace>
        </inkml:traceGroup>
        <inkml:traceGroup>
          <inkml:annotationXML>
            <emma:emma xmlns:emma="http://www.w3.org/2003/04/emma" version="1.0">
              <emma:interpretation id="{F9E6234C-6714-4A28-A1ED-5EFA10BEF8BF}" emma:medium="tactile" emma:mode="ink">
                <msink:context xmlns:msink="http://schemas.microsoft.com/ink/2010/main" type="inkWord" rotatedBoundingBox="20508,14369 21519,14276 21579,14933 20568,15026"/>
              </emma:interpretation>
              <emma:one-of disjunction-type="recognition" id="oneOf2">
                <emma:interpretation id="interp2" emma:lang="" emma:confidence="1">
                  <emma:literal/>
                </emma:interpretation>
              </emma:one-of>
            </emma:emma>
          </inkml:annotationXML>
          <inkml:trace contextRef="#ctx0" brushRef="#br0" timeOffset="71452.0682">2717-1081 222 0,'0'0'245'16,"0"0"-11"-16,0 0-9 0,0 0-13 0,0 0-5 15,0 0-1-15,-25-12-14 0,25 12-2 0,0 0-5 16,-8-13 1-16,8 13-7 0,-7-13-4 0,7 13-8 15,-3-16-5-15,-2 5-4 0,5 11-24 0,-3-19 7 16,0 7-2-16,3 12-7 0,0-27-18 0,5 12-6 16,-5-1 2-16,6 2-4 0,-3 6-16 0,5-6-3 0,2 4-11 15,-1-2-12-15,2 4 0 0,3-3-7 0,2 2-5 16,0 0-7-16,5 2-5 0,-2 3 6 0,3 0-12 16,-22 4-12-16,47 4-1 0,-31-1-4 0,1-1 4 15,-1 7-4-15,1-2 0 0,-2 3-1 0,-1 4-4 16,0 1-6-16,0 5 0 0,-6-1 5 0,2 5-3 15,-5-6 4-15,1 7-6 0,-3 1-1 0,-9 0-2 16,-1-2 6-16,-5 3 0 0,-1-1-3 0,-3 0 2 16,-4-2-7-16,-2 1-7 0,-8 0-8 0,-5 2-11 15,0 1 3-15,0-1-5 0,0-7 8 0,5-3-4 0,-4 1-4 16,2-2 5-16,4-4 8 0,1 1 1 0,1-3-3 16,1 1-2-16,9-3 5 0,-3-3 2 0,5 1 0 15,2 1-1-15,12-7 7 0,-16 6-4 0,16-6 5 16,0 0 24-16,0 0 19 0,0 0-2 0,28 20 6 15,-7-16-1-15,7 1 6 0,15-2 12 0,0-3 16 16,9 0 21-16,0-3 22 0,5 1 4 0,6 0-3 16,14-3-1-16,-21-1-9 0,-3 0-12 0,4 4-14 15,-6-3-5-15,3-1-3 0,-5 3-14 0,-7-6-4 16,-10 7-16-16,0-3-17 0,-4-2-19 0,-11 4-19 16,1-2-17-16,-1-1-19 0,-17 6-24 0,21-5-30 15,-21 5-36-15,14-7-39 0,-14 7-50 0,0 0-56 0,8-7-69 16,-8 7-97-16,0 0-282 0,0 0-792 15,-2-19 350-15</inkml:trace>
        </inkml:traceGroup>
        <inkml:traceGroup>
          <inkml:annotationXML>
            <emma:emma xmlns:emma="http://www.w3.org/2003/04/emma" version="1.0">
              <emma:interpretation id="{C6CF7A22-7905-4A2B-AB3E-252F62F3F057}" emma:medium="tactile" emma:mode="ink">
                <msink:context xmlns:msink="http://schemas.microsoft.com/ink/2010/main" type="inkWord" rotatedBoundingBox="23016,14306 24092,14207 24159,14939 23083,15037"/>
              </emma:interpretation>
              <emma:one-of disjunction-type="recognition" id="oneOf3">
                <emma:interpretation id="interp3" emma:lang="" emma:confidence="1">
                  <emma:literal/>
                </emma:interpretation>
              </emma:one-of>
            </emma:emma>
          </inkml:annotationXML>
          <inkml:trace contextRef="#ctx0" brushRef="#br0" timeOffset="72045.8005">4989-1074 353 0,'0'0'398'15,"-28"0"-26"-15,28 0-18 0,0 0-25 0,0 0-18 16,0 0-15-16,0 0-15 0,0 0-4 0,0 0-12 15,0 0-18-15,0 0-11 0,0 0-13 0,85-4-17 0,-42 1-11 16,1 3-21-16,-4-4-10 0,15 1-17 16,0-1-13-16,1 3-15 0,1-3-9 0,-5 4-18 15,2-4-37-15,-1 1-35 0,-4 1-59 0,-3-4-52 0,-3 2-44 16,-1 4-61-16,-13-6-49 0,-9 5-60 0,7-6-55 16,-13 2-305-16,2-1-720 0,-5-2 319 0</inkml:trace>
          <inkml:trace contextRef="#ctx0" brushRef="#br0" timeOffset="72280.1517">5949-1439 365 0,'5'-10'414'0,"-5"10"-1"0,6-10-3 0,-6 10 7 15,0 0-18-15,14-8-19 0,-14 8-19 0,0 0-15 16,0 0-8-16,0 0-6 0,27 26-8 0,-22-14-25 0,-2 9-13 15,3 5-15-15,-1 4-12 0,-5 1-24 0,-3 12-17 16,3-7-20-16,0 8-21 0,-2-2-22 0,-4-2-14 16,4 4-8-16,1-3-21 0,-2 0-27 0,1-1-47 15,0-3-56-15,-2 1-86 0,0-12-85 0,6 4-93 16,-7-4-91-16,5-7-102 0,-1 0-470 0,2-3-1022 16,4-8 452-16</inkml:trace>
        </inkml:traceGroup>
        <inkml:traceGroup>
          <inkml:annotationXML>
            <emma:emma xmlns:emma="http://www.w3.org/2003/04/emma" version="1.0">
              <emma:interpretation id="{C933C675-9D97-44F9-B592-079B80186E59}" emma:medium="tactile" emma:mode="ink">
                <msink:context xmlns:msink="http://schemas.microsoft.com/ink/2010/main" type="inkWord" rotatedBoundingBox="26021,14285 26812,14212 26873,14887 26083,14959"/>
              </emma:interpretation>
              <emma:one-of disjunction-type="recognition" id="oneOf4">
                <emma:interpretation id="interp4" emma:lang="" emma:confidence="0.5">
                  <emma:literal>o</emma:literal>
                </emma:interpretation>
                <emma:interpretation id="interp5" emma:lang="" emma:confidence="0">
                  <emma:literal>O</emma:literal>
                </emma:interpretation>
                <emma:interpretation id="interp6" emma:lang="" emma:confidence="0">
                  <emma:literal>0</emma:literal>
                </emma:interpretation>
                <emma:interpretation id="interp7" emma:lang="" emma:confidence="0">
                  <emma:literal>°</emma:literal>
                </emma:interpretation>
                <emma:interpretation id="interp8" emma:lang="" emma:confidence="0">
                  <emma:literal>,</emma:literal>
                </emma:interpretation>
              </emma:one-of>
            </emma:emma>
          </inkml:annotationXML>
          <inkml:trace contextRef="#ctx0" brushRef="#br0" timeOffset="72905.0783">8195-1382 10 0,'0'0'387'0,"0"0"-14"0,0 0-11 0,0 0 8 0,0 0-34 15,0 0-9-15,0 0-10 0,0 0-9 16,0 0-5-16,-56 15-13 0,48 0-10 0,-4-1-16 0,-3-2-16 16,1 9-10-16,3-5-10 0,-6 6-16 0,3 3-11 15,-1 6-18-15,1-9-11 0,5 4-18 0,-6 10-25 16,9-8-13-16,-2-1-9 0,3-1-11 0,2 1-7 15,6 2-12-15,2-3-6 0,3-4-4 0,5 4-9 16,1-1-3-16,0-1-7 0,7-2-3 0,2-3-6 16,0 2-3-16,3-9-4 0,3 2-1 0,12 0 0 15,-11-9-2-15,5 1-5 0,-2-5 2 0,10 3-5 16,-1-10-2-16,-1-3 0 0,-11 2-3 0,18-8 0 0,-10 1-4 16,-7 2 0-16,6-9 2 0,-9 3 3 0,-6-3-1 15,7-7 5-15,-10 8-3 0,3-14 2 16,-3-6 1-16,-8 0-4 0,-6 2-5 0,-2 1 4 0,-5 7-5 15,1-2-5-15,-6 3 1 0,-5-8 1 0,-3 11-6 16,-2 2 6-16,0 4-3 0,-4 0-4 16,-7 2-10-16,6 4-7 0,-7 2-13 0,-4 1-28 0,3 3-30 15,-3 1-42-15,-12 0-46 0,4 2-50 0,7 1-40 16,-9 2-41-16,13 4-69 0,-3-4-67 0,-10 4-390 16,-1 2-901-16,1-6 399 0</inkml:trace>
        </inkml:traceGroup>
      </inkml:traceGroup>
      <inkml:traceGroup>
        <inkml:annotationXML>
          <emma:emma xmlns:emma="http://www.w3.org/2003/04/emma" version="1.0">
            <emma:interpretation id="{3D9CBC3E-38E8-4E13-94AA-582890AFE097}" emma:medium="tactile" emma:mode="ink">
              <msink:context xmlns:msink="http://schemas.microsoft.com/ink/2010/main" type="line" rotatedBoundingBox="18087,15455 27176,15585 27162,16548 18074,16418"/>
            </emma:interpretation>
          </emma:emma>
        </inkml:annotationXML>
        <inkml:traceGroup>
          <inkml:annotationXML>
            <emma:emma xmlns:emma="http://www.w3.org/2003/04/emma" version="1.0">
              <emma:interpretation id="{BEDB2631-3F9E-45FE-B11A-222A9C49CD27}" emma:medium="tactile" emma:mode="ink">
                <msink:context xmlns:msink="http://schemas.microsoft.com/ink/2010/main" type="inkWord" rotatedBoundingBox="18084,15670 18745,15679 18736,16317 18075,16307"/>
              </emma:interpretation>
              <emma:one-of disjunction-type="recognition" id="oneOf5">
                <emma:interpretation id="interp9" emma:lang="" emma:confidence="1">
                  <emma:literal/>
                </emma:interpretation>
              </emma:one-of>
            </emma:emma>
          </inkml:annotationXML>
          <inkml:trace contextRef="#ctx0" brushRef="#br0" timeOffset="74295.6127">139 23 11 0,'0'0'346'0,"-22"7"-20"0,9-2-11 0,2 2-14 16,-4 4-1-16,3-3-8 0,1 3-12 0,0 3 7 16,0 1-20-16,2 4-11 0,2 7-5 0,0 1-13 0,2-1-5 15,0 1-17-15,3 4-17 0,2-3-8 16,0 2-13-16,5 0-15 0,-2 0-4 0,7-1-18 15,-2 1-11-15,0-1-8 0,6-3-9 0,2-1-8 0,0-2-7 16,2-3-2-16,5-2-8 0,-1-3-4 0,3-2-3 16,-1 0-5-16,3-6-6 0,-1 0-2 15,3-5-6-15,-2 0 0 0,3-4-6 0,-2-4-6 0,4-1-18 16,-4-2 1-16,2-4-5 0,-3 0-1 0,-3-5-5 16,1-3 1-16,4-5-6 0,-9 1 5 0,-2-1-5 15,2-5-3-15,-3-4-3 0,-5 8 1 0,0-11-2 16,-5 0-3-16,-6 6 5 0,-1 3-2 0,-1 3-4 15,-6-4-1-15,-2 1-2 0,-2 3 11 0,-5 6-14 16,-2 2-1-16,-4-3-9 0,-1 3-5 0,-6 5-4 16,2 0-6-16,-6 5-13 0,2 1-9 0,-11-4-15 15,9 11-16-15,-2 0-10 0,5 4-19 0,0-2-36 0,4-1-23 16,-1 10-32-16,0-4-14 0,6 5-29 16,5-1-33-16,2 3-49 0,5-2-51 0,-2-2-329 15,4 6-761-15,7-7 337 0</inkml:trace>
        </inkml:traceGroup>
        <inkml:traceGroup>
          <inkml:annotationXML>
            <emma:emma xmlns:emma="http://www.w3.org/2003/04/emma" version="1.0">
              <emma:interpretation id="{360861BC-CE69-4F47-89CB-F57208EEEA9F}" emma:medium="tactile" emma:mode="ink">
                <msink:context xmlns:msink="http://schemas.microsoft.com/ink/2010/main" type="inkWord" rotatedBoundingBox="20665,15561 21712,15576 21700,16377 20653,16362"/>
              </emma:interpretation>
              <emma:one-of disjunction-type="recognition" id="oneOf6">
                <emma:interpretation id="interp10" emma:lang="" emma:confidence="1">
                  <emma:literal/>
                </emma:interpretation>
              </emma:one-of>
            </emma:emma>
          </inkml:annotationXML>
          <inkml:trace contextRef="#ctx0" brushRef="#br0" timeOffset="75154.9691">2903 173 109 0,'0'0'298'0,"0"0"-10"15,0 0-12-15,0 0-17 0,0 0-14 0,0 0-14 16,0 0-11-16,0 0-18 0,0 0-11 0,-63-10-5 16,63 10-13-16,-17-9-4 0,4 5 2 0,13 4-12 0,-20-10-7 15,12 4-7-15,8 6-11 0,-13-15-10 16,7 4-5-16,2 3-10 0,4 8-6 0,-4-25-10 15,7 11-3-15,0-1-8 0,3 0-3 0,2 2-8 0,3-1-4 16,0 0-1-16,8 2 1 0,3-5-7 0,5 2-8 16,-5 4 3-16,4 3 1 0,2-3 0 0,-2 2 1 15,-6 4-3-15,7-2 3 0,1 4-4 0,-7 2-3 16,-1 1-5-16,-20 0-1 0,37 7 1 0,-20 0-7 16,1 4-2-16,-6 4 0 0,-2 3 3 0,2 3-4 15,-4 6 1-15,-8-1-4 0,0-7-4 0,-3 19 1 16,-8 2 2-16,-10-6 2 0,6 4-5 0,-12 1-6 0,0 1 1 15,-2-3 1-15,1 0-6 0,-8 0 0 16,1-1-9-16,-8-2-3 0,2 1-6 0,-2-7 0 16,2 1-3-16,3-3 0 0,4-3-2 0,-3 3 0 0,12-13 0 15,3-2-1-15,3-1 4 0,3-1-1 0,2-4-3 16,14-5 11-16,-13 9-7 0,13-9-4 0,-8 7 9 16,8-7 7-16,0 0 12 0,0 0 4 0,0 0 0 15,64 2 2-15,-36-6 4 0,15 1 5 0,-1-1 13 16,4 4 12-16,5-3 21 0,6-4 17 0,4-1 6 15,-2 2-4-15,23-1-3 0,-25 4-4 0,0 1-11 16,-2 0-13-16,-6 0-5 0,2-2-3 0,-9 1-11 16,6 2-10-16,-20-1-18 0,1 2-35 0,-10-1-34 0,-19 1-39 15,31 1-51-15,-31-1-54 0,21-1-53 16,-21 1-56-16,0 0-66 0,0 0-81 0,20-4-441 16,-20 4-959-16,8-9 425 0</inkml:trace>
        </inkml:traceGroup>
        <inkml:traceGroup>
          <inkml:annotationXML>
            <emma:emma xmlns:emma="http://www.w3.org/2003/04/emma" version="1.0">
              <emma:interpretation id="{A0DC4663-17B2-4EA5-A17C-442DF911A0AA}" emma:medium="tactile" emma:mode="ink">
                <msink:context xmlns:msink="http://schemas.microsoft.com/ink/2010/main" type="inkWord" rotatedBoundingBox="23622,15535 27176,15585 27162,16548 23608,16497"/>
              </emma:interpretation>
              <emma:one-of disjunction-type="recognition" id="oneOf7">
                <emma:interpretation id="interp11" emma:lang="" emma:confidence="0.5">
                  <emma:literal>810</emma:literal>
                </emma:interpretation>
                <emma:interpretation id="interp12" emma:lang="" emma:confidence="0.5">
                  <emma:literal>8 10</emma:literal>
                </emma:interpretation>
                <emma:interpretation id="interp13" emma:lang="" emma:confidence="0">
                  <emma:literal>8 00</emma:literal>
                </emma:interpretation>
                <emma:interpretation id="interp14" emma:lang="" emma:confidence="0">
                  <emma:literal>80</emma:literal>
                </emma:interpretation>
                <emma:interpretation id="interp15" emma:lang="" emma:confidence="0">
                  <emma:literal>800</emma:literal>
                </emma:interpretation>
              </emma:one-of>
            </emma:emma>
          </inkml:annotationXML>
          <inkml:trace contextRef="#ctx0" brushRef="#br0" timeOffset="75931.2785">5748 108 117 0,'0'0'339'0,"0"0"-8"16,-8-12-12-16,8 12-13 0,-11-14-15 0,11 14-4 0,-11-7-25 16,11 7-13-16,-17-8-6 0,17 8-39 0,-18-6-2 15,18 6-3-15,-25 0-11 0,25 0-7 0,-24 6-10 16,10-1-6-16,-5 3-18 0,5 1-12 0,6-2-5 16,-5 5-15-16,2 2-11 0,5 2-8 0,0-1-9 15,-1 1-7-15,6 2-7 0,1 3-8 0,6 3-4 16,5 1-6-16,3-3-5 0,1 4-6 0,5-1 0 15,7 7-6-15,0-1 13 0,3-3-5 0,6 0-1 16,5 3 2-16,0-3-14 0,-4-2 1 0,5 0-6 16,-2-2-1-16,-2 0-2 0,1-2-1 0,-4 0-1 15,-6-3-5-15,-6-5-2 0,-1 5-3 0,-7-11-5 0,-3 6-4 16,-4-5-6-16,-2 0-4 0,-6-9-9 0,-1 16-10 16,1-16-4-16,-25 15-6 0,9-8-16 15,-11 0-3-15,-2 0-14 0,-10 4 6 0,-5-4 3 0,1-3-6 16,0-3 6-16,1 1 11 0,1 0-3 0,6-2 4 15,5-2 2-15,-3 0 14 0,4-2-9 0,-1 1 15 16,3-2-2-16,4-6 9 0,4 8-4 0,3-5 15 16,3 2-6-16,13 6 15 0,-12-17 7 0,12 7 5 15,0 10 3-15,6-29 5 0,7 15 3 0,-1 0 13 16,10-2-5-16,2-4 4 0,15-1 16 0,3-1 11 16,0-4 22-16,9 2 12 0,-1-1 13 0,20-4 4 15,-21 4 6-15,6 1 2 0,-4 2-12 0,-5-3-9 16,-2-3-5-16,-3 1-12 0,-3 0-7 0,-6-5-12 15,-7 2-1-15,-5 7-12 0,-5-6-3 0,-1 3-2 16,-8-2-9-16,2 2-1 0,-8-1-4 0,0-4-10 0,-6 5-4 16,1 1-6-16,-8-2-6 0,-2 2-10 0,-3 6-5 15,-2-3-9-15,-3 4-10 0,3 3-7 0,-7 1-9 16,5 2-11-16,-7 5-15 0,3 2-18 0,-3 3-20 16,1 2-33-16,2 3-26 0,0 1-23 0,0 5-44 15,6 0-34-15,1 6-53 0,0 1-61 0,0 4-402 16,11-4-846-16,2-5 374 0</inkml:trace>
          <inkml:trace contextRef="#ctx0" brushRef="#br0" timeOffset="76274.9681">7837-17 336 0,'0'0'370'0,"10"-13"-18"0,-10 13 2 16,9-6-6-16,-9 6-15 0,10-6-10 15,-10 6-8-15,0 0-3 0,0 0-3 0,20 19-13 16,-9-6-13-16,-3 1-2 0,-3 5-5 0,5 4-16 0,-9 3-13 15,2 2-17-15,-1 1-9 0,-1-1-19 0,-4 14-34 16,0 0-15-16,0 0-18 0,-2 0-15 0,5-14-12 16,-3 16-10-16,3-4-16 0,-3-2-34 0,3-6-40 15,-2 6-56-15,2-10-80 0,0-2-88 0,0-2-98 16,0-6-106-16,-1-3-487 0,4 1-984 0,0-7 436 16</inkml:trace>
          <inkml:trace contextRef="#ctx0" brushRef="#br0" timeOffset="76719.5419">8582 129 91 0,'0'0'341'0,"-7"-7"-19"0,7 7-9 0,0 0-7 15,-7-14-5-15,7 14-12 0,0 0-5 0,0 0 6 16,0 0-7-16,-29 23-14 0,23-8-4 0,-2 2-12 15,2-2-5-15,-4 9-17 0,2 0-4 0,2 3-14 16,-5-2-17-16,3 2-16 0,2 2-16 0,-2-1-13 16,4 3-14-16,1-1-15 0,2 8-11 0,-1-1-10 15,2-9-6-15,2 3-10 0,2-3-9 0,1 3-8 16,2-6-4-16,4 5-8 0,-2-5-3 0,5 1-4 16,1-4-5-16,2 1-4 0,2-9-1 0,6 0-2 15,-9-1-5-15,12-3-5 0,-1-3-1 0,2-6-2 16,2 3-2-16,1-4 3 0,0-7-1 0,-1 3 2 15,12-4 7-15,-15-3 9 0,1-1 1 0,-4-7 7 16,2 2 0-16,3-12-7 0,-6-1-6 0,6-6-2 16,-15-4-3-16,-5 1-3 0,-2-6-6 0,1-2-8 15,-7 2-12-15,-8-1-6 0,-4 0-6 0,-3 8-6 16,-1-1-6-16,-8 5-5 0,2 9-5 0,-12-6-7 0,2 3-4 16,-3 4-10-16,3 14-14 0,-11-7-16 0,3 4-26 15,-3 5-26-15,0-4-31 0,6 9-32 16,-6-4-24-16,-2 4-18 0,0 3-32 0,9 3-33 0,-8 0-44 15,0 1-57-15,-4-1-305 0,13 1-769 0,-10-3 340 16</inkml:trace>
        </inkml:traceGroup>
      </inkml:traceGroup>
      <inkml:traceGroup>
        <inkml:annotationXML>
          <emma:emma xmlns:emma="http://www.w3.org/2003/04/emma" version="1.0">
            <emma:interpretation id="{D26D8904-31A3-4A4F-9619-08576363FB4A}" emma:medium="tactile" emma:mode="ink">
              <msink:context xmlns:msink="http://schemas.microsoft.com/ink/2010/main" type="line" rotatedBoundingBox="17888,16953 27928,16948 27929,18486 17889,18491"/>
            </emma:interpretation>
          </emma:emma>
        </inkml:annotationXML>
        <inkml:traceGroup>
          <inkml:annotationXML>
            <emma:emma xmlns:emma="http://www.w3.org/2003/04/emma" version="1.0">
              <emma:interpretation id="{87B2198C-FF6E-44FC-A922-9C6DADBC69C5}" emma:medium="tactile" emma:mode="ink">
                <msink:context xmlns:msink="http://schemas.microsoft.com/ink/2010/main" type="inkWord" rotatedBoundingBox="17888,16953 18869,16952 18870,18356 17889,18357"/>
              </emma:interpretation>
              <emma:one-of disjunction-type="recognition" id="oneOf8">
                <emma:interpretation id="interp16" emma:lang="" emma:confidence="1">
                  <emma:literal/>
                </emma:interpretation>
              </emma:one-of>
            </emma:emma>
          </inkml:annotationXML>
          <inkml:trace contextRef="#ctx0" brushRef="#br0" timeOffset="80516.2959">223 1341 140 0,'8'-8'295'16,"-8"8"-4"-16,0 0-1 0,6-18 0 0,-6 18-8 15,6-13 0-15,-1 6-5 0,-5 7-8 0,0 0-4 16,11-10 2-16,-11 10-4 0,0 0-9 0,0 0-8 15,3-10-15-15,-3 10-20 0,0 0-22 0,0 0-19 16,0 0-8-16,0 0 2 0,0 0-9 0,0 0-7 16,-14 35-12-16,3-17-10 0,-2 5-13 0,9 1-6 15,-15 2-28-15,-3 5-6 0,1-1-10 0,-4 5-6 0,-4-2-6 16,1-1-3-16,-1-3-3 0,3 1-8 0,-4-2-4 16,7-5-4-16,1-2-4 0,-3-5 3 0,4 1-11 15,6-3 0-15,0-2-3 0,0 1-3 0,2-5-3 16,2-1-2-16,3 1 0 0,8-8-5 0,-9 7-1 15,9-7-1-15,0 0-1 0,-8 9 1 0,8-9 0 16,0 0 0-16,0 0-2 0,0 0 1 0,0 0 1 16,0 0 1-16,50-6 2 0,-50 6-1 0,37-6-1 15,-15 5-2-15,-2 1 0 0,7 0 0 0,2 0-1 16,-3 0 9-16,3 0-10 0,6 1 2 0,-5 2 1 16,4 0-4-16,8 3 3 0,-12 0 3 0,3-4-2 15,-3 3 1-15,-2-2 1 0,1 1 0 0,2-1 1 16,-2 1-1-16,-1 1 0 0,1-3 0 0,-9 3 2 0,9-4-1 15,-9 0 1-15,4 0-2 0,-2 3 2 16,-1-3 0-16,-1-1 5 0,-20 0 5 0,36-1 5 16,-18 1 5-16,-18 0 3 0,27-6 10 0,-16 1 4 0,-11 5 5 15,20-8 3-15,-9 1 8 0,-3 1-5 0,2-6-4 16,-2 0 1-16,-2-2 1 0,0 0 4 0,1 0-5 16,-3-5 1-16,0 1-4 0,-4 1 10 0,0-4 5 15,0 2-6-15,1-3-3 0,-1 3 0 0,-1 4 0 16,1-4-3-16,-4 5 0 0,1 0 8 0,0-2-4 15,3 16 11-15,-5-21 1 0,4 14-12 0,1 7 0 16,-5-14 0-16,5 14-1 0,0 0-12 0,-6-10-2 16,6 10-8-16,0 0 9 0,0 0-14 0,-18 27-5 0,10-9 2 15,-3 6-3-15,-3 11-4 0,6 6 6 16,-4 4 4-16,-3 2-8 0,3 7 9 0,-3-4-4 16,1 5-5-16,-2 13-16 0,4-17 0 0,1 1 0 0,-4 20 0 15,4-19 0-15,-1 3 0 0,4-4 0 0,0-4 0 16,0 1 0-16,-5-2 0 0,6-4 0 15,-1 0 0-15,-3-14 0 0,6 0 0 0,-1-7 0 0,1-3 0 16,0-4 0-16,3 0-135 0,2-4-32 0,-6-2-33 16,6-9-26-16,-1 13-64 0,1-13-42 0,0 0-35 15,0 0-61-15,0 0-70 0,0 0-427 0,0 0-1002 16,-19-33 444-16</inkml:trace>
        </inkml:traceGroup>
        <inkml:traceGroup>
          <inkml:annotationXML>
            <emma:emma xmlns:emma="http://www.w3.org/2003/04/emma" version="1.0">
              <emma:interpretation id="{6F7B30A2-703A-4794-BE57-5F685E06D471}" emma:medium="tactile" emma:mode="ink">
                <msink:context xmlns:msink="http://schemas.microsoft.com/ink/2010/main" type="inkWord" rotatedBoundingBox="20303,17115 22186,17114 22187,18489 20304,18490"/>
              </emma:interpretation>
              <emma:one-of disjunction-type="recognition" id="oneOf9">
                <emma:interpretation id="interp17" emma:lang="" emma:confidence="1">
                  <emma:literal/>
                </emma:interpretation>
              </emma:one-of>
            </emma:emma>
          </inkml:annotationXML>
          <inkml:trace contextRef="#ctx0" brushRef="#br0" timeOffset="81781.8316">2298 1788 243 0,'0'0'314'0,"0"0"-4"0,0 0-6 0,-25-3-6 0,25 3-7 16,-15-5-1-16,15 5-18 0,-14-7-4 0,14 7-6 15,0 0-6-15,0 0-7 0,-23-4-10 0,23 4-11 16,0 0-23-16,0 0-18 0,0 0-14 0,0 0-7 16,0 0-11-16,0 0-6 0,0 0-3 0,0 0-9 15,47-8-7-15,-47 8 1 0,51 4-8 0,-9-4-7 16,-9 1-3-16,10-1-8 0,4 0-6 0,-4 0-15 15,1 3-3-15,-12-4-10 0,12 1-10 0,-3-2-6 16,-9 2-5-16,3 0-6 0,-7 0-25 0,-1 0-26 16,3-1-39-16,-11 1-57 0,-19 0-53 0,28-3-43 15,-28 3-56-15,0 0-48 0,21 0-76 0,-21 0-97 16,0 0-274-16,0 0-813 0,8-7 359 0</inkml:trace>
          <inkml:trace contextRef="#ctx0" brushRef="#br0" timeOffset="82422.4197">3550 1477 188 0,'0'0'373'0,"6"-15"-2"0,-6 15 0 16,0-9 15-16,0 9 3 0,0 0-18 0,0 0-27 15,3-16-32-15,-3 16-27 0,0 0-20 0,0 0-14 16,0 0-16-16,0 0-19 0,-6 41-14 0,1-25-17 16,-1 3-16-16,-4 4-16 0,-2 3-13 0,-3-4-13 15,1 4-17-15,-8 6-4 0,-5-1-14 0,0-2-4 0,5-7-17 16,-1-3-2-16,2 6-8 0,-1-6-5 0,-3-2-6 16,4-1-4-16,0 0-7 0,7-7-5 0,0 3-2 15,0-4-3-15,7-2-2 0,7-6-5 0,-11 12-3 16,11-12 0-16,-3 11-1 0,3-11-4 0,0 0 3 15,0 0-5-15,35 8 0 0,-16-8-3 0,8 2-1 16,1-2-1-16,15 2 2 0,-2-4 0 0,2 2-1 16,-1 0-2-16,4 2-2 0,2-1 1 0,-4-1-1 15,3 2-3-15,-2 0 2 0,-4 1 5 0,1-1-4 16,-8 3-1-16,-4-5 9 0,15 3-1 0,-16 0 11 16,-2 0 1-16,-5-3 1 0,-5 2 5 0,4-2 2 15,-21 0 9-15,33 0 7 0,-33 0 13 0,22-2 12 16,-22 2 17-16,19-3 4 0,-19 3-5 0,10-10 0 15,-10 10-6-15,6-13-8 0,-6 13-9 0,1-17 3 16,-1 6-6-16,0-3 1 0,0-2-13 0,-6 2-11 16,5 0-9-16,-3-3 11 0,0 3 0 0,-4-1-2 0,3 4-5 15,-1 0 14-15,6 11 2 0,-8-17 7 0,1 10-5 16,7 7-6-16,-7-11-1 0,7 11-33 0,0 0-12 16,-15-7 0-16,15 7 0 0,0 0 0 0,0 0 0 15,-27 32 0-15,20-7 0 0,-3 2 0 0,-1 12 0 16,0 3 0-16,0 5 0 0,3-3 0 0,-2 12 0 15,1-1 0-15,1-2 0 0,-5 17 0 0,9-13 0 16,-7-4 0-16,-4-4 0 0,9 21 0 0,-5-20 0 16,-2 2 0-16,-1-10 0 0,0 2 0 0,3-7 0 15,0-3-26-15,0-11-152 0,-2 5-52 0,5-5-63 16,2-9-44-16,-2-2-45 0,-2 0-50 0,3-1-45 16,7-11-70-16,-15 3-335 0,15-3-955 0,0 0 423 0</inkml:trace>
        </inkml:traceGroup>
        <inkml:traceGroup>
          <inkml:annotationXML>
            <emma:emma xmlns:emma="http://www.w3.org/2003/04/emma" version="1.0">
              <emma:interpretation id="{74973B74-ECAB-4EF2-82F7-1B25F162DAA4}" emma:medium="tactile" emma:mode="ink">
                <msink:context xmlns:msink="http://schemas.microsoft.com/ink/2010/main" type="inkWord" rotatedBoundingBox="23448,17053 24947,17052 24948,17834 23449,17835"/>
              </emma:interpretation>
              <emma:one-of disjunction-type="recognition" id="oneOf10">
                <emma:interpretation id="interp18" emma:lang="" emma:confidence="1">
                  <emma:literal/>
                </emma:interpretation>
              </emma:one-of>
            </emma:emma>
          </inkml:annotationXML>
          <inkml:trace contextRef="#ctx0" brushRef="#br0" timeOffset="86031.6663">5713 1487 247 0,'-14'-10'313'0,"14"10"-10"16,-14-10-14-16,14 10-12 0,-6-12-15 0,6 12-12 15,0-11-9-15,0 11-15 0,12-15-15 16,-4 7 4-16,6 1-17 0,1-1-24 0,2 3-2 0,0-2-14 16,2 1-14-16,-1 0-9 0,2 4-14 0,1-3-10 15,-1 5-17-15,-20 0-12 0,35 0 1 0,-19 5-11 16,-2-3-7-16,0 7-10 0,-1-1-1 0,-5-1-6 15,0 7-8-15,-2 0-1 0,-1 3-2 0,-7 1-3 16,-4 1-1-16,-2 6-7 0,-3-2-7 0,-5-2-9 16,-3 3-5-16,2-3-2 0,-7 0-17 0,2-4-11 15,-7 1-6-15,6 1 9 0,-2-3-12 0,-2-1 3 16,5-2-4-16,-7-1 0 0,13-3-5 0,-3 1 9 16,3-3 1-16,-2 0 3 0,10-5 6 0,8-2 0 15,-21 8 1-15,21-8-2 0,0 0 7 0,-14 4 1 0,14-4 7 16,0 0 11-16,0 0 4 0,0 0 5 0,0 0 1 15,43-22 6-15,-23 14-2 0,2 5 7 0,5-4 2 16,-6 7 9-16,9-7 8 0,4 6 15 0,-5 1-5 16,6 1 3-16,-2 1 5 0,-3 3 2 0,3 2-4 15,-3 0 5-15,2 4 2 0,2 9 1 0,-5-6-3 16,-5 4-4-16,-2 1 1 0,-2 2-11 0,-1-2-6 16,-9-1-4-16,1 4-1 0,-3-6-6 0,-8 3-2 15,-2 2-1-15,-7-2-6 0,-1 4 0 0,-6-4-3 16,-7-2-20-16,-1-1-19 0,-17-2-22 0,11-1-24 15,-13 3-25-15,-4-6-15 0,-2-3-12 0,0 0-9 16,-3-7-4-16,3-2-6 0,-5-3 0 0,5-1 3 0,-3-1 6 16,9-1-1-16,-1-6-2 0,14 6-10 0,1-3-16 15,2-1-20-15,7-2-23 0,9 1-26 16,0-3-20-16,9 1-38 0,1-3-188 0,4-1-506 0,13 0 224 16</inkml:trace>
          <inkml:trace contextRef="#ctx0" brushRef="#br0" timeOffset="86469.1281">6831 1429 379 0,'0'0'378'0,"0"0"-3"16,0 0 12-16,0 0 5 0,0 0-6 0,0 0-8 15,0 0-19-15,0 0-19 0,0 0-15 16,-62 7-13-16,48 1-13 0,-4 1-15 0,1 0-23 0,1 3-13 16,-4 7-21-16,-1-1-18 0,4 1-17 0,-2 2-22 15,-2 5-13-15,4 0-15 0,-2 7-13 0,0 3-14 16,8-9-10-16,-7 7-11 0,9 2-10 0,3-6-8 16,-1 9-8-16,6-1-8 0,1-8-4 0,6-1-7 15,0-1-4-15,2-1-6 0,2 0-2 0,2-1-2 16,3-2 10-16,0 0-19 0,6-5-5 0,-2-3-2 15,-5-6-7-15,2-1 3 0,5-4-10 0,1 1-5 16,-5-5 0-16,0-1-6 0,-17 0-2 0,42-7-1 0,-27 0-2 16,6 0-2-16,-7-3 0 0,0-3-8 15,1 0-6-15,-8 0-9 0,3 1-7 0,-5-4-13 0,-1 3-10 16,-4-5-12-16,0 6-14 0,-6-2-6 0,0 0-7 16,-2-2-16-16,-6 5-10 0,-7 0-22 0,7-2-18 15,-15 3-2-15,3 0-20 0,-6 2-18 0,0 6-16 16,2 1-28-16,-11 1-25 0,-1 0-39 0,13 1-73 15,-14-1-280-15,15 0-727 0,0 0 323 0</inkml:trace>
        </inkml:traceGroup>
        <inkml:traceGroup>
          <inkml:annotationXML>
            <emma:emma xmlns:emma="http://www.w3.org/2003/04/emma" version="1.0">
              <emma:interpretation id="{AF53A43C-F049-4D79-84CB-836389141E46}" emma:medium="tactile" emma:mode="ink">
                <msink:context xmlns:msink="http://schemas.microsoft.com/ink/2010/main" type="inkWord" rotatedBoundingBox="26114,17145 27928,17144 27929,17934 26115,17935"/>
              </emma:interpretation>
              <emma:one-of disjunction-type="recognition" id="oneOf11">
                <emma:interpretation id="interp19" emma:lang="" emma:confidence="0.5">
                  <emma:literal>35</emma:literal>
                </emma:interpretation>
                <emma:interpretation id="interp20" emma:lang="" emma:confidence="0.5">
                  <emma:literal>3 5</emma:literal>
                </emma:interpretation>
                <emma:interpretation id="interp21" emma:lang="" emma:confidence="0">
                  <emma:literal>3 J</emma:literal>
                </emma:interpretation>
                <emma:interpretation id="interp22" emma:lang="" emma:confidence="0">
                  <emma:literal>353</emma:literal>
                </emma:interpretation>
                <emma:interpretation id="interp23" emma:lang="" emma:confidence="0">
                  <emma:literal>3 $</emma:literal>
                </emma:interpretation>
              </emma:one-of>
            </emma:emma>
          </inkml:annotationXML>
          <inkml:trace contextRef="#ctx0" brushRef="#br0" timeOffset="87390.9422">8315 1572 2964 0,'0'0'192'0,"0"0"-80"0,0 0-44 16,0 0-6-16,-43-17 17 0,43 17 0 0,-13-18 14 15,10 11 9-15,3 7 0 0,-1-13 4 0,1 13-5 16,3-15-3-16,-3 15-7 0,14-15-8 0,-6 9 2 16,6-1-17-16,-14 7-3 0,27-5-9 0,-8 3-10 15,-19 2 0-15,35 4-3 0,-18-2-6 0,0 5-3 16,-1 0-2-16,-1 5 4 0,-1-1-14 0,-6-1-6 15,-2 6 0-15,2-2-21 0,-8 1 0 0,-6 3-13 0,-2 4-2 16,-5-4-13-16,2 3 2 0,-8-4-2 16,-2 6 5-16,-2-1 5 0,-4-6 0 0,0 2-4 15,0-3 3-15,2-1-3 0,0 2 8 0,4-9 4 0,4 0-6 16,-1 4 8-16,4-8-1 0,1 4-1 16,13-7-3-16,-17 5 4 0,17-5-1 0,-13 6 4 15,13-6-1-15,0 0 0 0,0 0 5 0,0 0 4 0,0 0-5 16,0 0 3-16,0 0-1 0,43-21 0 0,-26 10 3 15,1 6-1-15,7-4-3 0,-4 4 4 0,4 5 3 16,-5-2-1-16,9-3 9 0,-1 1 8 0,1 7 23 16,-1-3-25-16,-1 6 10 0,0 3-3 0,0-1 10 15,0 2-4-15,-10 2 2 0,5-1 2 0,-8 4 5 16,1-1 2-16,-3 2-5 0,1-1-3 0,-4 1 2 16,-2 4 4-16,-6-1-12 0,2-1-3 0,-7-2 11 15,-4 2-13-15,-6 3-4 0,-1-9-1 0,-5 6 6 0,-2-3-12 16,0 0-14-16,-5 0-10 0,-3-4-19 0,-2-1-27 15,-3-3-11-15,5-2-16 0,-3 2-15 16,-2-2-13-16,4-5-17 0,-15 0-24 0,10-3-17 0,6 1-23 16,1-5-23-16,4-4-38 0,1 0-76 0,-1 0-169 15,9-1-545-15,2-1 241 0</inkml:trace>
          <inkml:trace contextRef="#ctx0" brushRef="#br0" timeOffset="87767.2947">8952 1577 164 0,'0'0'314'15,"0"0"-10"-15,0 0-9 0,0 0-9 0,0 0-12 0,0 0-5 16,0 0 1-16,-11 29-34 0,11-29-4 0,-10 26-2 15,4-11-27-15,1-1-6 0,3 2-11 0,2 0-12 16,0 0-5-16,0 1-8 0,5-1-6 0,-2 3-8 16,10 0-4-16,-5-1-13 0,4 4-12 0,4-3-4 15,-1 3-9-15,5-3-3 0,2 0-2 0,-1 2-5 16,-1-4-6-16,2 4-7 0,4 1-7 0,-3-4-7 16,-4 0-2-16,-3 1-5 0,5-1 4 0,-2 2-5 15,-10-7-3-15,4 6-8 0,-4-5-2 0,1 0-7 16,-7 0 1-16,-2 0-6 0,4 0-1 0,-5-14-3 0,-8 20-2 15,-3-10-8-15,0-2-7 0,-6 1-15 0,-4 0-32 16,-4-1-27-16,-8-4-45 0,0 3-58 0,3-4-39 16,-5-1-45-16,-14 0-47 0,6-8-65 0,-1-2-67 15,-4-4-283-15,4-6-766 0,3 0 339 0</inkml:trace>
          <inkml:trace contextRef="#ctx0" brushRef="#br0" timeOffset="87970.4053">9018 1651 118 0,'54'-11'446'0,"1"1"-11"0,0 1-10 0,-1 1-14 15,3-2-19-15,-2 3-30 0,1 1-45 0,-7-1-26 0,-7 0-28 16,7 4-24-16,-3 2-27 0,-14-2-23 0,2 3-15 16,-5-4-22-16,-1 2-22 0,-7 1-25 0,-2-3-31 15,-3 2-37-15,-16 2-17 0,27-5-54 0,-27 5-25 16,22-5-34-16,-14 2-39 0,-8 3-46 0,11-10-56 15,-11 10-59-15,9-13-336 0,-9 13-680 0,0-14 301 16</inkml:trace>
        </inkml:traceGroup>
      </inkml:traceGroup>
    </inkml:traceGroup>
  </inkml:traceGroup>
</inkml:ink>
</file>

<file path=ppt/ink/ink9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7T08:12:19.652"/>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B938CDBD-8465-403D-ABD8-073FC4BB39FA}" emma:medium="tactile" emma:mode="ink">
          <msink:context xmlns:msink="http://schemas.microsoft.com/ink/2010/main" type="inkDrawing" rotatedBoundingBox="28131,13833 28448,18673 26991,18769 26674,13928" semanticType="verticalRange" shapeName="Other">
            <msink:sourceLink direction="with" ref="{812AAD1A-B49D-434A-BACC-0CA012070FEF}"/>
          </msink:context>
        </emma:interpretation>
      </emma:emma>
    </inkml:annotationXML>
    <inkml:trace contextRef="#ctx0" brushRef="#br0">245 28 366 0,'-14'-6'351'0,"14"6"-12"0,0 0-18 0,0 0-19 15,-9-7-19-15,9 7-27 0,0 0-14 0,0 0-19 16,0 0-17-16,38-8-12 0,-15 5-8 0,6-3-5 16,2 6-8-16,12 0-15 0,9 0-8 0,-6 5-17 15,3-5 4-15,5 1-17 0,-5 5-13 0,1-2-5 16,1-3-9-16,-2 2-8 0,-6 0-12 0,-1 1-6 16,-10-1-8-16,-2-3 0 0,-5 5 6 0,0 3-11 15,-6-2-6-15,0-3-1 0,-3 7 5 0,-2-3 9 0,-1 2 15 16,-2 3 10-16,-5 3 0 0,5 9 1 15,-1 0 8-15,-5 4 5 0,-2 4 2 0,0 8 1 16,0 4 4-16,-3 8 0 0,0 0 3 0,5 23 7 0,-5 4 0 16,2 1-1-16,-1 3 9 0,2 6 1 0,2 35-4 15,-2-36-4-15,3 0-10 0,6 41 4 16,0-36-13-16,-4-4-10 0,19 40-1 0,-13 5-3 0,2-42-6 16,-2 38-5-16,-1-5-8 0,1 4-6 0,-9-42-4 15,4 4-1-15,-1 2-28 0,2 36-27 0,-2-41 0 16,6 39 0-16,-11-46 0 0,10 7 0 0,-5 1 0 15,-1-3 0-15,-2 6 0 0,5 30 0 0,-7-41 0 16,3-2 0-16,-4 1 0 0,-1-2 0 0,7-4 0 16,-5 4 0-16,-6-4 0 0,-3 1 0 0,4 2 0 15,-4-26 0-15,0 22 0 0,4-17 0 0,0-6 0 16,-2 1 0-16,-3 0 0 0,0-3 0 0,5-4 0 16,-3 0 0-16,4-2 0 0,-6-3 0 0,4-13 0 0,0 0 0 15,1-2 0-15,-2-1 0 0,2-6 0 0,2-3 0 16,-3 4 0-16,3-7 0 0,0-11 0 15,0 17 0-15,-3-10 0 0,3-7 0 0,0 0 0 0,0 17 0 16,0-17 0-16,0 0 0 0,-3 14 0 0,3-14 0 16,0 0 0-16,0 0 0 0,-13 5 0 0,13-5 0 15,0 0 0-15,-21 4 0 0,21-4 0 0,0 0 0 16,-41-2 0-16,21 2 0 0,-10 0 0 0,-3 0 0 16,-10-2 0-16,-9 2 0 0,-2 0 0 0,-1 0 0 15,-31-4 0-15,9 3 0 0,-8 2 0 0,-7-7-161 16,3-3-256-16,-4 7-71 0,-43-8-85 0,38 1-519 15,2 6-1183-15,-1-6 523 0</inkml:trace>
  </inkml:traceGroup>
</inkml:ink>
</file>

<file path=ppt/ink/ink10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7T08:15:16.734"/>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01EAE620-EA07-4040-AB25-79CC9574E4B9}" emma:medium="tactile" emma:mode="ink">
          <msink:context xmlns:msink="http://schemas.microsoft.com/ink/2010/main" type="inkDrawing" rotatedBoundingBox="17044,3253 17907,13598 15520,13797 14657,3452" semanticType="callout" shapeName="Other"/>
        </emma:interpretation>
      </emma:emma>
    </inkml:annotationXML>
    <inkml:trace contextRef="#ctx0" brushRef="#br0">2064 30 194 0,'-11'-12'277'0,"-3"4"-11"16,1-2-16-16,-1 2-13 0,1 3 2 0,13 5-14 15,-23-10-19-15,12 6-6 0,11 4-15 0,-29-6-12 0,29 6-8 16,-28 6-6-16,9 1-10 0,3 2-11 0,-8 10-1 15,4 2-8-15,-7 7 2 0,-3 7-7 0,1 3-3 16,4 6-8-16,-2 1 0 0,-1 2-10 0,-7 27-4 16,-1 4-12-16,-2-1 5 0,-2 4-9 0,5 2-3 15,-15 32-6-15,17-35 0 0,-2 5-4 0,0 2-6 16,-1-4-5-16,1 39 7 0,7-40-7 0,-2 3-4 16,1 4-4-16,-10 36-1 0,15-40 5 0,-3-1 4 15,3-4-5-15,-6 9-5 0,8-1 4 0,-6-3-3 16,1-3 0-16,-2-1 1 0,7-3-5 0,-5-1 3 15,4 0-4-15,-3-2-2 0,3 2-2 0,-6-4 0 16,10-3-6-16,-6-2-2 0,0 1-2 0,1-3-4 0,4-12-1 16,-6 10-2-16,3-14-1 0,0 3-1 0,-8 11-1 15,7-15-4-15,-1-1 1 0,3-4-3 16,-5 0 0-16,-2 5-3 0,6-12-2 0,-3 2-1 0,-2 1-3 16,-4-10 2-16,1 5-3 0,2-9 1 0,1 4 1 15,4-9-5-15,4-3-4 0,-6-3-1 0,10-2 1 16,1-3 2-16,-4 0-7 0,6-1 3 0,-1 0-3 15,1-6 1-15,13-3 1 0,-19 7 2 0,19-7-3 16,-19 4-3-16,19-4-10 0,0 0-7 0,0 0 1 16,-30-14-5-16,27 5 2 0,3 9 4 0,-3-24 1 15,4 6 0-15,4 2-1 0,3-7 0 0,2 0 5 16,4-1 0-16,3 0 2 0,1-1-7 0,8-5 9 16,3 0 2-16,-1 4 1 0,-1 9 0 0,0-3-1 15,-2 2-2-15,4 4 6 0,2-1 3 0,11 3 1 16,-14 2-6-16,2 5 0 0,-2 2 5 0,1 3 0 0,-2 1 0 15,0 5 1-15,-4 5-2 0,3-1-5 0,-3 7 10 16,-1 4 0-16,5 10-2 0,0 3 6 16,2 2-1-16,-7 7 6 0,6 3-3 0,-6 0 7 0,4 21 2 15,0 2 11-15,-3 3 3 0,-3-5 3 0,-2 6 4 16,-4 4-1-16,6 1 4 0,-2 4 3 0,-1 4-4 16,-3-1 5-16,7 3 1 0,-7-3-1 0,15 41 1 15,-11-39-2-15,9 41 0 0,-8-43 4 0,-4 4 2 16,5 36-1-16,1-2-1 0,-2 0 4 0,-5-36-2 15,-2 39 1-15,3-37-5 0,5 51 4 0,-2-51 0 16,-4 47 3-16,6-6 1 0,1-1-3 0,-5 3 1 16,3-5-1-16,-5 1-7 0,-6 2-3 0,14 1 1 15,5-6-7-15,-13 5-2 0,2 6 2 0,11-9-2 0,-15 12-2 16,4 0-3-16,-8 0 0 0,5 2 2 16,4-4-3-16,-3 7-5 0,-6-4 0 0,3-6 1 15,0 4-4-15,-1-2-4 0,2-3-1 0,-4-7-3 0,0-35-4 16,5 40 3-16,1-43-5 0,7 0 0 0,-1-1 2 15,7-7-4-15,3-2-4 0,5-12 2 0,8-3-5 16,1-7-1-16,0-14-10 0,0-7-12 0,5-4-14 16,21 4-12-16,-18-19-16 0,3-2-36 0,5-7-42 15,19-7-47-15,-1-18-44 0,1-1-38 0,-5-10-39 16,-3-8-46-16,-1-14-52 0,-4-10-78 0,-9-4-253 16,5-10-811-16,-7-3 359 0</inkml:trace>
  </inkml:traceGroup>
</inkml:ink>
</file>

<file path=ppt/ink/ink10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7T08:15:17.764"/>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A049A819-37E0-4E3B-B846-FAA74E209D61}" emma:medium="tactile" emma:mode="ink">
          <msink:context xmlns:msink="http://schemas.microsoft.com/ink/2010/main" type="inkDrawing" rotatedBoundingBox="-554,10457 1527,7066 2494,7660 412,11051" semanticType="callout" shapeName="Other"/>
        </emma:interpretation>
      </emma:emma>
    </inkml:annotationXML>
    <inkml:trace contextRef="#ctx0" brushRef="#br0">1252 63 320 0,'-20'2'364'0,"20"-2"-29"0,0 0-31 0,0 0-11 16,-23 9-16-16,23-9 15 0,-6 19 10 0,9-1-16 15,2 8-7-15,0 3-3 0,9 13-3 0,8 2-17 0,-1 1-15 16,4 1-19-16,0 0-14 0,7 2-21 0,-2-4-14 16,5 3-17-16,1-5-14 0,4-1-11 0,1-1-11 15,4-3-12-15,4-4-5 0,0-7-11 0,0 1-10 16,0-6-8-16,2-6-9 0,-5-5-7 0,-2-3-5 16,-14-7-5-16,11-1-5 0,-8-7-3 0,-3-7-4 15,4-11-5-15,-4-3-5 0,3-8-6 0,-9-8-18 16,7-27-8-16,-9-7-5 0,-6 1-4 0,0-2-2 0,-7 0 4 15,-2 6-1-15,-7 5 8 0,-3 26 12 16,1 12 14-16,-3 3 19 0,4 15 4 0,-7 0-1 0,0 7-4 16,8 6-2-16,-40 30 8 0,4 10-2 0,-18 32 8 15,-23 52 4-15,-4 7 0 0,-4 16-8 0,-4 12-5 16,-1 24-6-16,-6 11-19 0,-13 16-26 0,-13 5-42 16,-19-3-44-16,-2 3-48 0,8-5-52 0,-13-9-53 15,-6-4-49-15,4-19-68 0,8-12-79 0,3-22-386 16,22-8-901-16,17-11 398 0</inkml:trace>
  </inkml:traceGroup>
</inkml:ink>
</file>

<file path=ppt/ink/ink10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7T08:19:06.429"/>
    </inkml:context>
    <inkml:brush xml:id="br0">
      <inkml:brushProperty name="width" value="0.06667" units="cm"/>
      <inkml:brushProperty name="height" value="0.06667" units="cm"/>
      <inkml:brushProperty name="color" value="#FF0000"/>
      <inkml:brushProperty name="fitToCurve" value="1"/>
    </inkml:brush>
  </inkml:definitions>
  <inkml:trace contextRef="#ctx0" brushRef="#br0">20 0 17 0,'3'30'140'0,"-2"7"-13"0,1-12-19 0,-2 6-8 16,0-1-23-16,3 0-19 0,0-2-4 16,-3 3-6-16,0 1-14 0,0-4-5 0,0 9-8 0,0-6-1 15,0-3 6-15,-1 0 14 0,2 1-7 0,-7 0-3 16,6-2 11-16,-2 3 0 0,2-1-16 0,-4-3 8 15,1 3-27-15,-2-3-21 0,3 2-28 0,1 0-44 16,-4 2-74-16,-1-5-174 0,6 11 77 0</inkml:trace>
</inkml:ink>
</file>

<file path=ppt/ink/ink10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7T08:19:07.147"/>
    </inkml:context>
    <inkml:brush xml:id="br0">
      <inkml:brushProperty name="width" value="0.06667" units="cm"/>
      <inkml:brushProperty name="height" value="0.06667" units="cm"/>
      <inkml:brushProperty name="color" value="#FF0000"/>
      <inkml:brushProperty name="fitToCurve" value="1"/>
    </inkml:brush>
  </inkml:definitions>
  <inkml:trace contextRef="#ctx0" brushRef="#br0">61 0 48 0,'0'0'185'0,"0"0"-10"16,0 0-18-16,0 0-14 0,0 0-19 0,0 0-8 15,0 0-7-15,0 0-6 0,0 0-13 0,0 0-6 0,0 0-7 16,0 0-1-16,0 0-7 0,0 0-1 0,0 0-2 15,0 0-5-15,0 0-5 0,0 0-2 16,-5 12-6-16,5-12-6 0,0 0-6 0,0 0-1 0,-3 12-4 16,3-12 1-16,0 0-6 0,-3 13-6 0,3-13 2 15,-3 11-13-15,3-11-2 0,0 0-7 0,-7 15-5 16,7-15-8-16,-6 14-5 0,6-14-12 0,-6 11 2 16,6-11-5-16,-7 8-2 0,7-8-5 0,-6 14-7 15,6-14-3-15,0 0-14 0,-3 12-7 0,3-12-12 16,0 0-30-16,-8 12-12 0,8-12-111 0,0 0-256 15,-5 10 114-15</inkml:trace>
</inkml:ink>
</file>

<file path=ppt/ink/ink10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7T08:19:16.245"/>
    </inkml:context>
    <inkml:brush xml:id="br0">
      <inkml:brushProperty name="width" value="0.06667" units="cm"/>
      <inkml:brushProperty name="height" value="0.06667" units="cm"/>
      <inkml:brushProperty name="color" value="#FF0000"/>
      <inkml:brushProperty name="fitToCurve" value="1"/>
    </inkml:brush>
  </inkml:definitions>
  <inkml:trace contextRef="#ctx0" brushRef="#br0">12 145 135 0,'0'0'254'0,"-8"-11"0"16,8 11 5-16,0 0-1 0,0-12-11 0,0 12-15 15,0 0-16-15,0 0-13 0,0 0-14 0,0 0-9 16,0 0 4-16,0 0-2 0,0 0-16 0,0 0-6 16,-6 41-7-16,6-41-16 0,3 22-8 0,0-8-12 0,2-2-5 15,-2 1-4-15,3 0-10 0,1 0-9 16,5 0-12-16,1 0-3 0,3-4-5 0,9 5-10 15,4-9-5-15,10-2-7 0,10-3-6 0,5-3-4 0,4-1-7 16,23-11-2-16,-2 0-6 0,6 0-7 16,1-4-8-16,8-2-14 0,1 2 1 0,3-10-5 0,-6 15-19 15,-4-1-18-15,-1-4-20 0,-5 1-30 0,-23 6-30 16,-2 0-37-16,0-4-36 0,-8 4-51 0,4-6-66 16,-15 8-231-16,-4-2-594 0,-6 3 263 0</inkml:trace>
</inkml:ink>
</file>

<file path=ppt/ink/ink10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7T08:19:24.839"/>
    </inkml:context>
    <inkml:brush xml:id="br0">
      <inkml:brushProperty name="width" value="0.06667" units="cm"/>
      <inkml:brushProperty name="height" value="0.06667" units="cm"/>
      <inkml:brushProperty name="color" value="#FF0000"/>
      <inkml:brushProperty name="fitToCurve" value="1"/>
    </inkml:brush>
  </inkml:definitions>
  <inkml:trace contextRef="#ctx0" brushRef="#br0">125 194 151 0,'0'0'189'0,"2"-16"-5"0,-2 16-5 0,0-16-7 16,0 16-4-16,5-17-6 0,-5 17-9 0,3-16-2 0,-3 6-8 16,0 10-5-16,6-16-8 0,0 6-7 0,-6 10-7 15,7-16-4-15,-7 16-10 0,1-16-15 16,4 9-5-16,-5 7-7 0,2-18-4 0,-2 18-8 0,1-10-6 16,-1 10-3-16,0 0 0 0,0-17-5 0,0 17-7 15,0 0-6-15,0 0 1 0,0 0-10 0,3-9 0 16,-3 9-3-16,0 0 1 0,0 0-4 0,0 0-1 15,0 0-1-15,-14 46-5 0,11-27 0 0,-5 3 0 16,2 8-8-16,-1 0 3 0,3 6 1 0,-1 5 5 16,0 2-7-16,4-1 0 0,-6 0-5 0,-1-3 2 15,2 2 1-15,0 0 0 0,-1-1-6 0,4 2-3 16,-1-13-2-16,-3 8-3 0,2 7 2 0,1-17 1 16,-1 0 2-16,-3 2 0 0,2-4 0 0,3 1 0 15,-2-3 3-15,2-2-5 0,0-6 5 0,-4 3-1 16,6-7 4-16,-3-3-2 0,4-8-5 0,-6 18 6 15,6-18-1-15,-5 10 5 0,5-10 6 0,0 0 1 0,0 0-2 16,0 0 1-16,0 0-3 0,0 0 8 16,0 0 2-16,0 0-2 0,13-55 3 0,-11 37 0 15,-1-10 10-15,4-10-14 0,-3-3 5 0,-2-2-7 0,3-6 0 16,3 0-2-16,-1-2-3 0,-1 0 0 0,-2-2 0 16,4 4-5-16,-1-1 1 0,-2 5 0 0,2 4 1 15,-2 2 3-15,2 11-5 0,-3 3 1 0,-2 10-3 16,4-3 0-16,-4 7-1 0,0 11-4 0,3-15 5 15,-3 15 0-15,0 0-6 0,0 0 4 0,0 0-1 16,0 0 1-16,0 0 0 0,-15 40-11 0,11-15-13 16,0-1-24-16,2 2-34 0,-3 4-41 0,4-1-45 15,-4-4-65-15,5 5-261 0,-6-4-534 0,6 0 237 0</inkml:trace>
</inkml:ink>
</file>

<file path=ppt/ink/ink10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7T08:19:25.432"/>
    </inkml:context>
    <inkml:brush xml:id="br0">
      <inkml:brushProperty name="width" value="0.06667" units="cm"/>
      <inkml:brushProperty name="height" value="0.06667" units="cm"/>
      <inkml:brushProperty name="color" value="#FF0000"/>
      <inkml:brushProperty name="fitToCurve" value="1"/>
    </inkml:brush>
  </inkml:definitions>
  <inkml:trace contextRef="#ctx0" brushRef="#br0">723 401 16 0,'-25'-32'256'0,"-8"1"-7"16,-1 4-13-16,3-1-19 0,5 6-10 0,-5-1-15 16,4 4-15-16,2 6-6 0,-2 1-8 0,-2 4-9 15,-1 5-14-15,0 3-12 0,-3 6-3 0,5 10-3 0,-7 10 8 16,0 7-1-16,4 9 0 0,-7 20-1 0,0 7-5 16,9 8-6-16,1 2-3 0,2 0-5 0,3 1-15 15,4 2 1-15,11-4 9 0,3-4-15 0,5-3-14 16,6 2 4-16,13 4-3 0,-3-26-13 0,16 17-3 15,6-5 1-15,4 1-5 0,-7-18 10 0,22 17-15 16,-3-13-5-16,9 0-7 0,3-9-5 0,1-2-3 16,4-6 5-16,-19-12-3 0,26-3-5 0,-22-5-3 15,6-7 8-15,16-3 6 0,-15-6 12 0,-6-2-9 16,3-6 15-16,-8-7 3 0,5-4 5 0,-5-3-4 16,-6-2 6-16,3-6 6 0,6-15 12 0,-19 9-7 15,12-18-1-15,-12-5-4 0,-3-7-5 0,-4-6-1 16,-9-5-1-16,-4-4-3 0,-8-5-8 0,-3-36-5 15,-4 41-7-15,-7-1-5 0,-2-2 0 0,-11 3-5 16,5 2-2-16,-8 8-3 0,-7 8 0 0,9 17-8 0,-4 2 1 16,-3 2-5-16,-6 3 0 0,-2 2 1 0,-1 4-6 15,1 3 0-15,-8 3-2 0,1 8-8 16,-2 3-1-16,-2 4-13 0,3 5-15 0,0 2-17 0,-1 4-19 16,11 2-17-16,-10 2-14 0,9 6-13 0,-8-1-24 15,12 1-14-15,0-2-9 0,-1 7-3 0,2-1-12 16,2 1-4-16,4 4-9 0,1-3-12 0,4 3-16 15,2-7-13-15,2 2-14 0,2 5-6 0,0-5-3 16,1 2-23-16,5-1-42 0,-5-3-167 0,5-1-518 0,6-7 229 16</inkml:trace>
</inkml:ink>
</file>

<file path=ppt/ink/ink10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7T08:19:42.402"/>
    </inkml:context>
    <inkml:brush xml:id="br0">
      <inkml:brushProperty name="width" value="0.06667" units="cm"/>
      <inkml:brushProperty name="height" value="0.06667" units="cm"/>
      <inkml:brushProperty name="color" value="#FF0000"/>
      <inkml:brushProperty name="fitToCurve" value="1"/>
    </inkml:brush>
  </inkml:definitions>
  <inkml:trace contextRef="#ctx0" brushRef="#br0">681 532 103 0,'-12'-56'201'15,"-1"3"-15"-15,-1-16-9 0,0 27-6 0,-5 2-14 16,5 4-9-16,-2 8-10 0,-5-11-12 0,7 18-6 15,-7-1-3-15,1 2-6 0,-2-1-6 0,0 3-11 16,-13-5-9-16,14 12-4 0,-6 3-11 0,-1 0-8 16,0 1-3-16,1 3-11 0,-2 2-3 0,4-2-4 15,-2 4-9-15,5 0-9 0,3 4-10 0,-2-2-12 16,6 3-8-16,-4 0-6 0,19-5-10 0,-29 9-13 16,15-9-12-16,1 7-8 0,13-7-21 0,-20 11-9 0,12-6-7 15,8-5-12-15,-11 7-10 0,11-7-11 0,-11 8-32 16,11-8-105-16,0 0-282 0,-10 10 124 15</inkml:trace>
</inkml:ink>
</file>

<file path=ppt/ink/ink10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7T08:22:15.782"/>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EA643542-B9F3-43F3-912F-FCC25678A418}" emma:medium="tactile" emma:mode="ink">
          <msink:context xmlns:msink="http://schemas.microsoft.com/ink/2010/main" type="writingRegion" rotatedBoundingBox="18307,2532 25252,2748 25213,4029 18267,3813"/>
        </emma:interpretation>
      </emma:emma>
    </inkml:annotationXML>
    <inkml:traceGroup>
      <inkml:annotationXML>
        <emma:emma xmlns:emma="http://www.w3.org/2003/04/emma" version="1.0">
          <emma:interpretation id="{949ED2D7-4C18-4CA6-B7CE-385A376AAF21}" emma:medium="tactile" emma:mode="ink">
            <msink:context xmlns:msink="http://schemas.microsoft.com/ink/2010/main" type="paragraph" rotatedBoundingBox="18307,2532 25252,2748 25213,4029 18267,3813" alignmentLevel="1"/>
          </emma:interpretation>
        </emma:emma>
      </inkml:annotationXML>
      <inkml:traceGroup>
        <inkml:annotationXML>
          <emma:emma xmlns:emma="http://www.w3.org/2003/04/emma" version="1.0">
            <emma:interpretation id="{CF009B72-395E-4309-BC83-D62CB28F8E92}" emma:medium="tactile" emma:mode="ink">
              <msink:context xmlns:msink="http://schemas.microsoft.com/ink/2010/main" type="line" rotatedBoundingBox="18307,2532 25252,2748 25213,4029 18267,3813"/>
            </emma:interpretation>
          </emma:emma>
        </inkml:annotationXML>
        <inkml:traceGroup>
          <inkml:annotationXML>
            <emma:emma xmlns:emma="http://www.w3.org/2003/04/emma" version="1.0">
              <emma:interpretation id="{DD0C06B7-2EDC-49BA-BFCE-FBC6952FC0ED}" emma:medium="tactile" emma:mode="ink">
                <msink:context xmlns:msink="http://schemas.microsoft.com/ink/2010/main" type="inkWord" rotatedBoundingBox="18307,2539 19991,2591 19959,3620 18275,3568"/>
              </emma:interpretation>
            </emma:emma>
          </inkml:annotationXML>
          <inkml:trace contextRef="#ctx0" brushRef="#br0">17900 2271 244 0,'-20'-7'334'0,"20"7"4"0,-21-12-25 0,7 4-18 0,1 0-24 16,4-1-8-16,-2-4-28 0,3 9-4 0,-2-7-15 16,10 11-17-16,-12-15-18 0,7 2-6 15,2 3-16-15,3 10 2 0,-7-19-2 0,7 10-16 0,0 9-9 16,8-25-13-16,0 12-14 0,3 0-8 0,0 2-17 15,4-1-1-15,4 2-7 0,-4 1-10 0,4 1-5 16,-3-1-8-16,5 4-6 0,-1 2-3 0,1-1-3 16,-2 0-2-16,0 4-5 0,-19 0 5 0,41 5-11 15,-24 1-5-15,-3 2-8 0,2 4 2 0,-6 1 5 16,2 1 0-16,-1 6-4 0,-1 3-2 0,-5 2 3 16,-2 0 10-16,-3 4-14 0,0-1-5 0,-3 3 3 15,-7 4-2-15,-1 6-7 0,-2-5 4 0,-6 1 0 16,-3-3 0-16,2 2-2 0,-4-6 0 0,-1-6 3 15,-4 5-1-15,2-6-4 0,4-6-1 0,-4 1-1 16,0 5 2-16,3-8 3 0,-1 2-3 0,3-5-2 16,4-1 4-16,0-3 1 0,5-1-11 0,3-2 15 0,10-5-2 15,-19 10 6-15,19-10-8 0,-9 4-2 16,9-4 8-16,0 0 6 0,0 0 5 0,0 0 5 16,0 0-2-16,0 0 9 0,0 0 4 0,63 3 2 0,-42-6-4 15,7 2-5-15,2-2-1 0,5 3-5 0,-2-4-5 16,-1 0 3-16,9 0-5 0,6-1 1 0,-4 0-2 15,-2 1-3-15,3-1-2 0,4-4 3 0,-4 4 2 16,3-3 7-16,-6 2 10 0,4-1 8 0,-3-1 9 16,3-1 7-16,-12 3 0 0,2-1-1 0,-2 0-5 15,-5 0-4-15,2 1-5 0,-3-1-4 0,-6 1-3 16,-4 2-7-16,0 1 0 0,-17 3 1 0,21-5-11 16,-21 5-8-16,17-3 4 0,-17 3-15 0,0 0-31 15,0 0-44-15,0 0-51 0,0 0-60 0,0 0-58 16,0 0-52-16,0 0-74 0,0 0-76 0,0 0-344 15,0 0-855-15,0 0 379 0</inkml:trace>
          <inkml:trace contextRef="#ctx0" brushRef="#br0" timeOffset="-687.3874">17165 1793 270 0,'-27'-4'298'0,"27"4"-11"0,-19-5-9 0,19 5-6 0,0 0-22 16,-25-2-16-16,25 2-13 0,0 0-15 0,0 0-17 15,-16-4-7-15,16 4-8 0,0 0-2 0,0 0-3 16,0 0-7-16,0 0-16 0,38-18-17 0,-19 14-16 15,5-7-6-15,-4 7-14 0,12-1-15 0,-3 0-4 16,1 0-14-16,12-4-17 0,-7 4-39 0,-2 3-52 16,-1-4-60-16,1 3-63 0,-5-2-73 0,1 3-100 15,-7-1-206-15,5 0-595 0,0 1 264 0</inkml:trace>
        </inkml:traceGroup>
        <inkml:traceGroup>
          <inkml:annotationXML>
            <emma:emma xmlns:emma="http://www.w3.org/2003/04/emma" version="1.0">
              <emma:interpretation id="{695632A8-7753-4335-938B-961C83B08902}" emma:medium="tactile" emma:mode="ink">
                <msink:context xmlns:msink="http://schemas.microsoft.com/ink/2010/main" type="inkWord" rotatedBoundingBox="21326,2907 21889,2925 21862,3782 21299,3765"/>
              </emma:interpretation>
            </emma:emma>
          </inkml:annotationXML>
          <inkml:trace contextRef="#ctx0" brushRef="#br0" timeOffset="1907.6967">20159 2201 183 0,'0'-14'298'15,"1"1"-16"-15,7 0-14 0,3-3-7 0,-3 5-13 16,5-2-17-16,2 2-16 0,0-3-9 0,5 6-28 16,2-5-12-16,-3 6-13 0,0-3-21 0,-1 3-5 15,1 4-14-15,-2 3-10 0,-17 0-10 0,35 0-2 16,-21 4-13-16,0 2-3 0,-1 4-12 0,-2-1-4 16,-2 5-5-16,-1 3-3 0,-1 3-6 0,-6-3-1 15,-1 9-10-15,5 0 2 0,-13-1-3 0,-3 1-7 16,-3 4-4-16,0-5 0 0,-7 1-2 0,4-5-1 0,-4 3 1 15,-4-2-1-15,3-4-5 0,-5 3 7 16,2-5 7-16,-1-1-23 0,4-4 3 0,-3 1-1 16,9-5-8-16,2 0 5 0,0-2-9 0,-2-3 7 0,16-2 6 15,-18 7-9-15,18-7 1 0,0 0 3 16,0 0 0-16,0 0-7 0,0 0 2 0,0 0 0 16,0 0 2-16,0 0-3 0,27-32 6 0,-8 22 0 0,-3 1-10 15,5 5 13-15,-2-3 2 0,4-3-6 0,4 5 5 16,-6 2 3-16,1 3 5 0,5-2-3 0,-5 4 3 15,5-2-1-15,-4 5 4 0,-2-2 0 0,6 7-3 16,-4 1 0-16,1 0-3 0,-6 0 5 0,1 1-6 16,-2 3-3-16,3 3 8 0,-8-3-4 0,2 7-1 15,-5 0 2-15,-1-4 0 0,0 1 4 0,-3-3-3 16,-5 5-4-16,0 0 6 0,-5-8-16 0,2 5 2 16,-8 3 7-16,-5-2 5 0,2 3-6 0,-4-6 0 15,-5 2 14-15,-3 1-17 0,1-1-4 0,-8-8 3 16,-3 9-4-16,6-11-17 0,-5-3-23 0,-8 1-19 15,10-2-23-15,-2-7-32 0,5 3-34 0,-3-2-51 16,-8-10-56-16,17 6-351 0,-4-5-657 0,1 1 290 0</inkml:trace>
        </inkml:traceGroup>
        <inkml:traceGroup>
          <inkml:annotationXML>
            <emma:emma xmlns:emma="http://www.w3.org/2003/04/emma" version="1.0">
              <emma:interpretation id="{DA3E35C2-562D-442C-A3D4-815EB5DEF9A3}" emma:medium="tactile" emma:mode="ink">
                <msink:context xmlns:msink="http://schemas.microsoft.com/ink/2010/main" type="inkWord" rotatedBoundingBox="23469,2693 25252,2748 25213,4029 23429,3974"/>
              </emma:interpretation>
              <emma:one-of disjunction-type="recognition" id="oneOf0">
                <emma:interpretation id="interp0" emma:lang="" emma:confidence="1">
                  <emma:literal/>
                </emma:interpretation>
              </emma:one-of>
            </emma:emma>
          </inkml:annotationXML>
          <inkml:trace contextRef="#ctx0" brushRef="#br0" timeOffset="2941.4566">23386 1866 275 0,'0'0'397'16,"0"0"-36"-16,12-6-32 0,-12 6-5 0,0 0-14 15,0 0-9-15,16 19-16 0,-16-19-23 0,3 24-11 16,-1-7-15-16,-4 0-22 0,-1 1-9 0,-3 6-16 16,-2 4-9-16,-1-3-5 0,1 2-15 15,-13 9-10-15,1-2-16 16,1-2-12-16,1-4-8 0,1-4-6 0,6 4-12 15,-2-2-10-15,0-1-8 0,6-7-5 0,-5 5-6 16,11-6-5-16,1 2-8 0,0-5-1 0,5 2-5 0,6-1-2 16,3 0-4-16,3-4-4 0,7 0-4 15,3 0-2-15,6-4-2 0,-1 1-7 0,9 0 2 16,0-5-5-16,3-2-2 0,-3-2 2 0,-12-2-2 0,2-1-3 16,-5-2-2-16,16-3 4 0,-10 4-5 15,-2-4-2-15,-5-1 0 0,0 1 5 0,4-3 15 0,-2 0 13 16,-5-2 13-16,-2 1 10 0,1-4 19 0,-5 1 7 15,1-4-7-15,-7 2 2 0,2 4 11 0,1-9 2 16,-7 8 13-16,2-3 10 0,-5-1 7 0,2 4-3 16,0-3-7-16,-4 4 14 0,1 5 0 0,-2 9-7 15,0-18-4-15,0 18-12 0,0-15-41 0,0 15-70 16,0-11 0-16,0 11 0 0,0 0 0 0,0 0 0 16,0 0 0-16,0 0 0 0,0 0 0 0,-13 65 0 15,10-25 0-15,-2 4 0 0,-1 3 0 0,3 5 0 16,-2-1 0-16,2 20 0 0,0-16 0 0,3-4 0 0,0 2 0 15,0 19 0-15,-2-22 0 0,1 5 0 0,2-7 0 16,-5-3 0-16,4-4 0 0,0-4 0 0,-2 5 0 16,2-15 0-16,-2-4 0 0,2-6 0 0,-4 0 0 15,4-3 0-15,-2-5-147 0,2-9-200 0,0 12-63 16,0-12-61-16,0 0-71 0,0 0-504 0,0 0-1133 16,0 0 501-16</inkml:trace>
          <inkml:trace contextRef="#ctx0" brushRef="#br0" timeOffset="2407.6625">22275 2377 148 0,'-21'4'409'16,"21"-4"5"-16,0 0-1 0,0 0-7 0,-28-4-18 16,28 4-26-16,0 0-30 0,0 0-29 0,0 0-19 0,0 0-10 15,0 0 4-15,0 0-17 0,0 0-22 16,0 0-23-16,0 0-22 0,0 0-19 0,84 5-17 16,-58-6-15-16,1 1-16 0,2 0-13 0,-1-4-17 0,-3 3-26 15,2 2-49-15,2-1-50 0,-1 0-79 0,4-1-62 16,-7 1-90-16,-1-2-80 0,1-2-108 0,2-1-300 15,-7 2-808-15,7-4 357 0</inkml:trace>
        </inkml:traceGroup>
      </inkml:traceGroup>
    </inkml:traceGroup>
  </inkml:traceGroup>
</inkml:ink>
</file>

<file path=ppt/ink/ink10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7T08:21:38.487"/>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BF99A6DF-BAF3-4FC5-AEE6-382C49263FB5}" emma:medium="tactile" emma:mode="ink">
          <msink:context xmlns:msink="http://schemas.microsoft.com/ink/2010/main" type="writingRegion" rotatedBoundingBox="179,-350 25482,189 25323,7643 20,7103"/>
        </emma:interpretation>
      </emma:emma>
    </inkml:annotationXML>
    <inkml:traceGroup>
      <inkml:annotationXML>
        <emma:emma xmlns:emma="http://www.w3.org/2003/04/emma" version="1.0">
          <emma:interpretation id="{254618EA-F81E-4B06-B361-00E1959E1028}" emma:medium="tactile" emma:mode="ink">
            <msink:context xmlns:msink="http://schemas.microsoft.com/ink/2010/main" type="paragraph" rotatedBoundingBox="1205,451 25445,139 25482,3018 1242,3331" alignmentLevel="1"/>
          </emma:interpretation>
        </emma:emma>
      </inkml:annotationXML>
      <inkml:traceGroup>
        <inkml:annotationXML>
          <emma:emma xmlns:emma="http://www.w3.org/2003/04/emma" version="1.0">
            <emma:interpretation id="{813C501B-EA8F-4202-BBED-D0E3C38EB9DA}" emma:medium="tactile" emma:mode="ink">
              <msink:context xmlns:msink="http://schemas.microsoft.com/ink/2010/main" type="line" rotatedBoundingBox="1205,451 25445,139 25482,3018 1242,3331"/>
            </emma:interpretation>
          </emma:emma>
        </inkml:annotationXML>
        <inkml:traceGroup>
          <inkml:annotationXML>
            <emma:emma xmlns:emma="http://www.w3.org/2003/04/emma" version="1.0">
              <emma:interpretation id="{35AE36C7-B9FD-4486-A57A-F5DA832F68A1}" emma:medium="tactile" emma:mode="ink">
                <msink:context xmlns:msink="http://schemas.microsoft.com/ink/2010/main" type="inkWord" rotatedBoundingBox="1205,451 8901,352 8933,2843 1237,2942"/>
              </emma:interpretation>
              <emma:one-of disjunction-type="recognition" id="oneOf0">
                <emma:interpretation id="interp0" emma:lang="" emma:confidence="1">
                  <emma:literal/>
                </emma:interpretation>
              </emma:one-of>
            </emma:emma>
          </inkml:annotationXML>
          <inkml:trace contextRef="#ctx0" brushRef="#br0">139 254 3336 0,'0'-14'74'0,"-3"-4"-51"0,5 2 6 15,-4-1 31-15,-1 1 10 0,3 1 13 0,-2-2 29 16,-4 1 20-16,0 1 16 0,4 1 11 0,-4-3 13 15,4 3 20-15,-4 0 10 0,6 0 3 0,-6 3-3 16,6 11 7-16,-8-12-12 0,8 12-10 0,-7-15-13 0,7 15-13 16,0 0-4-16,0 0-24 0,0 0-12 15,0 0-6-15,0 0-14 0,0 0 8 0,-6 38 13 16,5-9 5-16,1 12 5 0,1-3-1 0,-1 9 6 16,0-2-6-16,0 3 0 0,2 6-9 0,2-5-11 15,-4 22-6-15,-4-16-26 0,2-5-79 0,-4-1 0 0,4 0 0 16,-2 5 0-16,-4-5 0 0,4-3 0 0,-3 3 0 15,7-3 0-15,-10-5 0 0,4-3 0 0,1-10 0 16,2-2 0-16,0-1 0 0,0-10 0 0,3 3 0 16,-4-4 0-16,3-2 0 0,-6 0 0 0,7-12 0 15,-3 11 0-15,3-11 0 0,0 0 0 0,3 16 0 16,-3-16 0-16,0 0 0 0,0 0 0 0,0 0 0 16,0 0 0-16,0 0 0 0,21 2 0 0,-21-2 0 15,0 0 0-15,44-11 0 0,-28 4 0 0,11 0 0 16,0 2 0-16,3-1 0 0,-3-4 0 0,7 5 0 15,0 1 0-15,8-1 0 0,1-1 0 0,-11 0 0 16,1 1 0-16,2 1 0 0,7-1 0 0,-7 2 0 16,-5-3 0-16,3 2 0 0,-4-2 0 0,-1 0 0 0,-12 5-24 15,1-5-304-15,-1 3-50 0,-16 3-42 0,16-11-42 16,-16 11-44-16,6-13-38 0,-6 13-378 0,-12-20-999 16,2 8 443-16</inkml:trace>
          <inkml:trace contextRef="#ctx0" brushRef="#br0" timeOffset="187.5594">239 750 244 0,'0'0'330'15,"-3"-13"-8"-15,3 13 6 0,0 0 11 0,8-23 7 16,0 11-13-16,4 2-10 0,4 3-25 0,11-5-32 0,-3-3-16 16,4 3-25-16,5 0-28 0,-3 5-13 15,10-5-18-15,2-1-23 0,-2 2-22 0,-1 0-28 16,-10 3-35-16,3-3-67 0,-6 0-49 0,-8 4-58 0,-2-1-64 15,1 1-85-15,-8-5-74 0,-2 2-262 0,-6 0-649 16,-1 10 288-16</inkml:trace>
          <inkml:trace contextRef="#ctx0" brushRef="#br0" timeOffset="421.941">158 61 267 0,'24'-10'320'0,"3"-4"2"15,3 2 2-15,13-7 12 0,2 2-11 0,-3 2 0 16,2-3-29-16,0 2-24 0,5 6-21 0,0-4-29 16,-2 4-22-16,4 0-22 0,-4-1-15 0,-2 2-22 15,-4 6-15-15,-8 0-53 0,-3-3-58 0,0 4-80 16,-3 2-76-16,-7 0-96 0,-20 0-104 0,35 2-221 15,-21 0-610-15,-14-2 270 0</inkml:trace>
          <inkml:trace contextRef="#ctx0" brushRef="#br0" timeOffset="1124.9911">907 433 251 0,'0'0'312'15,"0"0"-10"-15,0 0-14 0,5-14-19 0,-5 14-9 16,0 0-19-16,13-15-15 0,-13 15-8 0,16-8-18 15,-2 5-17-15,-14 3-8 0,25-5 7 0,-9 5-35 16,-16 0-8-16,30 0 4 0,-11 7-30 0,-5 0-12 0,2 0-1 16,1 1-8-16,-6 3-10 0,4 4-7 15,-1-2-7-15,3 4 11 0,-3 6-17 0,-4 5-2 16,1-2 0-16,-5 12 0 0,-2-8-4 0,-4 9-5 0,0-11-1 16,-2 3 0-16,-3 7 0 0,-7-1-8 0,2-7 0 15,-4 7-2-15,4-9-5 0,-4-2-3 0,-3 0-1 16,3-3-5-16,-2 1 3 0,-3-7-6 0,3 1-5 15,3-6 1-15,5-2-1 0,-1-2-4 0,9-8 1 16,-14 11 0-16,14-11 6 0,0 0-5 0,0 0 7 16,0 0 18-16,0 0 13 0,0 0 8 0,-7-35 13 15,14 21 7-15,2-8 7 0,1-4 0 0,4-2-1 16,5-2-4-16,0-10 0 0,1 5-3 0,2-1-5 16,-6 11-5-16,5-14 2 0,6 2-3 0,-4-5-2 15,4 7 0-15,0 0-3 0,-6 2-1 0,2 1-8 16,-2 10-5-16,-5-3-2 0,3 8 0 0,-3-3-3 15,-9 6-5-15,6 5-2 0,-7 1 3 0,1-1-1 16,-7 9-1-16,9-10-12 0,-9 10 1 0,0 0-3 16,0 0-3-16,0 0 0 0,0 0 0 0,0 0 2 15,-16 30-6-15,4-7 2 0,2 4-2 0,-6 8 5 0,-3 2 3 16,5 3 3-16,2 3 2 0,-1-3 7 16,3 1 2-16,4-1-6 0,3 4 6 0,-2-7-9 15,5 1 17-15,2 2-11 0,4-2 15 0,0-1-7 0,15-2 0 16,-11-5-8-16,15 3 2 0,-3-3-5 0,0-8-2 15,3-1-7-15,10 3 3 0,1-4-5 0,-6-6-2 16,10-2-10-16,-12-5-3 0,1-4 1 0,-1 1-17 16,-1-2-34-16,-1-5-32 0,0-5-27 0,-5 1-44 15,-2 2-51-15,-2-14-50 0,4 2-62 0,-10-5-62 16,-5 4-70-16,-1-9-82 0,-7-1-421 0,1-2-1020 16,-1 1 452-16</inkml:trace>
          <inkml:trace contextRef="#ctx0" brushRef="#br0" timeOffset="2937.3615">2137 643 166 0,'6'-12'367'0,"-6"12"-1"0,7-19-4 16,-3 5-4-16,-4-2-1 0,2 6-14 0,-2 10-16 15,-6-23-9-15,6 14-1 0,-3-7-17 0,-4 8-19 16,7 8-23-16,-14-14-23 0,3 7-18 0,-3 1-19 16,14 6-20-16,-32-2-13 0,32 2-13 0,-33 8-14 15,12-5-13-15,1 4-9 0,4 3-3 0,-6 3-12 16,1 2-2-16,2-2-12 0,5 4-5 0,-6 4-10 16,7-7-9-16,2 9-5 0,-3 0-4 0,3-2-7 15,1 5-4-15,2 0-5 0,3-2-4 0,4 4-1 16,-4-4-7-16,5 0 8 0,0 2-15 0,5-6 2 15,1 1-7-15,-1 2 0 0,4-5-3 0,1-3 7 16,-2 3-14-16,4-6 1 0,1 0-7 0,-2-3 26 16,2-1-3-16,-1 0 0 0,-12-8-2 0,30 1-6 15,-30-1 4-15,34-9-5 0,-19 1-2 0,3-3 3 16,1-6-2-16,-2 5-3 0,1-11-2 0,1-2 4 16,1 3-2-16,-4-4-2 0,4 3 5 0,-5-2-3 0,-1-1 12 15,0 4 7-15,-6-3 9 0,5 1 4 0,-2 3-1 16,-7 2 3-16,1 6 7 0,2-2 12 15,-6 6 9-15,-1 9 0 0,6-16 3 0,-6 16-4 0,2-15-5 16,-2 15-7-16,0 0-8 0,0 0-10 0,0 0-3 16,0 0 1-16,0 0-7 0,0 0 3 0,0 0-7 15,0 0-6-15,-40 36-2 0,36-26 9 0,-3 5-13 16,1 3 1-16,0 0-1 0,4-2-1 0,-3 5-4 16,9-2 0-16,-8 0 0 0,8 6 1 0,-3-10-1 15,4 7-7-15,3-8-1 0,1 1-7 0,-1-1-2 16,5-1-3-16,0-3 2 0,-1-2-5 0,4 0-2 15,0-5-7-15,-16-3-11 0,39-1 2 0,-39 1 5 16,35-10 2-16,-14 2 1 0,2-6-2 0,-1-1 4 16,-1-3 6-16,0 2 1 0,-6-2 3 0,3-3 2 0,-2 1 2 15,-2 0 0-15,-2-3 5 0,1 1 2 16,-3-1 7-16,-4 9 6 0,0-1 7 0,-3 0 12 16,4-2 0-16,1 3 17 0,-2 0 5 0,-1 3-2 0,-5 11-16 15,3-13 11-15,-3 13-7 0,0 0-6 0,6-9 0 16,-6 9-16-16,0 0-17 0,0 0 0 0,0 0 0 15,0 0 0-15,22 28 0 0,-15-12 0 0,-1-2 0 16,0 7 0-16,0-5 0 0,2 8 0 0,0-9 0 16,0 10 0-16,5-6 0 0,-7 2 0 0,2-5 0 15,0 0 0-15,5 4 0 0,-5-1 0 0,-1-6 0 16,0 3 0-16,-1-6 0 0,0-1 0 0,-6-9 0 16,13 11 0-16,-13-11 0 0,10 8 0 0,-10-8 0 15,0 0 0-15,0 0 0 0,0 0 0 0,45-21 0 16,-35 8 0-16,-1 3 0 0,6-7 0 0,-4 0 0 15,4-5 0-15,0 0 0 0,-1-1 0 0,0 2 0 16,-1-3 0-16,1-1 0 0,0 6 0 0,0-5 0 0,-7 8 0 16,1 0 0-16,0-1 0 0,1 5 0 15,-4-4 0-15,-1 7 0 0,-4 9 0 0,10-12 0 16,-10 12 0-16,6-7 0 0,-6 7 0 0,0 0 0 0,0 0 0 16,0 0 0-16,0 0 0 0,13 22 0 0,-8-4 0 15,-4-2 0-15,1 8 0 0,-1 0 0 0,3 1 0 16,-1 3 0-16,3-2 0 0,0-2 0 15,1 1 0-15,1-1 0 0,3-3 0 0,-2 1 0 0,4-7 0 16,1 0 0-16,-1-2 0 0,1-3 0 0,0-2 0 16,2 1 0-16,0-4 0 0,-2-3 0 0,-14-2 0 15,35-6 0-15,-18 2 0 0,0-3 0 0,-1 0 0 16,3-10 0-16,0 7 0 0,-3-11 0 0,-2 6 0 16,2-4 0-16,-3-2 0 0,1 1 0 0,-3-2 0 15,-3 4 0-15,-2-1 0 0,2 4 0 0,-5-3 0 16,4 1 0-16,-6 0 0 0,2 1 0 0,-1 6 0 15,-2 10 0-15,0-18 0 0,0 18 0 0,0 0 0 16,1-8 0-16,-1 8 0 0,0 0 0 0,0 0 0 0,0 0 0 16,0 0 0-16,-20 30 0 0,17-14 0 15,1 0 0-15,-3 0 0 0,1 0 0 0,2 3 0 16,2 2 0-16,2-3 0 0,2-3 0 0,3 4 0 0,-1-5 0 16,4 2 0-16,-4-6 0 0,7 2 0 0,-4-2 0 15,4-5 0-15,1-2 0 0,-14-3-22 0,30-1-35 16,-30 1 2-16,35-10 0 0,-16 2-4 0,3-7 0 15,-2-3-4-15,-5 4 9 0,7-10 5 0,-8 4 8 16,-1-3-4-16,2 2 12 0,4-13-6 0,-9 7 16 16,2 1 2-16,1 0 1 0,-5 0 2 0,0 0 7 15,-3 8-2-15,1-1 1 0,-4 1 15 0,-1 3 13 16,-1 4 7-16,0 11 5 0,3-17-5 0,-3 17-2 16,3-12-6-16,-3 12-8 0,0 0 8 0,0 0 2 15,0 0 6-15,0 0 16 0,5 67 0 0,-5-26 7 16,3 3 16-16,4 4-5 0,-1 5 10 0,2 16 10 15,0 4-3-15,0-2 3 0,-2 3-57 0,7-3-20 0,-5 1 0 16,-5-1 0-16,1-17 0 0,3 18 0 0,-2-20 0 16,-4 22 0-16,-1-23 0 0,6 2 0 15,-1 5 0-15,-3-6 0 0,-1 0 0 0,-1-7 0 0,-1 3 0 16,1-7 0-16,-2-1 0 0,-1-12 0 0,1-2 0 16,-2-6 0-16,7-5 0 0,-2-1 0 0,-1 2 0 15,0-16 0-15,0 15 0 0,0-15 0 0,0 11 0 16,0-11 0-16,0 0 0 0,0 0-82 0,0 0-366 15,0 0-66-15,0-60-87 0,-6 13-490 0,0 2-1183 16,-2-11 524-16</inkml:trace>
          <inkml:trace contextRef="#ctx0" brushRef="#br0" timeOffset="3174.2895">3787 540 32 0,'30'-24'409'16,"3"-1"-29"-16,-8 7-25 0,6 8-17 0,-5 0-28 0,4 1-14 16,-1 5-25-16,-1 4-24 0,1 3-24 0,-2 5-19 15,-1 0-25-15,-2 6-19 0,-3 8-11 0,-1-1-14 16,-4 6-19-16,-3 10-7 0,-5-7-13 0,-2 6-11 16,-8-7-6-16,-2 2-6 0,-4 0-7 0,-2 4-10 0,-7 2-4 15,-4-4-12-15,1-10-29 0,1 3-50 16,-5-5-52-16,-6 3-61 0,2-4-85 0,-1-7-85 15,-12 1-283-15,13-5-656 0,-6-7 290 0</inkml:trace>
          <inkml:trace contextRef="#ctx0" brushRef="#br0" timeOffset="4142.9416">4168 969 209 0,'0'18'380'0,"0"-18"5"0,6 15 19 0,-6-15 8 15,11 15-12-15,-1-14-22 0,-10-1-22 0,20 1-23 16,-20-1-15-16,30 0-13 0,-30 0-8 0,35-11-12 16,-14 8-11-16,-2-8-15 0,4-7-23 0,-1-1-17 0,2-5-25 15,1-9-16-15,2-6-15 0,-5-5-19 16,2-4-14-16,0-26-15 0,-2 4-8 0,-5-5-13 15,-1-2-16-15,-2-3 21 0,-6 0-10 0,0-4-16 0,-2 4-6 16,-1 0-6-16,-5 3-10 0,-9 21-6 0,4-18-4 16,-1 25-1-16,-5-1-2 0,3 6-4 0,0 2-2 15,-2 0 3-15,1 16 3 0,1 0-5 16,-5 10 2-16,5 0-2 0,0 2-5 0,1 7 12 0,7 7-5 16,-16-5-15-16,16 5 1 0,0 0 5 0,-35 26 0 15,22-2 0-15,1 3 5 0,4 13-4 0,-5 5 12 16,5 5 16-16,0 2-6 0,0-1 8 0,2 20-4 15,1-15 3-15,4 17 0 0,2-3-7 0,4 1-49 16,3-18 0-16,3 1 0 0,5 21 0 0,0 1 0 16,4-1 0-16,1-9 0 0,4 2 0 0,-6-17 0 15,2-3 0-15,2 0 0 0,-5-4 0 0,2-3 0 16,2-7 0-16,-7-5 0 0,-1-4 0 0,-2-3 0 16,1-7 0-16,-3-3 0 0,2-3 0 0,-2-3 0 0,2-4 0 15,-12-2 0-15,26 0 0 0,-26 0 0 16,31-15 0-16,-10 1 0 0,-1-1 0 0,1-6 0 15,-2-2 0-15,0-11 0 0,-5 8 0 0,5-11 0 16,-5-3 0-16,0 1 0 0,-6 8 0 0,0 3 0 0,3-9 0 16,-4 9 0-16,-1 0 0 0,0 1 0 0,-3 0 0 15,-3 3 0-15,0 5 0 0,0 1 0 16,0 2 0-16,0 2 0 0,0 14 0 0,-3-20 0 0,0 13 0 16,3 7 0-16,0 0 0 0,-17-7 0 0,17 7 0 15,0 0 0-15,-32 19 0 0,21-5 0 0,-2 6 0 16,-1 4 0-16,6 3 0 0,-3 2 0 0,5-2 0 15,0 13 0-15,6-4 0 0,4-5 0 0,3-2 0 16,7 6 0-16,-1 0 0 0,-2-10 0 0,8-1 0 16,1 1 0-16,2-6 0 0,-1-4 0 0,2 3 0 15,4-7 0-15,-5-3 0 0,-1-2 0 0,0-5 0 16,-1-2 0-16,9-6 0 0,-9 0 0 0,5-4 0 16,4-4 0-16,-7-1 0 0,-1-5 0 0,2-9 0 0,-2-3 0 15,4-4 0-15,-9-3 0 0,0 0 0 16,-4-1 0-16,-5 0 0 0,1 0 0 0,-7 5 0 15,4 6 0-15,-5 0 0 0,-5 3 0 0,5 4 0 0,-1 5-28 16,-6 1-21-16,7 2-14 0,-6 7-3 0,6 8 7 16,-10-15 4-16,10 15 4 0,-12-4 3 0,12 4 8 15,0 0 0-15,-29 16 6 0,20-8-6 16,-1 3 12-16,6 5 1 0,-3 0 6 0,1 4 2 0,6 3 6 16,2 5-1-16,5-2 3 0,-2 4-1 0,5-5 3 15,-4 2-2-15,8-2 4 0,-1-1 3 0,-1 1 2 16,-2 1-3-16,4-4 1 0,-1 3 0 0,1-2 4 15,0 3 8-15,-1-8-13 0,-7 0 5 0,2 7-1 16,-6-6 0-16,6-3 1 0,-8 0-2 0,4 1-2 16,-7 2 5-16,2-1-3 0,-3-3 3 0,0 3 1 15,-9-4-1-15,7 2-1 0,-8-6-3 0,-2 2 3 16,0 1 0-16,-1-1-17 0,-9-1-54 0,-2-1-41 16,-4-1-71-16,1-6-65 0,-10-2-80 0,-7 2-68 15,4-7-87-15,-4-2-448 0,1-5-1008 0,3-5 445 16</inkml:trace>
          <inkml:trace contextRef="#ctx0" brushRef="#br0" timeOffset="5297.7732">6327 542 371 0,'4'-14'477'0,"-4"14"9"16,0-13-9-16,0 13-28 0,0 0-39 0,0 0-31 15,-4-16-32-15,4 16-23 0,0 0-7 0,0 0 0 16,0 0-26-16,0 0-18 0,-46 23-18 0,32-13-21 16,-1 6-16-16,-2-3-29 0,-3 2-9 0,8-2-16 15,-5 10-19-15,1-1-12 0,7-5-15 0,-10 5-10 16,9 4-13-16,-1-4-10 0,5-4-15 0,3 1-1 15,-2 0-8-15,5 2-2 0,2-2-11 0,1-1 2 16,3-3-12-16,-1 0-2 0,7 0-1 0,0-1-6 16,-1-2-6-16,8-5-6 0,-4 0 4 0,4-3 8 0,2 0-14 15,-21-4-4-15,44-5-3 0,-19-2-5 16,1-2-3-16,-1-4-4 0,-3-2 0 0,-1-6 1 0,-1-2-1 16,-4-1-10-16,6-8-5 0,-3-4 2 0,-9 6-5 15,-1-10 2-15,-1 1 3 0,-5 3 3 0,0 6 1 16,-6 2 1-16,-3 3 5 0,1-3 2 0,-9 7 3 15,3 6-9-15,-5-4 2 0,-3 0-5 0,-3 5 8 16,-2 3-1-16,4 7-4 0,-6-1 5 0,-2 3 1 16,7 4-8-16,-7 5 10 0,1-5-5 0,3 6-1 15,5 2-5-15,4 1-8 0,-4 0-10 0,8 0-3 16,-1 1-5-16,9-4-5 0,3-8-2 0,-4 17 6 16,4-17 3-16,14 15 6 0,5-7-3 0,1-4 6 0,10-1 0 15,0-4 5-15,16 1 2 0,-2-9 6 16,-2 2-1-16,2 2 0 0,2-3 2 0,-7-3-1 15,2-2 5-15,-12 4 0 0,4-1 3 0,0-2-1 0,-4 5 3 16,-1 2 3-16,-3-1 8 0,-4 2 10 0,6 0 8 16,-5 2 7-16,3 0 12 0,-25 2-1 15,41 5 1-15,-22 1 0 0,2-2 7 0,6 10-4 0,-2 3 4 16,-3 2 6-16,-5 1 0 0,12 7-8 0,-10-6 1 16,-5 5-6-16,5 11-6 0,-3-4-7 15,-8-5 3-15,-2 2-8 0,2 1 4 0,-3-3-2 0,-4-1-6 16,1 0-1-16,-2-2-2 0,-2 1-5 0,1-3 2 15,-4-5 3-15,-3 1-7 0,2-4 0 0,2-2-2 16,-2-3-2-16,0 0 4 0,6-10 0 0,-13 14 0 16,13-14-1-16,-14 4 0 0,14-4-14 0,0 0 11 15,0 0-3-15,-21-35-1 0,18 11 0 0,0-3-2 16,3-5-2-16,6-8-1 0,1-5 2 0,-1 0-1 16,4 0 6-16,-1 5 0 0,2 3-7 0,6-6 1 15,1 4 2-15,1 3-1 0,3 3 4 0,6 3-1 16,-5 8-3-16,8-6 9 0,-7 8-9 0,1 5 36 0,4 1 1 15,-4 2-9-15,2 5 3 0,0 1-19 16,1 6 0-16,-7 2 1 0,5 5-2 0,-2 9 11 16,3 2-10-16,3 8-4 0,-9-2 3 0,-7 3-8 15,6 11 1-15,-1 0 9 0,-3 4-25 0,-6-1 19 0,1 2-2 16,-2-4 1-16,-4-8 0 0,3 5-2 16,-7-7-2-16,6 0-11 0,-1-4-17 0,-6-1-12 15,0-5-19-15,0-3-21 0,2-4-32 0,-2-1-35 0,0-11-35 16,3 19-64-16,-3-19-71 0,-5 9-71 0,5-9-75 15,0 0-107-15,0 0-297 0,0 0-936 0,0 0 415 16</inkml:trace>
        </inkml:traceGroup>
        <inkml:traceGroup>
          <inkml:annotationXML>
            <emma:emma xmlns:emma="http://www.w3.org/2003/04/emma" version="1.0">
              <emma:interpretation id="{FA3F1ECB-9727-4CEE-8684-CDD22529B3A0}" emma:medium="tactile" emma:mode="ink">
                <msink:context xmlns:msink="http://schemas.microsoft.com/ink/2010/main" type="inkWord" rotatedBoundingBox="9874,386 12995,345 13013,1717 9892,1757"/>
              </emma:interpretation>
              <emma:one-of disjunction-type="recognition" id="oneOf1">
                <emma:interpretation id="interp1" emma:lang="" emma:confidence="1">
                  <emma:literal/>
                </emma:interpretation>
              </emma:one-of>
            </emma:emma>
          </inkml:annotationXML>
          <inkml:trace contextRef="#ctx0" brushRef="#br0" timeOffset="6320.1153">8663 154 51 0,'9'-25'385'0,"-1"6"12"16,0 4 9-16,-2-3 3 0,1 2-5 0,0 1-13 15,-2 6-13-15,-2-2-21 0,-3 11-29 0,7-12-33 16,-7 12-27-16,0 0-23 0,0 0-8 0,0 0 7 15,0 0-8-15,0 0-15 0,8 51-12 0,-8-24-5 16,3 12-9-16,0-4-7 0,-3 10-11 0,0-2-19 16,0-2-12-16,0 4-10 0,-2-5-11 0,1 5-12 15,2 2-9-15,-7-2-10 0,6 0 6 0,-3-2-28 16,0-5-5-16,-1-7-9 0,1-3-7 0,2-2-3 16,-4-1 0-16,3-7-11 0,-4 2 2 0,5-7-13 15,-4-1 5-15,3-1-3 0,2-11-2 0,-1 15 1 16,1-15-5-16,0 0-3 0,0 0 5 0,0 0-9 0,0 0-3 15,-19-37-2-15,17 11 4 0,-4-16-7 16,4-8 0-16,2-2 2 0,3-1 3 0,2 0-4 16,3-17-8-16,-2 15 6 0,4 4-1 0,2 0-4 15,6 3 5-15,-1 2-8 0,2-3 5 0,2 5 4 0,1 1-2 16,0 3 3-16,0 1-10 0,3 2 1 16,-1 4 1-16,-3 10-3 0,9-7 7 0,-5 12-5 15,-1 3 0-15,1 3 2 0,-1 4-7 0,-4 2 4 0,-1 2 2 16,-1 3-5-16,-18 1 3 0,41 5 1 0,-24 2-4 15,0 5 1-15,1 2 4 0,-1 4 0 0,-1 3-6 16,-5-2 0-16,-8 4 3 0,2 2-8 0,-7 6-8 16,-4-5-9-16,-2 4-4 0,2-1-6 0,-13 7-8 15,-3 0-8-15,1-10-3 0,-7 6-4 0,-2-3-7 16,-4 1-5-16,12-8-11 0,-12 1-13 0,7-3 2 16,-8 0 4-16,10-3 2 0,-5-2-1 0,1-3 6 15,4 0 4-15,0 2 3 0,7-5 2 0,-7 4 13 16,9-6 6-16,2 0 6 0,3-2 4 0,1 2 3 15,10-7 5-15,-17 8 6 0,17-8 2 0,-2 11 8 16,2-11 0-16,0 0 6 0,19 19-3 0,-3-9 5 16,5 8 11-16,2-2 7 0,4-6 12 0,0 6 4 15,14 2 1-15,-4 3 3 0,-7-8 3 0,11 7 2 16,-2 1-1-16,-2-2 1 0,-1-2 0 0,5 6-2 0,-5-4-2 16,4-3-1-16,-2 0-3 0,-7-6-6 15,7 2-2-15,-4-6 2 0,-6 2-4 0,2 3-2 16,-3-6-1-16,-5 1-3 0,-1-3-22 0,-2-2-40 15,-19-1-48-15,0 0-59 0,53-7-71 0,-34 0-62 0,-5-5-67 16,5-3-67-16,-11-3-376 0,2 3-875 0,4-22 387 16</inkml:trace>
          <inkml:trace contextRef="#ctx0" brushRef="#br0" timeOffset="6726.3632">9770 77 207 0,'4'-12'359'0,"-1"-2"15"15,3 0 15-15,0-1-5 0,1 7-12 0,-4-3-17 16,-3 11-27-16,9-10-22 0,-9 10-21 0,11-7-18 16,-11 7-20-16,0 0-15 0,0 0 1 0,0 0-6 15,26 28-16-15,-25-10-13 0,1 1 0 0,3 7-11 16,-5 2-5-16,0 2-7 0,-2-1-9 0,-3 3-10 16,5 8-20-16,-6 0-11 0,6 2-13 0,-6-7-6 15,3 8-15-15,-5-3-9 0,3 0-3 0,3-10-9 16,-2 11-10-16,0-13-5 0,1-1-5 0,2 3-5 15,1-4-3-15,-5 1-1 0,8-10-8 0,-3 2-4 16,0-1-1-16,2-3-14 0,-1 1 12 0,-1-3 2 16,0-13-10-16,7 15-1 0,-3-8-2 0,-4-7-1 15,8 16 0-15,-8-16-5 0,10 9-2 0,-10-9 5 16,20 5-4-16,-20-5-3 0,21 4 5 0,-21-4-13 16,22 3 9-16,-5-2-1 0,-17-1-5 0,32-1-5 15,-32 1-6-15,35-3-1 0,-20 6-5 0,-15-3-17 0,40-5-6 16,-24 5-4-16,4-2-10 0,-20 2-13 0,35 0-17 15,-16-5-25-15,2 3-23 0,-4 1-24 16,-17 1-14-16,36-7-39 0,-17 0-32 0,0 4-18 16,-1-4-23-16,-1 1-22 0,-17 6-21 0,22-14-32 0,-12 1-42 15,1 0-287-15,-8-5-744 0,10-3 330 0</inkml:trace>
          <inkml:trace contextRef="#ctx0" brushRef="#br0" timeOffset="7121.1025">9952-100 230 0,'0'0'304'0,"0"0"0"0,0 0-4 16,25-22-17-16,-9 14-7 0,5 2 0 15,3-4-10-15,21-1 2 0,-2-1-21 0,-2 3-22 16,2-2-23-16,-1-1-20 0,0 3-21 0,-3-1-16 16,2 3-21-16,-11 0-12 0,2 5-36 0,-2-4-59 0,-2 0-70 15,-7 5-76-15,-1 1-87 0,-20 0-109 0,34 1-222 16,-34-1-590-16,20 7 261 0</inkml:trace>
          <inkml:trace contextRef="#ctx0" brushRef="#br0" timeOffset="6941.6493">10001 369 63 0,'0'0'290'0,"0"0"7"0,0 0 13 15,0 0-1-15,0 0-2 0,0 0-30 0,0 0-22 16,0 0-21-16,0 0-19 0,62-6-27 0,-42 6-16 16,6-5-10-16,-3 4-26 0,3-3-12 0,2 2-6 15,-1-2-19-15,1 1-3 0,1-2-12 0,-2-2-13 0,-8 2-7 16,-2 2-14-16,10-3-17 0,-13-3-33 0,-3 2-24 15,0-1-23-15,2-1-34 0,-7 0-39 0,-6 9-50 16,2-21-45-16,-2 7-39 0,-2-2-254 16,-10-3-549-16,-3-3 243 0</inkml:trace>
          <inkml:trace contextRef="#ctx0" brushRef="#br0" timeOffset="7595.1021">10810-153 3185 0,'0'0'246'0,"0"0"-155"16,0 0-18-16,0 0 12 0,0 0 25 0,0 0 33 15,4 0 12-15,7 8-3 0,1 7 10 0,-4 3 11 16,6 3 8-16,-6 4 10 0,5 3 3 0,-5 10 3 15,4 2 3-15,-4 4-6 0,-3-3 3 0,-2 0-7 16,0 4-19-16,-1 1 4 0,-2-2-20 0,0 5 12 16,0 4-21-16,-5-4 2 0,5-2-17 0,0 2-4 15,0-3-10-15,-1-5-8 0,-6 2-11 0,7-12-9 16,-1-3-10-16,1-1-1 0,-5-8-11 0,5 1-7 0,0-6-14 16,-2-3 0-16,2-11 2 0,0 21-33 15,0-21-15-15,0 11 0 0,0-11 0 0,0 0 0 16,0 0 0-16,0 0 0 0,0 0 0 0,-1-50 0 15,-5 23 0-15,4-19 0 0,-1-8 0 0,3-21 0 16,0-1 0-16,0 0 0 0,0-8 0 0,-2 6 0 16,2 1 0-16,-5 5 0 0,5 19 0 0,5-2 0 0,-3 4 0 15,4-2 0-15,2 3 0 0,3 5 0 0,5 5 0 16,-2 0 0-16,8 1 0 0,4 1 0 0,5 8 0 16,4 2 0-16,6 0 0 0,3 0 0 15,4 3 0-15,1 5 0 0,-2 9 0 0,-3-4 0 0,2 5 0 16,-14 7 0-16,10 1 0 0,-10 6 0 0,-2 1 0 15,-1 9 0-15,-3 0 0 0,-3 5 0 0,-9 7 0 16,-5 0-180-16,7 11-102 0,-5 0-60 16,-11 5-53-16,-6-2-44 15,-5 6-54-15,-4-4-72 0,-8-2-352 0,-1-3-991 16,-3 1 439-16</inkml:trace>
          <inkml:trace contextRef="#ctx0" brushRef="#br0" timeOffset="7785.5067">10874 393 82 0,'0'0'396'0,"12"17"-12"0,4-10 7 0,11-4 12 15,8-2 7-15,12 6 8 0,7-7 9 0,23 0-3 16,5-9-5-16,1 2-18 0,-3-1-40 16,2 0-37-16,-31 5-35 0,-2-2-27 0,-5-3-37 0,0 4-62 15,-18 0-90-15,1-3-93 0,-7 2-117 0,-1 2-102 16,-19 3-97-16,24-6-122 0,-16 2-319 0,-8 4-842 15,0 0 372-15</inkml:trace>
        </inkml:traceGroup>
        <inkml:traceGroup>
          <inkml:annotationXML>
            <emma:emma xmlns:emma="http://www.w3.org/2003/04/emma" version="1.0">
              <emma:interpretation id="{12FE1B38-6AB0-447E-95AE-ED9D3E1EF193}" emma:medium="tactile" emma:mode="ink">
                <msink:context xmlns:msink="http://schemas.microsoft.com/ink/2010/main" type="inkWord" rotatedBoundingBox="13762,640 17115,596 17133,2020 13781,2063"/>
              </emma:interpretation>
              <emma:one-of disjunction-type="recognition" id="oneOf2">
                <emma:interpretation id="interp2" emma:lang="" emma:confidence="1">
                  <emma:literal/>
                </emma:interpretation>
              </emma:one-of>
            </emma:emma>
          </inkml:annotationXML>
          <inkml:trace contextRef="#ctx0" brushRef="#br0" timeOffset="14474.3806">13051-209 263 0,'-26'-9'412'0,"-1"0"-18"15,-3 6-12-15,-5-1-10 0,5 8-7 0,-3 3-2 16,-8 8-22-16,3 8-12 0,4 5-18 0,0 5-25 16,5 7-19-16,6 10-11 0,-3-2-21 0,-1 23-20 15,5-2-22-15,5-1-16 0,6 5-20 0,3 1-12 16,6-4-14-16,-4 1-14 0,1-15-12 0,10 17-10 0,-3-18-12 15,4 16-7-15,-1-15-6 0,4 12-9 0,4-17-6 16,1-5-8-16,2-5-5 0,4 1-41 16,1-7-36-16,3-4-39 0,-1-11-56 0,3-5-64 15,-1-2-71-15,3-8-77 0,-1-2-66 0,3-4-409 0,-1-3-884 16,13-14 392-16</inkml:trace>
          <inkml:trace contextRef="#ctx0" brushRef="#br0" timeOffset="16067.9832">13573-75 298 0,'-2'-18'378'16,"-2"3"-1"-16,7 1-17 0,-8 2-30 0,5 12-31 0,0 0-22 16,5-12-6-16,-5 12-7 0,0 0-1 0,11 32-12 15,-2-9 2-15,-4 8-7 0,0 10-15 0,-4 4-7 16,3-1-4-16,-8 3-14 0,8 1-10 0,-8 2-12 15,4 1-13-15,0-4-13 0,0 2-15 0,-3 1-10 16,-2-3-10-16,2-1-11 0,-8-2-11 0,8-4-7 16,-2-9-7-16,-7-3-9 0,5 2-6 0,-1-7-9 15,2 1-7-15,3-6-2 0,-2-4-8 0,-1-6-3 16,3 4 2-16,-2-3-1 0,5-9 8 0,-13 12 7 16,13-12-5-16,0 0-4 0,-22-1-3 0,22 1-5 15,-16-14 2-15,9-4-8 0,-1 3 2 0,-3-11-3 16,4-4-7-16,-2-12 2 0,4-2-4 0,5-2 1 15,2-1-1-15,2 1-8 0,4-4-9 0,-6 3 7 16,11 0-2-16,1 2 1 0,0-1-2 0,0 3-5 0,5-1 13 16,2 4-11-16,-1 2-5 0,2-3-1 15,2 6 2-15,3 2-4 0,1 2 5 0,-7 9-5 16,1 0 1-16,3 3-3 0,2 5 3 0,-5-1-3 0,2 7-1 16,3 1 4-16,-7 7-3 0,7 0-2 0,-3 11-3 15,1 0 2-15,-1 4 3 0,-3 6-2 0,1 2 0 16,-8 1 1-16,5 11 5 0,-10 2-8 0,-2-8 3 15,1 12-1-15,-4-5 1 0,-5-5 4 0,-4-2-5 16,0-2-4-16,-4-1 8 0,-4 3-3 0,-1-7 2 16,-13 10 0-16,10-9-6 0,-2-6 9 0,-5 0-8 15,-1 1 8-15,3-6-6 0,-5 2-2 0,1-4 2 16,-2-2 2-16,1 0-3 0,0-4 0 0,0 1 0 16,7-3 0-16,-9 2 1 0,7-4 0 0,-1 1-2 15,23-1 4-15,-35 0 4 0,35 0-1 0,-27-1-4 16,27 1 3-16,-21-3-6 0,21 3 3 0,0 0 0 15,0 0-1-15,-25-1-1 0,25 1 3 0,0 0-5 16,0 0 1-16,0 0 7 0,0 0-9 0,33 24 1 16,-17-17 3-16,3 2 9 0,3 8-9 0,10-3 12 15,6 5-9-15,-2 0-6 0,4-5 2 0,2 0-2 16,-1-1-5-16,2 0-5 0,-2-3-8 0,3-2-8 16,-10-3-3-16,5 2-6 0,-6-4-2 0,0 1-3 0,-3-4-1 15,0 0-3-15,2-4 0 0,-2 0 1 0,-1-2 4 16,-1-6 4-16,-7 5 2 0,4-5 5 0,-9 0 5 15,6-4 0-15,0-1 5 0,-9 3 3 16,1-6 4-16,-2 3 1 0,-4-1 0 0,0 1 6 0,0 0-2 16,-5 1 5-16,0 0 0 0,-1 1 6 0,-2 4 0 15,0 11 4-15,3-23 6 0,-6 13-1 0,3 10 1 16,-5-14-1-16,5 14-2 0,-9-9-1 0,9 9 4 16,0 0-8-16,0 0 3 0,0 0-1 0,-30 18-2 15,22-6 0-15,2 2 0 0,-1-2-1 0,1 6 1 16,3 8 0-16,-4-2 1 0,3-1 1 0,1 3-4 15,4-2 2-15,1 1 0 0,2-7 2 0,3-1-2 16,-6 2-2-16,7-2-2 0,-1 1 5 0,4-4-1 16,-2 2 2-16,4-4-2 0,-4-2 0 0,2 4 7 15,4-5-5-15,-1-3 5 0,3-2-3 0,0 0-1 16,4-4 2-16,-21 0-4 0,38-4 2 0,-19 1-1 16,1-4 1-16,4-4-3 0,-8-1 1 0,3 2 3 15,0-7-3-15,-2 1 0 0,-6-1 2 0,4-1-3 0,-4-1 0 16,-2 1-2-16,1-7 5 0,-9 1-3 15,2 7 0-15,-3-2-1 0,-3-3-3 0,-5 5 3 16,2 1 0-16,-2 1-1 0,-1-1 1 0,-2 2-4 0,-4 2-1 16,1 1 2-16,-2 1 0 0,-1 3-4 0,1 2 5 15,-4 2 2-15,20 3-2 0,-37-1-1 0,37 1-1 16,-35 5-2-16,20 1 2 0,0 0 3 16,3 3-5-16,-1-2 4 0,13-7-5 0,-16 12 3 0,10-7-5 15,6-5-1-15,-3 14-2 0,3-14 0 0,0 0 2 16,5 18-2-16,-5-18-3 0,19 4-3 0,-19-4-8 15,28-2-8-15,-7 4-8 0,-21-2-13 0,50-11 0 16,-21 7-3-16,-3-3 3 0,4 0 2 0,-1-3 3 16,2 1 5-16,-7 1 2 0,8-5 6 0,-2 3 5 15,-2 1 5-15,-1-3 1 0,0 4 2 0,-10 2 4 0,4-2 0 16,-5 4 2-16,-2-1 4 0,5 3 2 16,-19 2 5-16,20-5-3 0,-20 5-4 0,0 0 10 15,29 1 4-15,-29-1 11 0,14 11 4 0,-6-3 5 16,3 3 4-16,-5 5 6 0,-1 0 3 0,2-1 2 15,-1 6 1-15,2-1-5 0,0 6-2 0,1-2-2 16,-4 2-6-16,6 0-1 0,-2-1-2 0,2 1-1 16,-7-1 0-16,2-8 1 0,0 2-8 0,1-3 2 0,-1-1-2 15,0 1-1-15,1-2 0 0,-4-3 1 0,3-4 0 16,2 1-4-16,-8-8 0 0,19 10 1 16,-6-7-2-16,-13-3-2 0,0 0 1 0,37-11 2 0,-22 4 1 15,1-3-4-15,1-2-2 0,-3 0-1 0,2-6 2 16,-2 4-2-16,0-5 1 0,1-4 0 0,-3 2 1 15,4 2-3-15,-5 1 6 0,-1 3-2 0,1-3-2 16,-3 3 0-16,1 0 0 0,-3 1 5 0,2 4-5 16,-1 0-1-16,-7 10 2 0,11-14-3 0,-11 14 0 15,9-4 2-15,-9 4 1 0,0 0 0 0,0 0 0 16,0 0 4-16,29 12 0 0,-23 6-4 0,2-4 2 16,0 3 3-16,-2 0-2 0,0 1-2 0,4 8 1 15,-1-1-4-15,1-2 5 0,-2-1-4 0,0-7 0 16,4 2 2-16,-1-2-3 0,0-4 2 0,4-4 2 15,-3 2 2-15,2-4-1 0,-14-5 3 0,34 0 1 16,-34 0 0-16,27-11 1 0,-13 3-3 0,5-10 6 16,-3 7-3-16,1-12 0 0,2-3 1 0,-5-8 0 15,0-2-4-15,-6 7-2 0,5-9 0 0,-7-2-3 0,-4-2 6 16,-4 0-6-16,-4 2 0 0,1 0 1 0,-4 3-1 16,-9-2-2-16,9 12-1 0,-4 4-2 15,-1-2 3-15,-3 4-2 0,-4 4 0 0,-4 3-2 0,7 3-1 16,-9 3-18-16,1 1-33 0,-1 3-46 0,0 4-68 15,9 0-95-15,-8 1-96 0,5 2-120 0,0-2-416 16,1 5-968-16,20-6 428 0</inkml:trace>
        </inkml:traceGroup>
        <inkml:traceGroup>
          <inkml:annotationXML>
            <emma:emma xmlns:emma="http://www.w3.org/2003/04/emma" version="1.0">
              <emma:interpretation id="{18C8DA35-FA60-4DBE-8E00-2FD87085CD67}" emma:medium="tactile" emma:mode="ink">
                <msink:context xmlns:msink="http://schemas.microsoft.com/ink/2010/main" type="inkWord" rotatedBoundingBox="18077,351 21631,305 21647,1561 18093,1607"/>
              </emma:interpretation>
              <emma:one-of disjunction-type="recognition" id="oneOf3">
                <emma:interpretation id="interp3" emma:lang="" emma:confidence="1">
                  <emma:literal/>
                </emma:interpretation>
              </emma:one-of>
            </emma:emma>
          </inkml:annotationXML>
          <inkml:trace contextRef="#ctx0" brushRef="#br0" timeOffset="17099.1604">16863 358 45 0,'0'0'276'15,"0"0"-3"-15,0 0 5 0,7 11-3 0,-7-11 1 0,0 0-15 16,20 3-20-16,-20-3-12 0,21 5-22 0,-21-5-9 16,22 2-4-16,-22-2-6 0,36-3-12 0,-17-1-10 15,-19 4-20-15,37-7-5 0,-18 4-2 0,-2-4 0 16,10-2 0-16,-13-1-5 0,5 1 6 0,-3 2-14 16,1-6-8-16,1-6-10 0,-6 5-11 0,4-5-4 15,-3 4-13-15,-5-1-5 0,-1-2-4 0,1-4-9 16,-1 3-8-16,-1 1 0 0,-6 0-7 0,0-2-1 15,0 6-3-15,-3-4-6 0,-2 6-9 0,-1-2-2 16,-1 3 2-16,-7 0 0 0,0 4-7 0,-3 3-3 16,-1 0 5-16,18 4-7 0,-41 0-4 0,11 0 7 15,13 7-4-15,-4 1 4 0,-6 8 1 0,7 1 0 16,-6 5-1-16,8-3 1 0,-1 3-4 0,-4 11 4 16,11-7-8-16,-1 1 5 0,5 3-9 0,2-2 6 15,-2 10 0-15,8-9-8 0,5 0 5 0,-2 2-5 16,8 9 3-16,6-6-1 0,-6-5-2 0,5-4 3 15,5 0-6-15,1-2 3 0,13-1 1 0,-7-11-1 0,12 8-9 16,-1-8-25-16,-6-3-38 0,15-3-45 0,1-5-45 16,-5-5-41-16,2-4-31 0,-2 0-36 0,0-10-29 15,-3 0-46-15,2-4-35 0,-8-1-264 0,0-6-690 16,-5 4 306-16</inkml:trace>
          <inkml:trace contextRef="#ctx0" brushRef="#br0" timeOffset="18833.6878">17840 217 155 0,'6'-13'246'0,"1"-3"-4"0,-6 8-1 15,-1-8 4-15,0 16 2 0,-1-19-5 0,1 19-19 16,-8-16-8-16,2 11-11 0,6 5-4 16,-15-10 4-16,15 10 1 0,-19-2 2 0,19 2 2 0,0 0 13 15,-42 10 4-15,24-1 5 0,-5 5 0 0,0 0-7 16,3 7-2-16,-1-3-15 0,6 2-12 0,-3 2-16 16,1 4-9-16,3 0-18 0,4-1-11 0,-1-1-15 15,5 4-14-15,4-2-10 0,1 0-11 0,2 4-9 16,4-5-6-16,4 1-4 0,2-4-11 0,-3 2-5 15,8-6-4-15,3 0-7 0,3-1-3 0,2-6-5 0,3 1 6 16,0-5-12-16,1-4-3 0,2-5 1 0,2-3-9 16,-1-4-3-16,4 3-1 0,1-18 1 15,-1 5-5-15,3-7-2 0,0-3 1 0,-9-8-6 0,2-4-6 16,-6 0-6-16,1-8-4 0,-4-2-3 0,0-19 4 16,-8 16-2-16,7-18 2 0,-10 5 4 0,-3 12-3 15,-2 1 3-15,3 1-1 0,-9 1 2 0,2 5 2 16,1 4-4-16,-6 3 5 0,0 3 7 0,0 7 7 15,0 2 15-15,-2 4 14 0,3 6 8 0,1-1 17 16,-4 2-2-16,-1 1-3 0,4 6-6 0,2 10 1 16,-2-18 5-16,2 18-20 0,-12-5-7 0,12 5-3 15,0 0-6-15,-21 30 4 0,9-15-3 0,4 15-3 16,-2-4 0-16,-2 14-4 0,5 4 2 0,-1 0-4 16,4 1-4-16,4 5 0 0,0-3 3 0,0 2-10 15,0-1 9-15,4 4-6 0,0-5 5 0,0 1-10 16,3-4-1-16,-3 2 2 0,-1-6 4 0,5 3-3 0,-3-4-1 15,-2-11-5-15,0 4 3 0,4-6 1 0,-4-1-3 16,2-1 0-16,-2-6-5 0,-3-1 4 0,6-1 0 16,-6-6-7-16,0-10 3 0,5 20-5 0,-4-13 3 15,-1-7 2-15,0 15-13 0,0-15 5 0,0 0-1 16,0 0 8-16,0 0-1 0,0 0-2 0,0 0 7 16,0 0-10-16,49-16 8 0,-36 4-3 0,-2 1 0 15,2 3 7-15,1-4-4 0,-1-1-3 0,2 1 2 16,0 1 0-16,2-4 3 0,-3 7 2 0,1-2-6 15,-1 0 4-15,0 3-4 0,-1-2 4 0,-13 9-1 16,25-5-1-16,-25 5-2 0,14-9 3 0,-14 9 5 16,0 0-7-16,25 16-2 0,-18-7 4 0,-1 5-3 15,-3-2 6-15,-1 6-10 0,3 1 2 0,-4 3 4 16,-1 4-1-16,3-1-4 0,0-1 0 0,-3-4 9 0,5-1-22 16,-3-4-14-16,-1 3-7 0,-1-3-10 15,7 2-7-15,-3-8-11 0,3-1-11 0,-7-8 1 16,11 14-2-16,1-10 1 0,-12-4-4 0,21 4 8 0,-21-4 9 15,30-6 7-15,-11 1 7 0,-3-2 5 0,4-4 6 16,6 1 5-16,-3-3 2 0,-2 1 6 0,1-7 2 16,0 0 5-16,2-1 3 0,-2-1 4 0,5-11 1 15,-3 0 7-15,-2-1 14 0,0-1 11 0,2-6 8 16,-7-5 0-16,2 6 8 0,-3-11 6 0,-2 3-1 16,-8-6-2-16,8-18-3 0,-7 17 3 0,1-2 11 15,-7 4 6-15,2 4 6 0,-1 1 0 0,-7-4 5 16,4 6 6-16,-6 3-10 0,4 2 0 0,-3 2-4 15,-5 8-1-15,3 3-5 0,0 3 0 0,2 9-2 16,-2 1-4-16,-2-2-1 0,1 6-15 0,1 6 3 16,8 4 1-16,-21-4-6 0,21 4-7 0,0 0-3 15,-31 18 3-15,20-2 12 0,-5 6-14 0,3 8 1 16,-1 10-8-16,8 5-1 0,-1 6-2 0,6 0 1 16,1 24 3-16,8-4-5 0,3-1-1 0,-2 5 5 15,2-6 1-15,5-16-9 0,0-3 1 0,8 17 1 0,-7-15-3 16,4-4-1-16,-1-2-2 0,-1-3-1 0,-2-3-6 15,-2-6-1-15,0-8-3 0,1-4-11 0,-5-7 1 16,2 2 0-16,-5-6-4 0,6 1 2 0,-6-9 7 16,-8-3 6-16,27 5-5 0,-27-5 6 0,27-4-1 15,-27 4 14-15,33-10-13 0,-16 0-5 0,-2 1 6 16,10-6 7-16,-11 3-3 0,-4-4 11 0,1 3-12 16,-2 1 5-16,-1-3-3 0,0 1-1 0,5 1 4 15,-9-3-1-15,-1 8 5 0,-3 8-1 0,0-18-4 16,0 18 3-16,0-11-1 0,0 11 0 0,0 0 1 15,0 0 0-15,0 0-5 0,0 0 4 0,0 0-2 16,0 0 3-16,0 0-1 0,0 0 1 0,-31 30-1 16,28-19 0-16,-1 4-1 0,4 3 6 0,2 0-6 15,0 2 11-15,2-2-10 0,3 4 1 0,2-4-2 0,-1 0-3 16,5-4 4-16,-1 2-6 0,1-3-12 16,1-6-7-16,2 2-7 0,0-4-12 0,-2-1-11 15,-14-4-4-15,40-1-6 0,-25-3-1 0,4 0-4 0,-1-11 1 16,-4 6 3-16,7-9 7 0,-9 4 3 0,2 0 8 15,-6-10 5-15,3-1 4 0,-7 1 3 0,3-2 3 16,-7-4 8-16,-1 5 2 0,-1-2 2 0,-6-1 2 16,0 1 5-16,-1 3 3 0,-5-1 2 0,0 4 3 15,-4 6 6-15,7-1-1 0,-3 2-2 0,-2 6 2 16,2 1 2-16,-5-3-3 0,3 7-3 0,-3-2 4 16,19 5-2-16,-36 5 4 0,17-2-4 0,3 3 3 15,0 2-4-15,0 3 2 0,4 0 3 0,1-1-1 16,1 0-2-16,-1-2 1 0,8 1-1 0,3-9 1 0,-8 18-1 15,8-18-3-15,3 18-2 0,-3-18-7 16,14 11-8-16,1-5-35 0,-15-6-16 0,27 0-8 16,-27 0-4-16,41-8 0 0,-18 3-11 0,4-1-4 15,0-6 5-15,0 1 6 0,1 0 8 0,1 2 8 0,-2-4 4 16,1 1 9-16,-10 5 6 0,-1-4 4 0,0 4 8 16,5 3 0-16,-1-3 12 0,-2 4 1 0,-3 2 4 15,-16 1 7-15,34 0 3 0,-19 4 9 0,-1 3 18 16,0 0-3-16,0 5 15 0,1-1 16 0,-1 5 3 15,-6 0 2-15,9 7-3 0,-4 0 1 16,-2 2 8-16,1-1-1 0,-4 0 2 0,0 0 3 0,3 0-1 16,-3-2 3-16,-6-4-3 0,3-2-5 0,-4 0 0 15,1 0 2-15,1-4 6 0,-2-1-2 0,-1-11 0 16,0 15 0-16,0-15 0 0,2 15 10 0,-2-15 0 16,0 0-4-16,-6 10-1 0,6-10 3 0,0 0 11 15,0 0 6-15,0 0-9 0,0 0-11 0,-21-28 0 16,18 9-7-16,-2 1-5 0,4-12-7 0,-6 4-4 0,6 4-3 15,1-4-3-15,1 1-1 0,-1 1-3 16,2-1-7-16,4 1 0 0,-1 5 0 0,3-1-6 16,0 5 1-16,3 1-3 0,-2-4 3 0,4 2-6 0,-4 5-1 15,6-2-3-15,-1 3-2 0,10-4 1 16,-7 7 3-16,4 0-2 0,7 2-1 0,0 3-1 0,-1 5 0 16,3 3 5-16,-3 4-9 0,2-1 4 0,-4 8 0 15,-1-1 0-15,3 3-2 0,-12 5 2 0,0 1-1 16,-1 1-2-16,-8-1-3 0,2 10 1 0,-5-3-2 15,0-3 2-15,-4 1-11 0,-4 6-14 0,2-9-21 16,-8-5-27-16,3-3-26 0,-6 6-55 0,7-11-88 16,-2 0-74-16,-9 1-95 0,4-2-125 0,-2-5-294 15,16-8-901-15,-26 6 399 0</inkml:trace>
        </inkml:traceGroup>
        <inkml:traceGroup>
          <inkml:annotationXML>
            <emma:emma xmlns:emma="http://www.w3.org/2003/04/emma" version="1.0">
              <emma:interpretation id="{988D9823-9D18-4C73-9EC4-00393FACD7FB}" emma:medium="tactile" emma:mode="ink">
                <msink:context xmlns:msink="http://schemas.microsoft.com/ink/2010/main" type="inkWord" rotatedBoundingBox="22514,188 25445,150 25482,3018 22551,3056"/>
              </emma:interpretation>
              <emma:one-of disjunction-type="recognition" id="oneOf4">
                <emma:interpretation id="interp4" emma:lang="" emma:confidence="1">
                  <emma:literal/>
                </emma:interpretation>
              </emma:one-of>
            </emma:emma>
          </inkml:annotationXML>
          <inkml:trace contextRef="#ctx0" brushRef="#br0" timeOffset="20864.8483">21347 274 24 0,'0'0'305'0,"0"0"-23"15,-8 11-15-15,8-11-9 0,-5 9-9 0,5-9-13 16,0 0-9-16,0 0-5 0,0 0 5 0,0 0 6 16,13 15 1-16,-13-15-5 0,0 0-1 0,0 0-1 0,0 0-3 15,40-21-9-15,-29 10-17 0,1 0-6 0,2-4-21 16,2 1-11-16,3-6-5 0,-3-5-3 16,-2-2-10-16,7-9-13 0,-9-4-11 0,4 2-4 15,-3-10-16-15,-2 1-12 0,-3-2-7 0,-2 1-8 16,-3-4-6-16,-9 3-7 0,4-1-1 0,-4 5 13 15,6 3 3-15,-9 4-4 0,1 11-2 0,-3 1-7 16,3 2 0-16,-5 3-6 0,7 3-5 0,-4 4-6 0,-1 2-1 16,2 8-8-16,9 4-4 0,0 0-2 0,-35 15-5 15,21 6-1-15,-2 6-1 0,-3 16-1 0,5 10-2 16,-7 22-1-16,12 5 4 0,-2 0-5 0,1 5 0 16,10 2-2-16,2 5-3 0,-1-5 0 0,4 4-2 15,3 38 3-15,0-42-1 0,3 41-4 0,-8-44 2 16,3 5 0-16,2 34 0 0,-1-38 2 0,-1-1-3 15,2-2 0-15,-5-4 1 0,-6 3-4 0,3-3 3 16,0-22 7-16,3 17-9 0,-3-17 2 0,-3 18 1 16,3-19-4-16,0-3 1 0,-8 0-1 0,10-5-1 15,1-2 1-15,-3-3-2 0,-5-2 0 0,7-10-3 0,2-2 2 16,1-4-1-16,-2-4-3 0,-3-4-2 16,5-1 2-16,-2-4 1 0,3-3-6 0,1 2 3 15,-7-10 1-15,9 13 4 0,2-6 10 0,-11-7-10 0,19 9-2 16,-19-9 3-16,26 1 8 0,-7-1-4 0,-19 0-1 15,34-5-3-15,-18-1-3 0,6 0 5 0,-3-3 2 16,3 0-1-16,0-7-2 0,-1 3 2 0,-2 0-1 16,2-2 8-16,-1-4 0 0,-3-4-3 0,-2 3-1 15,-1-6-3-15,-6-1 3 0,4-10-6 0,-5-7 4 16,-2 0-6-16,-10-8 0 0,2-22-6 0,-13-2-11 16,0-7-3-16,-5-2-6 0,-7 1-2 0,-2-2 1 15,-10 4 5-15,6 11 2 0,-3 3 1 0,-1 7 3 16,12 17 2-16,-1 6 0 0,-2-4 1 0,2 8 2 15,5 0 1-15,5 11 2 0,-1-2-1 0,4 5 1 16,-3 0-2-16,6 4 5 0,4 1 3 0,1 2-3 16,3 5 1-16,3 8-1 0,-6-16-1 0,6 16-2 15,-5-15 2-15,5 15-2 0,0 0 3 0,6-11 0 16,-6 11-2-16,0 0-1 0,0 0-1 0,13-6 4 16,-13 6 0-16,0 0 4 0,0 0-3 0,0 0 0 15,0 0-2-15,41 17 1 0,-32-11 6 0,-9-6-13 0,29 9-13 16,-12-7-8-16,1 0-18 0,1 2-9 0,-19-4-5 15,38-4-7-15,-18 0-6 0,-1-4-9 0,8 0 1 16,-3-5-2-16,-10 2 5 0,2-7 1 0,-4 1 12 16,4-3 12-16,3-4 4 0,-11 8 1 0,5-10 10 15,-5 0 4-15,-4 7 10 0,-1 1-3 0,1-1 8 16,-3 4 9-16,-2-6 2 0,1 5 5 0,-5 0 13 16,-1 6 3-16,-2-2 3 0,1 2 7 0,-5-3-4 15,1 7 3-15,-4 2 2 0,15 4 7 0,-31-4-4 16,13 4 6-16,18 0 2 0,-31 7 2 0,15-2-1 15,2 2 2-15,-5 2-4 0,9 1-5 0,-2 4-1 16,-3 0-2-16,6 2-2 0,3 1 2 0,-1-1-5 16,3 0 1-16,4 3-1 0,0-2-2 0,6 1-2 15,2 0 2-15,3-2-2 0,5 2-3 0,-2-4 1 16,8 4-4-16,3-1-1 0,-1-6-2 0,9-4-1 16,-4 1-5-16,-1-6-1 0,1 2-7 0,-1-8 2 15,7 4-8-15,-8-7 2 0,1-1-3 0,-4-2-2 0,3-3-2 16,-2-1 7-16,-4-3-2 0,1 6 1 15,-2-8 6-15,-2-4 0 0,-4 2 5 0,-2 0-3 16,3 1 1-16,-1-4 1 0,-6-2 1 0,3 5 0 16,-5-4 3-16,-3 2-3 0,4-1 4 0,-6 5 3 0,-1 4-3 15,3-3 4-15,-6 2-2 0,3-1 0 0,-3 8 0 16,3 9-2-16,-6-17 5 0,1 10-5 0,5 7-4 16,-9-11 8-16,9 11-4 0,-15-6-4 0,15 6 3 15,0 0-1-15,0 0 0 0,0 0-1 0,0 0 0 16,-28 16 0-16,28-16-3 0,-6 8-2 0,6-8-3 15,0 0 1-15,0 0-7 0,7 19-7 0,-7-19-6 16,19 9 0-16,-19-9-3 0,23 4-4 0,-8-1 2 16,-15-3-1-16,35 5 4 0,-14-5 1 0,-1 3 1 15,1 1 3-15,-1 0-5 0,4 3 7 0,-3-4 4 16,7 4 5-16,-12 2-1 0,4-6 5 0,1 8 2 16,-7-3 0-16,10 5-2 0,-7 4 9 0,-3-7-4 15,9 8 1-15,-6-1 6 0,-6-3-1 0,8 4 2 16,-11-1 0-16,-2-1 2 0,0-4 1 0,-4 1 6 0,3 0 2 15,-2 5-5-15,-3-10 5 0,0-8 4 16,3 24 4-16,-3-16-5 0,0-8 9 0,-3 18 6 16,-5-11 3-16,8-7-4 0,0 0 8 0,-8 13 9 0,8-13 3 15,0 0-2-15,0 0-1 0,-20 0-7 0,20 0 6 16,0 0-3-16,-16-19-5 0,11 8 0 16,-3-5-3-16,7 2 1 0,-1-4-10 0,2 3 0 0,2-2-3 15,-1-2 1-15,4-1-1 0,1 2-5 0,5-5 0 16,2 2-2-16,1 2 2 0,-3 4-8 0,7-3-1 15,-6 2 1-15,-2 2-2 0,12 2 0 0,-3 2-2 16,8-1 0-16,-10 4 2 0,4 2-2 0,-2-1-6 16,3 5 3-16,-22 1-1 0,39 1 1 0,-21 5 0 15,8 4 0-15,-10-3-1 0,-3 6 2 0,6 6-3 16,-8-7 2-16,5 9 0 0,-5-2 1 0,-3 0-2 16,-2-3 0-16,0 10 1 0,1-2 1 0,-6-9 1 15,-1-1-3-15,5 3 6 0,-7-4-5 0,-1 2 1 16,3-15 1-16,-3 19-1 0,3-19 6 0,-5 13-7 15,5-13 3-15,-1 8-1 0,1-8 0 0,0 0-2 16,0 0 0-16,0 0 2 0,0 0-2 0,0 0 2 16,-7-37 0-16,9 22-4 0,-2-4 1 0,5 3 0 0,3-9 0 15,-2 1 0-15,4-2-1 0,-4 4-1 0,8-1 3 16,-3-1-4-16,3 4-2 0,2-2 4 16,-2 8 0-16,5-5-1 0,-3 7 3 0,6-5-3 0,4 5 0 15,-3 0-2-15,9 2 6 0,-4 0 1 0,4 5-1 16,-4 1-3-16,4 6 0 0,-4 3 3 0,-2 6-3 15,1-1 0-15,-1 8 3 0,-3 4-2 0,-6-1 1 16,2 12-2-16,-6-4 1 0,1 8 1 0,-6 1-2 16,0-1 1-16,-5-8-2 0,-6 9 1 0,1-9-15 15,-1 0-19-15,-8 1-54 0,4-9-50 0,-4 2-77 16,-8-4-71-16,-1-2-99 0,-4-5-438 0,7-4-892 16,-4-5 395-16</inkml:trace>
          <inkml:trace contextRef="#ctx0" brushRef="#br0" timeOffset="21130.4692">23098-704 204 0,'89'7'457'0,"4"11"11"16,5 6 12-16,47 14-16 0,-58 1-29 0,33 28-43 15,-7 14-42-15,-15 15-30 0,-13 4-33 0,-9 12-29 16,-38-30-25-16,9 42-21 0,-12 0-20 0,-24 0-17 16,-11-31-14-16,-10 40-21 0,-13-3-7 0,-12-5-11 15,-12 0-14-15,-6-2-16 0,-10-12-7 0,-11 3-13 16,1-10-23-16,-17-5-54 0,27-32-73 0,-35 29-94 16,-3-3-114-16,0-2-145 0,-13-12-389 0,0-5-888 15,29-30 393-15</inkml:trace>
        </inkml:traceGroup>
      </inkml:traceGroup>
    </inkml:traceGroup>
    <inkml:traceGroup>
      <inkml:annotationXML>
        <emma:emma xmlns:emma="http://www.w3.org/2003/04/emma" version="1.0">
          <emma:interpretation id="{B7F81714-E1C8-48C5-ABFB-232B616F2157}" emma:medium="tactile" emma:mode="ink">
            <msink:context xmlns:msink="http://schemas.microsoft.com/ink/2010/main" type="paragraph" rotatedBoundingBox="120,2406 25295,2943 25195,7640 20,7103" alignmentLevel="1"/>
          </emma:interpretation>
        </emma:emma>
      </inkml:annotationXML>
      <inkml:traceGroup>
        <inkml:annotationXML>
          <emma:emma xmlns:emma="http://www.w3.org/2003/04/emma" version="1.0">
            <emma:interpretation id="{B4F277B5-6A36-4342-A184-CFA3580874F0}" emma:medium="tactile" emma:mode="ink">
              <msink:context xmlns:msink="http://schemas.microsoft.com/ink/2010/main" type="line" rotatedBoundingBox="120,2406 25295,2943 25195,7640 20,7103"/>
            </emma:interpretation>
          </emma:emma>
        </inkml:annotationXML>
        <inkml:traceGroup>
          <inkml:annotationXML>
            <emma:emma xmlns:emma="http://www.w3.org/2003/04/emma" version="1.0">
              <emma:interpretation id="{B3FCA2A6-C78D-4B70-B867-BFF1005D55F5}" emma:medium="tactile" emma:mode="ink">
                <msink:context xmlns:msink="http://schemas.microsoft.com/ink/2010/main" type="inkWord" rotatedBoundingBox="102,3246 1535,3277 1499,4944 67,4913"/>
              </emma:interpretation>
            </emma:emma>
          </inkml:annotationXML>
          <inkml:trace contextRef="#ctx0" brushRef="#br0" timeOffset="23036.5651">-545 2800 152 0,'-3'-12'402'0,"3"12"3"16,0 0-29-16,0 0-8 0,-2-15-18 0,2 15-24 15,0 0-11-15,0 0-7 0,0 0-5 0,0 0 6 16,0 0-14-16,21 36-5 0,-13-17-16 0,-2 5-17 16,-1 4-15-16,0 13-14 0,-5-12-8 0,3 12-16 15,-3-1-20-15,-5-3-15 0,2 3-8 0,-2 2-29 16,-1-2-11-16,-2-2-14 0,0 2-10 0,0-2-6 15,2-6-1-15,-5-6-20 0,3 1-8 0,-2-6-6 16,2 2 0-16,2-8-4 0,1 3-12 0,-1-10-4 16,4 3-1-16,2-11-7 0,-6 15 6 0,6-15-4 0,-3 11-9 15,3-11 0-15,0 0-1 0,0 0 0 16,0 0-2-16,3-48-6 0,-1 18-14 0,2-16-5 16,1-5-5-16,-2-1-5 0,5-17-7 0,-1-13-6 0,-3 8-1 15,-4 0 4-15,0-1 3 0,-3 5 1 0,-5 16 4 16,5 2-2-16,-3 3 6 0,-2 0-1 0,-5 5 1 15,-3 2 9-15,4 7-8 0,-2 7 4 0,1 4 2 16,-3 1 0-16,2 2-3 0,0 11 6 0,-1-4 1 16,-4 6-4-16,2 4 6 0,-7 4-4 0,1 10 0 15,-4 4 9-15,-3 12 3 0,-2 7 3 0,1 7 5 16,2 0 1-16,-6 25 0 0,8 2 8 0,1 1-4 16,5 4-1-16,4 7 9 0,-1-6 3 0,4 3-6 15,6-3 1-15,0 8-6 0,10-4-2 0,6 6 2 16,3-7 0-16,-2-24-1 0,12 23 4 0,6-3-3 15,1-8-1-15,8 1 3 0,-4-23-5 0,4 0 5 0,2-6-6 16,21 16 7-16,-13-23-2 0,3-3-1 16,6-7 0-16,2-3 0 0,3-3 4 0,-3-5 6 15,0-1 20-15,0-2 6 0,-2-12 1 0,3-5 12 0,-2-4 7 16,-4-5 3-16,3 0 8 0,-3-3 12 0,-3-8-91 16,-3 1-7-16,-3-6 0 0,-4 2 0 0,10-26 0 15,-8-9 0-15,-9 0 0 0,-10-4 0 0,-3-1 0 16,-6-14 0-16,-7-37 0 0,-6 38 0 0,-13-41 0 15,-2 41 0-15,-11 9 0 0,-1-2 0 0,-9 4 0 16,-2 14 0-16,-9 7 0 0,10 12 0 0,-5 4 0 16,-4 7 0-16,0 3 0 0,-8 7 0 0,4 7 0 15,-6 5 0-15,1 5 0 0,-2 5 0 0,2 5 0 0,0 8 0 16,2 3 0-16,4 1 0 0,4 4 0 16,2 3 0-16,5 1 0 0,3 7-41 0,-4-5-216 15,10 6-57-15,12-9-52 0,-2 3-40 0,5 0-54 0,6-4-73 16,0 4-436-16,3-6-1050 0,4-4 464 0</inkml:trace>
        </inkml:traceGroup>
        <inkml:traceGroup>
          <inkml:annotationXML>
            <emma:emma xmlns:emma="http://www.w3.org/2003/04/emma" version="1.0">
              <emma:interpretation id="{C4AF0FED-18BC-44C3-887F-639093F355C8}" emma:medium="tactile" emma:mode="ink">
                <msink:context xmlns:msink="http://schemas.microsoft.com/ink/2010/main" type="inkWord" rotatedBoundingBox="2264,2954 8988,3097 8898,7293 2175,7149"/>
              </emma:interpretation>
              <emma:one-of disjunction-type="recognition" id="oneOf5">
                <emma:interpretation id="interp5" emma:lang="" emma:confidence="1">
                  <emma:literal/>
                </emma:interpretation>
              </emma:one-of>
            </emma:emma>
          </inkml:annotationXML>
          <inkml:trace contextRef="#ctx0" brushRef="#br0" timeOffset="24302.1928">1195 2599 4063 0,'5'-18'50'0,"-4"-1"-25"0,3 5-16 0,-1-1 56 16,-2 1 66-16,4 4 50 0,-5 10 22 0,2-16-17 0,-2 16-27 16,4-11-14-16,-4 11-9 0,0 0 7 0,0 0 21 15,0 0 18-15,0 0 7 0,8 46 15 16,-8-16-7-16,8 10-7 0,-8 2 1 0,0 6 3 0,0 3 1 15,0-2-8-15,0 9-5 0,0-6-16 0,-1 19-9 16,-4-20-11-16,3 3-10 0,-4-1-121 0,6-4-15 16,-8 1 0-16,2-3 0 0,3 0 0 0,-2-4 0 15,-1 0 0-15,2-14 0 0,-2 1 0 0,3-5 0 16,1-7 0-16,-4-1 0 0,6-4 0 0,-2-1 0 16,2-12 0-16,-1 19 0 0,1-19 0 0,-5 9 0 15,5-9 0-15,0 0 0 0,0 0 0 0,0 0 0 16,-9-46 0-16,2 16 0 0,3-8 0 0,2-14 0 15,0-4 0-15,-1-17 0 0,3 3 0 0,3-4 0 16,1 0 0-16,0 20 0 0,3-15 0 0,-3 13 0 16,1 6 0-16,5-3 0 0,2 2 0 0,-5 3 0 0,8 1 0 15,6-2 0-15,3 6 0 0,-1-2 0 0,4 6 0 16,-3-4 0-16,7 8 0 0,-1 3-10 0,4 6-3 16,2 1 7-16,-6 11-8 0,2 2 3 0,-2 2 1 15,0 1 2-15,-2 8 2 0,4 6 2 0,-7 2 3 16,2 5-9-16,-2 9 1 0,-7 3 5 0,10 8 0 15,-7 2-3-15,-7 3-3 0,-2 3 4 0,-4 2 1 16,-1 1-4-16,-7 3 6 0,-2-5 2 0,-6 11-5 16,-4-10-7-16,-7 0-16 0,-4 3-8 0,-5-4-23 15,-5-1-24-15,-2-4-27 0,-3 0-15 0,2-3-6 16,-10-3-22-16,2-3-21 0,-4-6-15 0,4-2-11 16,1-4-3-16,-2-1-5 0,5-6 26 0,-1-1-14 0,8 0 21 15,6-2 23-15,-3-3 6 0,3 0 14 0,-1-2 27 16,10-2-4-16,18 2 14 0,-31 0 15 15,31 0 2-15,-18-3 10 0,18 3 9 0,0 0 21 0,-13-9 18 16,13 9 10-16,0 0 12 0,0 0-7 0,0 0 8 16,0 0 1-16,0 0 7 0,80 17 4 0,-55-6-1 15,-1 3 12-15,2-2 1 0,3-1 20 0,7 9 13 16,1 0-3-16,-11-1 5 0,11 5 3 0,-10-7-1 16,-1 1 1-16,5 8 5 0,8-3 0 0,-12-7-9 15,-3 5-4-15,6-6-5 0,-2-1-6 0,-1 1 0 16,1-8 0-16,-1 4-6 0,2-7 1 0,-2 3-5 15,-4 2-3-15,4-13 0 0,0 3-5 0,-5-3-1 16,7-4-4-16,-3 1-3 0,-2-4-1 0,3-3-1 16,-5 2-2-16,2-9-2 0,-2 2-2 0,-1-3-1 15,-4 0-5-15,8-12 5 0,-9 8 0 0,-3-2-3 16,-4 4-5-16,4-2 5 0,-4-13-2 0,1 19-2 0,-6 2 2 16,3-1-1-16,-1 0 2 0,-6-1-5 0,0 4 4 15,0 1 2-15,-1 1-2 0,-4 3-1 0,2 1 1 16,3 10 4-16,-8-19 0 0,3 12 1 0,5 7 2 15,-14-11-5-15,14 11-1 0,0 0-1 0,0 0-1 16,0 0 0-16,-43 17 1 0,30-9-1 0,4 9 6 16,-2-5 4-16,3 6 3 0,2 1 0 0,-9 6 0 15,9 1-3-15,5 0 3 0,1 2-3 0,4 0-2 16,3-2 1-16,-4 4-2 0,8-5-2 0,3-3-1 16,2 1-2-16,1-2 2 0,4-2-2 0,4-5-4 15,-3 2-7-15,7-2-41 0,-4-6-40 0,0-1-52 16,8-3-33-16,1-4-54 0,-4-4-31 0,-2-1-28 0,1-2-31 15,-3-3-25-15,9-13-36 0,-8 5-302 0,5-4-734 16,2-4 325-16</inkml:trace>
          <inkml:trace contextRef="#ctx0" brushRef="#br0" timeOffset="25207.1537">2700 3107 253 0,'14'-20'158'0,"-1"-3"51"0,-7 7 16 16,0-1 3-16,0 4 12 0,-2-6 16 0,-1 7 10 16,-8-4 5-16,5 16-4 0,-2-17-20 0,-2 6-21 15,4 11-12-15,-8-8-12 0,8 8-5 0,0 0 0 16,0 0 2-16,0 0 11 0,-49 13 3 15,28-6-1-15,4 11-9 0,-7 4 0 0,5 0-2 0,-1 2-8 16,-6 4-13-16,0 4-12 0,8-6-13 0,-1 0-14 16,5-5-16-16,-3 15-12 0,6-7-12 0,1-2-14 15,4-3-5-15,6 2-9 0,0 0-5 0,1-4-9 16,9 1-3-16,2 2-8 0,6-5-6 0,-1-4 0 16,4 1-2-16,-1-8-11 0,2 0 1 0,7-2-5 15,-9-5-4-15,9-2 0 0,-1-5-1 0,-1-3-1 0,2-5-7 16,5-8-9-16,-11 1-11 0,5-14 1 0,-3 0-5 15,-4-10-9-15,-4-8 3 0,10-18-4 16,-17-1-7-16,7-1 3 0,-4-10-1 0,-10 4 0 0,5 4 3 16,-8 1 3-16,0 1 1 0,0 20 3 0,0-3 11 15,0 3 4-15,0 7 13 0,-2-4 14 0,2 7 17 16,-2 1-4-16,2 12 7 0,0 3-5 0,-4 1 7 16,1 8 0-16,-1 1 4 0,3 0-5 0,-4 9-5 15,5 7-8-15,-2-12 2 0,2 12-7 0,0 0-5 16,0 0 0-16,-20 29 4 0,7-2-8 0,-1 13 5 15,3 4 5-15,0 3-4 0,-2 7 5 0,9 2-1 16,-7-3 12-16,1 25-5 0,4-25 6 0,4 22 10 16,-1 3-13-16,3-4-9 0,3 4-1 0,-3-8-4 15,10-2 4-15,4 2-7 0,-5-17 1 0,6-1-5 16,5 2-8-16,-1-5 4 0,2-4-2 0,-1-5 4 0,-4-3-6 16,-2-12 3-16,5-5-2 0,-3-2-6 0,0-6 4 15,-4-3-6-15,4-1-3 0,-2-5 13 16,5-2-8-16,-19-1 2 0,29-8-4 0,-10-3 2 0,-5 2-2 15,7-11-1-15,-6 1-12 0,4-3 14 0,2 0 16 16,-7-6-32-16,-4 3 18 0,-1-1-4 0,4-2-7 16,-2 2 9-16,-8 1 2 0,8-2 3 0,-3 1-7 15,-5 2-3-15,7 0 6 0,-9 0-4 0,1 8-2 16,-2 0 3-16,1 1 7 0,-1 5 3 0,0 10-6 16,-1-19 24-16,1 19-24 0,0-10 2 0,0 10 7 15,0 0-8-15,0 0 3 0,-8-10-5 0,8 10-2 16,0 0-3-16,0 0 0 0,-21 31 0 0,20-17 0 15,-6 3 0-15,1 8 0 0,0-3 0 0,6 5 0 0,0-1 0 16,0 2 0-16,6-3 0 0,0 1 0 16,1 0 0-16,2-3 0 0,-1-3 0 0,6 1 0 15,-1-6 0-15,1-2 0 0,4-5 0 0,-4 2 0 0,5-4 0 16,0-5 0-16,0-1 0 0,-19 0 0 0,38-7-11 16,-19-3-16-16,3-4 16 0,-3-1-5 0,1-4-1 15,-2-3 0-15,1-3 3 0,-4-1-1 0,-2-4-4 16,-4 2 5-16,-2 1 4 0,5-12-1 0,-8 11 4 15,-1-14-5-15,0 14 3 0,-3 2 1 0,3 3 6 16,-3-3 2-16,-3 8 5 0,3 3 0 0,-3 1 5 16,3 14 3-16,0-21 2 0,0 21-5 0,-5-12-6 15,5 12 0-15,-2-11 3 0,2 11 4 0,0 0-8 16,0 0 6-16,0 0-4 0,-6 45-6 0,1-20 3 16,9 0-3-16,-4 2 4 0,0 1 6 0,-5 3-1 15,11 6-6-15,-1 0-2 0,-2-6-3 0,2 0 5 16,4-4 3-16,-1 1-9 0,3-4 8 0,-1-2-16 0,2-5-37 15,1-5-44-15,-2 2-50 0,2-6-70 0,1 0-69 16,5-8-46-16,-19 0-34 0,38-2-34 0,-21-5-30 16,-1-3-17-16,6-8-48 0,0-4-319 0,-1 0-878 15,7-9 388-15</inkml:trace>
          <inkml:trace contextRef="#ctx0" brushRef="#br0" timeOffset="25691.4989">4113 2921 101 0,'9'-22'259'0,"-6"3"26"0,2 0 10 16,1 9 6-16,-3-8 23 0,-1 5 19 0,1 3 1 15,-3 10-14-15,6-14-29 0,-6 14-22 0,0 0-11 16,0 0 2-16,0 0 0 0,0 0 3 0,0 0 0 16,0 0-7-16,-20 46-11 0,12-22-5 0,-3 3-7 0,-5 8 2 15,2 3-4-15,1-13-26 0,-1 12-17 0,1 0-9 16,2 0-19-16,5-11-18 0,1 4-12 0,-1-2-10 16,6-1-17-16,-2-1-9 0,4-7-11 0,4 6-10 15,1-2-10-15,-3-5-5 0,6 0-8 0,-1-3-4 16,6-2 5-16,2 0-25 0,-1-5-4 0,4-1 0 15,-1-3-21-15,7-1-19 0,0-7-3 0,3-3-10 16,-2 0-1-16,0-1-2 0,-4-3-5 0,3-3 9 16,0 2-5-16,-3-6-1 0,-1-3 4 0,0 2 0 0,0 1 6 15,3-15 3-15,-7 11-4 0,1-3 1 16,0 1 7-16,0-10 1 0,-4 12 2 0,0-8 14 16,-4 5 1-16,0 3 8 0,-5 6-1 0,-3-2 5 0,2 10-6 15,-8-8 7-15,7 0-8 0,-4 8-6 16,0 8 3-16,0 0-12 0,-7-19 14 0,7 19-2 15,0 0-6-15,0 0 4 0,0 0-7 0,-54 33 4 0,38-16 11 16,2 3-14-16,-2 2-3 0,2 6 4 0,3-1 9 16,-2 7-10-16,5 5 0 0,0 0-2 0,8-2 10 15,2-8-6-15,3-2-8 0,1 5 3 0,0-6 2 16,5-1 3-16,5 1-6 0,0-3 0 0,1-4 4 16,2-4 0-16,-3 0-6 0,11-2-1 0,-8-6-18 15,-3-1-11-15,3-3-11 0,1-3-13 0,-20 0-15 16,37-3-16-16,-22-3-19 0,0-1-23 0,0-2-28 15,-2-1-42-15,4-4-42 0,-7-2-33 0,-2 3-31 16,-7-5-42-16,3 6-61 0,-3-8-74 0,-7 1-349 16,4-2-901-16,1 1 399 0</inkml:trace>
          <inkml:trace contextRef="#ctx0" brushRef="#br0" timeOffset="27285.1262">5426 3172 218 0,'0'0'339'0,"0"0"-1"16,-10 12-3-16,10-12-13 0,-11 11-2 0,11-11-24 15,-3 15-9-15,0-6-5 0,3-9-6 0,3 20-7 16,0-9-15-16,4-1-20 0,-1 3-11 0,2 1-26 15,0-3-21-15,4 3-12 0,3-2-8 0,-1 2-30 16,0-3-12-16,3 1-5 0,1-3-6 0,1 0-3 16,-2-5-6-16,4 2-8 0,4-1-7 0,-4-5-8 0,4 0-4 15,-5 0-12-15,7-7 1 0,0-4-5 0,-3-3-9 16,4-3 0-16,4-8-7 0,-2-8 3 16,-2-1-9-16,-1-3-5 0,0-10 0 0,-5-5-4 0,2-15-3 15,0-3-1-15,1 6-1 0,-12 13-4 0,-2 0-1 16,0-19 0-16,-3 18-2 0,-4 0-4 0,-2 0 1 15,3 4 3-15,-5 0-5 0,1 0 5 0,-2 7-4 16,-4 3 3-16,3 10 8 0,-4 2 7 0,4 11 4 16,-2-3 7-16,-3 2-2 0,6 6-2 0,1 10 1 15,-10-14-8-15,10 14-2 0,0 0 8 0,0 0 0 16,-47 35-2-16,31-9 5 0,-3 8-2 0,-1 9 2 16,5-1 6-16,1 5 3 0,0-2 3 0,1 10 0 15,5-2-1-15,2 17-6 0,0-19-2 0,6 19 0 16,0-18-3-16,6 19-3 0,2-16-3 0,3-4 0 15,3 19-5-15,0-18 3 0,1-1-3 0,5-3-6 16,2-2 5-16,1-1-5 0,2-6 1 0,2-6-3 0,-2 2 0 16,-5-13-5-16,1-2 5 0,1-1-2 0,5-9-2 15,-8-3 0-15,2 0-3 0,2-10 4 0,-2 2 1 16,6-5 2-16,-4-3 4 0,-1-6 0 0,7-3-3 16,1-7-1-16,-2-6 0 0,1-5 1 0,-1-5 1 15,-4 1-2-15,-3-9-8 0,1 0 7 0,6-24-6 16,-3 1 5-16,-4-3-6 0,0 7-2 0,-7-9 2 15,-3 4-1-15,1 5-4 0,-7 12 2 0,-2 3 4 16,-3 0-4-16,-3-2-2 0,3 6 13 0,-8 4-9 0,-3 1 1 16,8 9 0-16,-3 9 9 0,1 0 5 15,-1 8 4-15,-1 3-1 0,4-1 3 0,-2 7-3 16,5 9-1-16,-12-9-10 0,12 9 7 0,0 0 1 0,-24 22-8 16,13 0 3-16,2 8 0 0,-6 5-3 0,9 7-3 15,-8 2-5-15,4 8 6 0,-1-1-2 16,3 2 0-16,-6 21-2 0,1-4 6 0,6-19-6 0,3 20 3 15,1-15-5-15,6 17 4 0,-3-20-2 0,4 1 2 16,2 2-4-16,2-5 4 0,4-2-4 0,3-2 1 16,0-1-1-16,3-2-3 0,1-5 4 0,0-6-1 15,1-10-5-15,-5-3 3 0,5-3-6 0,-6-5-8 16,2-5 7-16,-2-2-9 0,4-3 1 0,-18-2 2 16,38-7 0-16,-16-4-1 0,3-3 6 0,-3 2 1 15,0-6-2-15,-1-1 2 0,-1-2-3 0,1-3 1 16,-5-1 4-16,-2-1 6 0,5 0-2 0,-5 1 4 15,-1-2-1-15,-4 0 0 0,1 3 1 0,-1-1 11 16,-6 8 2-16,4-2 3 0,-3 3 5 0,0-1 4 16,2 4 14-16,-4 5 8 0,-2 8-2 0,4-14-9 15,-4 14 1-15,2-11-6 0,-2 11-5 0,0 0-4 0,0 0 2 16,0 0-7-16,0 0-4 0,-8 37 0 0,5-23-4 16,0 1 6-16,3 3-7 0,4 7 2 0,-2 2 1 15,3 2-4-15,1-3-6 0,-1-2-2 0,7 2 4 16,-4-7-3-16,5-3-1 0,6 2 1 0,-5-5-3 15,0-2-6-15,2-4-13 0,3 0-1 0,-1-5-2 16,2 0-7-16,-20-2 7 0,41-4-8 0,-19-8 0 16,5 0 5-16,-5-1-5 0,0-2 4 0,-1-3 1 15,0 0 5-15,-1-5-4 0,1 0 9 0,-6 0-2 16,0-3 0-16,-1 1 2 0,-2 1 3 0,-4 1 12 16,0-2-7-16,-1 6-1 0,-4 5 1 0,0-3 5 15,-1 1-1-15,-2 9-11 0,0 7 3 0,3-19 5 16,-3 19-2-16,0 0 1 0,0 0 6 0,0 0-2 0,0 0 2 15,0 0 7-15,-40 24-13 0,32-9 2 0,-4 7 7 16,2 4-8-16,4 4 3 0,0-2 0 16,-1 10 3-16,-1-6 1 0,10-3 1 0,3 8-3 0,-1-10 0 15,6 0 3-15,-1-2-6 0,6-2 6 0,3-3-6 16,8-4 1-16,-4-2-10 0,6-3-22 0,1-3-24 16,-5-6-23-16,2 1-27 0,-5-6-36 0,7 1-31 15,-12-6-50-15,11-5-45 0,-5-1-35 0,-9-1-35 16,-2-7-58-16,-8-4-66 0,-9-1-374 0,3 0-910 15,-12-9 403-15</inkml:trace>
          <inkml:trace contextRef="#ctx0" brushRef="#br0" timeOffset="27503.8807">5609 2697 377 0,'-16'3'386'15,"2"1"-3"-15,14-4 13 0,-12 6 7 0,12-6-26 16,0 0-33-16,0 0-29 0,60-2-33 0,-16-6-28 16,13 0-18-16,22-3-14 0,5 1-16 0,2-3-15 15,0-2-19-15,2 3-24 0,-4 1-15 0,-7 4-42 16,-15-2-69-16,20-4-106 0,-22 6-114 0,-4 0-128 16,1-4-396-16,-1 0-782 0,0 1 346 0</inkml:trace>
          <inkml:trace contextRef="#ctx0" brushRef="#br0" timeOffset="74937.2454">3485 6335 245 0,'-20'-3'353'0,"20"3"-7"16,-18-7-9-16,18 7-15 0,-17-5-5 0,17 5-41 15,0 0-25-15,0 0-23 0,0 0-17 0,0 0-10 16,0 0-8-16,0 0-8 0,0 0-18 0,52-12-17 16,-20 9-7-16,13-5-8 0,0 1-14 0,4 3-12 15,1-3-12-15,-1 1-5 0,8-1-10 0,-3 1-9 16,-4-1-9-16,-2 0-9 0,-4 2-8 0,0-4-7 16,-3 4-3-16,-7 4-20 0,-6-3-37 0,-7 2-25 0,-1 1-30 15,-4-3-17-15,-16 4-17 0,22-3-21 0,-22 3-27 16,0 0-33-16,0 0-38 0,0 0-40 0,0 0-43 15,0 0-235-15,0 0-590 0,0 0 262 0</inkml:trace>
        </inkml:traceGroup>
        <inkml:traceGroup>
          <inkml:annotationXML>
            <emma:emma xmlns:emma="http://www.w3.org/2003/04/emma" version="1.0">
              <emma:interpretation id="{B50FC183-AF65-4837-B4B0-E5342D9F33E5}" emma:medium="tactile" emma:mode="ink">
                <msink:context xmlns:msink="http://schemas.microsoft.com/ink/2010/main" type="inkWord" rotatedBoundingBox="9941,2700 14260,2793 14230,4229 9910,4137"/>
              </emma:interpretation>
              <emma:one-of disjunction-type="recognition" id="oneOf6">
                <emma:interpretation id="interp6" emma:lang="" emma:confidence="1">
                  <emma:literal/>
                </emma:interpretation>
              </emma:one-of>
            </emma:emma>
          </inkml:annotationXML>
          <inkml:trace contextRef="#ctx0" brushRef="#br0" timeOffset="28472.2165">8696 2736 237 0,'14'-12'345'15,"2"2"13"-15,-2-2-26 0,-3 2-2 0,6 5-22 16,-5-6-15-16,0 8-10 0,-12 3-9 0,22-4 4 15,-22 4-16-15,0 0-9 0,27 7-4 0,-19 4-6 16,3 1-2-16,-5 3 2 0,-2 3-18 0,-3 6-15 0,-1 4-13 16,5 2-9-16,-10 9 1 0,2 0-13 0,1-14-17 15,-2 5-18-15,-1-1-12 0,-3 10 1 0,0-3-23 16,3-7-12-16,-4-3-10 0,3 0-9 0,-1 0-7 16,1-5-6-16,-2-5-3 0,0 5-7 0,3-9 0 15,1 2-10-15,-1-9-5 0,5-5-8 0,-6 18 1 16,6-18 2-16,-8 5-5 0,8-5-2 15,0 0-3-15,0 0-1 0,0 0 3 0,-13-37-8 0,13 13-5 16,0-2-1-16,6-14 3 0,-1 3 0 0,5-5-4 16,1 2-1-16,-2 3 2 0,5-2-1 0,1 5 9 15,-1 6-13-15,5-5 5 0,-3 8 2 0,-1 4-4 16,6-5 3-16,3 3 5 0,-7 5 8 0,5-5 9 16,2 6 5-16,-2 1-2 0,0 1 2 0,0 4-7 0,-6 7 7 15,5-2-1-15,-2 5-6 16,-19 1 0-16,33 4 3 15,-16 2-6-15,10 6 2 0,-11 0-1 0,-2-1-4 16,3 11-7-16,-2 4 4 0,-6-1-6 0,4-2 1 0,3 15-7 16,-12-11-5-16,6 12 8 0,-4-14 2 0,-1 13-2 15,-2 2-7-15,-3-13 2 0,0 1 1 0,2 2-1 16,2-4 1-16,-4-4-5 0,2-3-2 0,-2-1 3 16,-2-4-3-16,2-3-3 0,0-11 18 0,7 19-22 15,-7-11-7-15,0-8-1 0,0 0 1 0,0 0 5 16,0 0 1-16,0 0 2 0,36-22-6 0,-22 1 3 15,5-3-2-15,3-11 3 0,-3 1-11 0,-1-1 10 16,2-1-3-16,1-5-3 0,-1 7 6 0,2-3-4 16,1-1 3-16,-3 6 2 0,2-1 0 0,-9 7 5 15,3 0-3-15,3 1-2 0,-5 6 10 0,2-4-9 16,-2 11 0-16,-1-1 10 0,1 0-8 0,-3 4 1 16,-3 0-2-16,1 2 2 0,-9 7-2 0,14-8 7 0,-14 8-4 15,0 0 2-15,0 0 2 0,27 31-2 0,-19-13-3 16,-1 9-6-16,0 5 7 0,0 3-1 15,4 8 9-15,-3-1-5 0,0 2-5 0,0-4-12 0,-2-2-18 16,3 3-37-16,2-1-32 0,-3-12-43 0,0-1-67 16,-1-1-64-16,5-4-62 0,-2-4-52 0,-4-3-46 15,7-4-75-15,-5-7-402 0,4 0-987 0,-12-4 437 16</inkml:trace>
          <inkml:trace contextRef="#ctx0" brushRef="#br0" timeOffset="29455.866">9875 2449 64 0,'-19'0'319'15,"19"0"-24"-15,-22 0 9 0,22 0 10 16,0 0 6-16,0 0-9 0,0 0-24 0,0 0-24 0,94-10-15 16,-45 8-38-16,4-3-18 0,8-1-28 0,23-2-6 15,-3-3-6-15,10 0 14 0,10-2 25 0,-3-4 27 16,38-8 24-16,-42 6 34 0,2-4 18 0,0 2-12 16,-4-2-27-16,-11 9-21 0,-4 0-26 0,-26 2-19 15,1 1-21-15,-6 6-13 0,-5-4-21 0,-14 6-17 16,-7 1-17-16,-6 2-31 0,-14 0-27 0,27 2-29 15,-27-2-30-15,11 12-43 0,-6-1-54 0,-3 1-53 16,-2 6-52-16,-4 1-39 0,0 3-34 0,-3 7-37 16,6-2-30-16,-9 10-36 0,4-9-396 0,-3 2-857 15,1 6 380-15</inkml:trace>
          <inkml:trace contextRef="#ctx0" brushRef="#br0" timeOffset="29174.6088">10403 2866 153 0,'4'-12'381'0,"-4"12"-9"0,0-18 0 0,0 18 4 16,-4-10-23-16,4 10-14 0,-10-13-8 0,10 13-4 0,-17-7-20 15,17 7-10-15,-24 1-8 0,24-1-9 0,-27 7-6 16,7 11-11-16,5-11-15 0,-2 5-21 16,-4 2-22-16,1 1-19 0,1 5-18 0,9-3-15 0,-7 2-15 15,3 3-14-15,3 0-13 0,3 3-11 0,2 1-10 16,2-2-10-16,3 1-9 0,1-3-10 0,5 3-5 15,2-6-3-15,0-1-20 0,2 1-29 0,-1-4-26 16,6 0-17-16,-1-1-16 0,0-4-8 0,3-1-14 16,-2-4-6-16,0-3 15 0,-14-2 3 0,28-2 9 15,-28 2 6-15,23-12 11 0,-11 0-2 0,2 4 7 16,-1-8 3-16,-3 0 3 0,4-4 6 0,-3 3 18 16,-3-6 7-16,4 2 18 0,-2-2 8 0,-5 5 11 15,1 3 13-15,-3 0 12 0,2-3 14 0,-4 0 10 16,1 6 13-16,1 1-3 0,-3 11 3 0,0-21-15 15,0 21-6-15,3-12-10 0,-3 12-7 0,0 0-3 16,0-12 4-16,0 12-19 0,0 0-4 0,0 0-7 0,0 0-5 16,0 0-3-16,0 0-6 0,0 0 7 15,-14 47-3-15,14-29-7 0,0 8 1 0,0 0-2 16,3 1-5-16,5 0 1 0,0-2-2 0,2-2 0 0,1-4-7 16,1 3 2-16,6-3 10 0,2-3-13 0,-4-5-5 15,3-2 4-15,1-4-2 0,1-2 3 0,0-4 2 16,4-2-4-16,2-4 2 0,1-9-5 0,-1 0 1 15,9-5 0-15,-2-11 0 0,-1-1-3 0,-3-4 3 16,-2-10-1-16,7-18-6 0,-5-1-3 0,-2-4-1 16,-1-8-2-16,-5-3-3 0,-7-6-1 0,4 1 1 15,-11-4 3-15,-2 1-2 0,-6 7-3 0,0 1 6 16,0 26 2-16,-5 3 4 0,-1 8 0 0,-2 3 10 0,2 11-10 16,2 15 4-16,-2-6 4 0,0 9-1 15,-2 3 4-15,-2 3-2 0,10 6-1 0,0 0 3 16,0 0-1-16,-38 30-4 0,29-4 1 0,-4 12 0 0,5 6 8 15,2 8-5-15,5 3-1 0,1 16 4 0,1 2-2 16,7 1 0-16,-2 0 2 0,5-22-2 16,-1 26 0-16,4-8 0 0,0 0 1 0,-3-17-3 0,0 1 8 15,2-2-6-15,-3-1-2 0,2-1-3 0,-1-3 9 16,-1-4 0-16,1-6-4 0,-8-10 2 0,5-2-11 16,-2-11-2-16,-4 3-7 0,3-3-18 0,-4-3-17 15,-1-11-23-15,3 12-34 0,-3-12-55 0,0 0-55 16,0 0-41-16,0 0-42 0,0 0-28 0,0 0-24 15,-33-41-37-15,19 19-37 0,-8-11-367 0,1-4-857 16,-1-1 380-16</inkml:trace>
          <inkml:trace contextRef="#ctx0" brushRef="#br0" timeOffset="30127.6987">11477 2976 129 0,'2'15'228'0,"-2"-1"17"15,3 3 3-15,0-7-9 0,-3-10-3 0,7 16-1 0,-3-7-5 16,-4-9-2-16,10 16-5 0,-4-13 1 0,-6-3-12 16,0 0 10-16,14 11-1 0,-14-11 9 0,8 7-1 15,-8-7 2-15,0 0 5 0,8 7 3 0,-8-7 0 16,0 0 9-16,0 0 15 0,0 0-2 0,0 0 13 16,0 0 12-16,0 0 4 0,17 5 7 0,-17-5 2 15,0 0-4-15,0 0-3 0,0 0-9 0,23-23-14 16,-14 14-16-16,4-3-196 0,-4-2-57 0,12-6 0 15,-1 2 0-15,7-14 0 0,-2-1 0 0,-7 7 0 16,7-7 0-16,-3-1 0 0,2-8 0 0,-7 2 0 16,-6 2 0-16,-4 12 0 0,-1 0 0 0,-6 0 0 15,-3 9 0-15,0 0 0 0,-4 3 0 0,-4 6 0 16,2-2 0-16,-7 3 0 0,-1 6 0 0,17 1 0 16,-40 4 0-16,20-3 0 0,5 5 0 0,-4 1 0 15,8-1 0-15,-1 4 0 0,5 0 0 0,-2-2 0 0,4 4 0 16,5-12 0-16,5 25 0 0,3-11 0 0,0-5 0 15,4 3 0-15,-1 0-24 0,5-3-127 16,-2 7 2-16,2-7 15 0,0 3 12 0,3-1 13 0,-3-1 12 16,0 2 9-16,1-4 10 0,-1 5 7 0,-2 3 7 15,0-4 5-15,-3 2 8 0,-1 1 3 0,-2 0 8 16,0 3 10-16,-2 0-3 0,5-2 5 0,-3 2 0 16,1 3 2-16,-5-5 4 0,-1 0-2 0,5-3 4 15,0 1 8-15,-4-4-2 0,1 0 4 0,4 0 1 16,-9-10 1-16,15 8-3 0,-15-8 6 0,16 7-2 15,-16-7 2-15,23 0-2 0,-23 0 3 0,30-14 1 16,-16 6 1-16,1-3-2 0,4-7 7 0,-2 1-4 16,-3-6-1-16,4 0 1 0,-3-4 2 0,-2 2-1 0,-3-1 3 15,2 0 13-15,-2-3 6 0,-2 2 19 16,1 2 8-16,-3 8 5 0,2-2 14 0,-5 3 6 16,4 2 1-16,-7 2-2 0,1 3-3 0,-1 9 1 0,7-17-2 15,-7 17-11-15,0-11-12 0,0 11-4 0,0 0-3 16,0 0-5-16,0 0-3 0,0 0-3 0,-16 33 3 15,11-17-6-15,2 9-11 0,-2 2 4 0,5-1 4 16,0 4-5-16,0-3-2 0,0 4 6 0,7-5-3 16,-7 0-6-16,4-1 0 0,-1-7-28 0,4-1-26 15,-2 0-37-15,-2-5-41 0,1-2-44 0,-2 1-50 16,-2-11-51-16,8 8-44 0,-8-8-39 0,0 0-42 16,0 0-36-16,0 0-58 0,0 0-334 0,0 0-886 15,20-36 392-15</inkml:trace>
          <inkml:trace contextRef="#ctx0" brushRef="#br0" timeOffset="30299.5259">12223 2381 199 0,'-28'1'311'0,"28"-1"2"0,-32 6 5 0,16-4 2 0,5 5-14 16,0 3-27-16,3-3-30 0,-1 2-24 0,4 3-17 15,5-12-30-15,-8 17-16 0,7-4-15 0,1-13-17 16,6 23-37-16,-3-15-63 0,5 5-77 0,-5-3-89 15,-3-10-89-15,11 10-285 0,-3-4-553 0,-8-6 244 16</inkml:trace>
          <inkml:trace contextRef="#ctx0" brushRef="#br0" timeOffset="30818.4721">12348 2496 38 0,'21'7'306'15,"-21"-7"-2"-15,28 11 5 0,-12-6 15 0,4 2 11 0,6 3 9 16,-3 1 4-16,4 0-1 0,-3 4-8 15,3 0-5-15,-2 1-19 0,-3 0-23 0,0 1-26 16,-6 3-18-16,2-3-28 0,-4 6-18 0,-5-4-8 0,-1 5-31 16,-3-1-14-16,-5 2-16 0,0 15-15 0,-5-10-8 15,-1-2-11-15,-4 8-7 0,-1-10-6 0,0 4-14 16,-3-3-10-16,0-4-7 0,1 0-6 0,-3 1-4 16,-1-4 2-16,3 2-12 0,0-7-3 0,-1-4-2 15,3 0-6-15,2-1-7 0,4-3-5 0,6-7-22 16,-13 13-15-16,13-13-6 0,0 0-9 0,0 0 8 15,0 0-1-15,0 0 0 0,-6-31 1 0,11 13 2 16,6-4 1-16,0-4 8 0,1-11-1 0,3-2-3 16,4-3 1-16,-5-1 3 0,2 1-1 0,-4 0 7 15,-1 0-5-15,8 5 4 0,-4-5 7 0,-1 2 1 16,0 2 11-16,5-1 19 0,-3 5 16 0,-4 7 14 16,1 1 2-16,-8 9 9 0,4-1 0 0,-6 4 0 0,2 1-1 15,-3 3-3-15,-2 10-7 0,5-12-5 0,-5 12-5 16,0 0-3-16,0 0-4 0,0 0 0 0,0 0-3 15,-35 26 1-15,21-8 2 0,-4 7 2 0,-2 8-1 0,2 5-5 16,2-1-6-16,5 4 6 0,-1 0 2 0,4-1-10 16,8 11 0-16,-2-6-1 0,4 4 3 15,4-5 2-15,2 0-2 0,-3-4-4 0,7-2-4 0,3-1-4 16,-4-11 3-16,8-5-4 0,-4 0 4 0,6-4 2 16,4-3-10-16,-4-6-3 0,-2 0-8 0,1-3 0 15,-1-3-8-15,2-4-26 0,3 0-1 0,-4-1-13 16,1-5-23-16,-6 0-29 0,3 0-28 0,-2-3-44 15,-2-1-55-15,0-4-27 0,-6 1-33 0,-3-1-44 16,-4-2-47-16,-2 3-69 0,1-3-337 0,-8 3-854 16,0-9 378-16</inkml:trace>
        </inkml:traceGroup>
        <inkml:traceGroup>
          <inkml:annotationXML>
            <emma:emma xmlns:emma="http://www.w3.org/2003/04/emma" version="1.0">
              <emma:interpretation id="{72E695E9-BD3E-4341-B783-051DC7D1C584}" emma:medium="tactile" emma:mode="ink">
                <msink:context xmlns:msink="http://schemas.microsoft.com/ink/2010/main" type="inkWord" rotatedBoundingBox="15029,2724 19652,2823 19577,6348 14954,6250"/>
              </emma:interpretation>
              <emma:one-of disjunction-type="recognition" id="oneOf7">
                <emma:interpretation id="interp7" emma:lang="" emma:confidence="1">
                  <emma:literal/>
                </emma:interpretation>
              </emma:one-of>
            </emma:emma>
          </inkml:annotationXML>
          <inkml:trace contextRef="#ctx0" brushRef="#br0" timeOffset="31787.1838">13824 2762 305 0,'-16'-7'365'0,"2"-4"-20"16,9 7-15-16,5 4-15 0,-4-16-1 0,4 16-20 0,23-10-32 15,-5 4-16-15,13-2-13 0,1 0-11 16,17 0-15-16,6-2 4 0,4 2 1 0,18-3-8 16,7 0-21-16,0-2-14 0,-7 6-18 0,5-3-20 0,-23 2-12 15,4 6-21-15,-3-3-59 0,0-2-76 0,0 6-92 16,-1-2-73-16,-2 2-85 0,-2-1-102 0,-1-2-264 15,-4 4-705-15,-1 0 313 0</inkml:trace>
          <inkml:trace contextRef="#ctx0" brushRef="#br0" timeOffset="31615.2949">14147 2381 95 0,'6'-18'450'0,"-1"4"8"0,1 1 8 16,0 2 5-16,-6 11-15 0,8-14-31 0,-8 14-37 16,0 0-34-16,7-5-23 0,-7 5-22 0,0 0-6 15,0 0-7-15,-2 45-12 0,-4-19-20 0,-1 6-14 16,-2 4-17-16,-2 5-29 0,1-1-2 0,-2 4-25 15,-1-4 10-15,4 4-21 0,-4-1-23 0,3 1-16 16,-2-1-15-16,2 1-8 0,-1 0-7 0,-3-6-2 16,6-1-13-16,-3-11-2 0,3 0-14 0,2 0-10 15,1-1-5-15,0-13-9 0,4 0 1 0,-4-3-14 0,2 2 5 16,3-11 1-16,-3 12-1 0,3-12-3 0,0 0-7 16,0 0 3-16,0 0 2 0,0 0-5 0,33-49 5 15,-13 14-16-15,3-8 2 0,-1-4-15 0,12-16 0 16,6-6 0-16,-18 17 0 0,7-15 0 0,-6 17 0 15,-2-3 0-15,-1 3 0 0,1 4 0 0,-1-1 0 16,-1 1 0-16,4 5 0 0,-6-1 0 0,3 7 0 16,-7 11 0-16,3-1 0 0,-2 2 0 0,-6 9 0 15,3-1 0-15,-1 4 0 0,-1 4 0 0,1-3 0 16,-10 10 0-16,20-5 0 0,-20 5 0 0,0 0 0 16,24 22 0-16,-12 6 0 0,3 7 0 0,-1 10 0 15,-1-1 0-15,2 7 0 0,-8 1 0 0,15 22 0 16,-5-3 0-16,-1 1 0 0,3 3 0 0,-8-23 0 15,10 25 0-15,-1-6 0 0,-1-1 0 0,-9-21 0 0,-3 1 0 16,4-4 0-16,-3 0 0 0,0-4 0 0,-6-7 0 16,1-7 0-16,-3-2 0 0,0-8 0 0,-5-3-216 15,-3 1-97-15,2-7-65 0,-7-4-68 0,-1-3-56 16,14-2-71-16,-49-14-388 0,13-5-1041 0,-2-5 462 16</inkml:trace>
          <inkml:trace contextRef="#ctx0" brushRef="#br0" timeOffset="32001.5433">15574 2657 325 0,'0'0'376'0,"0"0"19"0,0 0 42 0,0 0 29 15,9 12 12-15,-9-12-20 0,32 2-24 0,-4 0-28 16,2-2-23-16,11-4-31 0,5 1-33 0,3-1-32 16,3-1-29-16,1 3-32 0,-8-6-37 0,1 4-64 15,0-1-62-15,-14 4-85 0,-4-5-90 0,1 4-78 16,-9 2-62-16,-20 0-63 0,27 0-44 0,-27 0-81 0,14 2-275 16,-14-2-774-16,0 0 342 0</inkml:trace>
          <inkml:trace contextRef="#ctx0" brushRef="#br0" timeOffset="32201.5226">15729 2991 167 0,'-35'22'337'0,"8"-6"-2"0,0 1-3 16,10-2 17-16,3-2 13 0,2-4 12 0,12 2 5 15,0-11-7-15,4 19-12 0,-4-19-21 0,19 12-25 0,1-6-32 0,9-3-29 0,5-2-26 16,12 3-19-16,0-8-23 0,6 0-20 0,0-2-16 0,2 1-19 16,-2-7-17-16,-3 3-29 0,2-3-30 15,-4 0-27-15,-17 2-42 0,2 3-41 0,-2 0-59 16,1-1-41-16,-5 0-38 0,-7 1-42 0,-10 4-30 0,-9 3-42 15,25-10-52-15,-17 6-339 0,-8 4-756 0,0 0 334 16</inkml:trace>
          <inkml:trace contextRef="#ctx0" brushRef="#br0" timeOffset="35966.8948">16947 2048 213 0,'0'0'296'16,"-1"-17"-3"-16,1 17-9 0,0-15 0 0,0 15 1 0,0-12-26 15,0 12 0-15,1-13-7 0,-1 13-4 0,5-13-2 16,-5 13 7-16,0 0 0 0,-2-16 0 0,2 16-5 16,0 0 1-16,3-14-8 0,-3 14-14 0,0 0-8 15,5-12-7-15,-5 12-4 0,0 0-15 0,2-13-10 16,-2 13-16-16,0 0-11 0,0 0-16 0,0 0-17 15,0 0-4-15,0 0-4 0,0 0-8 0,0 0 8 16,0 0 1-16,9 36 2 0,-2-13-7 0,-3 2 1 16,-2 6-13-16,6 6-1 0,0 5 1 0,-8 4 6 15,9 4 4-15,-1 1-8 0,-2-1-5 0,4 24-6 16,-4-22-6-16,4 27 0 0,-4-25-15 0,0 24-69 16,1 1 0-16,1 0 0 0,-8 4 0 0,0 3 0 15,0-2 0-15,-4 1 0 0,1 5 0 0,2-3 0 16,-6 6 0-16,4-4 0 0,-3-2 0 0,0-1 0 15,1-9 0-15,3 5 0 0,-6 0 0 0,2-7 0 0,1-2 0 16,1 4 0-16,-3-5 0 0,2-3 0 0,-2 1 0 16,2-15 0-16,-3-3 0 0,5 0 0 0,-2 4 0 15,0-3 0-15,2 17 0 0,-2-21 0 0,2-4 0 16,0-1 0-16,1 1 0 0,1-1 0 0,2-4 0 16,-1-2 0-16,0-8 0 0,0 0 0 0,0-2 0 15,2 2 0-15,-2-4 0 0,6 0 0 0,-6 0 0 16,7-3 0-16,-7-8 0 0,8 3 0 0,-5 3 0 15,0-9 0-15,-3 0 0 0,6 1 0 0,-4-1 0 16,3-1 0-16,-5-11 0 0,1 15 0 0,4-4 0 16,-5-11 0-16,1 11 0 0,-1-11 0 0,0 15 0 15,0-15 0-15,0 0 0 0,0 11 0 0,0-11 0 0,0 0 0 16,0 0 0-16,0 15 0 0,0-15 0 0,0 0 0 16,0 0 0-16,0 0 0 0,0 0 0 0,0 0 0 15,0 0 0-15,0 0 0 0,0 0 0 0,0 0 0 16,0 9 0-16,0-9 0 0,0 0 0 0,0 0 0 15,0 0 0-15,0 0 0 0,0 0 0 0,0 0 0 16,0 0 0-16,0 0 0 0,0 0 0 0,0 0 0 16,0 0 0-16,0 0 0 0,0 0 0 0,0 0 0 15,0 0 0-15,0 0 0 0,0 0 0 0,0 0 0 16,0 0 0-16,0 0 0 0,0 0 0 0,0 0 0 16,0 0 0-16,0 0 0 0,0 0 0 0,19 8 0 15,-9-3 0-15,-10-5 0 0,25 3 0 0,-4 1 0 0,7 2 0 16,4 1 0-16,15-4 0 0,1-3 0 0,5 0 0 15,7-1 0-15,19-2 0 0,5-1 0 16,-27 0 0-16,27-3 0 0,-5-5 0 0,3-2-432 0,-25 2-48 16,0 1-30-16,-2-4-37 0,2 1-490 0,-2-8-1124 15,-2-4 497-15</inkml:trace>
          <inkml:trace contextRef="#ctx0" brushRef="#br0" timeOffset="42044.5328">17876 3690 275 0,'-14'-13'345'0,"11"4"-20"0,3 9-18 0,-5-19-5 15,8 8-23-15,-3 11-20 0,8-21-20 0,0 8-22 16,5 2-21-16,-2-3-12 0,6 6-23 0,1-3-12 15,2 4-20-15,1-2-13 0,4 0-10 0,-3 6-10 0,-1 2-13 16,1 1-5-16,-22 0-12 0,38 1 0 16,-19 5-10-16,-3 2-4 0,7 6-6 0,-12-2-4 15,0 0-8-15,-1 5-5 0,-2-1 0 0,-5 4 0 0,-1 4-10 16,-4 2-1-16,-4-1 3 0,-1-2-2 0,-5 3-5 16,-3-4 3-16,-5 4-5 0,-1-3-3 15,-4 5 1-15,0-6-4 0,3-7 2 0,-5 3 4 0,0-3-10 16,5 0 7-16,-2-4-7 0,5 1 3 0,5-5-2 15,1-4 4-15,2 3 14 0,11-6-20 0,-17 9 1 16,17-9-14-16,0 0 6 0,0 0 10 0,0 0-11 16,0 0 7-16,0 0-2 0,0 0 0 0,27-31 5 15,-15 22 1-15,6 1 1 0,2-1 1 0,6 1-2 16,-3-2-8-16,-1 3 7 0,5-5-4 0,-1 5-3 16,-6 0 0-16,5 4 1 0,-4 0 10 0,-2 2-5 15,-19 1-4-15,38 4 7 0,-18-1-8 0,6 4-4 16,-9 2 4-16,5 6 1 0,-1-1-2 0,-7 1 5 15,3 8 3-15,-1-3-3 0,-3 0 1 0,-4 3-4 16,-4-5 3-16,-3 8 0 0,-2 0 1 0,-4 3 1 16,0-3-6-16,-6-5 7 0,-2 3 4 0,-7-1-3 0,-2-2 2 15,-1-7-3-15,-2 6-1 0,-1-3-3 0,-2-4-4 16,-3-6 2-16,-11 4 4 0,9-8-8 16,-12-3-7-16,5-1-14 0,-3-6-10 0,9 1 0 0,2-2-11 15,-1-4-20-15,-3 1-29 0,-1-7-29 0,9-1-28 16,5 1-35-16,5-5-36 0,1 1-36 0,5-4-279 15,3 1-585-15,8-1 259 0</inkml:trace>
        </inkml:traceGroup>
        <inkml:traceGroup>
          <inkml:annotationXML>
            <emma:emma xmlns:emma="http://www.w3.org/2003/04/emma" version="1.0">
              <emma:interpretation id="{AE45A9B1-81A0-427E-887F-9E9613D30E1B}" emma:medium="tactile" emma:mode="ink">
                <msink:context xmlns:msink="http://schemas.microsoft.com/ink/2010/main" type="inkWord" rotatedBoundingBox="21691,4440 21752,4441 21735,5230 21674,5228"/>
              </emma:interpretation>
              <emma:one-of disjunction-type="recognition" id="oneOf8">
                <emma:interpretation id="interp8" emma:lang="" emma:confidence="1">
                  <emma:literal/>
                </emma:interpretation>
              </emma:one-of>
            </emma:emma>
          </inkml:annotationXML>
          <inkml:trace contextRef="#ctx0" brushRef="#br0" timeOffset="42576.7228">20524 3672 405 0,'-10'-18'449'0,"7"8"6"0,3 10 12 16,-6-17 1-16,4 6-7 0,2 11-8 0,-6-18-16 15,6 18-20-15,-2-13-26 0,2 13-26 0,0 0-34 16,-1-13-27-16,1 13-33 0,0 0-22 0,0 0-20 15,0 0-6-15,0 0-10 0,0 0-8 0,-10 45-14 0,9-18-5 16,1 1-24-16,-7 13-7 0,7 0-13 16,-1 2-9-16,-4 1-25 0,3-3-1 0,2 2-12 15,-6 1-2-15,6 3-67 0,-3-3-26 0,-2-3 0 16,5-2 0-16,0-8 0 0,0-3 0 0,0 0 0 16,-1-2 0-16,2-1 0 0,-1-7 0 0,0-3 0 15,0 1 0-15,0-8 0 0,0-8 0 0,0 17-86 0,0-17-190 16,0 8-83-16,0-8-85 0,0 0-69 0,0 0-118 15,0 0-350-15,0 0-1062 0,14-37 470 0</inkml:trace>
        </inkml:traceGroup>
        <inkml:traceGroup>
          <inkml:annotationXML>
            <emma:emma xmlns:emma="http://www.w3.org/2003/04/emma" version="1.0">
              <emma:interpretation id="{61EABB75-A144-40C4-969D-4A0523143C8E}" emma:medium="tactile" emma:mode="ink">
                <msink:context xmlns:msink="http://schemas.microsoft.com/ink/2010/main" type="inkWord" rotatedBoundingBox="24028,4198 25268,4224 25246,5248 24007,5221"/>
              </emma:interpretation>
              <emma:one-of disjunction-type="recognition" id="oneOf9">
                <emma:interpretation id="interp9" emma:lang="" emma:confidence="1">
                  <emma:literal/>
                </emma:interpretation>
              </emma:one-of>
            </emma:emma>
          </inkml:annotationXML>
          <inkml:trace contextRef="#ctx0" brushRef="#br0" timeOffset="43188.6488">22837 3808 346 0,'0'0'447'0,"-14"-3"-16"0,14 3-4 16,-14-6-20-16,14 6-19 0,0 0-32 0,-16-7-35 16,16 7-31-16,0 0-29 0,0 0-24 0,0 0-17 15,0 0-21-15,0 0-13 0,0 0-16 0,0 0-13 16,0 0-14-16,0 0-13 0,52-5-15 0,-31 1-10 16,7 3-5-16,7-2-31 0,11-3-5 15,-3 1-5-15,1-2-6 16,3 3-9-16,-3 0-3 0,-1-4-16 0,5 5-47 15,-7-4-60-15,-2-4-71 0,-7 7-70 0,-5-2-77 16,-2-3-99-16,-11 2-370 0,7 2-833 0,-7 1 369 16</inkml:trace>
          <inkml:trace contextRef="#ctx0" brushRef="#br0" timeOffset="43517.7469">23952 3372 30 0,'4'-11'412'15,"-4"11"-13"-15,0 0-2 0,7-7-5 0,-7 7-15 16,0 0-1-16,0 0-9 0,0 0-12 0,0 0-12 16,0 0-9-16,22 28-5 0,-17-9-31 0,1 2-6 15,-3 7-15-15,3 12-4 0,1-2-9 0,-4 6-10 16,0 2-22-16,-3-1 3 0,0 4-31 0,5-4-15 0,-5 6-18 15,-3-2-22-15,3 2-8 0,-2 1-15 16,2-8-13-16,0 0 2 0,2 1-24 0,1-4-4 16,-3 0-16-16,0-1 0 0,0-12-11 0,0 0-5 0,-3-6-3 15,1-4-16-15,2-2 3 0,0-1-4 0,0-5-14 16,0-10-30-16,0 15-41 0,0-15-37 0,0 12-38 16,0-12-56-16,0 0-80 0,0 0-80 0,0 0-76 15,0 0-81-15,0 0-110 0,0 0-307 0,0 0-990 16,-6-44 439-16</inkml:trace>
        </inkml:traceGroup>
      </inkml:traceGroup>
    </inkml:traceGroup>
  </inkml:traceGroup>
</inkml:ink>
</file>

<file path=ppt/ink/ink11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7T08:22:28.034"/>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8C01A50F-5C4F-44CD-94A9-53B29AC92167}" emma:medium="tactile" emma:mode="ink">
          <msink:context xmlns:msink="http://schemas.microsoft.com/ink/2010/main" type="writingRegion" rotatedBoundingBox="25187,2536 26771,2536 26771,7236 25187,7236"/>
        </emma:interpretation>
      </emma:emma>
    </inkml:annotationXML>
    <inkml:traceGroup>
      <inkml:annotationXML>
        <emma:emma xmlns:emma="http://www.w3.org/2003/04/emma" version="1.0">
          <emma:interpretation id="{4BEE7C15-B0FA-44D2-ABC0-3CCEE1E74170}" emma:medium="tactile" emma:mode="ink">
            <msink:context xmlns:msink="http://schemas.microsoft.com/ink/2010/main" type="paragraph" rotatedBoundingBox="25187,2536 26771,2536 26771,7236 25187,7236" alignmentLevel="1"/>
          </emma:interpretation>
        </emma:emma>
      </inkml:annotationXML>
      <inkml:traceGroup>
        <inkml:annotationXML>
          <emma:emma xmlns:emma="http://www.w3.org/2003/04/emma" version="1.0">
            <emma:interpretation id="{C1E16230-9E02-48EC-BA98-E65E4003D3F7}" emma:medium="tactile" emma:mode="ink">
              <msink:context xmlns:msink="http://schemas.microsoft.com/ink/2010/main" type="line" rotatedBoundingBox="25187,2536 26771,2536 26771,7236 25187,7236"/>
            </emma:interpretation>
          </emma:emma>
        </inkml:annotationXML>
        <inkml:traceGroup>
          <inkml:annotationXML>
            <emma:emma xmlns:emma="http://www.w3.org/2003/04/emma" version="1.0">
              <emma:interpretation id="{4FA7D581-7AA2-454B-A065-FDE313E1EDDF}" emma:medium="tactile" emma:mode="ink">
                <msink:context xmlns:msink="http://schemas.microsoft.com/ink/2010/main" type="inkWord" rotatedBoundingBox="25187,2536 26771,2536 26771,7236 25187,7236"/>
              </emma:interpretation>
            </emma:emma>
          </inkml:annotationXML>
          <inkml:trace contextRef="#ctx0" brushRef="#br0">-1987-743 210 0,'-23'-6'334'16,"9"5"-18"-16,-2-4-10 0,-3 3-5 0,19 2-11 15,-20-6-29-15,20 6-25 0,0 0-21 0,-16-6-21 16,16 6-18-16,0 0-5 0,0 0-5 0,0 0-8 15,0 0-5-15,0 0-4 0,79-1-10 0,-50 1 5 16,13 0-7-16,4 0-13 0,-2 0-3 0,7 1-5 16,-4-2-11-16,4-2-10 0,1 0-5 0,0 6-2 15,2-6-6-15,-2-2 4 0,-3 5-9 0,0-2-10 16,-6 0 0-16,6 1-8 0,0-8-3 0,-7 4-2 16,-8 3 1-16,-4 0 9 0,-4-6 5 0,0 2 5 15,-9 6 12-15,-17 0-2 0,25-4 3 0,-25 4-3 16,23-3-1-16,-23 3-10 0,0 0-5 0,15-1-7 0,-15 1-10 15,0 0 0-15,19 8-5 0,-12 1 2 0,-3 7-1 16,7 7-4-16,-3 6 3 0,3 12 5 16,0 7-1-16,1 6 12 0,5 18-8 0,2 17-1 0,1 32 16 15,-7-31 15-15,15 39 3 0,-2 0 21 0,-6-7 3 16,1 19 5-16,7 7 7 0,1 7 11 0,-1 12 9 16,1-6-7-16,-6-1-5 0,7 4-15 0,-7 4-116 15,-3-5 0-15,-6-4 0 0,1 1 0 0,-8-2 0 16,1-6 0-16,-1-15 0 0,-11-2 0 0,0-3 0 15,-3-7 0-15,0-35 0 0,0 0 0 0,-2-3 0 16,2 1 0-16,1-3 0 0,-2-5 0 0,3-3 0 16,-2-8 0-16,-6-14 0 0,11-10 0 0,2-2 0 15,0-2 0-15,-1 0 0 0,1-12 0 0,0 1 0 0,0-7 0 16,0-6 0-16,0 1 0 0,1-5 0 0,-1-2 0 16,0-11 0-16,5 18 0 0,-5-18 0 0,-3 15 0 15,3-15 0-15,3 11 0 0,-3-11 0 0,0 0 0 16,3 12 0-16,-3-12 0 0,0 0 0 0,3 12 0 15,-3-12 0-15,0 0 0 0,0 0 0 0,0 0 0 16,0 0 0-16,0 0 0 0,0 0 0 0,0 0 0 16,-4 13 0-16,4-13 0 0,0 0 0 0,-8 8 0 15,8-8 0-15,0 0 0 0,-19 7 0 0,19-7 0 16,-27 5 0-16,11-3 0 0,-4-2 0 0,-10-2 0 16,-13 1 0-16,-8-7 0 0,-9-3 0 0,-16 1 0 15,-3-5 0-15,-1 1 0 0,20 2 0 0,-24-9 0 0,6-4 0 16,1 1 0-16,19 8 0 0,-17-10 0 0,23 5 0 15,-5 3-85-15,3-1-604 0,4 0-548 16,2-4-1338-16,4 1 592 0</inkml:trace>
        </inkml:traceGroup>
      </inkml:traceGroup>
    </inkml:traceGroup>
  </inkml:traceGroup>
</inkml:ink>
</file>

<file path=ppt/ink/ink11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7T08:22:39.706"/>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03C6420F-7C63-4B0D-82AF-B69BFDA900A6}" emma:medium="tactile" emma:mode="ink">
          <msink:context xmlns:msink="http://schemas.microsoft.com/ink/2010/main" type="writingRegion" rotatedBoundingBox="27232,2818 32274,2449 32383,3949 27342,4317"/>
        </emma:interpretation>
      </emma:emma>
    </inkml:annotationXML>
    <inkml:traceGroup>
      <inkml:annotationXML>
        <emma:emma xmlns:emma="http://www.w3.org/2003/04/emma" version="1.0">
          <emma:interpretation id="{DA459804-7009-46BA-B806-95709DB7C940}" emma:medium="tactile" emma:mode="ink">
            <msink:context xmlns:msink="http://schemas.microsoft.com/ink/2010/main" type="paragraph" rotatedBoundingBox="27232,2818 32274,2449 32383,3949 27342,4317" alignmentLevel="1"/>
          </emma:interpretation>
        </emma:emma>
      </inkml:annotationXML>
      <inkml:traceGroup>
        <inkml:annotationXML>
          <emma:emma xmlns:emma="http://www.w3.org/2003/04/emma" version="1.0">
            <emma:interpretation id="{72600D1B-E223-4BF8-8693-2712F492A9DF}" emma:medium="tactile" emma:mode="ink">
              <msink:context xmlns:msink="http://schemas.microsoft.com/ink/2010/main" type="line" rotatedBoundingBox="27232,2818 32274,2449 32383,3949 27342,4317"/>
            </emma:interpretation>
          </emma:emma>
        </inkml:annotationXML>
        <inkml:traceGroup>
          <inkml:annotationXML>
            <emma:emma xmlns:emma="http://www.w3.org/2003/04/emma" version="1.0">
              <emma:interpretation id="{71B02B1B-693E-4066-A161-50305EB8F41C}" emma:medium="tactile" emma:mode="ink">
                <msink:context xmlns:msink="http://schemas.microsoft.com/ink/2010/main" type="inkWord" rotatedBoundingBox="27232,2818 28376,2734 28457,3855 27314,3938"/>
              </emma:interpretation>
              <emma:one-of disjunction-type="recognition" id="oneOf0">
                <emma:interpretation id="interp0" emma:lang="" emma:confidence="1">
                  <emma:literal/>
                </emma:interpretation>
              </emma:one-of>
            </emma:emma>
          </inkml:annotationXML>
          <inkml:trace contextRef="#ctx0" brushRef="#br0">114 136 126 0,'-30'0'358'0,"4"-5"-14"0,10 1-23 0,16 4-23 0,-27-3-19 15,27 3-20-15,-16-4-23 0,16 4-25 0,0 0-17 16,0 0-21-16,0 0-22 0,0 0-7 0,63-15-20 15,-33 11-11-15,13-3-13 0,4 4-6 0,4-4-20 16,6 3-24-16,3-4-25 0,-3 1-27 0,1 1-39 16,2 1-42-16,-1-6-55 0,-2 3-41 0,20-1-68 15,-28-1-251-15,5 2-539 0,-5-1 239 0</inkml:trace>
          <inkml:trace contextRef="#ctx0" brushRef="#br0" timeOffset="-234.376">451-570 281 0,'0'0'335'0,"0"0"-33"0,-6-10-27 0,6 10-16 16,0 0-8-16,0 0 0 0,0 0 8 0,0 0 9 15,0 0-4-15,0 49-9 0,3-26-9 0,-3 4 1 0,0 3-17 16,0 9-5-16,0 1-7 0,0 5-24 0,0-1-15 15,-3-6-11-15,0 10-10 0,-4-5-17 0,3 1-12 16,-4 5-11-16,1-6-10 0,-1 3-15 0,2-5-6 16,-2 7-7-16,5-3-8 0,-3-1-10 0,3-2-6 15,-4-2-1-15,12 0-10 0,-10-9-2 0,5-3-4 16,-1 1-5-16,7-2-3 0,-1-2-6 0,-2-10 0 16,-3 0-4-16,6-1-11 0,2-1 1 0,0-6-7 15,3 0 0-15,-11-7-7 0,21 6 6 0,-21-6-1 16,28 0 1-16,-28 0-1 0,32-10-1 0,-13 0-2 15,-4-3 5-15,6-1-1 0,-7 1 0 0,0 1 1 16,4 0-1-16,-1-10 0 0,-4 9 1 0,1 3-6 16,-3 4 4-16,0-5-2 0,2 3 2 0,-5 0 1 15,-8 8-3-15,14-10-2 0,-14 10-1 0,11-6 2 16,-11 6-1-16,0 0 2 0,6-8-1 0,-6 8-1 0,0 0-1 16,0 0-3-16,0 0 3 0,0 0 2 0,0 0 0 15,0 0-1-15,0 0 1 0,0 0-1 0,26 17 3 16,-26-17-3-16,11 10 2 0,-3-5 0 0,0 4 0 15,4 1 0-15,-12-10 0 0,27 11 1 0,-10-9-2 16,-1 4 4-16,3-4-3 0,0 0-1 0,-19-2 2 16,38-2 2-16,-19 2-1 0,3-3-3 0,-3-1 2 15,2-3 1-15,2 0 1 0,-7-1 1 0,3-3-1 16,3-1 0-16,-9 0-3 0,1 3 3 0,-1-6-1 0,-2 5 3 16,-5-7 4-16,0 3 0 0,2-1 2 15,-8 0-6-15,4 1 7 0,-4 4-2 0,-4-10-3 16,1 7 1-16,-5-3-1 0,-1-2-2 0,1 5 1 0,2-3-1 15,-5 2-2-15,-2 1 0 0,-1 0-4 0,-2 6-4 16,-1-4-1-16,-1 2-9 0,1 4-12 16,-4 3-14-16,-1 1-19 0,22 1-20 0,-46 3-23 0,21 4-21 15,-2 4-33-15,5-3-33 0,-5 6-24 0,-1 2-35 16,4-1-28-16,-1 3-47 0,9-9-67 0,-9 7-281 16,2-4-728-16,9-3 322 0</inkml:trace>
        </inkml:traceGroup>
        <inkml:traceGroup>
          <inkml:annotationXML>
            <emma:emma xmlns:emma="http://www.w3.org/2003/04/emma" version="1.0">
              <emma:interpretation id="{F62A8D3C-59D2-4E99-ABCF-B4EAAE1F42C9}" emma:medium="tactile" emma:mode="ink">
                <msink:context xmlns:msink="http://schemas.microsoft.com/ink/2010/main" type="inkWord" rotatedBoundingBox="29302,2903 30801,2794 30875,3816 29377,3926"/>
              </emma:interpretation>
              <emma:one-of disjunction-type="recognition" id="oneOf1">
                <emma:interpretation id="interp1" emma:lang="" emma:confidence="1">
                  <emma:literal/>
                </emma:interpretation>
              </emma:one-of>
            </emma:emma>
          </inkml:annotationXML>
          <inkml:trace contextRef="#ctx0" brushRef="#br0" timeOffset="1139.368">3003-138 11 0,'4'-26'326'0,"-4"1"-2"0,0 7 3 15,-4 3 0-15,8-3 10 0,-3 6-1 0,-1 0-7 16,0 12-7-16,0-16-26 0,0 16-27 0,2-14-28 16,-2 14-23-16,0 0-22 0,0 0-19 0,5-10-10 15,-5 10-20-15,0 0-1 0,0 0-11 0,9 38-6 16,-6-13-6-16,-3 1-5 0,3 0-3 16,-3 2-8-16,-3 2-5 0,0-2 4 0,3 11-7 0,5-2-3 0,-7-7-15 0,-1 7-5 15,3-5-10-15,0 7-6 0,0-3-5 0,0-7-5 16,3-1-7-16,-1-2-2 0,-4 2-4 0,7-5-1 15,-2 3-7-15,-1 0-2 0,-1-10-3 0,-1 2-2 16,3-2-2-16,-1 0-3 0,0 1 0 0,-1-9-1 16,-1-8-1-16,6 19-1 0,-6-19-3 0,5 9-2 15,-5-9 1-15,0 0 3 0,3 10-1 0,-3-10-3 16,7 10 3-16,-7-10-6 0,0 0-1 0,14 7 0 16,-14-7 1-16,17 6-2 0,-17-6 3 0,29-2-2 15,-29 2-3-15,35 0 4 0,-15-3-7 0,5 3 5 16,2-1 0-16,3 1-4 0,3-7-8 0,-3 7-9 15,2-3-23-15,-2-1-23 0,-1-2-26 0,-1 8-26 16,0-8-41-16,-1 0-39 0,-11-4-20 0,5 0-20 16,-7 4-17-16,-1-1-21 0,-6-4-22 0,5-3-46 15,-9-1-23-15,-3 0-277 0,-3 1-694 0,-2 2 307 16</inkml:trace>
          <inkml:trace contextRef="#ctx0" brushRef="#br0" timeOffset="759.3919">2088-275 332 0,'7'-14'405'0,"-3"6"-12"0,-4 8-6 16,8-19-15-16,-4 10-28 0,-4 9-28 0,12-10-33 0,-12 10-10 16,0 0-23-16,22 0-17 0,-22 0-13 0,15 22-6 15,-9-6-10-15,-1 10-13 0,4 11-7 16,-1 1-12-16,-10 1-12 0,4 1-14 0,-2 2-14 0,0 1-14 16,0-2-9-16,0 4-9 0,0-5-11 0,-2 9-8 15,4-8-6-15,-4 0-5 0,-4-2-10 0,0-1-5 16,3-7-3-16,-1-3 8 0,0-2-21 0,1 0-1 15,-5-1-4-15,8-9-4 0,-7-2-2 0,7-2-1 16,0-12 4-16,-6 14 18 0,6-14 23 0,-3 12 18 16,3-12 24-16,0 0-10 0,0 0-14 0,0 0-4 15,0 0-7-15,0-51 0 0,3 22-17 0,0-14-10 16,3-5 3-16,-2 3-7 0,4-6-7 0,3-19-7 16,-5 18-6-16,-1 0 1 0,1 1-1 0,0-4-5 15,5 6-2-15,-1 1-4 0,-2 3-5 0,6 5-3 16,0-1 1-16,0 2-4 0,-1 15 2 0,1-5-4 15,5 6-4-15,3-2 1 0,-3 6-5 0,3 0 0 16,1 5-21-16,-1 0-4 0,0 3-8 0,-3 4-3 16,0 6-5-16,0-3 3 0,-19 4 5 0,27 15-2 15,-13-7 2-15,0 7-2 0,0 5-15 0,-3 4-2 16,-7 4-2-16,0 2 4 0,-4 7 3 0,-6 0-6 0,0 2-2 16,-7 1-3-16,-3-4 6 0,2-10-2 0,-5 1 5 15,0 5 6-15,-13-2 5 0,12-9 3 16,-15 3 10-16,7-6 1 0,4 1 6 0,-12-2-5 0,9-2 6 15,0-2 4-15,-2-4 3 0,3 2 0 0,3-3 0 16,4-3-1-16,4 1 1 0,-1 1 4 0,-2-4 0 16,7 6 2-16,11-9 2 0,-20 3-2 0,20-3 2 15,-14 6 1-15,14-6-1 0,-8 7 3 0,8-7 1 16,0 0 0-16,0 0 0 0,14 21 4 0,0-14-3 16,0 0 1-16,10 3 4 0,1 0-3 0,5 0 1 15,10 1 1-15,-8 0-4 0,7 1 3 0,2 1-1 16,-1 0-1-16,1-3-1 0,-2 1-3 0,-9-2-24 15,0 0-50-15,-1-2-43 0,2 3-39 0,-2-8-21 16,-1-2-32-16,-7 5-17 0,3-5-22 0,-4 2-30 16,-20-2-17-16,40-3-22 0,-23-3-8 0,3 0-283 15,-1-4-661-15,-1 0 294 0</inkml:trace>
        </inkml:traceGroup>
        <inkml:traceGroup>
          <inkml:annotationXML>
            <emma:emma xmlns:emma="http://www.w3.org/2003/04/emma" version="1.0">
              <emma:interpretation id="{A2C5CC86-8B93-4868-A485-D13085B887FD}" emma:medium="tactile" emma:mode="ink">
                <msink:context xmlns:msink="http://schemas.microsoft.com/ink/2010/main" type="inkWord" rotatedBoundingBox="30398,2836 32292,2698 32383,3949 30490,4087"/>
              </emma:interpretation>
              <emma:one-of disjunction-type="recognition" id="oneOf2">
                <emma:interpretation id="interp2" emma:lang="" emma:confidence="0.5">
                  <emma:literal>If</emma:literal>
                </emma:interpretation>
                <emma:interpretation id="interp3" emma:lang="" emma:confidence="0.5">
                  <emma:literal>5 F</emma:literal>
                </emma:interpretation>
                <emma:interpretation id="interp4" emma:lang="" emma:confidence="0">
                  <emma:literal>E F</emma:literal>
                </emma:interpretation>
                <emma:interpretation id="interp5" emma:lang="" emma:confidence="0">
                  <emma:literal>F</emma:literal>
                </emma:interpretation>
                <emma:interpretation id="interp6" emma:lang="" emma:confidence="0">
                  <emma:literal>= F</emma:literal>
                </emma:interpretation>
              </emma:one-of>
            </emma:emma>
          </inkml:annotationXML>
          <inkml:trace contextRef="#ctx0" brushRef="#br0" timeOffset="1483.0879">3361-222 396 0,'-30'-12'167'0,"1"1"25"0,2 1-5 15,-1-1 1-15,3 6 14 0,-1-3 10 0,9 5 6 16,3-4 15-16,14 7-7 0,-21-7-5 0,21 7-8 16,-11-8-23-16,11 8-20 0,0 0-20 0,0 0-12 15,25-23-13-15,-12 16-16 0,8 2-6 0,-1-4-20 0,9 4-14 16,-1-6-28-16,2 8-25 0,11-8-39 0,0 3-37 15,-11 3-41-15,2 3-32 0,-1-7-35 16,4 0-30-16,3 1-32 0,-6-3-38 0,-2 4-177 0,0 0-482 16,-5 2 214-16</inkml:trace>
          <inkml:trace contextRef="#ctx0" brushRef="#br0" timeOffset="1342.4722">3367 202 137 0,'-22'-3'281'0,"3"3"-10"0,-2-5-3 0,4-1 4 15,0 5-1-15,17 1-3 0,-24-7 14 0,24 7-18 0,-19-4-13 16,19 4-12-16,-8-7-10 0,8 7-6 0,0 0-9 16,0 0-19-16,0 0-19 0,41-22-14 0,-22 14-21 15,11 1-11-15,-3-1-15 0,3-3-12 0,0 4-14 16,2-1-13-16,-4-3-14 0,1 2-19 0,-3-1-19 16,-7 3-28-16,0 0-19 0,-3-4-34 0,-3 0-30 15,3 0-12-15,-4-1-28 0,-7 3-25 0,-5 9-36 16,0-24-31-16,-5 13-27 0,-1-7-12 0,-2 3-53 15,-1-1-192-15,-14-4-544 0,0 1 241 0</inkml:trace>
          <inkml:trace contextRef="#ctx0" brushRef="#br0" timeOffset="1900.861">3808-486 478 0,'16'-2'105'0,"3"-3"27"0,-19 5 3 0,25-3 4 16,-25 3 0-16,28 1 10 0,-28-1-7 0,24 0 13 0,-24 0 33 15,24 9 12-15,-8-1 0 0,-4-4 3 0,3 9 23 16,-1-1 12-16,-3 2-12 0,5 5 8 0,-4 4 4 31,2 3-7-31,2 2 9 0,0 7-7 0,-3 2-12 0,-1 4-3 0,-2-1-9 0,-5 3-9 16,4-1-3-16,-3 3-5 0,2 3-8 0,-8-4 1 15,7 4-8-15,-4 0-8 0,-3 1-3 0,0 2-20 16,5-7-5-16,-5 3-14 0,0-3-3 0,4 5-6 16,-5-4-1-16,-2-7-23 0,3-10-22 0,0-2 11 15,0-7-7-15,0-1-8 0,3-2-6 0,-2-6-3 0,-1-10 5 16,2 18 17-16,-2-18 15 0,3 12 26 15,-3-12 13-15,2 9-78 0,-2-9-57 0,0 0 0 16,0 0 0-16,0 0 0 0,9-34 0 0,-11 8 0 0,4-12 0 16,4-6 0-16,-4-4 0 0,3-7 0 0,-5-1 0 15,-2-26 0-15,4-2 0 0,-4 1 0 0,10 4 0 16,-8 4 0-16,-5 21 0 0,5 1 0 0,5 3 0 16,-3 4 0-16,6 2 0 0,4 5 0 0,4-1 0 15,5 3 0-15,5 0 0 0,4 0 0 0,5 9 0 16,5-2 0-16,-2 7 0 0,1 1 0 0,2 4 0 15,-1 6 0-15,1 4 0 0,-8 1 0 0,-3 3 0 16,-2 4 0-16,1 5 0 0,-2 8 0 0,-5 0 0 16,-8 1-300-16,0 5-45 0,-1 4-27 0,-2 2-31 15,-3 6-8-15,-13-3-10 0,-1 11-25 0,-2-9-28 16,-6 4-363-16,1-8-906 0,-3 3 400 0</inkml:trace>
          <inkml:trace contextRef="#ctx0" brushRef="#br0" timeOffset="2081.0497">4339-5 132 0,'-21'8'298'16,"10"3"-21"-16,0-1-9 0,2-5 24 0,1 6 7 16,8-11 13-16,-3 12 9 15,3-12 0-15,12 13-10 0,3-5-23 0,5-1-23 0,13 0-31 16,13 0-25-16,3-2-14 0,8-5-16 0,20-4-10 16,-15 3-6-16,16-6-8 0,-17 0-15 0,-9 0-15 15,2 0-22-15,-11 2-60 0,-15 2-66 0,1-3-84 16,-4-3-104-16,-8 6-129 0,-2-4-397 0,-3 2-797 15,-12 5 352-15</inkml:trace>
        </inkml:traceGroup>
      </inkml:traceGroup>
    </inkml:traceGroup>
  </inkml:traceGroup>
</inkml:ink>
</file>

<file path=ppt/ink/ink11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7T08:22:54.533"/>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7FFFD0A9-2ACC-46C5-863B-045ACCCCC407}" emma:medium="tactile" emma:mode="ink">
          <msink:context xmlns:msink="http://schemas.microsoft.com/ink/2010/main" type="writingRegion" rotatedBoundingBox="991,7846 3820,7846 3820,9002 991,9002"/>
        </emma:interpretation>
      </emma:emma>
    </inkml:annotationXML>
    <inkml:traceGroup>
      <inkml:annotationXML>
        <emma:emma xmlns:emma="http://www.w3.org/2003/04/emma" version="1.0">
          <emma:interpretation id="{12793B84-96FF-4656-AEA2-8867BE46419D}" emma:medium="tactile" emma:mode="ink">
            <msink:context xmlns:msink="http://schemas.microsoft.com/ink/2010/main" type="paragraph" rotatedBoundingBox="991,7846 3820,7846 3820,9002 991,9002" alignmentLevel="1"/>
          </emma:interpretation>
        </emma:emma>
      </inkml:annotationXML>
      <inkml:traceGroup>
        <inkml:annotationXML>
          <emma:emma xmlns:emma="http://www.w3.org/2003/04/emma" version="1.0">
            <emma:interpretation id="{6A359819-42D9-4EC0-A44B-341D644DBF40}" emma:medium="tactile" emma:mode="ink">
              <msink:context xmlns:msink="http://schemas.microsoft.com/ink/2010/main" type="line" rotatedBoundingBox="991,7846 3820,7846 3820,9002 991,9002"/>
            </emma:interpretation>
          </emma:emma>
        </inkml:annotationXML>
        <inkml:traceGroup>
          <inkml:annotationXML>
            <emma:emma xmlns:emma="http://www.w3.org/2003/04/emma" version="1.0">
              <emma:interpretation id="{ACAE28A2-6AF6-4C46-B652-640CD36482F2}" emma:medium="tactile" emma:mode="ink">
                <msink:context xmlns:msink="http://schemas.microsoft.com/ink/2010/main" type="inkWord" rotatedBoundingBox="991,7846 3820,7846 3820,9002 991,9002"/>
              </emma:interpretation>
            </emma:emma>
          </inkml:annotationXML>
          <inkml:trace contextRef="#ctx0" brushRef="#br0">4217 6834 1 0,'0'0'280'0,"-24"-8"-2"16,7 2-10-16,1 3-13 0,-5-2-20 0,-2-2-15 16,-3 2-4-16,3-4-12 0,2 0-5 0,-6 2-13 15,4-4-17-15,4 3-7 0,-5 0-8 0,5 2 6 16,5-2-14-16,1 1-5 0,0 3-8 0,13 4-4 0,-15-11-5 15,15 11-17-15,-7-13-6 0,7 13-11 0,7-13 3 16,-7 13-7-16,20-19-15 0,-4 11 2 16,11-2-7-16,1 3 2 0,2 3-9 0,4-2 0 0,-1 6-6 15,-3 2-5-15,3 2-2 0,-1-3-7 0,-4 6 2 16,2 7-8-16,-6 4 2 0,-2 1-11 0,-2 3 9 16,-1 1-1-16,-9 3 3 0,1 2-1 0,-8 2-1 15,-3 5-1-15,-6-6 0 0,-2 8-8 0,0-7 4 16,-11 10 0-16,-2-5-6 0,4 1-1 0,-10 0 0 15,5-3-3-15,-5-2-9 0,5-9 8 0,-5-4 2 16,7 3-3-16,-2-2-4 0,-7-3 1 0,5 0-2 16,-1-1 0-16,3-2-1 0,3-2-2 0,5-1 1 15,0-4 6-15,4 0-1 0,10-6 6 0,-14 11 2 16,14-11 13-16,-13 4 12 0,13-4 19 0,0 0 14 0,0 0 7 16,0 0 0-16,0 0-6 0,0 0-10 0,0 0-3 15,57-15-6-15,-32 6 0 0,4 2 0 0,-1-3-10 16,4 3-3-16,9-2-1 0,5-1-2 0,-4 0-3 15,3-2-8-15,2 7-5 0,-3-4-3 0,4 4-3 16,-4 2-15-16,3-4-33 0,-4 7-55 0,-13 0-65 16,3-5-70-16,-3 2-65 0,-9 2-62 0,-1 1-62 15,-1-3-454-15,-3-1-927 0,0-4 410 0</inkml:trace>
          <inkml:trace contextRef="#ctx0" brushRef="#br0" timeOffset="796.8167">6060 6734 18 0,'0'0'333'0,"12"-36"-6"0,-12 36-9 16,14-17-19-16,-7 7-35 0,1-1-10 0,3 3-21 15,-2-3-22-15,7 2-13 0,-3-4-15 0,6 6-3 16,-2-1-6-16,2-1-16 0,2 3-8 0,-6 0-3 16,6 3-21-16,-1-2-9 0,-1 1-11 0,-19 4-12 15,38 2-5-15,-22-2-3 0,-16 0-16 0,33 6 11 16,-18-3-6-16,-3 5-16 0,1 3 3 0,-5-4-9 16,1 4-3-16,-2 4-2 0,-7 0-5 0,0 3-1 0,-4 5 0 15,-7 2-10-15,2-2-4 0,-9 3-1 16,-4 7-4-16,-5-2-4 0,7-9 1 0,-10 5-2 15,1 4-6-15,6-10-2 0,-1 2-1 0,2-3 3 0,0-2-2 16,1-3-1-16,5-7 6 0,2 4-19 0,6-7 14 16,8-5-3-16,-12 11 0 0,12-11 0 0,0 0 2 15,0 0 1-15,0 0 7 0,0 0-5 0,0 0 8 16,44-28 3-16,-19 19 8 0,1-3 12 0,-3 1 9 16,1-3 4-16,3 0 7 0,0 2 10 0,-4 4 0 15,6-3-2-15,-1 4 0 0,-2-4-3 0,0 7 0 16,-2 0 0-16,-5 2-8 0,6-2 1 0,2 8-5 15,-6-4-2-15,6 6-4 0,-7 2-2 0,4 3-1 16,-4 4-2-16,-1 3-5 0,-3 2 2 0,0 0-4 16,-3 6-5-16,-1-2-2 0,-5-5 0 0,-4 10-3 0,3 7-2 15,-6-10-3-15,0 4 0 0,-8 0-3 0,2-1-2 16,-8 9-4-16,-10-6 1 0,-4 2 1 16,2-4-6-16,-10-1 0 0,1-10-5 0,-4 6-7 0,2-3-10 15,-5-4-21-15,-1-2-15 0,-1 1-19 0,-2-5-21 16,0-4-24-16,-3-5-34 0,2-3-27 0,-2-3-6 15,6-1-8-15,-1-5-13 0,3 1-14 0,9-5-8 16,7 0-4-16,-1-2 10 0,6-1 5 0,4-3-1 16,3 5-19-16,4-4-31 0,1 3-65 0,-1-4-218 15,9 0-589-15,3-3 261 0</inkml:trace>
          <inkml:trace contextRef="#ctx0" brushRef="#br0" timeOffset="1624.8845">8301 6842 103 0,'-27'1'382'0,"27"-1"0"16,-30-6 9-16,30 6 1 0,-27-1-18 0,27 1 6 15,-21-2-19-15,21 2-12 0,0 0-14 0,-28-3-17 16,28 3-17-16,0 0-25 0,-16-1-21 0,16 1-24 16,0 0-21-16,0 0-19 0,0 0-14 0,0 0-16 15,0 0-13-15,0 0-11 0,0 0-6 0,0 0-24 16,54-18-8-16,-24 16-8 0,0-3-6 0,13 3-12 16,-1-1-5-16,6-1-17 0,-6 1-37 0,4-1-41 15,-6 1-52-15,-7 3-70 0,10-2-68 0,-10 0-59 0,-3 2-50 16,-3 0-54-16,-1 0-94 0,-5-1-301 15,1-3-838-15,-4 1 371 0</inkml:trace>
          <inkml:trace contextRef="#ctx0" brushRef="#br0" timeOffset="2140.5425">9348 6346 4624 0,'0'0'244'0,"0"0"-98"16,13-7-87-16,-13 7-32 0,0 0 14 0,0 0 18 15,0 0 26-15,0 0 5 0,0 0 3 0,16 14-1 16,-16-14-4-16,-6 25-1 0,2-6 3 0,-7 8-5 16,7-1 5-16,-3-1-8 0,-4 3-7 0,3-1-2 15,4 0-3-15,-6 3-4 0,4-1-10 0,-1 1-2 16,6-1-9-16,-5 1 5 0,2-3-9 0,1 1-2 0,6-1-6 15,1-2-5-15,3 0 2 0,6-1-1 0,0 1-3 16,3-7-6-16,3 0-3 0,4-1 5 16,-1-7-9-16,7 5-1 0,4-8 0 0,-3-4-1 0,3 2 2 15,0-6 0-15,-1-3-2 0,9 1-4 0,-12-4 0 16,4-8-2-16,-6 4 1 0,11-11 1 0,-4-4 0 16,-12 7-2-16,-1-3-5 0,0-1 1 0,-6-3-1 15,9-10 3-15,-8 13 7 0,-4-6-4 0,-2 7 26 16,4-8 21-16,-3 8 17 0,-3-1 34 0,2 2 24 15,-6 6 21-15,3 0 3 0,-4 7-1 0,-3 8-9 16,8-18-19-16,-8 18-41 0,6-9-82 0,-6 9 0 16,0 0 0-16,0 0 0 0,0 0 0 0,5 35 0 15,-4-4 0-15,-1 12 0 0,-1 2 0 0,1 3 0 0,1 5 0 16,1 20 0-16,7 1 0 0,-5-20 0 0,2 17 0 16,2-1 0-16,-2-19 0 0,1-2 0 0,0 0 0 15,1-4 0-15,3-2 0 0,-1-7 0 0,-5-10 0 16,-4 1 0-16,1-8-311 0,1-4-94 0,-3 2-71 15,-3-3-90-15,3-14-507 0,-8 11-1161 0,8-11 514 16</inkml:trace>
        </inkml:traceGroup>
      </inkml:traceGroup>
    </inkml:traceGroup>
  </inkml:traceGroup>
</inkml:ink>
</file>

<file path=ppt/ink/ink11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7T08:22:23.970"/>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96500414-9B90-4B5F-A841-E97DB9F2E998}" emma:medium="tactile" emma:mode="ink">
          <msink:context xmlns:msink="http://schemas.microsoft.com/ink/2010/main" type="writingRegion" rotatedBoundingBox="19455,5599 25914,5537 25922,6404 19463,6466"/>
        </emma:interpretation>
      </emma:emma>
    </inkml:annotationXML>
    <inkml:traceGroup>
      <inkml:annotationXML>
        <emma:emma xmlns:emma="http://www.w3.org/2003/04/emma" version="1.0">
          <emma:interpretation id="{48A16FDC-3171-4F35-97DF-0A84900FCAAC}" emma:medium="tactile" emma:mode="ink">
            <msink:context xmlns:msink="http://schemas.microsoft.com/ink/2010/main" type="paragraph" rotatedBoundingBox="19455,5599 25914,5537 25922,6404 19463,6466" alignmentLevel="1"/>
          </emma:interpretation>
        </emma:emma>
      </inkml:annotationXML>
      <inkml:traceGroup>
        <inkml:annotationXML>
          <emma:emma xmlns:emma="http://www.w3.org/2003/04/emma" version="1.0">
            <emma:interpretation id="{CED934D5-C05A-4B50-854A-C948E6619836}" emma:medium="tactile" emma:mode="ink">
              <msink:context xmlns:msink="http://schemas.microsoft.com/ink/2010/main" type="line" rotatedBoundingBox="19455,5599 25914,5537 25922,6404 19463,6466"/>
            </emma:interpretation>
          </emma:emma>
        </inkml:annotationXML>
        <inkml:traceGroup>
          <inkml:annotationXML>
            <emma:emma xmlns:emma="http://www.w3.org/2003/04/emma" version="1.0">
              <emma:interpretation id="{4891565C-2CB4-49CB-9A0E-C333C817D2A9}" emma:medium="tactile" emma:mode="ink">
                <msink:context xmlns:msink="http://schemas.microsoft.com/ink/2010/main" type="inkWord" rotatedBoundingBox="19456,5702 19514,5701 19521,6465 19463,6466"/>
              </emma:interpretation>
              <emma:one-of disjunction-type="recognition" id="oneOf0">
                <emma:interpretation id="interp0" emma:lang="" emma:confidence="1">
                  <emma:literal/>
                </emma:interpretation>
              </emma:one-of>
            </emma:emma>
          </inkml:annotationXML>
          <inkml:trace contextRef="#ctx0" brushRef="#br0">18289 4929 97 0,'0'0'380'0,"-6"-15"-7"0,4 4 2 15,2 11 4-15,-5-18 0 0,5 18-11 0,-1-16-2 16,-4 6-9-16,5 10-4 0,-5-13-10 0,5 13-5 16,0 0-18-16,-3-13-25 0,3 13-21 0,0 0-30 15,0 0-23-15,0 0-9 0,0 0 6 0,0 0-5 16,-6 41-12-16,4-23-10 0,2 11-16 0,0 8 0 16,-1 3-6-16,2-2-18 0,1 6-11 0,-4-3-8 0,4 2-14 15,2 3-14-15,-5-2-7 0,-4-3-12 16,7 3-6-16,-2-5-9 0,-2-7-4 0,2-6-7 15,0 2-7-15,-3-2-30 0,0-3-22 0,3-6 0 0,0 1 0 16,0-8 0-16,5 4-23 0,-5-14-91 0,-5 16-38 16,5-16-47-16,-3 9-52 0,3-9-66 15,0 0-56-15,0 0-50 0,0 0-48 0,0 0-59 0,0 0-360 16,-8-43-964-16,8 24 426 0</inkml:trace>
        </inkml:traceGroup>
        <inkml:traceGroup>
          <inkml:annotationXML>
            <emma:emma xmlns:emma="http://www.w3.org/2003/04/emma" version="1.0">
              <emma:interpretation id="{F7824760-8836-4937-8543-6B85FDE3CE70}" emma:medium="tactile" emma:mode="ink">
                <msink:context xmlns:msink="http://schemas.microsoft.com/ink/2010/main" type="inkWord" rotatedBoundingBox="21260,5582 22734,5568 22739,6146 21266,6160"/>
              </emma:interpretation>
              <emma:one-of disjunction-type="recognition" id="oneOf1">
                <emma:interpretation id="interp1" emma:lang="" emma:confidence="1">
                  <emma:literal/>
                </emma:interpretation>
              </emma:one-of>
            </emma:emma>
          </inkml:annotationXML>
          <inkml:trace contextRef="#ctx0" brushRef="#br0" timeOffset="1421.7379">20061 5052 397 0,'0'0'424'15,"0"0"-3"-15,0 0-1 0,0 0-4 0,-23-11-17 16,23 11-26-16,0 0-35 0,0 0-36 0,0 0-26 16,0 0-30-16,0 0-22 0,0 0-25 0,42-12-17 15,-42 12-21-15,37-4-13 0,-8 4-19 0,-2 0-13 16,8 0-13-16,-2 0-15 0,2 0-40 0,-4 0-54 16,4-3-68-16,8-1-60 0,-1 3-84 0,-9-5-72 0,9 1-83 15,-19 2-347-15,6-2-779 0,-2 1 346 16</inkml:trace>
          <inkml:trace contextRef="#ctx0" brushRef="#br0" timeOffset="1874.8677">20919 4881 253 0,'-8'-15'341'0,"8"15"-15"15,-8-10-15-15,8 10-19 0,-5-12-6 0,5 12-20 16,-1-18-21-16,1 18-29 0,8-15-18 0,-8 15-27 16,11-15-2-16,0 5-16 0,1-2-12 0,1 4-18 15,0-2-11-15,-2 0-13 0,8 5-9 0,-4-3-8 16,4 2-10-16,-3-1-3 0,-3 5-4 0,3-5-7 16,-16 7-12-16,28-7-1 0,-28 7-5 0,27-1-1 0,-27 1-8 15,22 1 0-15,-22-1-5 0,21 14-3 16,-13-7-1-16,-2 5-3 0,2 0-1 0,-2 5-3 15,-6 2-6-15,0 3 7 0,0 4-7 0,-8 0 5 0,0 4-2 16,-11 3-5-16,3 2 3 0,-2-10-9 0,-8 11 6 16,-2-2-1-16,-4-5 0 0,4 0 3 15,1-2-17-15,-3 0 20 0,6-11-13 0,0 0 5 16,-4-2 2-16,6 4-9 0,0-6 10 0,3-3-6 0,3 0-1 16,0-1 3-16,2-2 0 0,14-6-5 0,-17 5 2 15,17-5-1-15,-8 7 18 0,8-7-18 0,0 0-1 16,0 0 2-16,0 0-3 0,0 0 7 0,49 0-2 15,-49 0-2-15,50-8 1 0,-9 4-1 0,-6 1-7 16,8-3 9-16,-1-1-2 0,7 3-2 0,0 1 11 16,-1 0-27-16,2-10-35 0,-1 10-41 0,-4-2-53 15,0 1-56-15,-3 3-65 0,0-1-376 0,-1 0-695 16,2 0 307-16</inkml:trace>
        </inkml:traceGroup>
        <inkml:traceGroup>
          <inkml:annotationXML>
            <emma:emma xmlns:emma="http://www.w3.org/2003/04/emma" version="1.0">
              <emma:interpretation id="{88E15D54-EF95-406A-A474-572EE3AD4299}" emma:medium="tactile" emma:mode="ink">
                <msink:context xmlns:msink="http://schemas.microsoft.com/ink/2010/main" type="inkWord" rotatedBoundingBox="23820,5696 25916,5676 25922,6328 23826,6348"/>
              </emma:interpretation>
              <emma:one-of disjunction-type="recognition" id="oneOf2">
                <emma:interpretation id="interp2" emma:lang="" emma:confidence="1">
                  <emma:literal/>
                </emma:interpretation>
              </emma:one-of>
            </emma:emma>
          </inkml:annotationXML>
          <inkml:trace contextRef="#ctx0" brushRef="#br0" timeOffset="2667.2093">23680 4882 322 0,'0'0'331'0,"0"0"-27"15,0 0-23-15,0 0-24 0,0 0-18 0,-21-1-23 16,21 1-23-16,0 0-13 0,-20 8-8 0,20-8-14 15,-15 11-7-15,15-11-2 0,-12 14-20 0,4-11-10 0,8-3-11 16,-8 16-8-16,2-7-7 0,6-9-14 0,-4 13 0 16,4-13-6-16,0 15-7 0,0-15-5 0,8 15-3 15,-1-6 2-15,1 0-1 0,4-1-9 16,4 1-1-16,0 0-5 0,6-4-4 0,-1 2-13 0,4 3 11 16,2-6-3-16,-2 7-4 0,2-1 2 0,-5-2 10 15,6 0 9-15,-2 3-1 0,-6-7-2 0,-2 3 4 16,1 0-2-16,-4 4-1 0,4-4 9 0,-3 4 1 15,-3-3 1-15,-4 3-6 0,4 0 3 0,-2 0 3 16,-3 2-2-16,-2 3 0 0,-3-4-5 0,4 5-2 16,-6-3-8-16,-1-1-2 0,-1 6-4 0,-7 0-3 15,1-1-5-15,0-7-2 0,-8 7-6 0,-2 1 2 16,0 0-4-16,-9-5-2 0,1 1-5 0,-3 0-17 0,-10-4-39 16,-7-1-29-16,4-6-36 0,-3-3-50 15,1-2-42-15,-4-5-42 0,3-4-51 0,12 1-60 16,-11-3-339-16,7-7-750 0,9 5 331 0</inkml:trace>
          <inkml:trace contextRef="#ctx0" brushRef="#br0" timeOffset="2883.8967">23865 4941 439 0,'57'-19'487'0,"18"-1"-6"0,3 2-30 0,-18 4-46 15,14 2-39-15,-12 3-36 0,-5-1-34 0,-4 4-31 16,3 2-26-16,-7 1-29 0,-3 2-21 0,-12-1-23 0,-7 0-35 16,-5 0-44-16,-6 1-45 0,-16 1-51 0,27 0-53 15,-27 0-52-15,19-5-69 0,-19 5-87 0,0 0-103 16,13-6-223-16,-13 6-645 0,0 0 286 16</inkml:trace>
          <inkml:trace contextRef="#ctx0" brushRef="#br0" timeOffset="2202.9759">22668 5124 167 0,'-34'1'415'0,"19"4"-12"15,15-5-15-15,0 0-14 0,-22 2-19 0,22-2-27 16,0 0-19-16,0 0-30 0,0 0-23 0,0 0-24 16,0 0-19-16,0 0-28 0,55-14-26 0,-37 10-17 15,15 1-9-15,-3-1-20 0,3 3-15 0,0-1-19 16,-1-2-53-16,14-2-54 0,-15 4-66 0,3-3-68 15,-1 3-68-15,-2-2-73 0,-4 1-337 0,0-2-693 16,2 3 307-16</inkml:trace>
        </inkml:traceGroup>
      </inkml:traceGroup>
    </inkml:traceGroup>
  </inkml:traceGroup>
</inkml:ink>
</file>

<file path=ppt/ink/ink11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7T08:23:49.706"/>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5DF38CEF-93E4-4BFE-B496-8A5FFA89EBB5}" emma:medium="tactile" emma:mode="ink">
          <msink:context xmlns:msink="http://schemas.microsoft.com/ink/2010/main" type="writingRegion" rotatedBoundingBox="13998,8197 19171,8013 19224,9484 14050,9669"/>
        </emma:interpretation>
      </emma:emma>
    </inkml:annotationXML>
    <inkml:traceGroup>
      <inkml:annotationXML>
        <emma:emma xmlns:emma="http://www.w3.org/2003/04/emma" version="1.0">
          <emma:interpretation id="{02FD769E-9F43-4FD2-8872-24BBC38CB48E}" emma:medium="tactile" emma:mode="ink">
            <msink:context xmlns:msink="http://schemas.microsoft.com/ink/2010/main" type="paragraph" rotatedBoundingBox="13998,8197 19171,8013 19224,9484 14050,9669" alignmentLevel="1"/>
          </emma:interpretation>
        </emma:emma>
      </inkml:annotationXML>
      <inkml:traceGroup>
        <inkml:annotationXML>
          <emma:emma xmlns:emma="http://www.w3.org/2003/04/emma" version="1.0">
            <emma:interpretation id="{73D26EB8-0B32-4F5E-BDCC-EBD5A2DC2325}" emma:medium="tactile" emma:mode="ink">
              <msink:context xmlns:msink="http://schemas.microsoft.com/ink/2010/main" type="line" rotatedBoundingBox="13998,8197 19171,8013 19224,9484 14050,9669"/>
            </emma:interpretation>
          </emma:emma>
        </inkml:annotationXML>
        <inkml:traceGroup>
          <inkml:annotationXML>
            <emma:emma xmlns:emma="http://www.w3.org/2003/04/emma" version="1.0">
              <emma:interpretation id="{773A60EE-7F56-4E66-AFFE-F95E82348A97}" emma:medium="tactile" emma:mode="ink">
                <msink:context xmlns:msink="http://schemas.microsoft.com/ink/2010/main" type="inkWord" rotatedBoundingBox="13998,8197 19171,8013 19224,9484 14050,9669"/>
              </emma:interpretation>
              <emma:one-of disjunction-type="recognition" id="oneOf0">
                <emma:interpretation id="interp0" emma:lang="" emma:confidence="1">
                  <emma:literal/>
                </emma:interpretation>
              </emma:one-of>
            </emma:emma>
          </inkml:annotationXML>
          <inkml:trace contextRef="#ctx0" brushRef="#br0">16800 7481 396 0,'0'0'465'16,"10"-13"-29"-16,-10 13-27 0,14-7 5 0,-14 7-17 15,16-2-12-15,-16 2-18 0,0 0-17 0,23 15-30 0,-12-8-20 16,-1 6-20-16,-4 1-16 0,2 5-11 0,-2 4-15 15,2 3-15-15,-1 1-5 0,-6 0-20 0,-1 5-9 16,3-5-10-16,-6 13-11 0,6-11-24 0,-7 11-10 16,2-11-13-16,-3 2-12 0,-3 6-8 0,2-7-4 15,3 2-16-15,-5 5-4 0,3-10-10 0,-1 1-9 16,0-3-9-16,3-1-4 0,-4 0 5 0,2-4-11 16,-1-6-8-16,5 2 1 0,-4-6-15 0,2 2 5 15,3-12-8-15,-5 12-2 0,5-12 1 0,-6 13-3 16,6-13-6-16,0 0 2 0,0 0-17 0,0 0 6 15,0 0-5-15,-23-27-4 0,17 3-1 0,0-8-11 0,-2-6 6 16,-2-2-11-16,3-5 1 0,-1 1 5 0,1-5-2 16,1 2 6-16,1 1-3 0,2 3 3 0,3 1 5 15,0 14-3-15,3-10 7 0,4-1-1 0,0 9 7 16,1 3-7-16,11-10 15 0,-9 12-15 0,15-10 3 16,-9 11 1-16,4 1-3 0,6 4 8 0,5-7 4 15,7 0-1-15,0 8 2 0,-9 4 2 0,15-1-3 0,-14 5 2 16,-2 9 0-16,1 1 2 0,-4 0 1 0,2 7-7 15,-2 4-1-15,-7 0 1 0,2 5 1 16,-2 3 3-16,-7-2 0 0,1 6-9 0,-2 2 7 0,-5 1-7 16,-7 4-11-16,-3-2-4 0,2 9 7 0,-8-8 1 15,2-3 3-15,-12 9-6 0,2 1 2 0,-3-4-6 16,1-9-8-16,-9 8 5 0,-3-5-7 0,11-4 2 16,0-3-1-16,-13 7 6 0,8-8-1 0,4-3 5 15,-1 4 0-15,-1-5 3 0,4 4 1 0,4-6 2 16,-6 1-1-16,14-1 1 0,-4-1 5 0,5-3 0 15,1 0 0-15,7-8-1 0,-12 18 5 0,12-18 4 0,0 14 1 16,0-14 4-16,13 19 7 0,-5-6 3 0,6-3 7 16,8 4-6-16,4 1 5 0,2-4 10 0,2 1 0 15,13 2-2-15,3 1-2 0,-4-5-3 0,3 2 4 16,4 0-4-16,-2-3-9 0,-3 2-6 0,5-4-22 16,-6-2-44-16,3 2-51 0,-15-6-59 0,4 2-39 15,-2-6-32-15,10 3-27 0,-13-4-21 0,-2 3-18 16,-1-7-6-16,-5 0-3 0,-1-4 11 0,0 0 12 15,-6-3 12-15,0-3 28 0,-1-5 14 0,-2-2 22 16,3-1 10-16,-7-3 36 0,3 3 47 0,-8-2 49 0,6 2 39 16,-4 2 47-16,0 2 37 0,-4 4 31 0,6-1 32 15,-6 4 23-15,4 1 28 0,-3-4 39 0,-2 9 25 16,0 9 17-16,4-17 9 0,-4 17 0 0,2-14-6 16,-2 14-2-16,0 0-3 0,12-9-9 0,-12 9 5 15,0 0-4-15,0 0 13 0,0 0-7 0,27 33-13 16,-20-17-9-16,2 11-16 0,1 11-20 0,-1-1-11 15,-1 0-13-15,-5 8-25 0,4-1-11 0,-1 1-13 0,0 0-11 16,-4-1-29-16,1 4-24 0,0-9-55 16,-3 6-57-16,-2-3-60 0,-4-2-70 0,-2 1-85 0,4-12-75 15,-8 10-92-15,1-12-103 0,2-4-469 0,-2-1-1104 16,1-8 489-16</inkml:trace>
          <inkml:trace contextRef="#ctx0" brushRef="#br0" timeOffset="-1186.4262">15153 7944 65 0,'-20'-7'287'0,"20"7"4"0,-21-10-20 15,7 7-10-15,-6-1-4 0,2 1-7 0,-1-1-11 16,-1 2-14-16,20 2-9 0,-35-4-13 0,14 3-2 16,21 1-11-16,-36 1 0 0,36-1-2 0,-24 0-9 15,24 0-14-15,0 0-8 0,-27 0 6 0,27 0-17 16,0 0-2-16,0 0 1 0,0 0-3 0,0 0-5 15,0 0-11-15,0 0-10 0,73 4-8 0,-24-6-12 16,0-5-6-16,8 6 1 0,3-1 10 0,24-5 7 16,1-4 15-16,-6 5 6 0,6-1-1 0,-24 1-6 15,19-2-14-15,-20 1-9 0,-1-1-5 0,-4 3-13 0,-1-2-6 16,-4 2-3-16,-9 1-11 0,-9 1-3 16,-5-1-7-16,-8 3-8 0,-3-1-3 0,-16 2 1 15,22-2-5-15,-22 2-5 0,19-3-3 0,-19 3-15 0,0 0-10 16,0 0-22-16,16-4-28 0,-16 4-33 0,0 0-40 15,0 0-47-15,0 0-55 0,0 0-40 0,0 0-44 16,0 0-45-16,0 0-42 0,-48-10-49 0,48 10-321 16,-30-9-826-16,14 4 365 0</inkml:trace>
          <inkml:trace contextRef="#ctx0" brushRef="#br0" timeOffset="-890.5724">15743 7495 129 0,'0'0'353'0,"-8"-18"-24"15,8 18-20-15,-5-15-15 0,5 15-11 0,0-14 2 16,0 14-6-16,0 0-14 0,5-12-5 0,-5 12-2 16,0 0-5-16,0 0-3 0,24 0-5 0,-24 0-1 15,0 0-2-15,46 14-6 0,-23-5 5 0,-4-1-13 16,3 5-21-16,2-1-17 0,3-1-15 0,3 2-21 0,-2 3-13 16,-1-2-14-16,5-3-17 0,6 9-6 0,-2-1-13 15,-9-2-7-15,1 0-10 0,2-3-7 0,0-4-6 16,-1 5-5-16,-1-7-9 0,-4 4-9 0,-3-5 4 15,-1-1-2-15,-4-1-6 0,3-2-8 0,-3 2 1 16,-16-5-4-16,20 6-1 0,-20-6-2 0,19 3-2 16,-19-3 4-16,0 0-3 0,18 7-2 0,-18-7-3 15,0 0 0-15,0 0 0 0,12 4-8 0,-12-4 2 0,0 0-3 16,0 0-1-16,0 0-4 0,0 0-2 16,0 0 0-16,-50 14 7 0,31-5 2 0,-10 5-7 15,1-2-1-15,1 7-2 0,-8-1 2 0,-1 4-2 0,1 3 6 16,-6-1-3-16,11 2-6 0,-5 2-3 0,0-2-12 15,-1 4-6-15,3 0-20 0,11-8-23 0,-7 7-25 16,2 2-41-16,10-9-38 0,3-2-47 0,1 3-40 16,5-4-45-16,2-4-63 0,1-2-93 0,5-1-353 15,0-12-880-15,14 14 389 0</inkml:trace>
          <inkml:trace contextRef="#ctx0" brushRef="#br0" timeOffset="-2968.5517">12778 7492 269 0,'8'-16'281'15,"0"-1"-9"-15,4 2-10 0,3-7-6 0,2 4-7 16,2 2-14-16,6-1-4 0,2 5-14 0,2 0-16 16,-1 1-8-16,13 4-7 0,-1-3-6 0,1 9-11 15,5 1-18-15,-15 1-12 0,2 5-1 0,8 2-12 16,-9-1-5-16,9 5-11 0,-12 1-5 0,-1 3 6 15,-1-1-19-15,-5 4-8 0,-1-1 3 0,-1 4 2 16,-4 0-6-16,-3 4 10 0,-5-4-8 0,-7 6-2 16,4-2-1-16,-10 2-11 0,2 1 7 0,-10-3-13 0,1-5 3 15,1 3-6-15,-13 11-4 0,5-12-5 0,-2-1-2 16,-1 1-11-16,-8 6 0 0,8-9-6 0,0 1-10 16,-5-6 1-16,2 3 2 0,-2-6-1 0,-2 2-3 15,3-3 1-15,0-3-2 0,3 3-10 0,2-8 7 16,5 2-8-16,-3 1-2 0,5-5 7 0,14-1-4 15,-27 6-7-15,27-6-1 0,-17 1 2 0,17-1-2 16,0 0 1-16,0 0-1 0,-27 0-2 0,27 0 4 16,0 0-9-16,0 0 2 0,-16 4 3 0,16-4-2 15,0 0-2-15,-5 14 0 0,5-14 1 0,0 0 4 0,15 23 1 16,-7-11-5-16,4 2 8 0,4 4 2 16,5-4 0-16,1 6 2 0,5-2 0 0,15 1 1 15,-1 2 2-15,0-6-8 0,0 3 6 0,-1-1-2 0,1-4 6 16,0-2-8-16,-1 1-1 0,-9-2 1 0,-2-2-4 15,4 2 3-15,-3-2-7 0,-2 3-6 0,-1-4-19 16,-6-2-22-16,-5 0-26 0,-2 4-20 0,-14-9-16 16,25 4-21-16,-15 0-20 0,-10-4-15 0,17 7-19 15,-17-7-17-15,5 9-22 0,-5-9-32 0,0 0-40 16,0 0-63-16,0 0-263 0,-18 14-672 0,18-14 298 16</inkml:trace>
          <inkml:trace contextRef="#ctx0" brushRef="#br0" timeOffset="-3530.9823">12982 7499 146 0,'0'0'410'0,"-6"-22"-24"0,6 22 11 16,-4-15-2-16,0 8 5 0,4 7-1 0,-7-14-8 0,7 14-16 16,-6-12-20-16,6 12-28 0,0 0-29 15,-3-12-26-15,3 12-26 0,0 0-25 0,0 0-3 0,0 0-2 16,0 0-8-16,0 0 11 0,1 51-11 0,4-27-11 15,3 16-16-15,-5-3-4 0,2 4-10 0,0 1-4 16,-2 1-10-16,3 0-9 0,-4 1-7 0,4 2-5 16,-4-1-6-16,-2-1-5 0,6-1-6 0,-1-1-16 15,-5-4 2-15,1 6-10 0,1-4-91 0,-2 1 0 16,0-12 0-16,-2 2 0 0,2-6 0 0,0 5 0 16,2-6 0-16,-2-7 0 0,0 0 0 0,-2 2 0 0,2-4 0 15,2 1 0-15,-2-6 0 0,0-10 0 0,-2 19 0 16,2-19 0-16,2 13 0 0,-2-13 0 15,0 0-24-15,0 0-254 0,-10 5-67 0,10-5-37 0,0 0-37 16,-22-21-54-16,11 8-61 0,-6-12-422 0,-1-1-1036 16,3-11 458-16</inkml:trace>
          <inkml:trace contextRef="#ctx0" brushRef="#br0" timeOffset="840.7777">14833 7606 163 0,'12'-7'475'0,"2"-4"-18"0,-6 7-10 15,-8 4-13-15,21-14-14 0,-21 14-23 0,14-8-28 16,-14 8-28-16,11-5-22 0,-11 5-30 0,0 0-11 16,0 0-16-16,0 0-28 0,0 0-17 0,10 22-21 0,-10-22-20 15,-18 28-13-15,1-9-17 0,3 6-14 0,-8-4-12 16,-5 12-15-16,-2-2-10 0,-2-2-12 0,-3 4-7 15,-2-4 2-15,0-2-15 0,-2-1-10 0,0-5-6 16,-5 2-1-16,4-3-6 0,10-4-4 0,2-4-1 16,5 0-4-16,2-5-7 0,4 0-2 0,-3 1 4 15,5-3-4-15,-1 1-4 0,15-6 1 0,-15 7-10 16,15-7 9-16,0 0-8 0,0 0 2 0,0 0-1 0,0 0-2 16,0 0-2-16,0 0 1 0,0 0-2 15,79-3 1-15,-46 9 1 0,0 1-6 0,5 6 1 0,3 1 4 16,2 7-5-16,-5 3 2 0,0 3 0 0,1 1 1 15,2 3-1-15,0-3-6 0,-4 6-11 0,1-3-6 16,-2 0-13-16,-1-3-17 0,-4 0-26 0,2-2-26 16,-4 0-48-16,-2-9-67 0,1-1-43 0,-1 1-73 15,-2-2-94-15,2-6-478 0,2-2-977 0,2-3 433 16</inkml:trace>
          <inkml:trace contextRef="#ctx0" brushRef="#br0" timeOffset="-1796.7274">13938 8252 180 0,'-9'-9'363'0,"9"9"-14"0,-7-9-3 0,7 9-12 15,-5-16-22-15,5 16-8 0,-1-16-11 0,1 16-9 16,1-15-14-16,-1 15-22 0,12-18-13 0,-6 10-14 15,3-4-17-15,4 3-11 0,1-2-18 0,-1 4-18 16,1 1-10-16,2 0-15 0,0 3-11 0,-16 3-11 16,33-1-17-16,-33 1-3 0,24 4-13 0,-12 2-6 15,-12-6-10-15,22 15-1 0,-14-4-9 0,-1 3-3 16,-1-1-4-16,-5 4-8 0,3-2 0 0,-8 4-8 16,-3 0-3-16,-1-1-4 0,-2 0-1 0,-2 4-9 15,-4-6 0-15,-2 8-6 0,-2-6-2 0,4 3-9 16,-3-6 4-16,0 3-13 0,2-6 6 0,2-2-7 0,0 1-4 15,0-4-2-15,0 4 5 0,4-6-2 0,11-5 8 16,-16 10-7-16,9-4-2 0,7-6 3 0,-12 10-5 16,12-10 2-16,0 0 5 0,0 0 1 0,0 0-2 15,0 0 11-15,0 0-15 0,0 0 0 0,0 0 10 16,0 0 5-16,0 0-1 0,0 0 5 0,0 0 6 16,35-34 5-16,-21 30-8 0,-3 0 9 0,6-3 6 15,4 4-7-15,-1-5 10 0,-1 5-1 0,0 2 3 16,2-2 4-16,6 3 0 0,-5 3 2 0,-2 0-5 15,1 1-6-15,-1 1 7 0,-4-2-8 0,3 4 0 16,-5 0 1-16,2 2-5 0,-3 1 0 0,0-2-5 0,-4 6 2 16,-1-2 3-16,-2 3-1 0,-1-2-3 0,-3 2 0 15,-2 1 0-15,-7 2-10 0,-1 1-7 0,2-4 4 16,-11 7-13-16,2-8-16 0,-10 5-19 0,3-5-14 16,-5 1-23-16,-1-3-7 0,1 1-20 0,-2-6-7 15,-2 3-5-15,-1-4-15 0,1-5-4 0,-1 1-8 16,2-4-15-16,0-2-16 0,3-4-27 0,0 1-40 15,8-5-70-15,-3-6-256 0,6 0-627 0,2-4 277 16</inkml:trace>
        </inkml:traceGroup>
      </inkml:traceGroup>
    </inkml:traceGroup>
  </inkml:traceGroup>
</inkml:ink>
</file>

<file path=ppt/ink/ink11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7T08:22:52.846"/>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8A1FC10F-71D3-4DD4-A5F3-3C902C461EBB}" emma:medium="tactile" emma:mode="ink">
          <msink:context xmlns:msink="http://schemas.microsoft.com/ink/2010/main" type="inkDrawing" rotatedBoundingBox="5212,7132 5793,11348 4746,11492 4165,7277" semanticType="callout" shapeName="Other">
            <msink:sourceLink direction="to" ref="{FB528574-12A1-438C-9529-70B0E10104FE}"/>
            <msink:sourceLink direction="to" ref="{29578CCC-7AB6-4C96-B431-4307ABCB4195}"/>
          </msink:context>
        </emma:interpretation>
      </emma:emma>
    </inkml:annotationXML>
    <inkml:trace contextRef="#ctx0" brushRef="#br0">84 324 135 0,'-14'-25'425'0,"5"0"-15"0,-4-1 2 0,5 0 1 15,-3-2-8-15,3 4-2 0,2 0-8 0,-1 7-21 16,4 0-29-16,-2-2-26 0,4 5-14 0,1 0-1 0,0 0-11 15,0 14 2-15,1-23-29 0,4 16-27 0,-5 7-27 16,2-12-18-16,-2 12-24 0,0 0-10 0,6-10-22 16,-6 10-9-16,0 0-10 0,0 0-8 0,0 0-8 15,22 45-6-15,-15-16 7 0,0 12-1 0,-2 10 3 16,3 4-10-16,0 19 5 0,0 4 16 0,-2 10 10 16,-1 2 0-16,-2 33-4 0,3-36-107 0,-4 43-16 15,-2-4 0-15,5-4 0 0,0 12 0 0,6-2 0 16,-5 1 0-16,0 0 0 0,4 4 0 15,1-5 0-15,-3-5 0 0,0 3 0 0,4-3 0 0,-4-36 0 16,6 40 0-16,1-8 0 0,-4-37 0 0,3 37 0 16,-5-39 0-16,6 3 0 0,-8 3 0 0,0-4 0 15,-1-5 0-15,0 0 0 0,-4-7 0 0,1-2 0 0,-3-18 0 0,0 2 0 0,-3 14 0 0,1-21 0 16,1-3 0-16,-4 0 0 0,0-6 0 0,4 4 0 16,-2-12 0-16,-1-6 0 0,3 1 0 0,-4-3 0 15,4-8 0-15,1 1 0 0,0-3 0 0,-4-6 0 16,4-8 0-16,0 17 0 0,0-17 0 0,0 0 0 15,0 15 0-15,0-15 0 0,0 0 0 0,-3 11 0 16,3-11 0-16,0 0 0 0,0 0 0 0,0 0 0 16,0 0 0-16,-1 13 0 0,1-13 0 0,0 0 0 0,0 0 0 15,0 0 0-15,0 0 0 0,0 0 0 0,0 0 0 16,0 0 0-16,0 0 0 0,0 0 0 0,0 0 0 16,0 0 0-16,0 0 0 0,0 0 0 0,0 0 0 15,0 0 0-15,0 0 0 0,53-17 0 0,-37 14 0 16,0-3 0-16,5 0 0 0,7 3 0 0,2-1 0 15,11-3 0-15,0 1 0 0,-6 6 0 0,12 3 0 16,9 0 0-16,-4 0 0 0,5 1 0 0,-4-1 0 0,0 1 0 16,2 2 0-16,-6 0 0 0,0-5 0 15,0 2-100-15,5-4-387 0,-10-2-42 0,-1-3-62 16,-9 0-490-16,7-7-1171 0,1-4 518 0</inkml:trace>
  </inkml:traceGroup>
</inkml:ink>
</file>

<file path=ppt/ink/ink11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7T08:23:58.030"/>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BF04A94C-8738-4AA8-B973-7A28129C88B5}" emma:medium="tactile" emma:mode="ink">
          <msink:context xmlns:msink="http://schemas.microsoft.com/ink/2010/main" type="inkDrawing" rotatedBoundingBox="2230,13037 2846,12974 2850,13012 2233,13075" shapeName="Other"/>
        </emma:interpretation>
      </emma:emma>
    </inkml:annotationXML>
    <inkml:trace contextRef="#ctx0" brushRef="#br0">1110 12196 228 0,'-14'-4'308'0,"14"4"-3"0,0 0 0 0,-21-10-10 16,21 10-1-16,-10-5-16 0,10 5-1 0,0 0 2 15,-20-6-6-15,20 6-4 0,0 0-4 0,-21-1-9 16,21 1-15-16,0 0-9 0,0 0-18 0,0 0-11 16,-20-2-19-16,20 2-14 0,0 0-3 0,0 0-7 15,0 0-8-15,0 0-6 0,0 0-10 0,0 0-12 16,0 0-12-16,0 0-11 0,90 3-13 0,-60-6-7 0,16 3-7 16,-2-3-17-16,5-4-26 0,-2 1-29 0,-2 3-42 15,-3 1-59-15,1-1-41 0,-2-4-46 0,2-1-55 16,-15 8-53-16,-9-4-57 0,-1 1-87 0,-1 2-315 15,-17 1-816-15,16-6 361 0</inkml:trace>
  </inkml:traceGroup>
</inkml:ink>
</file>

<file path=ppt/ink/ink11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7T08:23:58.217"/>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30980DD4-0C7D-411F-9A6D-5E1044CE9E25}" emma:medium="tactile" emma:mode="ink">
          <msink:context xmlns:msink="http://schemas.microsoft.com/ink/2010/main" type="inkDrawing" rotatedBoundingBox="2155,13310 3116,13336 3114,13428 2152,13402" semanticType="callout" shapeName="Other"/>
        </emma:interpretation>
      </emma:emma>
    </inkml:annotationXML>
    <inkml:trace contextRef="#ctx0" brushRef="#br0">986 12443 16 0,'-17'11'330'15,"1"0"-31"-15,4 1-18 0,4-5 2 0,3 0 5 16,5-7-7-16,0 16-12 0,0-16-10 0,17 9-9 0,-1 0-8 15,13-5-11-15,13 0-17 0,6-1-19 0,2 0-22 16,4-3-20-16,4-3-19 0,4 3-29 0,-3-3-52 16,18-4-47-16,-15 3-59 0,15 7-67 0,-20-6-74 15,5 2-67-15,-4-5-312 0,20 0-620 0,-22-1 275 16</inkml:trace>
  </inkml:traceGroup>
</inkml:ink>
</file>

<file path=ppt/ink/ink11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7T08:22:51.887"/>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9561FD87-893D-4371-B77E-C7EC24CD8C4E}" emma:medium="tactile" emma:mode="ink">
          <msink:context xmlns:msink="http://schemas.microsoft.com/ink/2010/main" type="writingRegion" rotatedBoundingBox="991,7846 3820,7846 3820,9002 991,9002"/>
        </emma:interpretation>
      </emma:emma>
    </inkml:annotationXML>
    <inkml:traceGroup>
      <inkml:annotationXML>
        <emma:emma xmlns:emma="http://www.w3.org/2003/04/emma" version="1.0">
          <emma:interpretation id="{E567652B-845E-4B65-8DF2-BC6E22D168DD}" emma:medium="tactile" emma:mode="ink">
            <msink:context xmlns:msink="http://schemas.microsoft.com/ink/2010/main" type="paragraph" rotatedBoundingBox="991,7846 3820,7846 3820,9002 991,9002" alignmentLevel="1"/>
          </emma:interpretation>
        </emma:emma>
      </inkml:annotationXML>
      <inkml:traceGroup>
        <inkml:annotationXML>
          <emma:emma xmlns:emma="http://www.w3.org/2003/04/emma" version="1.0">
            <emma:interpretation id="{373342D9-1768-4ADA-AD8A-4AAE059DA99C}" emma:medium="tactile" emma:mode="ink">
              <msink:context xmlns:msink="http://schemas.microsoft.com/ink/2010/main" type="line" rotatedBoundingBox="991,7846 3820,7846 3820,9002 991,9002"/>
            </emma:interpretation>
          </emma:emma>
        </inkml:annotationXML>
        <inkml:traceGroup>
          <inkml:annotationXML>
            <emma:emma xmlns:emma="http://www.w3.org/2003/04/emma" version="1.0">
              <emma:interpretation id="{05640696-5EA4-41EA-83EA-9CA5DE0F5FDC}" emma:medium="tactile" emma:mode="ink">
                <msink:context xmlns:msink="http://schemas.microsoft.com/ink/2010/main" type="inkWord" rotatedBoundingBox="991,7846 3820,7846 3820,9002 991,9002"/>
              </emma:interpretation>
              <emma:one-of disjunction-type="recognition" id="oneOf0">
                <emma:interpretation id="interp0" emma:lang="" emma:confidence="1">
                  <emma:literal/>
                </emma:interpretation>
              </emma:one-of>
            </emma:emma>
          </inkml:annotationXML>
          <inkml:trace contextRef="#ctx0" brushRef="#br0">1753 7389 374 0,'0'0'358'0,"0"0"-8"0,0 0-8 16,0 0-6-16,0 0-14 0,0 0-23 0,65-8-22 16,-34 0-25-16,14 5-22 0,0-5-23 0,4 4-20 15,-1 1-19-15,-1-5-19 0,-1 2-20 0,2 1-9 16,-6 2-22-16,-12-1-35 0,3 3-70 0,-6-6-35 0,-6 5-52 16,-5 1-54-16,-16 1-57 0,23-4-66 0,-23 4-312 15,0 0-631-15,13-6 280 0</inkml:trace>
          <inkml:trace contextRef="#ctx0" brushRef="#br0" timeOffset="179.8809">1664 7696 9 0,'0'0'388'0,"0"9"-22"0,0-9-29 15,0 0-15-15,51 2-15 0,-18-6-6 0,15-3-15 16,1 2-23-16,3 5-32 0,5-7-26 0,3 7-16 0,-3-7-17 15,1 3-19-15,2 3-22 0,-1 1-48 16,-2 1-70-16,-7 3-67 16,-2-2-87-16,5-4-113 0,-4 4-298 0,-4-4-597 0,-1 1 265 15</inkml:trace>
          <inkml:trace contextRef="#ctx0" brushRef="#br0" timeOffset="-225.3305">-235 7839 285 0,'0'0'373'16,"0"0"-35"-16,0 0-25 0,35-28-20 0,-7 20-17 16,16-10-16-16,12 5-29 0,0-3-20 0,1 7-22 15,26-10-16-15,-6 6-18 0,2 1-15 0,-2-7-20 16,-1 11-11-16,-17-3-11 0,18-3-10 0,-21 7-1 16,4-1-17-16,-3-2-5 0,1-2-6 0,2 8-3 15,0-7-11-15,0 0-12 0,18 2-20 0,-26-1-42 16,1 3-60-16,-2 0-53 0,0 2-60 0,-2-4-92 0,-8 0-260 15,-11 4-601-15,3-1 266 0</inkml:trace>
          <inkml:trace contextRef="#ctx0" brushRef="#br0" timeOffset="-475.2821">827 7277 240 0,'0'0'394'0,"0"0"-35"0,0 0-38 0,-37 21-12 15,25-9-10-15,-10 9 0 0,1 3 10 0,-6 9-7 16,0 1-11-16,5 5-13 0,-5 3-16 0,4 1-10 16,-4 3-12-16,6-1-18 0,-2 2-14 0,1 0-15 0,1 1-16 15,-4-5-11-15,4 1-14 0,1-1-13 0,4-5-16 16,-6-1-6-16,6-11-12 0,3 1-8 0,1-6-10 16,5 0-10-16,-2-10-7 0,4 4-7 0,-1-7-6 15,3 1-3-15,3-9 1 0,-7 11 4 0,7-11 13 16,0 0 9-16,0 0-1 0,0 0 1 0,0 0-6 15,22-27-8-15,-7 1-1 0,7-10-3 0,0-2-10 16,3-8-6-16,13-15 2 0,3-6-7 0,0-2 1 16,-1 2-8-16,-2-4-9 0,3 6-4 0,-3 0-6 15,3 3 4-15,-14 17-2 0,1 1 2 0,1-2-6 16,1 0 3-16,-4 7-5 0,3-1 1 0,-4 3 0 0,-1 4 8 16,-5 11 5-16,1-2-3 0,-2 4 0 0,2 1 6 15,-5 7-5-15,-1 2-7 0,-2-1-8 0,1 8 1 16,-2-2 3-16,-11 5-1 0,0 0 5 0,41 19 2 15,-28-7-8-15,6 14 3 0,1 7 10 0,-4 9-9 16,0-1 9-16,4 5-4 0,-4 3 6 0,2-5-5 16,-3 3-1-16,1 5-3 0,5-4 6 0,-1 3 4 15,-5 2-11-15,0-5-13 0,4 1 12 0,-6-2 18 0,-3-7-18 16,2-1 0-16,-4-7-8 0,3-5 0 16,-8 1-7-16,2-4-8 0,-3 1-20 0,2-7-30 0,-4 2-15 15,-4-7-34-15,-3 6-48 0,1-5-63 0,3-6-58 16,-8 3-33-16,3-3-46 0,-8-1-37 0,-6-4-57 15,-11-3-95-15,6-6-298 0,-5 2-910 0,-7-12 403 16</inkml:trace>
        </inkml:traceGroup>
      </inkml:traceGroup>
    </inkml:traceGroup>
  </inkml:traceGroup>
</inkml:ink>
</file>

<file path=ppt/ink/ink11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7T08:22:57.627"/>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84A8F485-76D5-439C-9D50-22A3A5020645}" emma:medium="tactile" emma:mode="ink">
          <msink:context xmlns:msink="http://schemas.microsoft.com/ink/2010/main" type="writingRegion" rotatedBoundingBox="4100,8966 12653,8841 12772,17037 4220,17162"/>
        </emma:interpretation>
      </emma:emma>
    </inkml:annotationXML>
    <inkml:traceGroup>
      <inkml:annotationXML>
        <emma:emma xmlns:emma="http://www.w3.org/2003/04/emma" version="1.0">
          <emma:interpretation id="{598DD3B5-CB78-4F7B-ADA5-218679408509}" emma:medium="tactile" emma:mode="ink">
            <msink:context xmlns:msink="http://schemas.microsoft.com/ink/2010/main" type="paragraph" rotatedBoundingBox="5172,9056 11122,8861 11161,10044 5211,10239" alignmentLevel="2"/>
          </emma:interpretation>
        </emma:emma>
      </inkml:annotationXML>
      <inkml:traceGroup>
        <inkml:annotationXML>
          <emma:emma xmlns:emma="http://www.w3.org/2003/04/emma" version="1.0">
            <emma:interpretation id="{52AF9008-CBBC-4E23-BA01-37889507729F}" emma:medium="tactile" emma:mode="ink">
              <msink:context xmlns:msink="http://schemas.microsoft.com/ink/2010/main" type="line" rotatedBoundingBox="5172,9056 11122,8861 11161,10044 5211,10239">
                <msink:destinationLink direction="with" ref="{25EFA568-391D-4026-9856-BF0FB6F8CBCA}"/>
              </msink:context>
            </emma:interpretation>
          </emma:emma>
        </inkml:annotationXML>
        <inkml:traceGroup>
          <inkml:annotationXML>
            <emma:emma xmlns:emma="http://www.w3.org/2003/04/emma" version="1.0">
              <emma:interpretation id="{FB528574-12A1-438C-9529-70B0E10104FE}" emma:medium="tactile" emma:mode="ink">
                <msink:context xmlns:msink="http://schemas.microsoft.com/ink/2010/main" type="inkWord" rotatedBoundingBox="5179,9278 5845,9257 5870,10044 5205,10066">
                  <msink:destinationLink direction="to" ref="{8A1FC10F-71D3-4DD4-A5F3-3C902C461EBB}"/>
                </msink:context>
              </emma:interpretation>
              <emma:one-of disjunction-type="recognition" id="oneOf0">
                <emma:interpretation id="interp0" emma:lang="" emma:confidence="1">
                  <emma:literal/>
                </emma:interpretation>
              </emma:one-of>
            </emma:emma>
          </inkml:annotationXML>
          <inkml:trace contextRef="#ctx0" brushRef="#br0">4083 8607 169 0,'0'0'365'0,"0"0"-15"16,-27-7-21-16,27 7-20 0,-2-13-24 0,2 13 3 16,0-19-39-16,0 19-8 0,14-23-11 0,-6 12-13 15,0-1-1-15,6-3-15 0,1 3-10 0,2-1-13 16,-3 0-16-16,7-4-13 0,-4 7-23 0,5-3-4 15,-4 6-14-15,-3-3-7 0,1 4-13 0,2 4-9 0,-3-3-5 16,-15 5-8-16,29 1-10 0,-29-1-4 0,20 7-5 16,-12 2-9-16,3 1 6 0,-3 5-12 15,-5-1 1-15,2 6-5 0,-5 0 0 0,0-1-8 0,-6 7 1 16,-4-3-9-16,-2 3-2 0,-1-2-6 0,-4 0-3 16,-1-1-10-16,-5 7-5 0,5-9-11 0,-1 1-23 15,2 0-1-15,3-12 2 0,-1 2-7 0,1-1-5 16,2-1 3-16,4-5 5 0,8-5 1 0,-15 11 3 15,15-11 1-15,0 0 9 0,0 0-3 0,0 0 11 16,0 0-6-16,0 0 18 0,0 0 12 0,0 0 9 16,32-39 0-16,-18 29 13 0,2 1 2 0,0-3 4 0,3 1 8 15,-3 4-1-15,9-4 4 0,-8 2 1 0,9 0 9 16,-6 4-7-16,1 3 3 0,1 0-1 16,-2 2-2-16,6 2 1 0,0 4 1 0,1 1-5 0,-3 3-2 15,1 6 3-15,-6-2-3 0,-1 5-6 0,2 2 6 16,-6-1 0-16,-1 2 0 0,-3 0 0 0,-4 8-4 15,-1-4-9-15,-8 4 3 0,-1-2-1 0,-4-2-6 16,-4-2 2-16,-2 1-6 0,-7-2 4 0,-1-1-6 16,-5-3-1-16,-6 4-3 0,-4 2-7 0,3-11-20 15,-7-2-16-15,-2-5-20 0,11-4-38 0,-2 1-27 16,0-7-26-16,-8 0-29 0,9-2-39 0,-10-4-29 0,3-7-59 16,9 1-74-16,-1-6-241 0,12-2-670 0,-1-11 296 15</inkml:trace>
        </inkml:traceGroup>
        <inkml:traceGroup>
          <inkml:annotationXML>
            <emma:emma xmlns:emma="http://www.w3.org/2003/04/emma" version="1.0">
              <emma:interpretation id="{04F1A0FE-E4B2-4E10-B852-F4FA0EB73CE3}" emma:medium="tactile" emma:mode="ink">
                <msink:context xmlns:msink="http://schemas.microsoft.com/ink/2010/main" type="inkWord" rotatedBoundingBox="7807,9032 7872,9029 7897,9787 7832,9789"/>
              </emma:interpretation>
              <emma:one-of disjunction-type="recognition" id="oneOf1">
                <emma:interpretation id="interp1" emma:lang="" emma:confidence="1">
                  <emma:literal/>
                </emma:interpretation>
              </emma:one-of>
            </emma:emma>
          </inkml:annotationXML>
          <inkml:trace contextRef="#ctx0" brushRef="#br0" timeOffset="515.5991">6592 8256 218 0,'-6'-20'480'0,"6"11"7"0,0 9 11 0,0-19 5 0,0 19 11 16,-3-15-8-16,3 15-21 0,1-18-21 0,-1 18-35 15,0 0-25-15,-1-12-29 0,1 12-33 0,0 0-34 16,0 0-28-16,0 0-18 0,0 0-17 0,0 0-26 15,0 0-10-15,3 40-12 0,2-10-15 0,-4-2-15 16,-2 15-13-16,2 1-13 0,-1 1-19 0,0-1-122 16,0 3 0-16,7-1 0 0,-9-6 0 0,4 4 0 15,-2 1 0-15,7-7 0 0,-7-6 0 0,7 4 0 16,-6-5 0-16,3-5 0 0,-4-3 0 0,0-5 0 16,3-4 0-16,-2 1 0 0,-2-6 0 0,1-9 0 0,4 18-319 15,-4-18-100-15,0 0-68 0,16 0-101 16,-16 0-475-16,16-23-1153 0,-3 11 510 0</inkml:trace>
        </inkml:traceGroup>
        <inkml:traceGroup>
          <inkml:annotationXML>
            <emma:emma xmlns:emma="http://www.w3.org/2003/04/emma" version="1.0">
              <emma:interpretation id="{DCB6D81C-E8E0-40C9-BD49-279AFC505101}" emma:medium="tactile" emma:mode="ink">
                <msink:context xmlns:msink="http://schemas.microsoft.com/ink/2010/main" type="inkWord" rotatedBoundingBox="9736,8907 11122,8861 11161,10044 9775,10089"/>
              </emma:interpretation>
              <emma:one-of disjunction-type="recognition" id="oneOf2">
                <emma:interpretation id="interp2" emma:lang="" emma:confidence="0.5">
                  <emma:literal>l</emma:literal>
                </emma:interpretation>
                <emma:interpretation id="interp3" emma:lang="" emma:confidence="0">
                  <emma:literal>,</emma:literal>
                </emma:interpretation>
                <emma:interpretation id="interp4" emma:lang="" emma:confidence="0">
                  <emma:literal>|</emma:literal>
                </emma:interpretation>
                <emma:interpretation id="interp5" emma:lang="" emma:confidence="0">
                  <emma:literal>.</emma:literal>
                </emma:interpretation>
                <emma:interpretation id="interp6" emma:lang="" emma:confidence="0">
                  <emma:literal>1</emma:literal>
                </emma:interpretation>
              </emma:one-of>
            </emma:emma>
          </inkml:annotationXML>
          <inkml:trace contextRef="#ctx0" brushRef="#br0" timeOffset="999.9308">8572 8386 185 0,'0'0'423'0,"-26"-1"-4"0,26 1-13 0,0 0-9 16,0 0-9-16,-24-2-22 0,24 2-32 0,0 0-30 15,0 0-27-15,0 0-26 0,0 0-23 0,0 0-24 16,0 0-12-16,0 0-19 0,0 0-19 0,0 0-17 16,0 0-13-16,58-9-13 0,-58 9-16 0,37-2-23 15,-17 2-41-15,9-1-38 0,-1-3-55 0,1 3-61 16,2 0-62-16,-2-1-64 0,1-5-70 0,-3 0-106 16,-4-3-226-16,6 1-704 0,-4-5 312 0</inkml:trace>
          <inkml:trace contextRef="#ctx0" brushRef="#br0" timeOffset="1359.2826">9778 8041 288 0,'0'0'529'16,"0"0"-31"-16,5-12-16 0,-5 12-6 0,5-14-4 0,-5 14-10 15,0 0-20-15,8-11-24 0,-8 11-24 0,0 0-37 16,8-8-18-16,-8 8-48 0,0 0-11 0,0 0-31 16,0 0-15-16,0 0-11 0,0 0-7 0,0 0-5 15,8 33-4-15,-7-16-8 0,-1 15-10 0,0 8 1 16,-1 3-9-16,1 3-7 0,0 3-15 0,-4 3-128 16,4 0-31-16,0 2 0 0,4 20 0 0,0-22 0 15,-1 0 0-15,1 20 0 0,4-3 0 0,-5-17 0 16,3-4 0-16,0-3 0 0,1 3 0 0,1-4 0 15,-2-4 0-15,-5-9 0 0,4-6 0 0,-2 1 0 0,1-9 0 16,-1 0 0-16,-3-6 0 0,3 3 0 0,-3-14 0 16,3 17 0-16,-3-17 0 0,5 9 0 0,-5-9-9 15,0 0-334-15,0 0-47 0,0 0-44 0,0 0-62 16,23-37-95-16,-21 13-397 0,3-2-1071 0,3 1 474 16</inkml:trace>
        </inkml:traceGroup>
      </inkml:traceGroup>
    </inkml:traceGroup>
    <inkml:traceGroup>
      <inkml:annotationXML>
        <emma:emma xmlns:emma="http://www.w3.org/2003/04/emma" version="1.0">
          <emma:interpretation id="{859F9B27-1041-4699-97F1-9686D1467A85}" emma:medium="tactile" emma:mode="ink">
            <msink:context xmlns:msink="http://schemas.microsoft.com/ink/2010/main" type="paragraph" rotatedBoundingBox="5550,10757 12199,10546 12222,11295 5574,11506" alignmentLevel="2"/>
          </emma:interpretation>
        </emma:emma>
      </inkml:annotationXML>
      <inkml:traceGroup>
        <inkml:annotationXML>
          <emma:emma xmlns:emma="http://www.w3.org/2003/04/emma" version="1.0">
            <emma:interpretation id="{F1F0662F-63AD-4AFD-AA30-2E0B7046A6E2}" emma:medium="tactile" emma:mode="ink">
              <msink:context xmlns:msink="http://schemas.microsoft.com/ink/2010/main" type="line" rotatedBoundingBox="5550,10757 12199,10545 12222,11295 5574,11506">
                <msink:destinationLink direction="with" ref="{25EFA568-391D-4026-9856-BF0FB6F8CBCA}"/>
              </msink:context>
            </emma:interpretation>
          </emma:emma>
        </inkml:annotationXML>
        <inkml:traceGroup>
          <inkml:annotationXML>
            <emma:emma xmlns:emma="http://www.w3.org/2003/04/emma" version="1.0">
              <emma:interpretation id="{29578CCC-7AB6-4C96-B431-4307ABCB4195}" emma:medium="tactile" emma:mode="ink">
                <msink:context xmlns:msink="http://schemas.microsoft.com/ink/2010/main" type="inkWord" rotatedBoundingBox="5550,10766 5593,10764 5614,11424 5571,11425">
                  <msink:destinationLink direction="to" ref="{8A1FC10F-71D3-4DD4-A5F3-3C902C461EBB}"/>
                </msink:context>
              </emma:interpretation>
              <emma:one-of disjunction-type="recognition" id="oneOf3">
                <emma:interpretation id="interp7" emma:lang="" emma:confidence="1">
                  <emma:literal/>
                </emma:interpretation>
              </emma:one-of>
            </emma:emma>
          </inkml:annotationXML>
          <inkml:trace contextRef="#ctx0" brushRef="#br0" timeOffset="2265.4859">4370 9977 37 0,'0'0'407'0,"-6"-14"3"0,0 7 11 0,6 7-9 16,-8-15-4-16,8 15-13 0,-7-16-7 0,4 9-8 0,3 7-6 16,-6-12-19-16,6 12-29 0,0 0-24 15,0 0-28-15,-8-9-22 0,8 9-25 0,0 0-23 0,0 0-10 16,0 0-18-16,0 0-7 0,0 0-4 0,0 39-4 15,3-17-14-15,2 4-17 0,-4 3-4 0,1-2-12 16,3 3-15-16,-1 10-11 0,0-3-1 0,-3-6-17 16,2 9-9-16,-3-10 2 0,2 2-11 0,-2-2-6 15,0-1 5-15,0 1-12 0,0-1-7 0,2-1-18 16,-2-4-6-16,-2-4-39 0,2-3-39 0,0 1-43 16,0-1-62-16,0-8-58 0,0-9-53 0,2 15-52 0,-2-15-48 15,6 10-52-15,-6-10-118 0,0 0-284 0,0 0-910 16,0 0 403-16</inkml:trace>
        </inkml:traceGroup>
        <inkml:traceGroup>
          <inkml:annotationXML>
            <emma:emma xmlns:emma="http://www.w3.org/2003/04/emma" version="1.0">
              <emma:interpretation id="{6309D236-5489-4BEE-B787-E434E5627A4E}" emma:medium="tactile" emma:mode="ink">
                <msink:context xmlns:msink="http://schemas.microsoft.com/ink/2010/main" type="inkWord" rotatedBoundingBox="7097,10773 8578,10726 8600,11410 7119,11457"/>
              </emma:interpretation>
              <emma:one-of disjunction-type="recognition" id="oneOf4">
                <emma:interpretation id="interp8" emma:lang="" emma:confidence="1">
                  <emma:literal/>
                </emma:interpretation>
              </emma:one-of>
            </emma:emma>
          </inkml:annotationXML>
          <inkml:trace contextRef="#ctx0" brushRef="#br0" timeOffset="2702.9955">5908 10136 88 0,'0'0'387'0,"0"0"4"15,0 0-4-15,0 0-15 0,-29-1-16 0,29 1-21 16,0 0-27-16,0 0-31 0,0 0-25 0,0 0-17 0,0 0-11 16,0 0-13-16,0 0-7 0,0 0-14 15,0 0-17-15,0 0-12 0,0 0-15 0,0 0-13 0,0 0-13 16,81-9-10-16,-52 5-12 0,-1 1-12 0,0 1-9 15,6-1-8-15,8-4-13 0,-12 2-19 0,3-1-40 16,1 1-37-16,-3-2-58 0,10-7-63 0,-9 9-54 16,-7-1-60-16,2 1-75 0,-5 2-374 0,-3-5-784 15,3-2 347-15</inkml:trace>
          <inkml:trace contextRef="#ctx0" brushRef="#br0" timeOffset="3212.9427">6621 10043 355 0,'0'0'366'0,"0"0"-6"0,0 0-9 0,0 0-10 16,0 0-14-16,-24-30-9 0,24 30-20 0,0 0-27 0,14-23-23 16,-6 16-19-16,-8 7-19 0,19-17-12 15,-8 6-9-15,2 0-7 0,1 3-13 0,0-4-12 16,0 5-13-16,9-3-11 0,-6 3-13 0,2-1-13 0,0 4-14 15,1-1-3-15,4-1-11 0,-3 3-5 0,2 2-7 32,-23 1-6-32,38 4-8 0,-16-3-6 0,-7 5-3 0,4 0-4 0,-4 3 0 0,0 3-9 15,-1 7-1-15,-1 2-3 0,-1 5 0 0,-4 4-6 16,-6-2-3-16,1 10 2 0,-6-6-8 0,-4-2 1 16,-1 8 1-16,-4 1-2 0,-4 3-1 0,-1-8-4 15,-2 1-1-15,-4 0-1 0,5-9 1 0,-11 4-2 16,9-9 2-16,-3 2-6 0,-2-2-1 0,1-2-5 15,1-5-11-15,-3-2-4 0,4 2-7 0,3-7-7 16,4 2-2-16,-6-6 4 0,2 2 10 0,19-5-3 16,-22 3 2-16,22-3 6 0,0 0 0 0,-29-2 6 0,29 2 4 15,0 0 8-15,-7-13 6 0,7 13-1 0,0 0 4 16,0 0-2-16,22-22 4 0,-8 11 4 0,0 4-3 16,7 2 10-16,-2-2 4 0,7-1 12 0,0 1 19 15,9 1 4-15,-1 1 16 0,7-2 5 0,4-4 3 16,2 7-12-16,4 0-3 0,-4 0-6 0,-4-3-10 15,-1 6-4-15,1 0-10 0,-10 0-9 0,-6 1-29 16,-2-4-32-16,-6 4-32 0,4-1-39 0,-23 1-40 0,31-1-46 16,-20-4-45-16,-11 5-43 0,18-3-63 15,-18 3-84-15,0 0-384 0,14-12-873 0,-14 12 387 0</inkml:trace>
        </inkml:traceGroup>
        <inkml:traceGroup>
          <inkml:annotationXML>
            <emma:emma xmlns:emma="http://www.w3.org/2003/04/emma" version="1.0">
              <emma:interpretation id="{A3316F8A-69F1-4322-8497-8017CCC9ABCC}" emma:medium="tactile" emma:mode="ink">
                <msink:context xmlns:msink="http://schemas.microsoft.com/ink/2010/main" type="inkWord" rotatedBoundingBox="10321,10605 12199,10545 12222,11278 10345,11337"/>
              </emma:interpretation>
              <emma:one-of disjunction-type="recognition" id="oneOf5">
                <emma:interpretation id="interp9" emma:lang="" emma:confidence="1">
                  <emma:literal/>
                </emma:interpretation>
              </emma:one-of>
            </emma:emma>
          </inkml:annotationXML>
          <inkml:trace contextRef="#ctx0" brushRef="#br0" timeOffset="3775.5273">9145 10124 322 0,'0'0'438'0,"0"0"-5"16,0 0 5-16,-27-3-11 0,27 3-18 0,-10-4-24 16,10 4-30-16,0 0-27 0,0 0-23 0,0 0-29 15,0 0-23-15,0 0-22 0,29-26-25 0,-15 26-20 16,6-7-19-16,11 2-20 0,0-1-11 0,12-2-13 16,-12 5-18-16,14 0-21 0,-6-2-38 0,4 2-46 15,3 3-56-15,-4 0-63 0,1-5-66 0,0 5-85 16,-15 0-74-16,7 0-107 0,-5 0-279 0,3 0-789 0,0-4 349 15</inkml:trace>
          <inkml:trace contextRef="#ctx0" brushRef="#br0" timeOffset="4212.9932">10162 9785 370 0,'-23'-1'367'0,"23"1"-24"16,0 0-27-16,-27-4-31 0,27 4-24 0,0 0-21 0,-22 5-13 16,22-5-15-16,-11 11-19 0,11-11-20 0,-8 16-11 15,1-6-18-15,1-1-10 0,5 5-14 0,-6-4-2 16,6 2-10-16,1-12-10 0,-7 25-8 0,3-11-11 16,4-3-5-16,0-11-2 0,0 20-8 0,0-9-6 15,0-11 2-15,7 19 11 0,-2-9-6 0,8 1 20 16,-5 3-10-16,8-6-6 0,-4 7-7 0,2-8-4 15,5 0-2-15,-1 5-4 0,2-5 0 0,-4 0 0 16,5 1-6-16,-2 0 3 0,4 2-6 0,-2-5-4 16,-4 4 1-16,4 1-9 0,3-3 0 0,-10-1-1 0,2 5 4 15,1-3-6-15,-1 0-5 0,-2 3 1 0,-1 1-3 16,-4 1 1-16,2-1-1 0,-1 2-3 0,-6 0 2 16,-2 2-2-16,-7-2 0 0,4 5-1 0,-6-8 1 15,1 5 2-15,-5-3-7 0,0 3 2 0,-3-2-1 16,-1 0-2-16,3-4 0 0,-4 2-1 0,-1-3 2 15,1-2-4-15,0 4-1 0,0-4-2 0,0-1-2 16,-3-4-11-16,0 3-18 0,19-5-32 0,-36 1-8 0,36-1-44 16,-35-7-36-16,18 1-31 0,-2-1-42 15,-3-7-50-15,4 1-55 0,1-7-111 0,-2-4-227 0,5-2-717 16,0-1 317-16</inkml:trace>
          <inkml:trace contextRef="#ctx0" brushRef="#br0" timeOffset="4431.6956">10294 9840 569 0,'28'-11'556'0,"4"-1"8"0,15-7-13 0,8 6-34 16,-2-1-40-16,0-2-44 0,-2 5-39 0,4-4-43 16,-6 5-34-16,-5 1-34 0,2 2-33 0,-6 0-49 15,-9 4-41-15,-4 3-49 0,-9-4-52 0,1 0-46 16,-4 3-50-16,-15 1-45 0,16-7-52 0,-16 7-47 15,0 0-58-15,0 0-68 0,0 0-76 0,0 0-358 16,0 0-802-16,0 0 354 0</inkml:trace>
        </inkml:traceGroup>
      </inkml:traceGroup>
    </inkml:traceGroup>
    <inkml:traceGroup>
      <inkml:annotationXML>
        <emma:emma xmlns:emma="http://www.w3.org/2003/04/emma" version="1.0">
          <emma:interpretation id="{29E4EA67-976A-4A07-8C17-01ACD630B207}" emma:medium="tactile" emma:mode="ink">
            <msink:context xmlns:msink="http://schemas.microsoft.com/ink/2010/main" type="paragraph" rotatedBoundingBox="4158,12642 12711,12804 12692,13795 4139,13632" alignmentLevel="1"/>
          </emma:interpretation>
        </emma:emma>
      </inkml:annotationXML>
      <inkml:traceGroup>
        <inkml:annotationXML>
          <emma:emma xmlns:emma="http://www.w3.org/2003/04/emma" version="1.0">
            <emma:interpretation id="{392BD92E-C9A0-4D8E-991A-BD38639E9FD4}" emma:medium="tactile" emma:mode="ink">
              <msink:context xmlns:msink="http://schemas.microsoft.com/ink/2010/main" type="inkBullet" rotatedBoundingBox="4157,12677 4730,12688 4727,12832 4155,12821"/>
            </emma:interpretation>
            <emma:one-of disjunction-type="recognition" id="oneOf6">
              <emma:interpretation id="interp10" emma:lang="" emma:confidence="0">
                <emma:literal>-</emma:literal>
              </emma:interpretation>
            </emma:one-of>
          </emma:emma>
        </inkml:annotationXML>
        <inkml:trace contextRef="#ctx0" brushRef="#br0" timeOffset="61996.6082">2957 11953 65 0,'-9'-12'327'0,"9"12"-11"0,-10-8-14 0,10 8-17 16,0 0-9-16,-3-15-10 0,3 15-16 0,0 0-14 15,-5-10-14-15,5 10-37 0,0 0 2 0,0 0 1 16,19-14-6-16,-9 9-10 0,7 1-7 0,2-3-5 16,11 2-1-16,2-1-16 0,9 0-12 0,2-3-24 15,-1 4-6-15,-9 3-41 0,10 0-43 0,0 0-68 16,-1-3-70-16,-7 5-77 0,-5-2-98 0,2-3-344 16,-2 0-692-16,3 0 306 0</inkml:trace>
      </inkml:traceGroup>
      <inkml:traceGroup>
        <inkml:annotationXML>
          <emma:emma xmlns:emma="http://www.w3.org/2003/04/emma" version="1.0">
            <emma:interpretation id="{3F9BCF4E-D3B1-49C9-8509-73D307C23036}" emma:medium="tactile" emma:mode="ink">
              <msink:context xmlns:msink="http://schemas.microsoft.com/ink/2010/main" type="line" rotatedBoundingBox="5295,12663 12711,12805 12692,13795 5276,13654">
                <msink:destinationLink direction="with" ref="{CBBB1ABE-3D20-47D7-A888-0003758B6BA6}"/>
                <msink:destinationLink direction="with" ref="{1DAB46BB-3152-460F-AEC8-13E760890872}"/>
              </msink:context>
            </emma:interpretation>
          </emma:emma>
        </inkml:annotationXML>
        <inkml:traceGroup>
          <inkml:annotationXML>
            <emma:emma xmlns:emma="http://www.w3.org/2003/04/emma" version="1.0">
              <emma:interpretation id="{3244A889-8333-4A33-AFB1-E8C29F25BE3E}" emma:medium="tactile" emma:mode="ink">
                <msink:context xmlns:msink="http://schemas.microsoft.com/ink/2010/main" type="inkWord" rotatedBoundingBox="5288,13027 5320,13028 5309,13606 5277,13605"/>
              </emma:interpretation>
              <emma:one-of disjunction-type="recognition" id="oneOf7">
                <emma:interpretation id="interp11" emma:lang="" emma:confidence="1">
                  <emma:literal/>
                </emma:interpretation>
              </emma:one-of>
            </emma:emma>
          </inkml:annotationXML>
          <inkml:trace contextRef="#ctx0" brushRef="#br0" timeOffset="62371.5984">4094 12199 340 0,'0'0'406'0,"0"0"2"15,-10-14 0-15,10 14 8 0,0 0 4 0,-1-12-7 16,1 12-10-16,0 0-16 0,-2-14-15 0,2 14-16 0,0 0-23 16,0 0-27-16,0 0-18 0,0 0-18 15,0 0-16-15,0 0 0 0,0 0 1 0,0 0-13 0,0 0-13 16,-13 44-12-16,13-26-21 0,-1 13-11 0,-4-3-12 15,3 10-17-15,1-6-21 0,2-3 1 0,-2 12-21 16,1-3-9-16,1-1-94 0,1-7-12 0,-2-1 0 16,5-4 0-16,-4 2 0 0,1-4 0 0,-2-1 0 15,5-4 0-15,-5-3 0 0,1 0 0 0,4-8-3 16,-5-7-226-16,0 18-54 0,0-18-60 0,2 13-62 16,-2-13-73-16,0 0-111 0,0 0-389 0,0 0-1058 0,0 0 469 15</inkml:trace>
        </inkml:traceGroup>
        <inkml:traceGroup>
          <inkml:annotationXML>
            <emma:emma xmlns:emma="http://www.w3.org/2003/04/emma" version="1.0">
              <emma:interpretation id="{2B442DFD-277B-43FC-B6CC-A6A1A8A129DF}" emma:medium="tactile" emma:mode="ink">
                <msink:context xmlns:msink="http://schemas.microsoft.com/ink/2010/main" type="inkWord" rotatedBoundingBox="7360,12951 9234,12987 9220,13729 7346,13693"/>
              </emma:interpretation>
              <emma:one-of disjunction-type="recognition" id="oneOf8">
                <emma:interpretation id="interp12" emma:lang="" emma:confidence="1">
                  <emma:literal/>
                </emma:interpretation>
              </emma:one-of>
            </emma:emma>
          </inkml:annotationXML>
          <inkml:trace contextRef="#ctx0" brushRef="#br0" timeOffset="63480.8657">7280 12330 242 0,'-29'2'370'0,"29"-2"-9"16,-27 0-14-16,27 0-6 0,-23-2-14 0,23 2-1 15,-21-5-13-15,21 5-21 0,-14-7-18 0,14 7-21 16,-11-8-22-16,11 8-22 0,-8-11-12 0,8 11-16 15,0-15-11-15,0 15-12 0,9-18-12 0,-2 11-7 16,4-9-7-16,-2 1-9 0,2 5-8 0,0-1-11 0,7-4-4 16,-4 5-6-16,2-2-9 0,3 0-6 0,-3 3-8 15,4 0-6-15,-1 0-8 0,0 2-1 0,0 4-9 16,2-3-4-16,-1 0-1 0,-4 5-5 0,-16 1-3 16,35 0-3-16,-19 6-5 0,2-4 1 0,-3 6-5 15,-1 5-1-15,0-1 1 0,-6 5-7 0,5 5-2 16,1 1 1-16,-8 7-4 0,-4-3 2 0,4 15 0 15,-7-15-3-15,-1 2-1 0,-3 8-2 0,-3-10 2 16,0 2-4-16,-4 1-1 0,-4 6 1 0,-5-3-1 16,2-7-3-16,1-4 2 0,-1 0-4 0,-5 2 3 15,2-3 1-15,-7 0-3 0,7-4 2 0,-3 0-2 0,0-1 1 16,-1-2 0-16,6-3 3 0,4-3-2 0,2 5-3 16,-1-6 3-16,3-2 2 0,-1 3-4 0,13-8 1 15,-11 10 2-15,11-10-3 0,0 0-2 0,-11 8 4 16,11-8 2-16,0 0-3 0,0 0 5 0,0 0-2 15,27 14-1-15,-27-14 4 0,28 0-3 0,-1 4-2 16,3-4 0-16,5-4 0 0,8 2 1 0,3 1 0 16,-1-4-15-16,1-1-35 0,5 3-52 0,-7-2-62 15,11-5-57-15,-6 2-69 0,2 0-81 0,11 1-115 0,-6-6-314 16,1 1-863-16,19-6 382 0</inkml:trace>
          <inkml:trace contextRef="#ctx0" brushRef="#br0" timeOffset="62980.906">6158 12407 211 0,'-11'7'394'0,"11"-7"5"0,0 0-4 0,0 0-14 15,0 0-10-15,0 0-5 0,-19 4-25 0,19-4-24 16,0 0-26-16,0 0-18 0,0 0-9 15,0 0-10-15,0 0-12 0,0 0-16 0,0 0-21 0,56-4-16 16,-33 4-24-16,5-3-13 0,5 3-16 0,2 3-15 16,9 1-13-16,4-1-34 0,-6 2-47 0,7-3-64 15,2 0-76-15,-2-2-55 0,0-2-77 0,0-1-84 16,0 1-89-16,-2-5-348 0,-2-5-829 0,-3 3 367 16</inkml:trace>
        </inkml:traceGroup>
        <inkml:traceGroup>
          <inkml:annotationXML>
            <emma:emma xmlns:emma="http://www.w3.org/2003/04/emma" version="1.0">
              <emma:interpretation id="{8301A985-96A4-4CE2-A9CC-1045FC2FAF63}" emma:medium="tactile" emma:mode="ink">
                <msink:context xmlns:msink="http://schemas.microsoft.com/ink/2010/main" type="inkWord" rotatedBoundingBox="10702,12766 12711,12805 12693,13734 10685,13696"/>
              </emma:interpretation>
              <emma:one-of disjunction-type="recognition" id="oneOf9">
                <emma:interpretation id="interp13" emma:lang="" emma:confidence="1">
                  <emma:literal/>
                </emma:interpretation>
              </emma:one-of>
            </emma:emma>
          </inkml:annotationXML>
          <inkml:trace contextRef="#ctx0" brushRef="#br0" timeOffset="64353.5433">10186 12103 88 0,'0'0'342'15,"0"0"-17"-15,0 0-14 0,0 0-8 0,0 0-5 16,0 0-14-16,0 0-12 0,0 0-8 0,0 0-20 16,0 0-9-16,0 0-8 0,-30 21-5 0,24-14-16 15,6-7-6-15,-8 20-12 0,2-12-13 0,2 3-16 16,0 0-5-16,2 4-11 0,2-1-9 0,0-14-17 15,2 24-9-15,4-10-6 0,0 0-11 0,2 5-10 16,2-4-7-16,2 2-6 0,3-3-10 0,-1 2-4 16,6-2-3-16,1 5-4 0,1-5-10 0,0-4 0 0,3 6-3 15,-2-2-6-15,-1 5 0 0,4-5 1 16,-3 0 2-16,-3 4 2 0,2-3 4 0,0 3 0 0,2-4 3 16,-8-1-2-16,-2 0 4 0,-1-1 3 0,-4 3-4 15,6 1 3-15,-9-2-2 0,2 1 0 0,-8-1-10 16,0 3-2-16,0-3 0 0,-3 3-3 0,-5-2-8 15,-3-2-1-15,-4 1 0 0,1-1-2 0,0-1-3 16,-13 0-6-16,0 1-16 0,5 2-8 0,-5-7-13 16,-1 2-27-16,-2-3-29 0,0-1-26 0,-2-4-39 15,7-2-31-15,-7 0-28 0,4-8-29 0,-2 1-35 0,1-3-64 16,2-8-72-16,-9-7-322 0,3-1-791 16,4-9 351-16</inkml:trace>
          <inkml:trace contextRef="#ctx0" brushRef="#br0" timeOffset="64634.7718">10147 12005 444 0,'44'-6'541'0,"11"4"11"0,2-3-3 0,20-1-32 16,1-1-34-16,1 2-31 0,-17 1-43 0,17-4-14 15,1 2-46-15,-21 5-26 0,-1-3-43 0,21-3-24 0,-22 4-18 16,0 3-20-16,0 0-24 0,-7-4-10 0,-1 3-28 15,-4 1-23-15,-12 0-4 0,0-2-13 0,-3 4-16 16,-1-2-9-16,-9 0-10 0,-1 1-11 0,-19-1-18 16,25-1-8-16,-25 1-10 0,0 0-33 0,27 0-27 15,-27 0-41-15,0 0-40 0,0 0-56 0,0 0-46 16,0 0-45-16,0 0-49 0,0 0-47 0,0 0-57 16,0 0-95-16,-58 17-333 0,39-15-902 0,19-2 399 0</inkml:trace>
          <inkml:trace contextRef="#ctx0" brushRef="#br0" timeOffset="63933.9718">9537 12421 257 0,'-27'0'378'0,"27"0"-3"15,-18 2-6-15,18-2-9 0,0 0-5 0,0 0-11 0,-25-3-10 16,25 3-20-16,0 0-16 0,0 0-19 0,0 0-10 16,0 0-12-16,0 0-18 0,0 0-21 0,0 0-16 15,0 0-19-15,0 0-19 0,71 6-14 0,-46-6-15 16,5 0-16-16,-1 0-13 0,6 0-14 0,-5-5-31 15,4 2-46-15,1-1-46 0,6 1-65 0,2-5-58 16,-10 2-57-16,5-4-56 0,-6 2-67 0,-1 1-72 16,3-7-323-16,-8 6-790 0,0-5 349 0</inkml:trace>
        </inkml:traceGroup>
      </inkml:traceGroup>
    </inkml:traceGroup>
    <inkml:traceGroup>
      <inkml:annotationXML>
        <emma:emma xmlns:emma="http://www.w3.org/2003/04/emma" version="1.0">
          <emma:interpretation id="{358B05C8-AE0F-4A03-9100-9A7B37B2CA2D}" emma:medium="tactile" emma:mode="ink">
            <msink:context xmlns:msink="http://schemas.microsoft.com/ink/2010/main" type="paragraph" rotatedBoundingBox="4983,14246 12314,14228 12317,15431 4986,15449" alignmentLevel="2"/>
          </emma:interpretation>
        </emma:emma>
      </inkml:annotationXML>
      <inkml:traceGroup>
        <inkml:annotationXML>
          <emma:emma xmlns:emma="http://www.w3.org/2003/04/emma" version="1.0">
            <emma:interpretation id="{ED4613B6-1C96-4768-8DF7-075270794DC7}" emma:medium="tactile" emma:mode="ink">
              <msink:context xmlns:msink="http://schemas.microsoft.com/ink/2010/main" type="line" rotatedBoundingBox="4983,14246 12314,14228 12317,15431 4986,15449">
                <msink:destinationLink direction="with" ref="{CBBB1ABE-3D20-47D7-A888-0003758B6BA6}"/>
                <msink:destinationLink direction="with" ref="{1DAB46BB-3152-460F-AEC8-13E760890872}"/>
              </msink:context>
            </emma:interpretation>
          </emma:emma>
        </inkml:annotationXML>
        <inkml:traceGroup>
          <inkml:annotationXML>
            <emma:emma xmlns:emma="http://www.w3.org/2003/04/emma" version="1.0">
              <emma:interpretation id="{318E1DCD-6BCE-49FA-A05F-E3BA20EC37E8}" emma:medium="tactile" emma:mode="ink">
                <msink:context xmlns:msink="http://schemas.microsoft.com/ink/2010/main" type="inkWord" rotatedBoundingBox="4983,14382 6052,14379 6054,15344 4986,15347"/>
              </emma:interpretation>
              <emma:one-of disjunction-type="recognition" id="oneOf10">
                <emma:interpretation id="interp14" emma:lang="" emma:confidence="1">
                  <emma:literal/>
                </emma:interpretation>
              </emma:one-of>
            </emma:emma>
          </inkml:annotationXML>
          <inkml:trace contextRef="#ctx0" brushRef="#br0" timeOffset="66790.6924">4024 13631 149 0,'-19'-8'318'16,"10"-3"-15"-16,9 11-19 0,0 0-18 0,-5-14-21 0,5 14-19 15,16-15-4-15,-2 4-9 0,0 4-16 0,13-5-17 16,0 4-12-16,6-2-6 0,-1 3-18 0,1-1-19 16,9 3 1-16,-8 2-14 0,8 3-7 0,-10 0-4 15,1 1-13-15,-3 2-4 0,3 1-20 0,-6 4-3 16,0 3-2-16,-10-2-6 0,-2 3-3 0,-1-1-10 16,-1 1 0-16,-6 3 2 0,1-2-9 0,-8 3 1 15,0-2-5-15,-8-1 2 0,1 7-1 0,-9 0-5 16,-3-2-10-16,3 1 19 0,-8 2-11 0,2-2-11 15,-2 0 4-15,-1-1-10 0,1-3 6 0,-2 1-7 16,5-3 1-16,-3 1-3 0,10-2-5 0,-3-7 4 0,1 4 7 16,3-2-12-16,13-7 0 0,-14 7-3 0,14-7-7 15,-11 10 4-15,11-10-2 0,-9 6-1 16,9-6 7-16,0 0 1 0,0 0 6 0,0 0 4 0,0 0-2 16,0 0 6-16,72-13 16 0,-53 12-4 0,8-3 8 15,0 3 7-15,1-1 12 0,2 0 3 0,4 2 13 16,0 2 15-16,4 3-6 0,-3 0-14 0,-2 2 0 15,7 7-9-15,-10-3 5 0,-2 5-5 0,1 1-6 16,-1 9-2-16,-6-9-4 0,-3 8-8 0,-3-6 1 16,-2 7-6-16,-6 0-5 0,-2-3 5 0,-6 4-9 15,-1 1 3-15,-5 0-9 0,-7-4 8 0,-8 9-9 16,-4 0-5-16,-8-3-10 0,-8-4-27 0,-8-1-24 16,-6-10-36-16,-2 6-34 0,-29-3-15 0,9-4-3 0,-2-2-9 15,22-7-2-15,-25-5-15 0,25 0-19 16,-5-1-19-16,5-5-31 0,5-2-17 0,5-6-37 15,2 1-259-15,6-3-596 0,12-1 265 0</inkml:trace>
        </inkml:traceGroup>
        <inkml:traceGroup>
          <inkml:annotationXML>
            <emma:emma xmlns:emma="http://www.w3.org/2003/04/emma" version="1.0">
              <emma:interpretation id="{D4F21B77-8234-47A0-A2DF-06BCC056B0A2}" emma:medium="tactile" emma:mode="ink">
                <msink:context xmlns:msink="http://schemas.microsoft.com/ink/2010/main" type="inkWord" rotatedBoundingBox="8463,14677 8498,14676 8500,15268 8465,15269"/>
              </emma:interpretation>
              <emma:one-of disjunction-type="recognition" id="oneOf11">
                <emma:interpretation id="interp15" emma:lang="" emma:confidence="1">
                  <emma:literal/>
                </emma:interpretation>
              </emma:one-of>
            </emma:emma>
          </inkml:annotationXML>
          <inkml:trace contextRef="#ctx0" brushRef="#br0" timeOffset="67243.8443">7269 13892 146 0,'0'-14'407'0,"0"14"2"0,0-14 15 0,0 14 0 0,-2-15 4 16,2 15 5-16,-2-10 3 0,2 10-12 15,0 0-9-15,-1-17-8 0,1 17-23 0,0 0-9 0,0 0-25 16,0 0-20-16,-3-14-26 0,3 14-16 0,0 0-32 15,0 0-25-15,0 0-23 0,0 0-2 0,0 0-32 16,0 0-13-16,0 0-19 0,11 51-14 0,-14-30-10 16,7 7-10-16,-5 1-33 0,-4 10-75 0,3-11 0 15,2 10 0-15,-4 1 0 0,-4 6 0 0,6-17 0 16,-2 0 0-16,4 3 0 0,-4 6-56 0,0-9-218 16,5-3-99-16,-2 1-92 0,2-3-110 0,4-6-500 15,0 2-1164-15,-1-7 514 0</inkml:trace>
        </inkml:traceGroup>
        <inkml:traceGroup>
          <inkml:annotationXML>
            <emma:emma xmlns:emma="http://www.w3.org/2003/04/emma" version="1.0">
              <emma:interpretation id="{0A350ABC-6A96-4064-95D5-6144995194CC}" emma:medium="tactile" emma:mode="ink">
                <msink:context xmlns:msink="http://schemas.microsoft.com/ink/2010/main" type="inkWord" rotatedBoundingBox="10911,14232 12314,14228 12317,15431 10914,15435"/>
              </emma:interpretation>
              <emma:one-of disjunction-type="recognition" id="oneOf12">
                <emma:interpretation id="interp16" emma:lang="" emma:confidence="0.5">
                  <emma:literal>,</emma:literal>
                </emma:interpretation>
                <emma:interpretation id="interp17" emma:lang="" emma:confidence="0">
                  <emma:literal>l</emma:literal>
                </emma:interpretation>
                <emma:interpretation id="interp18" emma:lang="" emma:confidence="0">
                  <emma:literal>.</emma:literal>
                </emma:interpretation>
                <emma:interpretation id="interp19" emma:lang="" emma:confidence="0">
                  <emma:literal>|</emma:literal>
                </emma:interpretation>
                <emma:interpretation id="interp20" emma:lang="" emma:confidence="0">
                  <emma:literal>1</emma:literal>
                </emma:interpretation>
              </emma:one-of>
            </emma:emma>
          </inkml:annotationXML>
          <inkml:trace contextRef="#ctx0" brushRef="#br0" timeOffset="67978.1081">11006 13456 85 0,'-1'-11'443'0,"1"-5"19"0,1 3 6 0,1 0 0 15,-2 13-3-15,11-17-3 0,-8 8-17 0,-3 9-17 16,11-9-30-16,-11 9-25 0,10-8-27 0,-10 8-23 16,0 0-24-16,0 0-24 0,25 26-27 0,-22-9-8 15,3 14-26-15,1 8-14 0,-7 3-17 0,5 8-20 16,-5 0-18-16,-5-2-14 0,5 24-9 0,-2-17-19 15,1 0-6-15,-3 16-13 0,-8-16-6 0,9-3-6 16,3 2-8-16,-8 3-13 0,1-9-4 0,3 4-7 16,-4-5-7-16,5-5-38 0,-2 1-21 0,-1-12-33 15,2-2-51-15,0 0-50 0,-1-3-63 0,3-7-70 16,2-1-64-16,-1-4-54 0,-4-1-61 0,5-13-64 16,0 18-365-16,0-18-976 0,0 0 433 0</inkml:trace>
          <inkml:trace contextRef="#ctx0" brushRef="#br0" timeOffset="67712.5198">9834 13950 323 0,'-21'-2'349'0,"5"-3"-5"0,16 5-2 0,-38-6 3 16,21 3-13-16,3 1 1 0,14 2 0 0,-18-6-10 16,18 6-22-16,0 0-15 0,-23-4-15 0,23 4-9 15,0 0-14-15,0 0-14 0,0 0-15 0,0 0-28 16,33-16-18-16,-13 14-14 0,7-1-18 0,3 1-17 15,15-5-11-15,2 4-13 0,2 0-13 0,0-5-23 16,0 8-40-16,2 0-58 0,-2 0-69 0,6-3-70 16,-12-1-59-16,10 3-59 0,-8-5-64 0,2 2-94 15,-1-2-282-15,1 1-792 0,-3 2 351 0</inkml:trace>
        </inkml:traceGroup>
      </inkml:traceGroup>
    </inkml:traceGroup>
    <inkml:traceGroup>
      <inkml:annotationXML>
        <emma:emma xmlns:emma="http://www.w3.org/2003/04/emma" version="1.0">
          <emma:interpretation id="{F6BE0BB2-252B-426C-AE8C-DCD888000188}" emma:medium="tactile" emma:mode="ink">
            <msink:context xmlns:msink="http://schemas.microsoft.com/ink/2010/main" type="paragraph" rotatedBoundingBox="5044,15866 12368,15759 12386,17042 5063,17149" alignmentLevel="2"/>
          </emma:interpretation>
        </emma:emma>
      </inkml:annotationXML>
      <inkml:traceGroup>
        <inkml:annotationXML>
          <emma:emma xmlns:emma="http://www.w3.org/2003/04/emma" version="1.0">
            <emma:interpretation id="{1FDA6D8C-AAC0-45CF-A750-8F4E07C2E6AF}" emma:medium="tactile" emma:mode="ink">
              <msink:context xmlns:msink="http://schemas.microsoft.com/ink/2010/main" type="line" rotatedBoundingBox="5044,15866 12368,15759 12386,17042 5063,17149">
                <msink:destinationLink direction="with" ref="{CBBB1ABE-3D20-47D7-A888-0003758B6BA6}"/>
                <msink:destinationLink direction="with" ref="{1DAB46BB-3152-460F-AEC8-13E760890872}"/>
              </msink:context>
            </emma:interpretation>
          </emma:emma>
        </inkml:annotationXML>
        <inkml:traceGroup>
          <inkml:annotationXML>
            <emma:emma xmlns:emma="http://www.w3.org/2003/04/emma" version="1.0">
              <emma:interpretation id="{C0BF4EDE-9FAD-43CF-A23E-753A09E08DDD}" emma:medium="tactile" emma:mode="ink">
                <msink:context xmlns:msink="http://schemas.microsoft.com/ink/2010/main" type="inkWord" rotatedBoundingBox="5046,15994 6058,15980 6068,16647 5056,16662"/>
              </emma:interpretation>
              <emma:one-of disjunction-type="recognition" id="oneOf13">
                <emma:interpretation id="interp21" emma:lang="" emma:confidence="1">
                  <emma:literal/>
                </emma:interpretation>
              </emma:one-of>
            </emma:emma>
          </inkml:annotationXML>
          <inkml:trace contextRef="#ctx0" brushRef="#br0" timeOffset="71979.9174">4109 15386 168 0,'0'0'304'0,"-28"-7"0"0,14 1-8 0,-1-1-4 0,1-3-14 16,2 3-9-16,-1-2-12 0,0-2-23 15,2 4-4-15,3-5-10 0,-1 4-8 0,7-4-8 16,2 12-10-16,-9-18-8 0,6 7-15 0,3 11-5 0,9-24-15 15,-1 10-11-15,3 2-17 0,2 3-11 0,1-7-8 16,0 3-2-16,8 0-13 0,-4 4-10 0,-1 4-6 16,2-3-8-16,3 1-4 0,-3 3-7 0,-3-2-6 15,-16 6-3-15,35 4-12 0,-19 0 5 0,2 3-5 16,-3 3-7-16,-3 1-3 0,3 8 4 0,-6-4-6 16,-1 7-2-16,-2 4-1 0,-3 0-1 0,-7 5-1 15,-3-4-10-15,-2 8 2 0,-8 1 1 0,1 2-1 16,-3-5 3-16,-3 0-7 0,-5 1 1 0,9-9-7 15,-8 6 5-15,-3-2-1 0,5-6 0 0,-7 1-1 16,7-5-6-16,-1-2 6 0,1-5 2 0,-1 4 4 16,9-4-6-16,-3-2 2 0,3-1-2 0,2 0-2 15,1-5 4-15,13-4-1 0,-15 11-1 0,15-11 2 16,-16 3-1-16,16-3 3 0,0 0-1 0,-11 7 3 16,11-7 1-16,0 0 7 0,0 0 4 0,0 0 6 0,0 0 8 15,0 0 8-15,49-13 12 0,-29 8 13 0,9-2 8 16,4 5 17-16,6-4 7 0,6-2-6 15,0-2 0-15,1 4-9 0,5-2-9 0,-2-3-8 0,1 4-7 16,-1-1-4-16,0 0-5 0,-1 2-19 0,-4 5-20 16,5-5-36-16,-6-1-41 0,-9 1-56 0,9-1-71 15,-13 3-60-15,3 3-54 0,-4-6-50 0,-9 6-64 16,7-5-411-16,0-1-900 0,2 2 398 0</inkml:trace>
        </inkml:traceGroup>
        <inkml:traceGroup>
          <inkml:annotationXML>
            <emma:emma xmlns:emma="http://www.w3.org/2003/04/emma" version="1.0">
              <emma:interpretation id="{0C37CF02-71FA-4E83-BBC7-8D1C4B5E0908}" emma:medium="tactile" emma:mode="ink">
                <msink:context xmlns:msink="http://schemas.microsoft.com/ink/2010/main" type="inkWord" rotatedBoundingBox="7990,15830 8694,15820 8707,16714 8004,16724"/>
              </emma:interpretation>
              <emma:one-of disjunction-type="recognition" id="oneOf14">
                <emma:interpretation id="interp22" emma:lang="" emma:confidence="1">
                  <emma:literal/>
                </emma:interpretation>
              </emma:one-of>
            </emma:emma>
          </inkml:annotationXML>
          <inkml:trace contextRef="#ctx0" brushRef="#br0" timeOffset="72667.3354">6967 15144 338 0,'-8'-13'386'0,"8"13"-13"0,-3-17-4 16,3 17 1-16,0-20-10 0,1 7-20 0,-1 13-12 15,10-22-14-15,-5 11-21 0,2-2-23 0,4 0-19 16,1 1-16-16,2 1-17 0,0 3-18 0,5-1-16 16,-5 2-16-16,7-2-16 0,-2 5-17 0,1 0-13 15,-1 2-12-15,-19 2-12 0,35 3-9 0,-18 1-9 16,-1 3-5-16,-2 0-13 0,-1 3-8 0,-3 2-8 16,-4 3-7-16,2 0-6 0,-5 3-14 0,-2 1-13 15,-5 0-7-15,4 4-7 0,-10 1-10 0,-2 2-4 16,-3-4-8-16,1 0-13 0,-6 1 5 0,1-4-3 15,1 2-5-15,-2-3-2 0,-1-3 9 0,1 3-10 16,5-10-1-16,-2 3 5 0,3 0 5 0,3-7 0 0,1 2 6 16,10-6 5-16,-12 12-3 0,12-12 8 0,0 0-1 15,-8 8 2-15,8-8 4 0,0 0 1 0,0 0 1 16,0 0 10-16,0 0-6 0,0 0-2 0,60-20 2 16,-41 17 4-16,3-1 5 0,3 1 6 0,0 0 3 15,2 2 1-15,0-1 4 0,2 4 3 0,-3-1 7 16,1 5-12-16,-5-2 2 0,-4 4-3 0,7 4 8 15,-3-1-4-15,-6-1 2 0,3 8-4 0,3 2 4 16,-9-5-6-16,-1 6 1 0,0 1 1 0,-8-3-1 16,-4 7-2-16,-1-3 2 0,-4 3-1 0,-5-1-3 15,-2 0-1-15,-7 1-3 0,1-5-2 0,-7 0-2 16,-10 7-7-16,-1-6-20 0,0-1-10 0,-5-3-21 16,3-3-7-16,-2-2-21 0,-1 0 4 0,11-3-10 0,-3-3-3 15,3-4-14-15,-3-3-1 0,1-2-5 0,4-2-6 16,1 1-13-16,0-4-13 0,0-3-19 0,10 0-32 15,-4-6-37-15,8 2-40 0,1-4-261 0,2-7-585 16,6-2 259-16</inkml:trace>
        </inkml:traceGroup>
        <inkml:traceGroup>
          <inkml:annotationXML>
            <emma:emma xmlns:emma="http://www.w3.org/2003/04/emma" version="1.0">
              <emma:interpretation id="{E978A9EE-3FEC-4A37-B04A-A6D9B025A62A}" emma:medium="tactile" emma:mode="ink">
                <msink:context xmlns:msink="http://schemas.microsoft.com/ink/2010/main" type="inkWord" rotatedBoundingBox="10849,15782 12368,15759 12386,17042 10868,17064"/>
              </emma:interpretation>
              <emma:one-of disjunction-type="recognition" id="oneOf15">
                <emma:interpretation id="interp23" emma:lang="" emma:confidence="0.5">
                  <emma:literal>-y</emma:literal>
                </emma:interpretation>
                <emma:interpretation id="interp24" emma:lang="" emma:confidence="0.5">
                  <emma:literal>- 4</emma:literal>
                </emma:interpretation>
                <emma:interpretation id="interp25" emma:lang="" emma:confidence="0">
                  <emma:literal>_ 4</emma:literal>
                </emma:interpretation>
                <emma:interpretation id="interp26" emma:lang="" emma:confidence="0">
                  <emma:literal>- u</emma:literal>
                </emma:interpretation>
                <emma:interpretation id="interp27" emma:lang="" emma:confidence="0">
                  <emma:literal>-4</emma:literal>
                </emma:interpretation>
              </emma:one-of>
            </emma:emma>
          </inkml:annotationXML>
          <inkml:trace contextRef="#ctx0" brushRef="#br0" timeOffset="73214.2021">9661 15150 275 0,'0'0'305'16,"-19"-4"-2"-16,19 4-15 0,0 0-15 0,0 0-20 16,0 0-10-16,-15-3-7 0,15 3 18 0,0 0-10 15,0 0 13-15,0 0-9 0,0 0-10 0,0 0-9 16,0 0-18-16,64 11-16 0,-43-8-21 0,6-2-16 0,1 1-15 15,1 0-16-15,1-2-12 0,0 0-13 0,17 3-11 16,-12 2-27-16,-5-5-42 0,3 1-51 0,8 1-41 16,-11 1-70-16,5-3-62 0,-6 1-72 0,2-7-84 15,-2 4-305-15,2-2-717 0,-2-1 317 0</inkml:trace>
          <inkml:trace contextRef="#ctx0" brushRef="#br0" timeOffset="73667.2665">10592 14899 106 0,'0'0'352'0,"0"0"-18"0,0 0 5 0,0 0 10 16,0 0 4-16,-20 24 4 0,12-14-16 0,6 8-9 16,-4 1-25-16,-2-4-26 0,-3 10-24 0,1 0-14 15,4 2-19-15,-3 2-13 0,-2-2-19 0,-2 1-12 0,8 10-14 16,-4-9-18-16,6-2-11 0,-4 3-16 15,3-2-12-15,0-2-9 0,6 3-9 0,4-2-11 16,-3-1-4-16,8 0-10 0,-1-6-8 0,9 1-5 0,-11-6-5 16,12 3 0-16,3-3-5 0,3-4-5 0,3 0-5 15,-1-8-3-15,2 2-4 0,3-3-1 0,1-4 4 16,-3-4-11-16,10-2 2 0,-12-1-6 0,12-8 0 16,-2-6-1-16,-7 0-3 0,3-6 9 0,-4-1-12 15,-5 0 1-15,-1-4 3 0,-9 9-3 0,-4-1-3 16,1 0 11-16,-2-2-5 0,-3 2 11 0,-3 6 16 15,0 2 15-15,-2 2 8 0,-2-3 1 0,2 2-3 16,-3 7 10-16,0 10 2 0,0-17-8 0,0 17-8 16,-3-14-8-16,3 14-3 0,0 0-2 0,0 0-6 0,0 0 3 15,0 0-4-15,-14 47-11 0,12-20 5 0,-4 13-8 16,3 5-2-16,3 0-3 0,-5 10-6 16,5 15 7-16,0 8-1 0,5-27-7 0,-2 2-1 0,2 2-6 15,3 13-18-15,-7-16-31 0,4 2-31 0,-5 1-42 16,0-3-61-16,-1-10-63 0,1 4-61 0,-10-3-55 15,-1-7-66-15,3-11-86 0,-5-1-345 0,2-7-926 16,2-2 410-16</inkml:trace>
        </inkml:traceGroup>
      </inkml:traceGroup>
    </inkml:traceGroup>
  </inkml:traceGroup>
</inkml:ink>
</file>

<file path=ppt/ink/ink12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7T08:23:03.168"/>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25EFA568-391D-4026-9856-BF0FB6F8CBCA}" emma:medium="tactile" emma:mode="ink">
          <msink:context xmlns:msink="http://schemas.microsoft.com/ink/2010/main" type="inkDrawing" rotatedBoundingBox="12502,7054 13124,11738 11582,11943 10960,7259" semanticType="verticalRange" shapeName="Other">
            <msink:sourceLink direction="with" ref="{52AF9008-CBBC-4E23-BA01-37889507729F}"/>
            <msink:sourceLink direction="with" ref="{F1F0662F-63AD-4AFD-AA30-2E0B7046A6E2}"/>
          </msink:context>
        </emma:interpretation>
      </emma:emma>
    </inkml:annotationXML>
    <inkml:trace contextRef="#ctx0" brushRef="#br0">-2657-1071 116 0,'0'0'320'0,"-10"-7"-3"0,10 7 2 16,0 0-7-16,-6-9-10 0,6 9-12 0,0 0-24 15,0 0-17-15,-6-9-27 0,6 9-11 0,0 0 1 16,0 0-12-16,0 0-6 0,0 0 3 0,0 0-7 15,0 0 0-15,47 4-16 0,-47-4-6 0,46 5-10 16,-13-2-8-16,10 0-15 0,1 1-5 0,2 0-8 16,3 2-13-16,-3 0-10 0,3-4-9 0,-2 3-9 15,2-3-7-15,0-1-6 0,0 2-9 0,-1-3-6 0,-4-3-5 16,-11 2-1-16,-3-1 5 0,0 1 14 0,2 1 9 16,-9-4 6-16,-2 4 11 0,0 0 1 0,-21 0 1 15,28 0 2-15,-28 0-2 0,22-4-2 0,-22 4-12 16,0 0-6-16,21 0-3 0,-21 0-6 0,0 0 1 15,14 9-2-15,-14-9-4 0,13 25 0 0,-7-3-2 16,2 17 14-16,-2 6 7 0,4 2 11 0,-3 7 8 16,11 20-2-16,-9 7 5 0,6 2 15 0,-4 8-4 15,14 38 7-15,-6-8-116 0,-5-31-3 0,13 32 0 16,-6 4 0-16,-1 0 0 0,2 11 0 0,-4-3 0 16,7-1 0-16,-6 3 0 0,5-3 0 0,-2 8 0 0,-2-5 0 15,9 2 0-15,-10-6 0 0,-2-9 0 16,-6-32 0-16,3 35 0 0,-6-32 0 0,6 32 0 0,-3-42 0 15,-7 1 0-15,0 1 0 0,0-3 0 0,-4-1 0 16,4 0 0-16,-2-4 0 0,-2-8 0 0,-2-14 0 16,2 17 0-16,0-21 0 0,-4-1 0 0,4-3 0 15,0 0 0-15,-4 0 0 0,0-4 0 0,5-4 0 16,-1-9 0-16,0-3 0 0,0 0 0 0,3-3 0 16,-1-6 0-16,-2-4 0 0,2 4 0 0,-2-5 0 15,0 2 0-15,4-7 0 0,-2 2 0 0,-2-11 0 0,1 19 0 16,3-11 0-16,-4-8 0 0,1 13 0 0,-1-13 0 15,2 13 0-15,-2-13 0 0,3 13 0 0,-3-13 0 16,0 0 0-16,-3 17 0 0,3-17 0 0,0 0 0 16,0 13 0-16,0-13 0 0,0 0 0 0,-2 15 0 15,2-15 0-15,-8 9 0 0,8-9 0 0,-20 10 0 16,7-2 0-16,-3-1 0 0,-11-1 0 0,-6 3 0 16,-11-1 0-16,-11-1 0 0,-20 1 0 0,-12 0 0 15,-6-6 0-15,-5 3 0 0,0-1 0 0,0-6 0 16,3-1 0-16,4 1 0 0,2-7 0 0,9 2 0 15,-1 0 0-15,24-5-530 0,8 1-748 0,0-8-1383 0,2-5 613 16</inkml:trace>
  </inkml:traceGroup>
</inkml:ink>
</file>

<file path=ppt/ink/ink12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7T08:23:59.108"/>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CBBB1ABE-3D20-47D7-A888-0003758B6BA6}" emma:medium="tactile" emma:mode="ink">
          <msink:context xmlns:msink="http://schemas.microsoft.com/ink/2010/main" type="inkDrawing" rotatedBoundingBox="5114,12487 5227,16646 3980,16679 3867,12521" semanticType="verticalRange" shapeName="Other">
            <msink:sourceLink direction="with" ref="{3F9BCF4E-D3B1-49C9-8509-73D307C23036}"/>
            <msink:sourceLink direction="with" ref="{ED4613B6-1C96-4768-8DF7-075270794DC7}"/>
            <msink:sourceLink direction="with" ref="{1FDA6D8C-AAC0-45CF-A750-8F4E07C2E6AF}"/>
          </msink:context>
        </emma:interpretation>
      </emma:emma>
    </inkml:annotationXML>
    <inkml:trace contextRef="#ctx0" brushRef="#br0">2957 11822 42 0,'-6'-15'378'0,"4"-2"-8"0,-4 2-12 15,0-2 1-15,4 3-8 0,-3 1-2 0,2 1-1 16,-2 1-12-16,5 11-13 0,-6-19-11 0,5 11-9 0,1 8-9 15,-7-11-18-15,7 11-12 0,0 0-18 16,-4-14-17-16,4 14-13 0,0 0-18 0,0 0-21 16,0 0-10-16,-2-11-16 0,2 11-18 0,0 0-7 0,0 0-7 15,0 0-2-15,0 0-3 0,0 0 1 0,-2 51 2 16,2-25-1-16,-1 10 2 0,2 4 3 0,-2 3 10 16,1 3-10-16,-3 1 2 0,3 8-2 0,0 1 2 15,-2 23-3-15,-3-7-4 0,2-1-23 0,3 8-93 16,-5-5 0-16,9 1 0 0,-8 0 0 0,3 0 0 15,6 2 0-15,-4-2 0 0,-1 4 0 0,6-1 0 16,-9 3 0-16,8-3 0 0,-3-3 0 0,1 2 0 16,-2 2 0-16,1-1 0 0,-2 4 0 0,6-1 0 15,-6-6 0-15,-1 2 0 0,-4 1 0 0,5-4 0 16,-2 2 0-16,-4 3 0 0,1-4 0 0,4-5 0 0,1-18 0 16,0 4 0-16,-2 16 0 0,-4-20 0 15,4-1 0-15,-1 3 0 0,3-2 0 0,-2-2 0 0,1 3 0 16,-4-4 0-16,4 1 0 0,-6-2 0 0,1 0 0 15,3-1 0-15,-2-8 0 0,-1 7 0 0,4 0 0 16,-6-2 0-16,0-3 0 0,2 3 0 0,1-2 0 16,-1-4 0-16,0 1 0 0,2-8 0 0,-2-3 0 15,0 2 0-15,1-2 0 0,2 2 0 0,1-6 0 16,4-2 0-16,-7 4 0 0,5-4 0 0,0-7 0 16,-6 3 0-16,6-3 0 0,0-1 0 0,-2 2 0 15,2-2 0-15,0-14 0 0,-1 21 0 0,-4-13 0 0,5-8 0 16,0 23 0-16,0-13 0 0,0-10 0 0,0 15 0 15,0-15 0-15,0 12 0 0,0-12 0 16,0 0 0-16,3 14 0 0,-3-14 0 0,0 0 0 0,0 0 0 16,0 0 0-16,-3 14 0 0,3-14 0 0,0 0 0 15,0 0 0-15,0 0 0 0,-2 9 0 0,2-9 0 16,0 0 0-16,0 0 0 0,0 0 0 0,0 0 0 16,0 0 0-16,0 0 0 0,0 0 0 0,0 0 0 15,0 0 0-15,0 0 0 0,0 0 0 0,0 0 0 16,0 0 0-16,0 0 0 0,0 0 0 0,0 0 0 15,0 0 0-15,21 5 0 0,-21-5 0 0,30 6 0 16,-5-10 0-16,5 4 0 0,15 5 0 0,2-3 0 16,2 0 0-16,8-2 0 0,-2 7 0 0,23-4 0 0,-1 1-211 15,-14-3-59-15,21 0-28 0,-5-7-43 0,3 3-30 16,-25-4-44-16,21-4-52 0,7-5-69 0,-28 4-345 16,19-10-953-16,-5-3 421 0</inkml:trace>
  </inkml:traceGroup>
</inkml:ink>
</file>

<file path=ppt/ink/ink12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7T08:24:12.325"/>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1DAB46BB-3152-460F-AEC8-13E760890872}" emma:medium="tactile" emma:mode="ink">
          <msink:context xmlns:msink="http://schemas.microsoft.com/ink/2010/main" type="inkDrawing" rotatedBoundingBox="13448,12332 13865,17292 12238,17429 11820,12469" semanticType="verticalRange" shapeName="Other">
            <msink:sourceLink direction="with" ref="{3F9BCF4E-D3B1-49C9-8509-73D307C23036}"/>
            <msink:sourceLink direction="with" ref="{ED4613B6-1C96-4768-8DF7-075270794DC7}"/>
            <msink:sourceLink direction="with" ref="{1FDA6D8C-AAC0-45CF-A750-8F4E07C2E6AF}"/>
          </msink:context>
        </emma:interpretation>
      </emma:emma>
    </inkml:annotationXML>
    <inkml:trace contextRef="#ctx0" brushRef="#br0">55 58 182 0,'0'0'322'0,"-20"2"-1"0,20-2-9 16,0 0 6-16,0 0-22 0,0 0-9 0,0 0-22 15,0 0-17-15,0 0-20 0,0 0-16 0,75-10-9 16,-33 6-7-16,2 1-6 0,5 0-8 0,4-1-11 16,0 1-8-16,2 2-13 0,2-3-14 0,0 4-11 15,0 0-4-15,4-1-9 0,-2-1-5 0,1 4-7 16,-3-2-3-16,-7 5-8 0,-1-4-5 0,-4 0-8 15,-1 1 2-15,-13 2 0 0,1 2-9 0,-4 1-1 0,-4-3-3 16,1 6-1-16,-7 0-5 0,-1 1-2 16,-3 4 5-16,-3 1 0 0,4 5 1 0,-3 5 1 0,1 11 9 15,-5 3-5-15,0 5 15 0,0 3-3 0,-4 1 9 16,3 6 7-16,-4 15-9 0,3 3 12 0,-4 8 5 16,3 5 16-16,-1-5-9 0,-1 7 8 0,-1 42-10 15,-2-41 5-15,0 35-2 0,5-34 9 0,0 35-6 16,-4-33 8-16,9 39 22 0,-6-46-7 0,3 43-135 15,2-5-3-15,2-36 0 0,-1 38 0 0,4 1 0 16,6 0 0-16,-7-35 0 0,3 35 0 0,-3-35 0 0,-1 38 0 16,-2-43 0-16,10 37 0 0,-10-34 0 0,4 36 0 15,-8-39 0-15,-1 2 0 0,3 39 0 0,-7-48 0 16,6 0 0-16,-2-1 0 0,-4 4 0 0,1-12 0 16,-5 4 0-16,3-19 0 0,1 17 0 0,-1-19 0 15,0-1 0-15,0 0 0 0,0 1 0 0,-1-6 0 16,1-2 0-16,-2-6 0 0,-1-8 0 0,3 1 0 15,-2-4 0-15,2-2 0 0,-1 0 0 0,-4-2 0 16,5-5 0-16,0-3 0 0,-3 2 0 0,3 0 0 0,-3-4 0 16,3-2 0-16,0-12 0 0,-4 18 0 15,1-10 0-15,3-8 0 0,-1 16 0 0,1-16 0 16,0 12 0-16,0-12 0 0,0 0 0 0,-7 12 0 0,7-12 0 16,0 0 0-16,-12 7 0 0,12-7 0 0,0 0 0 15,-29 1 0-15,12-1 0 0,-10 0 0 0,-3-1 0 16,-11-6 0-16,-10 7 0 0,-9-5 0 0,-20-1 0 15,-10-7 0-15,-45-11 0 0,33 13 0 0,-38-12 0 16,49 13 0-16,-1-8 0 0,-1 1-135 0,0 11-418 16,10-4-146-16,0-2-435 0,4 1-1229 0,3-4 543 15</inkml:trace>
  </inkml:traceGroup>
</inkml:ink>
</file>

<file path=ppt/ink/ink12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7T08:24:32.793"/>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C6E29101-6A55-40BB-A25B-ABBFFAFF55E1}" emma:medium="tactile" emma:mode="ink">
          <msink:context xmlns:msink="http://schemas.microsoft.com/ink/2010/main" type="writingRegion" rotatedBoundingBox="15265,13139 23272,13301 23198,16994 15190,16832"/>
        </emma:interpretation>
      </emma:emma>
    </inkml:annotationXML>
    <inkml:traceGroup>
      <inkml:annotationXML>
        <emma:emma xmlns:emma="http://www.w3.org/2003/04/emma" version="1.0">
          <emma:interpretation id="{9E22ECAE-DEEE-4AFE-847D-B4748552D2CF}" emma:medium="tactile" emma:mode="ink">
            <msink:context xmlns:msink="http://schemas.microsoft.com/ink/2010/main" type="paragraph" rotatedBoundingBox="15237,13270 22554,13162 22583,15131 15266,15239" alignmentLevel="1"/>
          </emma:interpretation>
        </emma:emma>
      </inkml:annotationXML>
      <inkml:traceGroup>
        <inkml:annotationXML>
          <emma:emma xmlns:emma="http://www.w3.org/2003/04/emma" version="1.0">
            <emma:interpretation id="{1C14E25A-E7B7-446D-ADD4-97BA6C8792E7}" emma:medium="tactile" emma:mode="ink">
              <msink:context xmlns:msink="http://schemas.microsoft.com/ink/2010/main" type="line" rotatedBoundingBox="15237,13270 22554,13162 22583,15131 15266,15239"/>
            </emma:interpretation>
          </emma:emma>
        </inkml:annotationXML>
        <inkml:traceGroup>
          <inkml:annotationXML>
            <emma:emma xmlns:emma="http://www.w3.org/2003/04/emma" version="1.0">
              <emma:interpretation id="{D3090288-2603-460F-9046-BF4CD6A7D6B8}" emma:medium="tactile" emma:mode="ink">
                <msink:context xmlns:msink="http://schemas.microsoft.com/ink/2010/main" type="inkWord" rotatedBoundingBox="15237,13270 22554,13162 22583,15131 15266,15239"/>
              </emma:interpretation>
              <emma:one-of disjunction-type="recognition" id="oneOf0">
                <emma:interpretation id="interp0" emma:lang="" emma:confidence="1">
                  <emma:literal/>
                </emma:interpretation>
              </emma:one-of>
            </emma:emma>
          </inkml:annotationXML>
          <inkml:trace contextRef="#ctx0" brushRef="#br0">19910 12443 4646 0,'24'-15'177'16,"-8"7"-112"-16,3 1-31 0,-3-2-2 0,3 8 14 16,-19 1 13-16,30 1 5 0,-30-1 12 0,23 9 5 15,-12-1 12-15,4 3 21 0,-7 6 7 0,4 4-3 16,-1 8-1-16,-3 8 9 0,0-8-2 0,-2 7-4 15,2 1-1-15,-6 5-6 0,1 0-3 0,0 0-7 16,-1 4-13-16,-2 0-8 0,0-2-5 0,5 1-7 16,-7-4-8-16,-1 5-11 0,1-7-3 0,-1 3-1 0,-3-2-3 15,1 0-3-15,-1-16-5 0,-2 6-10 16,1-5 2-16,-2 1-4 0,1-4 0 0,-1-4 1 16,1 0-8-16,0-4-2 0,5-5-2 0,-2 2-2 0,-1-1 3 15,6-10-4-15,-10 10 0 0,10-10-1 0,-11 9 0 16,11-9-2-16,0 0 9 0,0 0-12 0,0 0 1 15,-24-23-1-15,20 7-4 0,-3-1 3 0,4-9 0 16,-2-2-4-16,-3-16 2 0,2-1-2 0,0-6-4 16,3-3-4-16,-2-18 1 0,5 2-2 0,-5 16 6 15,5 1-3-15,-1 4-1 0,7-3 1 0,-5 9 9 16,9 5-8-16,1 4 2 0,0 5 0 0,-1 2 3 16,4 1-5-16,5 5 2 0,1 0 2 0,4 4 2 15,4 3-1-15,9-8-3 0,4 8 2 0,2-2 0 16,6 5-1-16,-8 7 0 0,-8 1 2 0,8 4-3 0,-8 1 3 15,0 2 0-15,1 4-4 0,-4 3 8 0,-2 0-3 16,-7 4-1-16,1 4 1 0,-5 0-5 0,-6-1 1 16,0 4-2-16,-5 2-6 0,-6 0-7 0,-4 2-9 15,-4-1-12-15,-11 9-5 0,-5 0-14 0,-1-5-12 16,-7 1-5-16,-7-2-8 0,-2 2-8 0,1-8-6 16,-6 4-9-16,4 1-3 0,-7-5 10 0,4 0 11 15,3-4 9-15,2-1 6 0,-1 0 10 0,13-2 4 16,-1-4 8-16,6-1 6 0,4-1 1 0,3 0 7 15,0-2 3-15,5-2 6 0,11-5-1 0,-14 14 7 16,7-7 3-16,7-7 9 0,0 16 6 0,0-16 17 0,16 19 9 16,0-5 15-16,1-3 5 0,10 1 9 15,10 2 2-15,-1 3 17 0,5-1 10 0,8 1 13 0,2-4 11 16,5 6 9-16,19 2 13 0,-18-9-9 0,-4 2-8 16,0 0 4-16,-4 3-31 0,1-7-6 0,-9 7-10 15,2-4-7-15,-12-2-20 0,-2-4-49 0,-12 0-49 16,2 4-60-16,-3-6-66 0,0 0-57 0,-16-5-47 15,24 5-50-15,-24-5-61 0,17 4-67 0,-17-4-390 16,0 0-928-16,28-7 410 0</inkml:trace>
          <inkml:trace contextRef="#ctx0" brushRef="#br0" timeOffset="265.6033">21284 13150 26 0,'0'0'424'0,"8"-19"4"0,-2 12 11 0,-6 7 3 15,11-11 6-15,-11 11-1 0,0 0-8 0,10-8-21 16,-10 8-16-16,0 0-9 0,0 0-4 0,20 33-30 16,-18-18-1-16,-2 13-15 0,0 0-16 0,-2 12-15 15,-4 2-25-15,-1 4-28 0,0 6-25 0,-8 16-20 16,3-13-19-16,1 16-19 0,1-20-18 0,-1 19-16 0,0-17-14 16,-3 16-124-16,0-20-4 0,1 1 0 15,5-1 0-15,-1-7 0 0,-6 2 0 0,4-8 0 16,3-6 0-16,0-4 0 0,1 2 0 0,-4-5 0 0,6-7 0 15,0 2-192-15,-1-7-163 0,1-4-67 0,5-7-83 16,-5 11-96-16,5-11-419 0,0 0-1104 0,0 0 489 16</inkml:trace>
          <inkml:trace contextRef="#ctx0" brushRef="#br0" timeOffset="-4031.482">14852 13389 92 0,'-2'-13'290'0,"2"13"-6"16,0 0-10-16,0 0-4 0,14-16-11 0,-14 16-19 16,14-11-20-16,-14 11-14 0,15-11-20 0,-6 9-12 15,-9 2-14-15,25-10-5 0,-9 7-13 0,-16 3-17 16,22-6-8-16,-22 6-13 0,24 0-4 0,-24 0-7 16,24 3-17-16,-24-3-5 0,22 10-4 0,-10-3-5 0,-5 2-8 15,2-2-7-15,-2 8-2 0,1-3-3 0,-5 6-5 16,-2 0-7-16,1-2-2 0,-4 2 2 0,-2 7-10 15,-4 1-1-15,-5 0 3 0,3-1-6 0,-8 1-1 16,-6 3-7-16,5-6 1 0,-2 0-4 0,-2-2 5 16,-4-2-6-16,0-2-4 0,-8 4-12 0,11-5 9 15,-2 0-12-15,-3-4 1 0,1-1-3 0,-1-3-4 16,4 3 3-16,6-4 5 0,2 0-3 0,-4-4 2 16,7 1 4-16,0 1-2 0,14-5 1 0,-23 7 2 15,23-7 2-15,-12 2-3 0,12-2 11 0,0 0 3 16,0 0 14-16,0 0 4 0,0 0 7 0,0 0 8 15,69-21 14-15,-36 14 11 0,10 0 14 0,1-5 21 16,5 5 11-16,5 1-9 0,1-10-9 0,4 12-6 16,-5-4-10-16,-2 3-7 0,5-4-7 0,-5 6-8 15,-5-1-7-15,2 1-9 0,-3 2-24 0,-5-5-42 0,-9 2-39 16,-4-3-60-16,-7 5-41 0,-1-5-47 0,-1 1-44 16,-3-2-57-16,-2 0-338 0,1 3-711 15,-1-2 314-15</inkml:trace>
          <inkml:trace contextRef="#ctx0" brushRef="#br0" timeOffset="-3530.9939">15552 12950 77 0,'-18'-5'312'0,"18"5"-2"0,-28-10-22 0,14 6 2 15,14 4-4-15,-21-5-12 0,21 5-16 0,-11-7-32 16,11 7-10-16,0 0-26 0,-16-9-14 0,16 9-15 16,0 0-4-16,0 0 6 0,0 0-1 0,0 0-8 0,0 0-5 15,84 11-7-15,-38-8 4 0,6 1 3 16,5-3 11-16,25 1 14 0,5 0 17 0,3-4 20 15,2 0-7-15,6 2-16 0,-2 0-19 0,-3 4-17 0,-4-2-14 16,-9-1-13-16,-2 2-16 0,-21 0-11 0,-2-3-11 16,-6-6-10-16,-6 9-5 0,-9-3-11 0,-5-3-15 15,-9 3-12-15,1-1-11 0,-21 1-18 0,27-6-26 16,-19 0-29-16,-8 6-39 0,9-14-40 0,-9 14-46 16,-1-11-43-16,1 11-30 0,-13-16-40 0,2 8-42 15,-3-1-50-15,-4-6-53 0,-5 4-276 0,-3-7-766 16,6 6 339-16</inkml:trace>
          <inkml:trace contextRef="#ctx0" brushRef="#br0" timeOffset="-3187.2805">16462 12554 222 0,'0'0'300'0,"-6"-11"-22"0,6 11-17 0,0 0-18 16,0 0-10-16,0 0-2 0,0 0 2 0,0 0-6 15,0 0-8-15,0 0-2 0,0 0-5 0,12 44-17 16,-1-28-5-16,0-1-24 0,8 5-11 0,-1 0-11 15,1 2-21-15,3-3-11 0,-2 4-9 0,6-2-10 0,4 5-13 16,-8-7-4-16,17 3-8 0,-15-5-6 16,4-2-12-16,-1 1-2 0,-5-1-5 0,7-5 3 15,-10 0-15-15,5-1 2 0,-4-2-5 0,-1 0-4 0,-3-2-5 16,1 0 2-16,-17-5-2 0,26 5-4 0,-14-1 2 16,-12-4-6-16,0 0-2 0,16 7 0 0,-16-7 0 15,0 0 0-15,13 4 3 0,-13-4-7 0,0 0 4 16,0 0-5-16,0 0 0 0,-7 16 2 0,7-16 8 15,-15 18-11-15,0-5-3 0,-4 4 4 0,-3-2 0 16,2 3 4-16,-4 3-4 0,-1-3-4 0,-7 9-4 16,-1 2 1-16,0-3-13 0,7-7-16 0,0 0-31 15,0 0-30-15,-1 1-52 0,5 4-51 0,0-6-69 16,5-7-70-16,-1 0-301 0,6 4-687 0,4-7 305 16</inkml:trace>
          <inkml:trace contextRef="#ctx0" brushRef="#br0" timeOffset="-2421.6733">17326 12462 152 0,'0'0'391'0,"19"-6"-12"0,-19 6 5 0,23 2 2 0,-23-2-23 16,28 8-8-16,-14 3-11 0,0 3-20 0,1 5-26 15,0 4-7-15,0-1-14 0,-4 2-13 0,-2 7-12 16,4 4-15-16,-5 1 1 0,-2 4-24 0,-4 1-19 16,-2-1-18-16,-2 0-17 0,-4 0-17 0,3-1-15 15,-5 1-15-15,3-10-9 0,-5 10-11 0,1-2-7 16,1 1-12-16,0-12-5 0,0 2-7 0,4-5-7 15,-8 4-5-15,1-4-6 0,5-6 3 0,-3 1-11 16,2-6-5-16,-1 1-2 0,4-1-1 0,-3-6-9 16,7-7-1-16,-9 13 1 0,9-13-2 0,-11 7-6 15,11-7 0-15,0 0-4 0,0 0-1 0,0 0-6 0,-19-24 4 16,16 8-6-16,-4-2-4 0,4-14-3 16,-2-6-1-16,4-2-2 0,-1-8-2 0,-1 7 0 15,3-7 2-15,-1-4-1 0,1 8 4 0,1-1 0 16,-1 0 1-16,3 2 1 0,2 7 2 0,1-2 3 0,1-4-3 15,7 3 2-15,-3 12 1 0,-2 0 3 0,4-1-4 16,1 2 2-16,2 1-1 0,3 3 0 0,2-2 2 16,2 7-2-16,6-12 2 0,-2 10 0 0,0 5 0 15,-1-2-2-15,3 7 2 0,2 1 0 0,-2 1 1 16,6 0-1-16,-8 5-3 0,1 0 3 0,0 7-2 16,-1-3 0-16,-6 3 1 0,-5 6 1 0,3-4 0 15,-5 7 0-15,0-4-4 0,-4 10 2 0,-3-4 3 0,0 4-5 16,-3 5 2-16,-2-3-1 0,-4 4-1 15,-2 3-2-15,-4-2 2 0,-5 0 1 0,2 1-1 0,-9 8-5 16,-6-6-4-16,-2 2-5 0,-1-1-3 0,-2-5-1 16,-1 0-6-16,2 0-6 0,3-7 5 0,0-2 1 15,2 2 0-15,-2-2 0 0,2-1 6 0,3 1-1 16,6-8 3-16,-3 2 4 0,5 1-2 0,0-9 0 16,1 9 3-16,7-2 6 0,-2-2-4 0,8-8 4 15,-8 12 2-15,8-12-3 0,-2 14 4 0,2-14-1 16,8 18 0-16,-3-10 4 0,4-1 0 0,2 5 0 15,4-5 3-15,1 0-3 0,4 4 1 0,4-3 2 0,7 0-1 16,-1 2 1-16,0-1 0 0,2-2 1 16,0 5-1-16,-1-3 3 0,1-1-6 0,9 5 3 15,-13-5-4-15,1 1-40 0,-4 1-57 0,0-2-58 0,2-5-67 16,-12 4-45-16,3 0-54 0,-3 1-61 0,-1-5-75 16,-14-3-263-16,14 5-784 0,-14-5 347 0</inkml:trace>
          <inkml:trace contextRef="#ctx0" brushRef="#br0" timeOffset="-1796.7504">17869 13184 73 0,'6'-17'287'0,"-6"17"-8"0,17-10-9 0,-7 4-16 0,-10 6-13 16,22-10-10-16,-11 4-6 0,5 2-12 15,-2 0-13-15,-14 4-19 0,28-5-9 0,-12 3-17 16,-16 2-2-16,25-4-16 0,-25 4-14 0,0 0-9 0,32 5-7 15,-21-2-11-15,-11-3-5 0,14 14-8 0,-7-7-7 16,-4 3-7-16,3 4-7 0,-3 0-8 0,0 1-6 16,-3 1-6-16,-1 3-4 0,-4-1-2 0,2 3-7 15,-2 4-2-15,-1-2-3 0,-4 1 1 0,-1 0-3 16,-3-6 1-16,0-3-8 0,0 6 6 0,-4-4 3 16,-1 0-14-16,5-2-1 0,-5-7-2 0,-3 3 6 15,0 1 0-15,3-2-3 0,2-2-8 0,-4 0 4 16,2-1-1-16,-1-1 1 0,5-5-9 0,0 9 13 0,-1-4-7 15,1 1 1-15,1-1-5 0,14-6 7 0,-20 4 3 16,20-4-2-16,-15 4-3 0,15-4 2 16,0 0-1-16,-14 6 12 0,14-6 14 0,0 0 3 0,0 0 1 15,0 0 6-15,0 0 4 0,-17 5 8 0,17-5-3 16,0 0-6-16,0 0-1 0,0 0-2 0,0 0 2 16,0 0-2-16,0 0-1 0,0 0-4 0,0 0 1 15,0 0-3-15,0 0-5 0,0 0 1 0,0 0-4 16,0 0 4-16,0 0-5 0,0 0-2 0,0 0 3 15,0 0-8-15,0 0-1 0,0 0 2 0,0 0-3 16,0 0 2-16,0 0 0 0,0 0-4 0,0 0 3 16,0 0 1-16,0 0-2 0,0 0-3 0,0 0 3 0,0 0 1 15,0 0-1-15,0 0-2 0,0 0 2 16,0 0 2-16,0 0-7 0,0 0 1 0,0 0 2 16,0 0-3-16,62-7 2 0,-44 2 1 0,8 1 1 0,4 1 16 15,1-1 8-15,12 1 9 0,8-3 6 0,1 5 6 16,3-7 2-16,5 11-3 0,-5-3-6 0,1 1-7 15,-4 6-6-15,3-7 1 0,-3 0-8 0,1 0-2 16,-11 4-10-16,1-8-27 0,-11 8-43 0,-7-8-44 16,-5 4-48-16,1-3-44 0,-7-6-66 0,-14 9-67 15,14-14-80-15,-10 0-412 0,-3 0-876 0,-6-2 389 16</inkml:trace>
          <inkml:trace contextRef="#ctx0" brushRef="#br0" timeOffset="-1359.2512">18265 12816 135 0,'-17'1'295'0,"17"-1"-5"0,0 0-5 15,0 0-6-15,-22 3-15 0,22-3-22 0,0 0-14 16,0 0-19-16,0 0-12 0,0 0-12 0,0 0-6 15,0 0 0-15,0 0 7 0,0 0 0 0,0 0-11 16,0 0-12-16,0 0-6 0,0 0-9 0,0 0 1 16,0 0-7-16,49 7-11 0,-49-7-13 0,41 1-2 0,-13 3-7 15,7-3-4-15,8 0 1 0,6 0 2 0,0-1-1 16,0-1-10-16,1 0-1 0,-6 1-9 0,2-1-9 16,-3-3-7-16,-13 8-8 0,-2-9-8 0,-7 3-6 15,0 2-6-15,-21 0-3 0,28-2-5 0,-28 2-8 16,19-3-51-16,-19 3-49 0,0 0-58 0,8-10-54 15,-8 10-40-15,0 0-51 0,0 0-53 0,0 0-79 16,-35-13-303-16,35 13-769 0,-20-6 340 0</inkml:trace>
          <inkml:trace contextRef="#ctx0" brushRef="#br0" timeOffset="-703.0747">19049 12681 207 0,'0'0'291'0,"0"-8"-10"0,0 8-10 16,-1-15-7-16,1 15-13 0,4-15-17 0,-4 15-15 16,11-18-14-16,-4 11-11 0,4 0-6 0,3-1-7 15,-3 0-11-15,8 4-8 0,-3 0-8 0,-16 4-8 0,35-3-15 16,-16-2-14-16,-2 5-10 0,-17 0-2 0,39 0-16 16,-23 1-9-16,-2 4-9 0,-14-5-11 0,27 7-2 15,-14-4-10-15,-5 5-2 0,-8-8 0 0,12 14-8 16,-12-14-4-16,7 12-5 0,-6-1 1 0,-1-11-13 15,-4 19 8-15,-4-2-2 0,1-5-7 0,-4 4-4 16,-1-2 3-16,-1-1 0 0,-1 2-2 0,-2-3-2 16,-6 6-5-16,-2-4 0 0,2 2-7 0,6-6-9 0,-3-3-8 15,-4 5-7-15,4-1-3 0,-2-8 1 16,5 4-3-16,-3 2-1 0,5-7 1 0,0 3 1 16,14-5-2-16,-21 10 8 0,21-10 3 0,-14 4-2 0,14-4 6 15,0 0-6-15,0 0 13 0,0 0-14 0,0 0 11 16,0 0 1-16,0 0 0 0,0 0 1 15,0 0 6-15,0 0-3 0,60-9 5 0,-38 6 6 0,2 5 6 16,0-4 8-16,1 4 4 0,3-2 9 0,-1 1 21 16,5 4 12-16,-4-1 8 0,2 5 13 0,-1-1 7 15,1 3 3-15,1-1 3 0,-5 1-6 0,1 4-4 16,1 1-4-16,-1 2-9 0,-5-3-8 0,0 3-8 16,-4 0-3-16,-3 2 0 0,1 1-12 0,-5-3-4 15,-4-3-6-15,-4 4-3 0,-3 1-5 0,-2-3-1 16,-4-1-3-16,-2 0-1 0,-5-4-3 0,-4 11-2 0,-8-9 0 15,-4 1-8-15,1-1-21 0,-17-2-39 0,0-1-31 16,-1 0-31-16,-2-8-32 0,1 1-20 0,-2-3-23 16,0-2-16-16,-2-3-24 0,7-3-26 0,3-1-24 15,11-3-17-15,-2 0-58 0,6 1-205 0,10-1-607 16,0-2 269-16</inkml:trace>
          <inkml:trace contextRef="#ctx0" brushRef="#br0" timeOffset="-4514.6414">14177 12585 74 0,'15'-19'269'0,"6"-4"-18"16,4 9-18-16,2-1-10 0,2 0-13 16,-1 4-4-16,15-7-4 0,-2 6-13 0,-2 1-7 0,-5 7-12 15,-4 3-9-15,4-4-9 0,1 8-1 0,-3 4-12 16,-2 0-11-16,-2 2-19 0,-1 5 2 0,-3 0-11 16,1 9-12-16,-4-5-7 0,-6 4-18 0,-2 1 6 15,-5 3-2-15,-5 0-14 0,-3 0 2 0,-3 4 3 16,-8 2-14-16,-7 2-6 0,-4 3-13 0,-9-2 3 15,2-2-2-15,-2-3-7 0,-10 0 5 0,-2-1-5 16,-4-2-18-16,-1-1-4 0,2-5-14 0,0-1-6 0,2-4-12 16,-3 0-13-16,4 1-5 0,2-7 3 0,13-4-8 15,-1 3 3-15,1-6 3 0,7 3 1 0,1-1 6 16,2-5 5-16,18 0 1 0,-27 1 5 0,27-1 3 16,0 0 5-16,-20-6 2 0,20 6 5 0,0 0 3 15,0 0 8-15,0 0 10 0,0 0 18 0,42-21 9 16,-27 17 8-16,5 1 13 0,9 3 1 0,-9-4 7 15,9 8 9-15,-1-1-1 0,1 1 1 0,13 4 5 16,-15 3-6-16,9 4 7 0,6 3-1 0,-14-4-12 16,0 0-1-16,7 7-2 0,-6-3-4 0,10 3-7 15,-9 3 2-15,-1-5-8 0,4 7-2 0,-9-8-3 16,-2 3-3-16,5-2-2 0,-2-4-8 0,-1 5 1 0,-4-1 5 16,2-5-14-16,-8 0 0 0,1-3-18 0,-3-1-31 15,3-2-36-15,-4 0-50 0,-4-5-56 16,-7-3-62-16,15 12-64 0,-15-12-309 0,0 0-663 0,17 4 293 15</inkml:trace>
          <inkml:trace contextRef="#ctx0" brushRef="#br0" timeOffset="-5014.6039">14347 12507 312 0,'-11'-12'338'0,"11"12"-8"0,-8-11-7 0,8 11-13 0,-11-7 1 16,11 7-5-16,0 0-25 0,0 0-25 0,0 0-19 16,0 0-6-16,0 0 8 0,0 0 6 0,-3 37 1 15,3-22-2-15,0 14-7 0,3-2-7 0,-1 13-1 16,4 3-7-16,1 0-7 0,-1 3-24 0,0 6-1 15,2-3-6-15,-6-1-15 0,1 4-8 0,0-5-18 16,3-2-15-16,1 2-12 0,-6-3-7 0,1-4-9 16,1-1-12-16,-3-1-10 0,-5-6-5 0,7-3-5 15,-2 1-14-15,5-3-4 0,-7-7-10 0,-1 6 8 16,8-9-19-16,-7-1 2 0,-1 4-21 0,1-8-24 16,2-12-29-16,-1 19-38 0,-4-12-43 0,5-7-52 0,0 0-55 15,0 0-50-15,-3 12-52 0,3-12-47 16,0 0-46-16,0 0-81 0,-11-36-294 0,4 22-868 0,6-6 384 15</inkml:trace>
        </inkml:traceGroup>
      </inkml:traceGroup>
    </inkml:traceGroup>
    <inkml:traceGroup>
      <inkml:annotationXML>
        <emma:emma xmlns:emma="http://www.w3.org/2003/04/emma" version="1.0">
          <emma:interpretation id="{288A8121-F65B-46E0-A989-E87822C78AC6}" emma:medium="tactile" emma:mode="ink">
            <msink:context xmlns:msink="http://schemas.microsoft.com/ink/2010/main" type="paragraph" rotatedBoundingBox="15503,15064 23234,15220 23198,16994 15467,16838" alignmentLevel="1"/>
          </emma:interpretation>
        </emma:emma>
      </inkml:annotationXML>
      <inkml:traceGroup>
        <inkml:annotationXML>
          <emma:emma xmlns:emma="http://www.w3.org/2003/04/emma" version="1.0">
            <emma:interpretation id="{99F5FDB5-A866-487B-BD50-CB20CEBA1E9B}" emma:medium="tactile" emma:mode="ink">
              <msink:context xmlns:msink="http://schemas.microsoft.com/ink/2010/main" type="line" rotatedBoundingBox="15503,15064 23234,15220 23198,16994 15467,16838"/>
            </emma:interpretation>
          </emma:emma>
        </inkml:annotationXML>
        <inkml:traceGroup>
          <inkml:annotationXML>
            <emma:emma xmlns:emma="http://www.w3.org/2003/04/emma" version="1.0">
              <emma:interpretation id="{335BDD8C-14D6-41C6-B18B-69C6B9EF848F}" emma:medium="tactile" emma:mode="ink">
                <msink:context xmlns:msink="http://schemas.microsoft.com/ink/2010/main" type="inkWord" rotatedBoundingBox="15503,15064 22723,15210 22688,16983 15467,16838"/>
              </emma:interpretation>
              <emma:one-of disjunction-type="recognition" id="oneOf1">
                <emma:interpretation id="interp1" emma:lang="" emma:confidence="1">
                  <emma:literal/>
                </emma:interpretation>
              </emma:one-of>
            </emma:emma>
          </inkml:annotationXML>
          <inkml:trace contextRef="#ctx0" brushRef="#br0" timeOffset="12671.0957">14407 14444 174 0,'-4'-14'226'15,"4"2"-1"-15,0-2-4 0,0-1-12 0,6 2-11 0,2-3-18 16,6 4-4-16,7-7-3 0,4 1-13 0,0 4-16 16,5 2-4-16,0-2-13 0,0 2-8 0,11 1-9 15,-11 0-4-15,2 3-9 0,-2 1 1 0,3 0-8 16,-3 5-11-16,-1 2-6 0,-1 1 3 0,-1 4-10 15,-3 2-4-15,-5 0-4 0,-3 0-5 0,-2 6-2 16,0 0-3-16,-1 2 2 0,-5 1-7 0,-2 4 2 16,0 4-5-16,-6-8 0 0,0 10-10 0,-6 0 0 15,-7 0 7-15,-1-1-13 0,-2-1-4 0,-12 7-2 16,1-1-3-16,-3-3 1 0,-3-1-2 0,-4-2-1 16,-4 2-5-16,3-1 5 0,-8-10 6 0,4 1-13 15,-1 5 0-15,2-10-3 0,-2 0 3 0,4 2-1 0,7-6-5 16,5-1 1-16,2 0 5 0,0 1-4 0,4-5-7 15,4 2 10-15,17-4 2 0,-25 3 6 16,25-3-11-16,-18 0-2 0,18 0 3 0,0 0 0 0,0 0 23 16,0 0 11-16,0 0-14 0,0 0 14 0,0 0 3 15,81-9 16-15,-54 9-20 0,3 2-1 0,1 5 3 16,12-9 3-16,-5 11 4 0,5 0-5 0,-9-2-3 16,-2-4-3-16,7 9 2 0,3 1-7 0,-14-6-3 15,5 5-1-15,-4 0 4 0,1-1-4 0,3-1-6 16,-3-1 2-16,-3 5-1 0,-5-4-4 0,5 2-4 15,-5 0 2-15,-3-4-9 0,-3 4 3 0,3-5 0 16,-4 2-10-16,0 1 2 0,-1-3-8 0,0 0-43 0,0-1-28 16,-3 1-36-16,-11-7-38 0,16 14-45 0,-16-14-40 15,8 8-55-15,-8-8-53 0,6 8-223 16,-6-8-617-16,0 0 274 0</inkml:trace>
          <inkml:trace contextRef="#ctx0" brushRef="#br0" timeOffset="12093.0458">14480 14451 157 0,'0'-21'261'15,"0"21"-3"-15,0 0 0 0,0-16 2 0,0 16-7 16,0-15-10-16,0 15-10 0,-1-18-5 0,-1 10 1 0,2 8-5 16,-3-17-15-16,3 17-2 0,-3-15 8 0,3 15-7 15,-2-16 1-15,2 16-13 0,0 0-15 0,-5-14-17 16,5 14-15-16,0 0-11 0,0 0-14 0,0 0 10 16,0 0 6-16,0 0 2 0,0 0-1 0,0 0-14 15,-1 51-9-15,2-32-9 0,1 6-2 0,3 2-4 16,1 0-2-16,-4 2-7 0,2 1-8 0,1 7-5 15,1 3-3-15,-1-10-4 0,-3-1-7 0,4 10-7 16,2-1-2-16,-2-8-10 0,1 8-4 0,-1-6-4 16,-5-2-2-16,6-8-1 0,-6 6-7 0,-1-2-2 15,5 1-6-15,-5-3-1 0,2-5-4 0,2 0 0 16,0-3 0-16,-4 3-10 0,0-5-25 0,4 1-32 0,-4-4-35 16,2 1-46-16,-2-12-57 0,0 15-43 15,0-15-39-15,0 14-48 0,0-14-60 0,0 0-58 0,0 0-346 16,0 0-845-16,0 0 375 0</inkml:trace>
          <inkml:trace contextRef="#ctx0" brushRef="#br0" timeOffset="25645.1264">15503 14766 168 0,'0'0'426'0,"0"0"-15"0,0 0-22 16,1-13-5-16,-1 13-7 0,0 0-16 0,22-6-22 0,-6 2-27 15,5 1-20-15,12-7-17 0,10 2-15 16,1-4-6-16,8 2-9 0,2-6-16 0,6 6-19 16,17-10-22-16,1 2-18 0,-1 4-20 0,1-3-15 0,-3 3-10 0,-16 1-20 0,1 1-13 15,-2 1-26-15,-2-4-35 0,-4 4-30 0,2 0-22 16,-7-2-18-16,-3-3-40 0,-3 3-58 0,-12 4-44 15,-6-2-40-15,-8 3-29 0,-1 0-36 0,-6 1-38 16,-2 0-54-16,-6 7-303 0,-1-15-736 0,1 15 327 16</inkml:trace>
          <inkml:trace contextRef="#ctx0" brushRef="#br0" timeOffset="25957.5941">16200 14259 380 0,'0'0'370'0,"0"0"-20"0,0 0-21 16,0 0-16-16,0 0-20 0,0 0-8 0,0 0-18 16,0 0-6-16,0 0-12 0,0 0-12 0,80 7-10 15,-53 0-14-15,0 3-6 0,0 0-15 0,3-3-15 16,-2 3-17-16,2 3-16 0,4-3-15 0,-1-2-10 16,5 3-12-16,3 3-12 0,-11-6-9 0,-2-1-12 15,4 5-7-15,-4-6 1 0,-1 1-11 0,-3 5-6 16,-2-2-4-16,-3-1-7 0,-3 0-5 0,1 1-5 15,-3 1-1-15,-4 3-3 0,2 0-2 0,-4 3 0 0,-1 8-4 16,-6-4-2-16,-2-1-4 0,-1 7 1 16,-7 12-4-16,-7 1 1 0,-5 3-4 0,-1-3 0 15,-5 4-6-15,-4-2-15 0,-4 4-37 0,-19 11-48 0,13-17-51 16,-17 18-53-16,-4 2-57 0,-3-12-70 0,4 1-71 16,15-16-329-16,0 0-789 0,2-3 349 0</inkml:trace>
          <inkml:trace contextRef="#ctx0" brushRef="#br0" timeOffset="25308.4471">15256 15024 162 0,'-9'-6'409'0,"9"6"-38"0,-11-12-41 0,11 12-33 15,-4-11-25-15,4 11-25 0,0 0-21 0,4-17-21 16,-4 17-17-16,9-12-22 0,-9 12-10 0,14-7-21 15,-14 7-16-15,19-4-13 0,-19 4-11 0,0 0-4 16,30 1-9-16,-30-1-6 0,22 16-12 0,-9-8-4 0,-5 4-4 16,0 2-8-16,-2 4-7 0,2 0-1 15,-8 2-8-15,0-1-8 0,-6 8 3 0,-2 1-4 16,2-2-3-16,-4 0-6 0,-3 3-4 0,-1-7 4 0,0 2-2 16,-2 1-6-16,-3-6-1 0,5 2-3 0,-3-2-3 15,-1 0-4-15,4-5 6 0,0-1-4 0,6-4 4 16,1-2-9-16,-2 1 5 0,9-8-6 0,-13 14 4 15,13-14-3-15,-6 8 0 0,6-8-5 0,0 0 7 16,0 0-5-16,0 0 8 0,0 0-1 0,36 0-1 16,-36 0 2-16,34-7 4 0,-19 1-5 0,4 5 2 15,-19 1-2-15,30-5 5 0,-30 5-2 0,35 5 2 16,-21 2-4-16,5 0 4 0,-3 1-2 0,0 4 3 16,1 0-2-16,-4 4 0 0,1 6 1 0,0 0-1 15,2 4-2-15,-8 0 1 0,3 0 1 0,-6 0-5 0,1 3 14 16,-6-2-10-16,0 13 1 0,-6-11-3 0,1-2 4 15,-1-2 1-15,-12 2-2 0,4-2 0 0,-9 7-5 16,2-12 5-16,2-1-1 0,-5-4-1 0,-3-3 0 16,-1 0-15-16,-2-3-25 0,-2-4-14 0,2-5-24 15,-3 0-22-15,2-5-25 0,-1-3-23 0,0-3-32 16,4-5-25-16,4-3-8 0,2 1-45 0,8 8-187 16,-7-8-485-16,5-1 214 0</inkml:trace>
          <inkml:trace contextRef="#ctx0" brushRef="#br0" timeOffset="27089.9004">17450 14429 17 0,'0'0'430'0,"-10"-10"-16"0,10 10-29 0,0 0-26 15,0 0-31-15,-8-12-23 0,8 12-23 0,0 0-8 16,0 0 0-16,0 0-6 0,7 46-7 0,-7-17-15 15,1-3-9-15,6 6-15 0,-1 6-17 0,-6 6-17 0,1 2-12 16,3 2-10-16,-4-1-11 0,1 1-11 16,-6 3-7-16,4-3-19 0,-2-2-8 0,0 1-10 15,-5-2-9-15,-5-2-7 0,8-5-11 0,2 2-10 0,0-15-1 16,-3-1-9-16,1 1-4 0,-1-10-4 0,-2 3-4 16,1-5-7-16,4-4-1 0,-2 2 1 0,5-11 4 15,-7 12 15-15,7-12 5 0,0 0 7 0,0 0-7 16,0 0-2-16,-23-25 2 0,17 1-8 0,0-8-4 15,-2-4-7-15,3-10-4 0,4-4 1 0,1-4-4 16,-5-18-6-16,5 19-3 0,6 0-4 0,0 2 3 16,2-1-5-16,2 6 4 0,4 0-9 0,3 6 3 15,-1-2 4-15,3 7-10 0,3-3 0 0,-1 4 0 16,4 1-4-16,0 3 3 0,-4 7-2 0,4-2-4 16,-1 10-2-16,-2-2-3 0,2 1 2 0,-4 6 0 15,-2 4-2-15,2-1-7 0,-5 5 0 0,-15 2 2 0,39 3-2 16,-28 4 1-16,2 4 0 0,1 4 3 0,-8 1-3 15,2 7-4-15,0 3-5 0,-9 2-10 16,-1 2-6-16,-3 1 2 0,-1 9-12 0,-8-6-2 0,4-3 3 16,-9 6-8-16,-1-1-2 0,4-12-7 0,-6 5 4 15,-7 4-1-15,1-3-3 0,4-9 6 0,2 2 1 16,-6-6 8-16,7 3 7 0,-1-2-1 0,0-2 5 16,-4 0 3-16,11-6 2 0,0 4 4 0,-11-5 2 15,11-3 6-15,6 4 0 0,9-10 2 0,-16 6 3 16,16-6 2-16,-13 9-2 0,13-9 2 0,-11 8-1 15,11-8 8-15,0 0-1 0,0 0 2 0,0 0 5 16,27 13-2-16,-27-13 2 0,29 0-4 0,-9 0 4 0,2 2 0 16,7-1 3-16,-1-1-6 0,4 4 5 15,-2-1-2-15,14 3-2 0,-11-2 1 0,-3 0-3 16,4-1-2-16,8 9-10 0,-13-5-35 0,4 5-33 0,-5-4-41 16,2 3-40-16,2-2-31 0,-4-2-31 0,-2 0-35 15,-6 2-34-15,-1-1-59 0,8-1-68 0,-17-1-249 16,2-1-723-16,-12-5 320 0</inkml:trace>
          <inkml:trace contextRef="#ctx0" brushRef="#br0" timeOffset="27576.7101">18038 15048 313 0,'-2'-13'403'15,"2"13"-32"-15,0 0-28 0,13-17-25 0,-7 9-34 16,-6 8-32-16,21-9-23 0,-7 4-6 0,2 1-40 15,3 1-19-15,-2 1-12 0,-17 2-20 0,35 0-11 0,-35 0-13 16,34 4-13-16,-18 4-4 0,-3-1-9 0,3 5-13 16,-10-3-3-16,7 6-8 0,-12 1-8 0,2 0-2 15,-3 2-5-15,0 1-7 0,-3 6-5 0,-3 1 1 16,1 0-6-16,-6 0 4 0,2 0-10 16,-6 0 1-16,1-2 3 0,0 2-6 0,-3-3-6 0,2-1 0 15,0-1 0-15,-1 2-2 0,2-11 2 16,1 3-3-16,0-2 3 0,1-1 1 0,4-1-6 15,-2-3 0-15,10-8 3 0,-11 12-12 0,3-6 6 0,8-6 0 0,0 0-8 16,-6 10 1-16,6-10 14 0,0 0 6 0,0 0-2 16,0 0-1-16,0 0 6 0,0 0-5 0,0 0 10 15,52-12-8-15,-52 12 6 0,30-7-1 0,-14 5-4 16,4 0 3-16,-20 2-7 0,40 0-3 0,-23-1 4 16,4 2-2-16,1 5 1 0,3 1-7 0,-1 3 3 15,-5-1 0-15,-2 2-5 0,4 4 3 0,-4-3-5 16,-7 2-3-16,4 8 7 0,-8-5 3 0,-1 2-6 15,-2-3 3-15,-3 8-4 0,-3-6 4 0,-6-1-3 16,-1 5 2-16,-3-2-6 0,-2 0-3 0,0-5-2 0,-4 4 2 16,-3 3-7-16,-6-2-22 0,1-6-16 15,-1 0-14-15,-15-3-10 0,7 3-12 0,-6-7-9 16,0 1-7-16,-1-4-18 0,0-8-18 0,-2-3-26 0,0-3-32 16,7 1-38-16,1-10-44 0,5-5-46 0,7 1-175 15,3-2-536-15,1-9 238 0</inkml:trace>
          <inkml:trace contextRef="#ctx0" brushRef="#br0" timeOffset="28029.7677">18596 14779 150 0,'-27'2'401'0,"27"-2"-4"16,-22 7 2-16,9 0-6 0,-6-2-9 0,19-5-15 0,-17 6-24 16,17-6-21-16,-19 5-18 0,19-5-26 15,-13 8-18-15,13-8-15 0,-8 6-11 0,8-6-7 16,0 0-6-16,0 0-1 0,0 0 0 0,0 0-10 0,25 18-15 16,-7-18-9-16,-18 0-18 0,46-7-12 0,-15 3-20 15,10-3-13-15,2 2-11 0,0-2-13 0,-1-4-7 16,1 4-16-16,4 0-17 0,-6-1-25 0,-7 1-30 15,5 0-34-15,-10 3-37 0,-1 2-42 0,-7-5-43 16,-1 5-39-16,1-5-46 0,-7 4-38 0,-14 3-40 16,20-1-42-16,-20 1-55 0,0 0-78 0,15-13-255 15,-15 13-804-15,0 0 356 0</inkml:trace>
          <inkml:trace contextRef="#ctx0" brushRef="#br0" timeOffset="28592.2296">19598 14704 110 0,'-18'4'376'0,"4"-1"-14"16,14-3-14-16,-24 5-11 0,24-5-12 0,-17 1-10 15,17-1-21-15,0 0-16 0,0 0-23 0,0 0-3 16,-25-10-21-16,25 10-1 0,0 0-13 0,-4-13-11 0,4 13-10 16,-3-13-14-16,3 13-14 0,5-19-11 0,-5 19-14 15,6-18-12-15,-4 7-10 0,6 0-6 0,-2 3-10 16,5-2-10-16,-1-2-9 0,2 5-11 0,1-1-5 16,1-3-7-16,0 4-10 0,2 0-5 0,3 2-1 15,-1-2-7-15,-4 5-4 0,5-3-7 0,-19 5-7 16,30 0 3-16,-30 0-5 0,33 11-1 0,-19-3-4 15,-1 3-1-15,-2-2-2 0,1 7 0 0,-5 0-2 16,-1 8-3-16,-3-2-1 0,2 5 0 0,-5 0 0 16,-6 1-1-16,-1 0 0 0,-1-1-4 0,2 11-6 15,-8 0-2-15,-3 1-6 0,-9-5-4 0,4 2 2 0,0-5-1 16,3-6 0-16,2-3 0 0,-7 3 2 0,-4 1 5 16,5-6-1-16,3-2 2 0,-4-4 1 0,-1-2 2 15,9 0 0-15,0-3 3 0,2-1 3 0,3 0 3 16,11-8-1-16,-14 4 5 0,14-4 4 0,0 0 7 15,-14 7 8-15,14-7 19 0,0 0 3 0,0 0 1 16,0 0-1-16,0 0-9 0,0 0-2 0,53-26-2 16,-37 19-5-16,8-3 2 0,3 0 5 0,15-4 3 15,1 4 1-15,-2-1-4 0,14 0-2 0,-4-1-4 0,-4 4-13 16,2 1-28-16,0 0-35 0,0 1-41 16,-4-2-60-16,8 3-53 0,-7-6-73 0,2 4-58 15,-4 0-60-15,2-1-67 0,-16 1-358 0,-2 1-881 0,1-6 389 16</inkml:trace>
          <inkml:trace contextRef="#ctx0" brushRef="#br0" timeOffset="29326.59">20490 14476 299 0,'0'-14'408'15,"0"14"-35"-15,0 0-21 0,7-9-16 0,-7 9-15 16,0 0-17-16,0 0-11 0,0 0-6 0,35 28-6 0,-28-16-10 16,5 10-9-16,-3 3-1 0,2 15-9 0,-3 1-10 15,-2-3-3-15,-3 6-16 0,1 3-11 0,-1-2-14 16,-5 3-14-16,-3 0-7 0,5-1-23 0,0 0-13 16,-3 0-9-16,-1-3-12 0,0 4-14 0,-2-10-13 15,6 4-5-15,-3-13-5 0,0 1-12 0,-2-4-9 16,-1-1-6-16,4-9-8 0,-4-3-3 0,6-3-1 15,0-10-9-15,-2 19-1 0,2-19 0 0,-1 10 5 16,1-10 20-16,0 0 13 0,0 0-2 0,0 0 1 16,0 0-5-16,0 0-9 0,-4-42-7 0,9 18-1 15,-5-16-8-15,-1-3-2 0,4-2 0 0,-3-4-3 16,5-17-10-16,-2 8-2 0,1-18 3 0,-2 25-1 0,-2-1-3 16,5 1-9-16,-2 3 6 0,6 5 4 0,-1 1-8 15,2 1-1-15,-2 14 7 0,4-1-4 0,3 3-4 16,-1-3 0-16,2 4 1 0,4 1-8 0,1 0-7 15,4 4 9-15,-8 0-1 0,5 2-5 0,5 2-5 16,-5 2-2-16,-3 7 5 0,2-2-17 0,-1 5-5 16,-4-1 3-16,-16 4-6 0,35 4-6 0,-19-1 1 15,-2 9-3-15,3-3 3 0,-1 12-2 0,-3 1-7 16,1 3-1-16,-4 1-4 0,-2 0-5 0,-2 4-10 16,0-4-5-16,-7 5-3 0,-6-3 0 0,1 2-4 15,0 0-5-15,-9 6-1 0,1 0-2 0,-2-9-6 16,-10 7-5-16,8-12-6 0,-1-1-1 0,-3-2-1 15,-3 3 1-15,3-8 7 0,-5 2 4 0,-2-1 9 16,-1-4-1-16,0-3 10 0,-1 2 5 0,1 1 7 0,-2-6 6 16,4-1 7-16,2 3 3 0,1-4 4 0,4-1 5 15,1-2 3-15,4 3 3 0,16-3 4 0,0 0 5 16,-33 2-1-16,33-2 5 0,0 0 16 0,0 0 16 16,0 0 7-16,0 0 2 0,0 0 2 0,0 0-5 15,0 0 7-15,55 11 2 0,-26-7 8 0,2 0 15 16,12 3 11-16,0 1 7 0,4-5 10 0,-1 2-1 15,1 5-10-15,2-6-8 0,-4 3-9 0,4 0-7 16,-4 2-18-16,1-2-25 0,0 0-23 0,-6-4-17 0,-7 8-28 16,-5-4-16-16,1 0 0 0,-1 0-10 15,1 2-35-15,-3-5-36 0,1 6-27 0,-6-7-30 16,-4 2-9-16,4 2-20 0,-2 1-28 0,-4-2-42 0,1-1-52 16,3 1-356-16,-19-6-779 0,22 6 345 0</inkml:trace>
        </inkml:traceGroup>
        <inkml:traceGroup>
          <inkml:annotationXML>
            <emma:emma xmlns:emma="http://www.w3.org/2003/04/emma" version="1.0">
              <emma:interpretation id="{B75F0C5D-D73C-42EB-90EB-7AD6A3CA5C7F}" emma:medium="tactile" emma:mode="ink">
                <msink:context xmlns:msink="http://schemas.microsoft.com/ink/2010/main" type="inkWord" rotatedBoundingBox="23169,15793 23222,15794 23203,16751 23150,16750"/>
              </emma:interpretation>
              <emma:one-of disjunction-type="recognition" id="oneOf2">
                <emma:interpretation id="interp2" emma:lang="" emma:confidence="0.5">
                  <emma:literal>,</emma:literal>
                </emma:interpretation>
                <emma:interpretation id="interp3" emma:lang="" emma:confidence="0">
                  <emma:literal>.</emma:literal>
                </emma:interpretation>
                <emma:interpretation id="interp4" emma:lang="" emma:confidence="0">
                  <emma:literal>l</emma:literal>
                </emma:interpretation>
                <emma:interpretation id="interp5" emma:lang="" emma:confidence="0">
                  <emma:literal>|</emma:literal>
                </emma:interpretation>
                <emma:interpretation id="interp6" emma:lang="" emma:confidence="0">
                  <emma:literal>1</emma:literal>
                </emma:interpretation>
              </emma:one-of>
            </emma:emma>
          </inkml:annotationXML>
          <inkml:trace contextRef="#ctx0" brushRef="#br0" timeOffset="29701.5412">21943 14959 89 0,'0'0'602'0,"3"-16"-29"15,-3 16-21-15,0 0-20 0,6-12-13 0,-6 12-17 16,0 0-27-16,0 0-17 0,15-6-25 0,-15 6-19 16,0 0-20-16,0 0-30 0,0 0-21 0,19 24-25 15,-18-8-21-15,4 10-19 0,-5 1-19 0,0 13-16 16,1 1-26-16,-4 3-12 0,0 1-81 0,0 7-124 0,0-2 0 15,0 3 0-15,-2-3 0 0,5 0 0 16,-2 1 0-16,-4-1 0 0,6-3 0 0,-6-3 0 16,-1 1 0-16,7-16 0 0,-1 0 0 0,-6-3 0 0,7-3 0 15,-3 2 0-15,3-6 0 0,-3-5 0 0,3-6-77 16,0-8-229-16,-1 18-41 0,1-18-40 0,0 0-39 16,-5 11-45-16,5-11-58 0,0 0-413 0,0 0-1020 15,0 0 452-15</inkml:trace>
        </inkml:traceGroup>
      </inkml:traceGroup>
    </inkml:traceGroup>
  </inkml:traceGroup>
</inkml:ink>
</file>

<file path=ppt/ink/ink12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7T08:25:29.363"/>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CFEF4AE8-2845-44A9-B5A6-2913CF88D7C0}" emma:medium="tactile" emma:mode="ink">
          <msink:context xmlns:msink="http://schemas.microsoft.com/ink/2010/main" type="inkDrawing" rotatedBoundingBox="4092,645 4473,4771 3485,4862 3104,736" semanticType="verticalRange" shapeName="Other">
            <msink:sourceLink direction="with" ref="{2539C362-AC03-469C-BA64-4580747D3F4F}"/>
            <msink:sourceLink direction="with" ref="{16BC7D70-B113-486B-85E0-504B3660B314}"/>
            <msink:sourceLink direction="with" ref="{1EB716C3-CAB2-4339-8043-09267D4E9256}"/>
          </msink:context>
        </emma:interpretation>
      </emma:emma>
    </inkml:annotationXML>
    <inkml:trace contextRef="#ctx0" brushRef="#br0">76 348 267 0,'1'-26'331'0,"4"2"-9"0,-6 1 13 0,1 2 20 0,0-3-7 16,-4-2-9-16,3 6-7 0,-1-2-10 15,1 0 1-15,-6 3-7 0,3 0 5 0,-4 2 4 0,1 5-4 16,1-4-2-16,0 0-20 0,-2 9-5 0,8 7-11 16,-8-17-20-16,3 10-16 0,5 7-23 0,0 0-23 15,-9-11-21-15,9 11-18 0,0 0-14 0,0 0-15 16,0 0-13-16,-13 32 10 0,13-5 19 0,5 14 5 16,-4 6-1-16,6 2-7 0,-6 2-117 0,10 18-29 15,-4 4 0-15,2-1 0 0,5 5 0 0,-2 6 0 16,-5 3 0-16,3 0 0 0,-4 8 0 0,4 32 0 15,-6 0 0-15,-2-34 0 0,4 36 0 0,1-41 0 16,-3 45 0-16,-2-42 0 0,0 50 0 0,9-12 0 16,-8-34 0-16,8 40 0 0,-3-6 0 0,-2-2 0 15,-4-3 0-15,-2-35 0 0,1 1 0 0,6 2 0 16,-1 33 0-16,0-44 0 0,-4 4 0 0,6-5 0 16,-2 4 0-16,-1-7 0 0,-4-5 0 0,-1-15 0 15,5-3 0-15,-3 1 0 0,2-5 0 16,-2 1 0-16,4-2 0 0,-10-7 0 15,5-2 0-15,2-1 0 0,-1-12 0 0,-2 1 0 16,-2-8 0-16,2 2 0 0,0-21 0 0,0 33 0 0,0-33 0 16,0 23 0-16,0-23 0 0,0 0 0 0,0 21 0 15,0-21 0-15,0 0 0 0,0 0 0 0,0 24 0 16,0-24 0-16,0 0 0 0,0 0 0 0,0 0 0 16,0 0 0-16,0 0 0 0,0 0 0 0,0 0 0 15,-4 16 0-15,4-16 0 0,0 0 0 0,0 0 0 16,0 0 0-16,0 0 0 0,0 0 0 0,0 0 0 15,0 0 0-15,0 0 0 0,0 0 0 0,0 0 0 16,-4 12 0-16,4-12 0 0,0 0 0 0,0 0 0 16,0 0 0-16,0 0 0 0,0 0 0 0,0 0 0 15,0 0 0-15,0 0 0 0,0 0 0 0,0 0 0 16,0 0 0-16,0 0 0 0,-25 7 0 0,25-7 0 16,0 0 0-16,0 0 0 0,0 0 0 0,0 0 0 15,0 0 0-15,0 0 0 0,0 0 0 0,-24 4 0 16,24-4 0-16,0 0 0 0,0 0 0 0,0 0 0 15,0 0 0-15,0 0 0 0,0 0 0 0,0 0 0 16,0 0 0-16,0 0 0 0,0 0 0 0,0 0 0 0,49 10 0 16,-49-10 0-16,59 9 0 0,-12-2 0 15,5-6 0-15,5-1 0 0,5 2 0 0,20-1 0 16,3-2 0-16,-4-2-286 0,1-4-290 0,10-2-99 16,-8-1-434-16,-1-1-1202 0,-4-8 531 0</inkml:trace>
  </inkml:traceGroup>
</inkml:ink>
</file>

<file path=ppt/ink/ink12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7T08:25:28.324"/>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63E05034-A584-435D-A043-8380C1C16873}" emma:medium="tactile" emma:mode="ink">
          <msink:context xmlns:msink="http://schemas.microsoft.com/ink/2010/main" type="writingRegion" rotatedBoundingBox="1053,572 18831,-89 19466,16964 1688,17626"/>
        </emma:interpretation>
      </emma:emma>
    </inkml:annotationXML>
    <inkml:traceGroup>
      <inkml:annotationXML>
        <emma:emma xmlns:emma="http://www.w3.org/2003/04/emma" version="1.0">
          <emma:interpretation id="{73D9C72A-765C-4100-B79F-3D6EC900532B}" emma:medium="tactile" emma:mode="ink">
            <msink:context xmlns:msink="http://schemas.microsoft.com/ink/2010/main" type="paragraph" rotatedBoundingBox="1843,544 12131,154 12169,1171 1881,1560" alignmentLevel="2"/>
          </emma:interpretation>
        </emma:emma>
      </inkml:annotationXML>
      <inkml:traceGroup>
        <inkml:annotationXML>
          <emma:emma xmlns:emma="http://www.w3.org/2003/04/emma" version="1.0">
            <emma:interpretation id="{A7C9B157-8261-4DF8-A0C4-66969C105D9C}" emma:medium="tactile" emma:mode="ink">
              <msink:context xmlns:msink="http://schemas.microsoft.com/ink/2010/main" type="inkBullet" rotatedBoundingBox="1878,1466 2342,1449 2343,1485 1879,1503"/>
            </emma:interpretation>
            <emma:one-of disjunction-type="recognition" id="oneOf0">
              <emma:interpretation id="interp0" emma:lang="" emma:confidence="0">
                <emma:literal>-</emma:literal>
              </emma:interpretation>
            </emma:one-of>
          </emma:emma>
        </inkml:annotationXML>
        <inkml:trace contextRef="#ctx0" brushRef="#br0">-1469 1019 3490 0,'0'0'134'0,"-3"12"-88"16,3-12-27-16,0 0-9 0,0 0-4 0,0 0 2 0,0 0 14 16,0 0 18-16,0 0 14 0,5 14 11 0,-5-14-6 15,0 0 11-15,22-2 9 0,-22 2 0 0,30-4-8 16,-30 4-6-16,47-1-11 0,-18-1-2 0,-1-5-6 15,7 6-9-15,-7-3 0 0,7 1-8 0,-2-2-45 16,-1-1-44-16,1 5-55 0,-3-3-51 0,-3-1-61 16,-6 3-76-16,-9-1-312 0,-12 3-665 0,16-4 295 15</inkml:trace>
      </inkml:traceGroup>
      <inkml:traceGroup>
        <inkml:annotationXML>
          <emma:emma xmlns:emma="http://www.w3.org/2003/04/emma" version="1.0">
            <emma:interpretation id="{2539C362-AC03-469C-BA64-4580747D3F4F}" emma:medium="tactile" emma:mode="ink">
              <msink:context xmlns:msink="http://schemas.microsoft.com/ink/2010/main" type="line" rotatedBoundingBox="3344,487 12131,154 12169,1171 3382,1503">
                <msink:destinationLink direction="with" ref="{CFEF4AE8-2845-44A9-B5A6-2913CF88D7C0}"/>
                <msink:destinationLink direction="with" ref="{96575934-DCE1-4A30-80CE-89EE2C728707}"/>
              </msink:context>
            </emma:interpretation>
          </emma:emma>
        </inkml:annotationXML>
        <inkml:traceGroup>
          <inkml:annotationXML>
            <emma:emma xmlns:emma="http://www.w3.org/2003/04/emma" version="1.0">
              <emma:interpretation id="{815F9C53-2B78-484C-A071-45A48C56A65E}" emma:medium="tactile" emma:mode="ink">
                <msink:context xmlns:msink="http://schemas.microsoft.com/ink/2010/main" type="inkWord" rotatedBoundingBox="3344,487 4249,453 4287,1450 3381,1484"/>
              </emma:interpretation>
              <emma:one-of disjunction-type="recognition" id="oneOf1">
                <emma:interpretation id="interp1" emma:lang="" emma:confidence="1">
                  <emma:literal/>
                </emma:interpretation>
              </emma:one-of>
            </emma:emma>
          </inkml:annotationXML>
          <inkml:trace contextRef="#ctx0" brushRef="#br0" timeOffset="4580.1015">911 329 303 0,'0'0'434'15,"-1"-15"9"-15,1 15 15 0,-5-18 11 0,5 18 0 16,-2-15-8-16,2 15-10 0,0-16-12 0,0 16-8 16,-1-10-29-16,1 10-17 0,0 0-20 0,-2-13-29 0,2 13-22 15,0 0-22-15,0 0-9 0,0 0-10 0,0 0-8 16,0 0-9-16,2 55-17 0,-4-30-17 15,2 4-21-15,2 8-201 0,-1 4 0 0,1-1 0 0,-4 0 0 16,4 3 0-16,-2 0 0 0,-2-3 0 0,4-3 0 16,-2 3 0-16,0-9 0 0,0 0 0 0,3-1 0 15,-1-4 0-15,-4-1 0 0,4 4 0 0,-1 0 0 16,-1-14 0-16,0 3 0 0,0-6 0 0,0-3 0 16,0-9 0-16,3 17 0 0,-3-17 0 0,2 9 0 15,-2-9 0-15,0 0-218 0,0 0-302 0,0 0-56 16,0 0-87-16,2-47-373 0,-2 28-1122 0,0-6 497 15</inkml:trace>
          <inkml:trace contextRef="#ctx0" brushRef="#br0" timeOffset="1689.737">64 195 184 0,'-12'-10'375'16,"12"10"3"-16,-16-8 8 0,16 8 2 0,-18-8 1 15,18 8-29-15,-9-4-16 0,9 4-21 0,0 0-18 0,-11-9-4 16,11 9-2-16,0 0-4 0,0 0-12 0,0 0-2 15,42-11-22-15,-10 4-15 0,9-1-18 0,2-3-14 16,6-2-29-16,-5 5-15 0,3-5-16 16,-2 0-15-16,8 6-15 0,-7-3-15 0,0 1 4 0,-2 0-30 15,-3 4-6-15,-9-4-21 0,1 4-26 0,-6 0-31 16,0 2-33-16,-10 0-38 0,2 0-41 16,-19 3-35-16,24-2-66 0,-24 2-51 0,19-2-38 0,-19 2-34 15,0 0-58-15,0 0-59 0,0 0-326 0,0 0-848 16,0 0 376-16</inkml:trace>
        </inkml:traceGroup>
        <inkml:traceGroup>
          <inkml:annotationXML>
            <emma:emma xmlns:emma="http://www.w3.org/2003/04/emma" version="1.0">
              <emma:interpretation id="{EC995B92-A0F9-4284-B892-79BFE1FEFDD7}" emma:medium="tactile" emma:mode="ink">
                <msink:context xmlns:msink="http://schemas.microsoft.com/ink/2010/main" type="inkWord" rotatedBoundingBox="6215,609 7843,547 7867,1173 6239,1235"/>
              </emma:interpretation>
              <emma:one-of disjunction-type="recognition" id="oneOf2">
                <emma:interpretation id="interp2" emma:lang="" emma:confidence="1">
                  <emma:literal/>
                </emma:interpretation>
              </emma:one-of>
            </emma:emma>
          </inkml:annotationXML>
          <inkml:trace contextRef="#ctx0" brushRef="#br0" timeOffset="11048.8167">3892 371 172 0,'0'0'369'0,"0"0"5"0,0 0-3 15,0 0-3-15,0 0-14 0,-32-24-2 0,32 24-15 16,-11-9-16-16,11 9-17 0,-9-13-6 0,4 5-21 16,5 8-19-16,-8-16-24 0,3 7-17 0,5 9-14 15,-1-17-22-15,1 17-14 0,-2-20-19 0,5 12-6 0,8-10-16 16,-3 6-12-16,0-3-12 0,7 4-7 15,-3-3-9-15,-2 2-10 0,4 2-5 0,3-1 1 16,-1-1-13-16,0 6-1 0,3-1-4 0,-5 2-10 0,5 2 0 16,-19 3-6-16,30-4-1 0,-30 4-8 0,30 7 2 15,-13 2-6-15,-2 0 1 0,-6 4-3 0,4 4-6 16,-1 5 2-16,-2 2-6 0,-4 1 1 16,-1-9 0-16,-2 13-2 0,-6 4-6 0,-2-4 5 0,-3 8 0 15,0-10-2-15,-9 8 0 0,-5 2 0 0,1-4-5 16,1-9 1-16,-1-1-1 0,-1-2 7 0,-2 1-6 15,-2 0 1-15,3-7-4 0,-3 4 2 0,2-2-1 16,0-4 0-16,2 0 1 0,8-6-3 0,-2 1 2 16,2-1-2-16,0 1 3 0,14-8-1 0,-18 4-1 15,18-4 1-15,0 0 1 0,-14 6 0 0,14-6 1 16,0 0-6-16,0 0 8 0,0 0 5 0,0 0-4 16,0 0 3-16,0 0-1 0,58 5 3 0,-32-9 2 15,2 4 2-15,13-4 5 0,2 1 0 0,0 3 2 16,4-1 4-16,-3-5 4 0,-3 1 3 0,-6 2-7 15,11 3 0-15,-2-5-8 0,-14 4 0 0,16 0 3 16,-22-3-9-16,-4 3-2 0,-4 6-2 0,11-9-9 16,-5 4-15-16,-22 0-23 0,33 4-23 0,-33-4-30 15,21-4-25-15,-21 4-27 0,0 0-40 0,24 0-44 16,-24 0-43-16,0 0-46 0,0 0-61 0,12-7-72 16,-12 7-389-16,0 0-906 0,0 0 400 0</inkml:trace>
          <inkml:trace contextRef="#ctx0" brushRef="#br0" timeOffset="10501.9614">2948 513 180 0,'0'0'344'0,"0"0"7"0,0 0 7 16,0 0 2-16,0 0-5 0,-47 13-18 15,47-13-19-15,0 0-21 0,0 0-10 0,0 0-16 16,0 0-7-16,0 0-5 0,0 0-2 0,-22 0-13 0,22 0-10 16,0 0 5-16,0 0-10 0,0 0-16 0,0 0-18 15,0 0-17-15,71-3-15 0,-44 1-21 0,6-3-14 16,-3 2-13-16,13-1-12 0,-12 2-11 0,1-2-13 15,3-2-37-15,6-1-49 0,-8 5-49 0,-1-3-57 16,1-1-82-16,8 1-74 0,-16-2-70 16,-4 5-88-16,-1-4-445 0,7-1-943 0,-6-3 417 0</inkml:trace>
        </inkml:traceGroup>
        <inkml:traceGroup>
          <inkml:annotationXML>
            <emma:emma xmlns:emma="http://www.w3.org/2003/04/emma" version="1.0">
              <emma:interpretation id="{A5785BF5-486A-4BE8-A05A-1C962903F8B7}" emma:medium="tactile" emma:mode="ink">
                <msink:context xmlns:msink="http://schemas.microsoft.com/ink/2010/main" type="inkWord" rotatedBoundingBox="9575,450 12138,353 12169,1171 9606,1268"/>
              </emma:interpretation>
              <emma:one-of disjunction-type="recognition" id="oneOf3">
                <emma:interpretation id="interp3" emma:lang="" emma:confidence="0.5">
                  <emma:literal>5</emma:literal>
                </emma:interpretation>
                <emma:interpretation id="interp4" emma:lang="" emma:confidence="0.5">
                  <emma:literal>s -</emma:literal>
                </emma:interpretation>
                <emma:interpretation id="interp5" emma:lang="" emma:confidence="0">
                  <emma:literal>s _</emma:literal>
                </emma:interpretation>
                <emma:interpretation id="interp6" emma:lang="" emma:confidence="0">
                  <emma:literal>s .</emma:literal>
                </emma:interpretation>
                <emma:interpretation id="interp7" emma:lang="" emma:confidence="0">
                  <emma:literal>b -</emma:literal>
                </emma:interpretation>
              </emma:one-of>
            </emma:emma>
          </inkml:annotationXML>
          <inkml:trace contextRef="#ctx0" brushRef="#br0" timeOffset="12636.3488">7222 106 188 0,'0'0'328'0,"0"0"-11"0,0 0-11 0,0 0-16 16,-10-8-29-16,10 8-15 0,0 0-23 0,0 0-29 15,0 0-5-15,0 0-17 0,0 0-1 0,0 0-1 16,-30 18-4-16,26-11-9 0,4-7-10 0,-18 15-1 16,15-5-11-16,-3 0 1 0,1 1-3 0,-1 1-1 15,4 2-9-15,1-1-7 0,-6 1-2 0,9-1 2 16,3 1 7-16,2 0 8 0,0-2-8 0,2 4-6 15,5-6-8-15,1 3 0 0,8 0 0 0,0 1 19 16,2-4-9-16,6 5-5 0,7-3-5 0,3 2-2 16,-11-6-11-16,4-1-3 0,8 8-3 0,-8-8-10 15,7 3 1-15,-11-1-6 0,0-1-6 0,-3 0-1 16,-2 5 3-16,-1-2-8 0,-9-2 0 0,4 1-9 16,-4-1-1-16,-4 0 2 0,-2 5-10 0,-4-4-4 15,-2 6 2-15,-6-5-8 0,-2 5 2 0,-8-1-6 0,-4 0-3 16,-7 3-8-16,1 0 0 0,-12 2-1 15,5-4-4-15,-10 1-4 0,6 0-16 0,2-9-28 16,0 1-27-16,-6 3-31 0,5-7-29 0,-2 1-30 0,2-6-35 16,3-2-44-16,2-3-42 0,1-1-38 0,2-4-37 15,-1 0-46-15,7-8-76 0,0-1-328 0,2-2-861 16,8-8 381-16</inkml:trace>
          <inkml:trace contextRef="#ctx0" brushRef="#br0" timeOffset="12870.7352">7453 148 288 0,'28'-16'483'0,"13"3"16"0,-1 0 25 0,1 5 5 16,8-2 5-16,0-4-5 0,1 2-18 0,6-2-24 15,-1 2-19-15,21-4-27 0,-21 3-39 0,2 0-30 16,2-1-36-16,18 1-35 0,-17 5-26 0,-3-3-29 16,1 3-24-16,-1-2-28 0,-6 6-14 0,-4 0-19 15,1-4-17-15,-17 4-79 0,2-2-65 0,1 9 0 16,-7-7 0-16,-9 4 0 0,3-3 0 0,-21 3 0 15,27-3 0-15,-27 3 0 0,16 0-29 0,-16 0-235 16,0 0-57-16,0 0-53 0,0 0-69 0,17 7-102 16,-17-7-492-16,0 0-1121 0,0 0 497 0</inkml:trace>
          <inkml:trace contextRef="#ctx0" brushRef="#br0" timeOffset="12158.132">6364 362 180 0,'0'0'253'0,"0"0"-7"15,0 0-8-15,0 0-7 0,0 0-18 0,0 0-9 16,-29-2-6-16,29 2-10 0,0 0-8 0,0 0-6 15,0 0 1-15,0 0-12 0,0 0-5 0,0 0 0 16,0 0-3-16,0 0 0 0,0 0-6 0,-22 1 3 16,22-1 0-16,0 0-4 0,0 0-8 0,0 0-3 15,-20 5 8-15,20-5-7 0,0 0-4 0,-19 3-2 16,19-3-6-16,0 0-3 0,-19 4-3 0,19-4-4 16,0 0-9-16,0 0-7 0,-16 7-9 0,16-7-3 15,0 0 5-15,0 0 11 0,0 0 2 0,0 0-1 16,0 0-6-16,0 0-4 0,0 0-10 0,69-2-4 15,-39-2-5-15,4-1 0 0,8 3-11 0,-1-4-6 16,-6 4-8-16,-5-9 2 0,5 4-8 0,6 2-5 16,-11 2-6-16,2-5-6 0,-4 3-9 0,-7 3-30 15,-2-2-29-15,-2 1-38 0,-17 3-49 0,17-4-63 16,-17 4-59-16,19-4-80 0,-19 4-108 0,0 0-467 0,0 0-978 16,0 0 432-16</inkml:trace>
        </inkml:traceGroup>
      </inkml:traceGroup>
    </inkml:traceGroup>
    <inkml:traceGroup>
      <inkml:annotationXML>
        <emma:emma xmlns:emma="http://www.w3.org/2003/04/emma" version="1.0">
          <emma:interpretation id="{54295887-60F4-44AF-A042-5D6E0732EFF4}" emma:medium="tactile" emma:mode="ink">
            <msink:context xmlns:msink="http://schemas.microsoft.com/ink/2010/main" type="paragraph" rotatedBoundingBox="1684,1703 11732,1791 11718,3371 1670,3283" alignmentLevel="2"/>
          </emma:interpretation>
        </emma:emma>
      </inkml:annotationXML>
      <inkml:traceGroup>
        <inkml:annotationXML>
          <emma:emma xmlns:emma="http://www.w3.org/2003/04/emma" version="1.0">
            <emma:interpretation id="{325FFF5C-C0AF-48AF-A6E7-A794CFAD8685}" emma:medium="tactile" emma:mode="ink">
              <msink:context xmlns:msink="http://schemas.microsoft.com/ink/2010/main" type="inkBullet" rotatedBoundingBox="1683,1851 2279,1856 2278,1923 1682,1918"/>
            </emma:interpretation>
            <emma:one-of disjunction-type="recognition" id="oneOf4">
              <emma:interpretation id="interp8" emma:lang="" emma:confidence="0">
                <emma:literal>-</emma:literal>
              </emma:interpretation>
            </emma:one-of>
          </emma:emma>
        </inkml:annotationXML>
        <inkml:trace contextRef="#ctx0" brushRef="#br0" timeOffset="171.8566">-1643 1394 69 0,'-12'11'302'0,"4"1"-34"0,3-1-18 0,5-11-14 0,0 14-2 16,0-14-14-16,14 8-14 0,4-2-23 15,-1-6-17-15,11 5-14 0,6-9-17 0,8 3-14 16,6 1-14-16,-2-3-27 0,3 0-39 0,4 2-54 16,-2-5-75-16,-2 0-69 0,-2 4-262 0,4-4-454 0,-2 0 202 15</inkml:trace>
      </inkml:traceGroup>
      <inkml:traceGroup>
        <inkml:annotationXML>
          <emma:emma xmlns:emma="http://www.w3.org/2003/04/emma" version="1.0">
            <emma:interpretation id="{16BC7D70-B113-486B-85E0-504B3660B314}" emma:medium="tactile" emma:mode="ink">
              <msink:context xmlns:msink="http://schemas.microsoft.com/ink/2010/main" type="line" rotatedBoundingBox="3980,1723 11732,1791 11718,3371 3966,3303">
                <msink:destinationLink direction="with" ref="{CFEF4AE8-2845-44A9-B5A6-2913CF88D7C0}"/>
                <msink:destinationLink direction="with" ref="{96575934-DCE1-4A30-80CE-89EE2C728707}"/>
              </msink:context>
            </emma:interpretation>
          </emma:emma>
        </inkml:annotationXML>
        <inkml:traceGroup>
          <inkml:annotationXML>
            <emma:emma xmlns:emma="http://www.w3.org/2003/04/emma" version="1.0">
              <emma:interpretation id="{5BADFDB3-B911-4D0A-8BF7-6F78F38DC444}" emma:medium="tactile" emma:mode="ink">
                <msink:context xmlns:msink="http://schemas.microsoft.com/ink/2010/main" type="inkWord" rotatedBoundingBox="3975,2265 4650,2271 4644,2879 3970,2873"/>
              </emma:interpretation>
            </emma:emma>
          </inkml:annotationXML>
          <inkml:trace contextRef="#ctx0" brushRef="#br0" timeOffset="16886.4682">930 1868 55 0,'0'0'304'16,"0"0"1"-16,-4-12 2 0,4 12-2 0,0 0-5 0,0 0 2 15,0-14 0-15,0 14-4 0,0 0-4 0,-7-12-3 16,7 12-4-16,0 0-9 0,-8-9-14 16,8 9-15-16,0 0-16 0,-16-9-19 0,16 9-11 0,0 0-12 15,-25-2-12-15,25 2-11 0,0 0-7 0,-39 11-10 16,20-4-2-16,-2 7-10 0,5-4-1 0,-6 8-5 15,3-1-12-15,-1 2-7 0,6 6-2 0,-2-3-5 16,-2-2-12-16,9 3-3 0,-1 0-5 0,-1 1-4 16,3 2-1-16,7 0-2 0,-4 2-15 15,5 1 3-15,2-3 3 0,2 1-6 0,3-2-8 0,1-4-16 16,6 2 11-16,0 0-4 0,7-3-18 0,-2 0 5 16,0-5 1-16,6-1 0 0,-3 1-5 0,-2-7-11 15,3 0 13-15,-1-2-7 0,6 0-1 0,-7 1-3 16,-1-5-5-16,2-2 5 0,5-2-3 0,0 1-1 15,0-5 8-15,0-1-7 0,-10-2 7 0,9-1-4 16,-4 0 2-16,-7-3 14 0,6 0-12 0,1-3-26 16,-1-1 0-16,-6-1 0 0,4-4 0 0,-4-1 0 15,-1 3 0-15,0-4 0 0,-1-4 0 0,-5 1 0 16,-2 1 0-16,0 0 0 0,-4 0 0 0,-2 1 0 0,-6 1 0 16,-1 0 0-16,-1 8 0 0,-4-9 0 0,-3 6 0 15,0 5 0-15,-6-1 0 0,-1-3 0 0,-2 4 0 16,-1 7 0-16,-3-3 0 0,1 3 0 0,-2 1 0 15,1 5 0-15,-1-1 0 0,2 0 0 0,7 2 0 16,20 0 0-16,-38 4 0 0,17-1-69 0,1 2-149 16,4 2-42-16,2 0-64 0,14-7-40 0,-25 9-46 15,15-2-61-15,10-7-64 0,-19 10-389 0,19-10-1000 16,-6 4 443-16</inkml:trace>
        </inkml:traceGroup>
        <inkml:traceGroup>
          <inkml:annotationXML>
            <emma:emma xmlns:emma="http://www.w3.org/2003/04/emma" version="1.0">
              <emma:interpretation id="{2223C0C5-8FA8-409B-8CE4-29308E7601FC}" emma:medium="tactile" emma:mode="ink">
                <msink:context xmlns:msink="http://schemas.microsoft.com/ink/2010/main" type="inkWord" rotatedBoundingBox="6863,1748 7792,1757 7782,2897 6853,2889"/>
              </emma:interpretation>
              <emma:one-of disjunction-type="recognition" id="oneOf5">
                <emma:interpretation id="interp9" emma:lang="" emma:confidence="1">
                  <emma:literal/>
                </emma:interpretation>
              </emma:one-of>
            </emma:emma>
          </inkml:annotationXML>
          <inkml:trace contextRef="#ctx0" brushRef="#br0" timeOffset="43199.9152">3525 1487 311 0,'0'0'370'0,"0"0"10"0,-6-12-21 0,6 12-5 16,0 0-20-16,-8-12-27 0,8 12-35 0,0 0-18 15,0 0-13-15,0 0-2 0,0 0-17 0,21-7-14 16,-21 7-19-16,34 0-16 0,-34 0-19 0,37 5-16 16,-7-2-12-16,1 3-14 0,-1-1-10 0,2 0 0 15,1-2-21-15,8 1-3 0,-6-2-4 0,-3 2-14 16,-1 1-2-16,2-2-5 0,-3-3-10 0,2 0-3 16,0 0 4-16,-5-3-17 0,-7-1 6 0,-2 3-2 15,0-3 1-15,-3-2 12 0,0 2-5 0,-2-5 2 16,-2 2 11-16,0-2 9 0,-1-3-1 0,-1 0 0 15,-4 2 0-15,-2 0 1 0,-1-4 2 0,2 1-2 16,-4 0-3-16,2-3 1 0,-2 16 9 0,0-20 10 16,0 20 1-16,-2-16 0 0,2 16-5 0,-4-11-8 0,4 11 0 15,0 0-11-15,-2-10-3 0,2 10-5 0,0 0 0 16,0 0 0-16,0 0-2 0,-22 30-8 16,16-6 6-16,-1 4-2 0,1-2 1 0,4 18 9 0,-4 1 17 15,6 6 12-15,-1 1-1 0,1 18 14 0,0-19-4 16,-2 1-2-16,-1 4 3 0,1-4-5 0,1 3-7 15,1-3-7-15,-5 19-37 0,2-22-34 0,-2-2 0 16,3-4 0-16,-4-1 0 0,1-2 0 0,4-10 0 16,-4-4 0-16,3-6 0 0,-4 0 0 0,5-7 0 15,-4 3 0-15,3-7 0 0,2-9 0 0,0 16 0 16,0-16 0-16,-1 10 0 0,1-10 0 0,0 0 0 16,0 0 0-16,0 0-197 0,0 0-83 0,0 0-55 0,-11-34-49 15,4 20-46-15,-2-2-60 0,-4-10-68 0,-3 1-362 16,2-1-996-16,-2-4 441 0</inkml:trace>
          <inkml:trace contextRef="#ctx0" brushRef="#br0" timeOffset="43403.0332">3723 2030 179 0,'0'0'401'0,"0"0"-30"15,0 0 23-15,0 0 2 0,0 0 17 0,0 0-4 16,0 0-22-16,55-29-16 0,-25 20-23 0,11-4-27 15,5-3-28-15,-2 0-31 0,7 0-29 0,-5 4-21 16,-2-1-21-16,-1 1-23 0,4 5-24 0,-4-2-45 16,-10 2-55-16,-1 0-61 0,-4 3-73 0,4-2-51 0,-9-1-42 15,-1 5-49-15,-7-3-61 0,-15 5-64 16,22-4-69-16,-22 4-224 0,17-5-704 0,-17 5 312 16</inkml:trace>
        </inkml:traceGroup>
        <inkml:traceGroup>
          <inkml:annotationXML>
            <emma:emma xmlns:emma="http://www.w3.org/2003/04/emma" version="1.0">
              <emma:interpretation id="{DBCED6F4-9003-4525-B123-7E2783ECB47D}" emma:medium="tactile" emma:mode="ink">
                <msink:context xmlns:msink="http://schemas.microsoft.com/ink/2010/main" type="inkWord" rotatedBoundingBox="9825,1905 11731,1922 11718,3371 9812,3354">
                  <msink:destinationLink direction="with" ref="{C524D3BC-F04A-45F8-8D10-8616766E22D8}"/>
                </msink:context>
              </emma:interpretation>
              <emma:one-of disjunction-type="recognition" id="oneOf6">
                <emma:interpretation id="interp10" emma:lang="" emma:confidence="1">
                  <emma:literal/>
                </emma:interpretation>
              </emma:one-of>
            </emma:emma>
          </inkml:annotationXML>
          <inkml:trace contextRef="#ctx0" brushRef="#br0" timeOffset="45684.2008">7419 1509 352 0,'-1'-19'404'0,"1"19"18"0,-5-14 19 0,5 14 6 16,-3-13-16-16,3 13-29 0,0 0-38 0,0 0-32 15,-10-7-21-15,10 7-3 0,0 0 7 0,0 0-10 16,-7 31 3-16,5-15-13 0,2 3-16 0,-2 5-13 15,-1 2-8-15,3-1-26 0,0 3-20 0,3 0-16 16,-3 3-22-16,-3 4-12 0,2-5-13 0,-1-2-21 16,1 0-8-16,-4 3-21 0,3 1-6 0,-3 6-5 15,-1-11-12-15,5-1-9 0,-4 0-17 0,3 0-14 16,-1-1-30-16,0-9-56 0,1 1-64 0,1 0-82 16,-4 1-116-16,5-3-73 0,0-15-100 0,0 15-90 15,0-15-428-15,5 8-1084 0,-5-8 480 0</inkml:trace>
          <inkml:trace contextRef="#ctx0" brushRef="#br0" timeOffset="46184.1366">7852 1635 214 0,'8'-12'411'0,"-4"4"-7"0,-4 8 12 0,11-14 4 0,-11 14-12 15,8-11-26-15,-8 11-37 0,0 0-35 0,0 0-16 16,0 0-13-16,0 0-4 0,0 0-13 0,9 28-30 15,-11-12-23-15,1 8-23 0,-4-4-14 0,-1 4-7 16,-2 2-25-16,-5-3-11 0,2 5-14 0,0 1-8 16,-6 7-17-16,4-9-4 0,-3 1-13 0,-1-7-6 15,3 4-5-15,-1-4-9 0,6-2-6 0,-2-7-4 16,5 2-6-16,-2 0-4 0,0-2-5 0,5-6 3 16,3-6-6-16,-4 15 1 0,4-15-4 0,0 0 0 15,26 9-1-15,-9-9-2 0,10 0-4 0,1 0 0 16,6-5-5-16,-3-1 3 0,2 2-5 0,10-3 3 15,0-2 5-15,-2 2-1 0,-6-3 10 0,-2 6 1 16,-3-2 15-16,-2 0 6 0,1 0 16 0,-7 2 6 16,-2 0 18-16,1 0-6 0,-5 2 8 0,3-3 13 0,0 0 12 15,-19 5 16-15,17-7 12 0,-17 7 3 0,19-9 7 16,-11 4-145-16,-8 5-9 0,14-13 0 16,-6 1 0-16,-2 0 0 0,-4 3 0 0,4 0 0 15,-6 9 0-15,5-22 0 0,-3 11 0 0,-2-1 0 0,0 12 0 16,0-18 0-16,0 18 0 0,0-13 0 0,0 13 0 15,1-11 0-15,-1 11 0 0,0 0 0 0,0 0 0 16,0 0 0-16,0 0 0 0,0 0 0 0,-14 60 0 16,9-24 0-16,2 11 0 0,-5 4 0 0,2 23 0 15,3 2 0-15,-2-4 0 0,-8 6 0 0,4-1 0 16,4-3 0-16,-3-18 0 0,-4 12 0 0,4-16 0 16,0-2 0-16,-5-2 0 0,4-3 0 0,-2-2 0 15,1-9-319-15,4-8-993 0,-1-7-1422 0,7-3 629 16</inkml:trace>
          <inkml:trace contextRef="#ctx0" brushRef="#br0" timeOffset="45356.1045">6569 1834 243 0,'0'0'333'0,"-20"0"-6"0,20 0-1 0,-29-3 4 16,29 3-14-16,-24 0-5 0,24 0-20 0,0 0-18 0,-25 0-20 15,25 0-22-15,0 0-13 0,0 0-9 0,0 0 8 16,0 0 18-16,0 0-4 0,0 0-11 0,0 0-15 16,0 0-16-16,56 11-15 0,-28-11-21 0,5 0-8 15,10-5-18-15,-12 2-7 0,14 0-15 0,-1 2-11 16,-3-2-12-16,2 2-8 0,-1-4-24 0,-12 3-37 15,2-3-55-15,0-1-54 0,-1 1-64 0,-1 2-50 16,-6-1-54-16,-5-3-64 0,-3 6-73 0,-16 1-365 16,19-2-829-16,-19 2 366 0</inkml:trace>
          <inkml:trace contextRef="#ctx0" brushRef="#br0" timeOffset="59639.2202">6737 1716 52 0,'0'0'195'0,"6"-11"9"0,-6 11-6 16,2-12-13-16,-2 12-7 0,1-10-10 0,-1 10 1 16,7-12-1-16,-7 12-7 0,6-13-5 0,-6 13 0 15,1-12-3-15,-1 12-3 0,7-12-2 0,-7 12-6 16,4-9 3-16,-4 9 0 0,0 0 0 0,-1-17 1 16,1 17 4-16,0 0 7 0,-3-18-18 0,3 18 4 15,-3-11-8-15,3 11 9 0,-5-11-8 0,5 11 4 16,-3-13 7-16,3 13 1 0,-11-10 2 0,11 10-4 15,-7-7-6-15,7 7-6 0,-8-11-3 0,8 11-2 16,0 0-10-16,0 0-6 0,-6-12-15 0,6 12-8 16,0 0-11-16,0 0-4 0,0 0 11 0,0 0-2 15,0 40-1-15,6-16 2 0,-4 15 5 0,3 0 7 16,-4 2-4-16,4 2 4 0,-3-4-3 0,-1 4-1 16,4 2 2-16,-3-5-2 0,-2 9 1 0,3-9-4 15,-2 0-2-15,-1 5 4 0,0-6-16 0,-1-8 3 16,-2-4-15-16,3 1 0 0,0 3-6 0,-2-6-7 15,-3 1-13-15,4-4 2 0,1-6-6 0,-2 0-1 0,0-6-6 16,2 1-8-16,0-11 3 0,-3 14-7 16,3-14-23-16,0 0-42 0,0 18-56 0,0-18-70 15,0 0-96-15,-1 8-128 0,1-8-148 0,0 0-540 16,0 0-1176-16,0 0 520 0</inkml:trace>
        </inkml:traceGroup>
      </inkml:traceGroup>
    </inkml:traceGroup>
    <inkml:traceGroup>
      <inkml:annotationXML>
        <emma:emma xmlns:emma="http://www.w3.org/2003/04/emma" version="1.0">
          <emma:interpretation id="{00FB2424-583D-4303-A11E-6039631E1CC3}" emma:medium="tactile" emma:mode="ink">
            <msink:context xmlns:msink="http://schemas.microsoft.com/ink/2010/main" type="paragraph" rotatedBoundingBox="6871,4719 6973,3609 7844,3689 7742,4799" alignmentLevel="4"/>
          </emma:interpretation>
        </emma:emma>
      </inkml:annotationXML>
      <inkml:traceGroup>
        <inkml:annotationXML>
          <emma:emma xmlns:emma="http://www.w3.org/2003/04/emma" version="1.0">
            <emma:interpretation id="{1EB716C3-CAB2-4339-8043-09267D4E9256}" emma:medium="tactile" emma:mode="ink">
              <msink:context xmlns:msink="http://schemas.microsoft.com/ink/2010/main" type="line" rotatedBoundingBox="6871,4719 6973,3609 7844,3689 7742,4799">
                <msink:destinationLink direction="with" ref="{CFEF4AE8-2845-44A9-B5A6-2913CF88D7C0}"/>
                <msink:destinationLink direction="with" ref="{96575934-DCE1-4A30-80CE-89EE2C728707}"/>
              </msink:context>
            </emma:interpretation>
          </emma:emma>
        </inkml:annotationXML>
        <inkml:traceGroup>
          <inkml:annotationXML>
            <emma:emma xmlns:emma="http://www.w3.org/2003/04/emma" version="1.0">
              <emma:interpretation id="{E392282E-6194-4F7E-AEB0-A73885C1FB1A}" emma:medium="tactile" emma:mode="ink">
                <msink:context xmlns:msink="http://schemas.microsoft.com/ink/2010/main" type="inkWord" rotatedBoundingBox="6871,4719 6973,3609 7844,3689 7742,4799"/>
              </emma:interpretation>
              <emma:one-of disjunction-type="recognition" id="oneOf7">
                <emma:interpretation id="interp11" emma:lang="" emma:confidence="1">
                  <emma:literal/>
                </emma:interpretation>
              </emma:one-of>
            </emma:emma>
          </inkml:annotationXML>
          <inkml:trace contextRef="#ctx0" brushRef="#br0" timeOffset="79186.3437">3668 3437 121 0,'-16'-12'328'16,"9"4"-4"-16,7 8-8 0,-14-14-3 0,8 7-15 0,6 7 1 16,-14-12-19-16,14 12-20 0,-8-7-18 0,8 7-16 15,0 0-11-15,0-13-14 0,0 13-13 0,0 0-18 16,27-17-13-16,-12 13-12 0,6-3-13 0,6 4-7 15,1-2-15-15,1-1-9 0,1 2-9 0,3 1-11 16,0 3-9-16,2-3-6 0,-7 2-7 0,4 2-6 16,3 2-6-16,-8 0-4 0,1 0-3 0,-1-2-8 15,-3 5 1-15,-4-5-1 0,-20-1-5 0,29 0-1 16,-29 0 2-16,28 0-8 0,-28 0-2 0,21 0 10 16,-21 0 16-16,17-5 12 0,-17 5 9 0,0 0 11 15,19-6 3-15,-19 6-6 0,13-13-6 0,-13 13-6 16,6-16 2-16,-5 8 1 0,-1 8-1 0,5-17-6 15,-5 17 1-15,0-17-6 0,0 17-2 0,-5-15-15 16,5 15 3-16,-1-11-4 0,1 11-2 0,0 0-3 16,-5-14-4-16,5 14-9 0,0 0 2 0,0 0 0 0,0 0-4 15,0 0-1-15,0 0-1 0,-19 40-2 0,10-17 6 16,1 3 9-16,0 11 12 0,-6 3-1 0,4 2-2 16,-2-2 9-16,-1 5 7 0,-1 6 3 0,-1-3 5 15,3 7-1-15,2-6-3 0,-5 5 4 0,3-1-5 16,0-1-6-16,4-3-7 0,-6-2-1 0,4-2-9 15,-1-2 0-15,3-3-2 0,2-11 4 0,3-2-11 16,-2 4 1-16,3-9-2 0,-2-4 0 0,4-3-5 16,-2 0 0-16,1-5-2 0,1-10 0 0,-4 16-9 15,4-16 3-15,-1 14-20 0,1-14-25 0,0 0-25 16,0 12-33-16,0-12-42 0,0 0-63 0,0 0-50 16,-14 6-41-16,14-6-24 0,0 0-29 0,0 0-35 0,0 0-38 15,-42-18-63-15,28 4-271 0,0 6-813 0,0-8 359 16</inkml:trace>
          <inkml:trace contextRef="#ctx0" brushRef="#br0" timeOffset="79379.8747">3642 4009 195 0,'0'0'342'0,"-6"-11"-18"0,6 11-12 0,0 0 16 0,0 0 12 16,0 0 4-16,16-15-4 0,0 11 3 15,4-3-9-15,9 0-11 0,13-4-18 0,4-4-16 0,1 1-23 0,4-1-21 0,0-2-23 16,-1 1-23-16,2 1-21 0,-1 0-12 0,-2-1-24 15,-3 3-23-15,0 1-37 0,-5 0-59 0,-10 2-50 16,-4 2-66-16,0 0-55 0,-10 1-63 0,2 1-72 16,-4 5-74-16,-15 1-97 0,14-7-244 0,-14 7-757 15,8-6 335-15</inkml:trace>
        </inkml:traceGroup>
      </inkml:traceGroup>
    </inkml:traceGroup>
    <inkml:traceGroup>
      <inkml:annotationXML>
        <emma:emma xmlns:emma="http://www.w3.org/2003/04/emma" version="1.0">
          <emma:interpretation id="{15207BAE-9EBC-453B-BAF9-50C1E4AAE9E9}" emma:medium="tactile" emma:mode="ink">
            <msink:context xmlns:msink="http://schemas.microsoft.com/ink/2010/main" type="paragraph" rotatedBoundingBox="3553,6191 11921,5911 11950,6766 3582,7046" alignmentLevel="3"/>
          </emma:interpretation>
        </emma:emma>
      </inkml:annotationXML>
      <inkml:traceGroup>
        <inkml:annotationXML>
          <emma:emma xmlns:emma="http://www.w3.org/2003/04/emma" version="1.0">
            <emma:interpretation id="{22DF5491-A2BC-4EC1-8888-E358780B37D5}" emma:medium="tactile" emma:mode="ink">
              <msink:context xmlns:msink="http://schemas.microsoft.com/ink/2010/main" type="inkBullet" rotatedBoundingBox="3556,6285 3936,6273 3938,6334 3559,6347"/>
            </emma:interpretation>
            <emma:one-of disjunction-type="recognition" id="oneOf8">
              <emma:interpretation id="interp12" emma:lang="" emma:confidence="0">
                <emma:literal>-</emma:literal>
              </emma:interpretation>
            </emma:one-of>
          </emma:emma>
        </inkml:annotationXML>
        <inkml:trace contextRef="#ctx0" brushRef="#br0" timeOffset="109231.7504">208 5889 287 0,'22'-10'292'0,"5"-3"-27"0,1 8-23 0,-1-6-22 16,3 3-23-16,2-4-23 0,-7 6-30 0,8 5-58 15,2 1-75-15,-5-2-106 0,-1-2-210 0,1 9-328 0,0-3 146 16</inkml:trace>
      </inkml:traceGroup>
      <inkml:traceGroup>
        <inkml:annotationXML>
          <emma:emma xmlns:emma="http://www.w3.org/2003/04/emma" version="1.0">
            <emma:interpretation id="{C1DC2868-E580-4ADB-B714-74391E41E91D}" emma:medium="tactile" emma:mode="ink">
              <msink:context xmlns:msink="http://schemas.microsoft.com/ink/2010/main" type="line" rotatedBoundingBox="4409,6163 11921,5911 11950,6766 4438,7018">
                <msink:destinationLink direction="with" ref="{9C99A75E-A458-4DFA-96E8-37097644B1D5}"/>
              </msink:context>
            </emma:interpretation>
          </emma:emma>
        </inkml:annotationXML>
        <inkml:traceGroup>
          <inkml:annotationXML>
            <emma:emma xmlns:emma="http://www.w3.org/2003/04/emma" version="1.0">
              <emma:interpretation id="{5A03B255-469C-4B1A-BB1A-7DDCE36A0DE3}" emma:medium="tactile" emma:mode="ink">
                <msink:context xmlns:msink="http://schemas.microsoft.com/ink/2010/main" type="inkWord" rotatedBoundingBox="4410,6187 4501,6184 4529,7014 4438,7017"/>
              </emma:interpretation>
            </emma:emma>
          </inkml:annotationXML>
          <inkml:trace contextRef="#ctx0" brushRef="#br0" timeOffset="109498.3743">1155 5866 3642 0,'-8'-16'66'16,"3"4"-10"-16,-1-3 37 0,4-3 39 0,-3 2 77 15,4 3 32-15,1 13 20 0,0-22-6 0,0 22-13 16,0-15-3-16,0 15-16 0,0-12-20 0,0 12-9 0,0 0-5 16,0 0 20-16,0 0 11 0,0 0-5 0,0 0-8 15,0 0-14-15,0 57-16 0,0-31-18 16,0 2-18-16,6 0-11 0,-7 14-11 0,1-4-15 0,1 1-32 15,-2 0-72-15,1 6 0 0,0-5 0 0,-4 5 0 16,3-3 0-16,1 0 0 0,-5 0 0 0,3 2-48 16,-4 0-262-16,0-3-111 15,3 1-110-15,-5-2-617 0,1-3-1241 0,3-5 549 0</inkml:trace>
        </inkml:traceGroup>
        <inkml:traceGroup>
          <inkml:annotationXML>
            <emma:emma xmlns:emma="http://www.w3.org/2003/04/emma" version="1.0">
              <emma:interpretation id="{2148C627-336D-4D4E-AC7A-43170DFAE9B6}" emma:medium="tactile" emma:mode="ink">
                <msink:context xmlns:msink="http://schemas.microsoft.com/ink/2010/main" type="inkWord" rotatedBoundingBox="6029,6109 7899,6046 7920,6679 6050,6741"/>
              </emma:interpretation>
              <emma:one-of disjunction-type="recognition" id="oneOf9">
                <emma:interpretation id="interp13" emma:lang="" emma:confidence="1">
                  <emma:literal/>
                </emma:interpretation>
              </emma:one-of>
            </emma:emma>
          </inkml:annotationXML>
          <inkml:trace contextRef="#ctx0" brushRef="#br0" timeOffset="111347.4084">2715 5959 19 0,'0'0'431'0,"-26"-1"-9"0,26 1 20 0,0 0 31 0,0 0 10 16,0 0-7-16,0 0-20 0,0 0-26 16,0 0-44-16,0 0-40 0,0 0-36 0,0 0-30 0,56-12-27 15,-28 9-29-15,5 2-22 0,11-2-25 0,-9-1-35 16,-5 1-66-16,3 2-76 0,1-6-94 0,10-2-84 15,0 4-84-15,-11 3-92 0,-3-1-115 0,2-6-310 16,-2 4-843-16,0-2 373 0</inkml:trace>
          <inkml:trace contextRef="#ctx0" brushRef="#br0" timeOffset="111947.2262">3792 5839 212 0,'0'0'344'0,"0"0"-5"0,-36-9 2 16,36 9-12-16,0 0-12 0,-21-7-3 0,21 7-11 16,-12-9-15-16,12 9-20 0,-6-12-21 0,6 12-4 15,-5-13-7-15,5 13-10 0,0-19-18 0,0 19-20 16,3-23-19-16,-3 15-5 0,8-5-12 0,-2 1-3 15,2 2-6-15,0-6-7 0,5 8-12 0,1-5-9 0,3 3-6 16,-1 0-10-16,5 2-7 0,-6 0-10 16,8 4-1-16,-3-2-9 0,1 0-5 0,-1 5-3 15,1 0-4-15,-4-4-4 0,-17 5-5 0,38 5-6 0,-22-3-3 16,3 7-7-16,-3-2-1 0,-2 1-1 0,-2 3-2 16,-2 1-5-16,1 5-2 0,-6-1-4 15,4 0 1-15,1 8-1 0,-9-6-4 0,-1 6-4 0,-1 1 7 16,-6-3-6-16,-1 4-1 0,2-1-2 0,-3-1-1 15,-4-1 0-15,0 1-2 0,-1-1 0 0,0 3-1 16,-3-1-1-16,-1 0 2 0,-2-1-2 0,-3-8 0 16,8 8-4-16,-4-3 3 0,-3-2-1 0,1 0-2 15,7-4 2-15,-2-4-2 0,3 2 2 0,1 0-1 16,2-10 0-16,10-3-1 0,-12 15 1 0,12-15 1 16,-8 9-4-16,8-9 4 0,0 0-2 0,0 0 0 15,0 0 0-15,0 0 6 0,0 0-6 0,61-9 2 0,-32 4-2 16,-6 0 2-16,9-6 0 0,0 8 2 0,2-4-1 15,9-3 16-15,5 2 15 0,-1 2 8 16,-1-1 6-16,3 3-5 0,-3 0-5 0,-12 1 0 0,4 1-5 16,-3 0 3-16,-6 1-19 0,-3-3-37 0,-3 5-44 15,-4-2-52-15,-19 1-78 0,31-2-79 0,-31 2-81 16,22 0-92-16,-22 0-121 0,21 0-310 0,-21 0-948 16,0 0 420-16</inkml:trace>
        </inkml:traceGroup>
        <inkml:traceGroup>
          <inkml:annotationXML>
            <emma:emma xmlns:emma="http://www.w3.org/2003/04/emma" version="1.0">
              <emma:interpretation id="{618A488D-4E41-40EB-8E88-0BC9B8EBB017}" emma:medium="tactile" emma:mode="ink">
                <msink:context xmlns:msink="http://schemas.microsoft.com/ink/2010/main" type="inkWord" rotatedBoundingBox="9375,6007 11922,5922 11945,6609 9398,6694">
                  <msink:destinationLink direction="with" ref="{C524D3BC-F04A-45F8-8D10-8616766E22D8}"/>
                </msink:context>
              </emma:interpretation>
              <emma:one-of disjunction-type="recognition" id="oneOf10">
                <emma:interpretation id="interp14" emma:lang="" emma:confidence="0.5">
                  <emma:literal>5</emma:literal>
                </emma:interpretation>
                <emma:interpretation id="interp15" emma:lang="" emma:confidence="0">
                  <emma:literal>J</emma:literal>
                </emma:interpretation>
                <emma:interpretation id="interp16" emma:lang="" emma:confidence="0">
                  <emma:literal>t</emma:literal>
                </emma:interpretation>
                <emma:interpretation id="interp17" emma:lang="" emma:confidence="0">
                  <emma:literal>=</emma:literal>
                </emma:interpretation>
                <emma:interpretation id="interp18" emma:lang="" emma:confidence="0">
                  <emma:literal>+</emma:literal>
                </emma:interpretation>
              </emma:one-of>
            </emma:emma>
          </inkml:annotationXML>
          <inkml:trace contextRef="#ctx0" brushRef="#br0" timeOffset="112955.8726">7122 5515 156 0,'0'0'387'0,"0"0"-9"0,-25-1 2 16,25 1-13-16,0 0-18 0,0 0-31 0,0 0-15 0,0 0-7 15,0 0-19-15,-9 18-14 0,9-18-21 0,-5 15-18 16,5-15-17-16,0 14-7 0,0-14-17 0,0 20-17 16,0-11-13-16,0-9-16 0,6 20-14 0,0-5-8 15,1-6-9-15,-1 7-10 0,4-3-9 0,2 1 2 16,1 0-5-16,3 1-4 0,4 0-7 0,2 3-3 0,4 1-2 16,-3-5-10-16,3 3 0 0,2-4-8 0,-3 1-4 15,4-2-5-15,10 9-3 0,-2-5-2 16,-9-5-4-16,1 2 0 0,-3 3-6 0,1-6-3 0,-3 6 2 15,1-6-5-15,-9-1-1 0,0 0-2 0,-5-3-2 16,2 3 1-16,-9-2 1 0,-4-7 3 0,5 18 2 16,-5-6-7-16,0-12 1 0,-6 21-4 0,-4-7-1 15,-4 0-3-15,-6 3 2 0,-6 0-1 0,1-2-4 16,-5-1-3-16,-6 4-22 0,6-5-30 0,-12 1-39 16,9-3-47-16,-6-4-62 0,6-3-51 0,-9 0-51 15,8-1-58-15,-7-4-56 0,-2-4-397 0,18 3-878 16,-1-7 389-16</inkml:trace>
          <inkml:trace contextRef="#ctx0" brushRef="#br0" timeOffset="113158.9806">7434 5587 4481 0,'30'-12'57'0,"0"4"-34"0,0-1-13 0,0 2-8 15,5 3 13-15,-2 0 9 0,2 1 29 0,6-2 23 16,3-1 3-16,-1 6 5 0,10 0 1 0,-7 2-3 15,9-1-4-15,-1 2-1 0,-2-3-3 0,4 5-5 16,-6-5-6-16,-1-4-8 0,2 8-4 0,-2-4-6 16,-2 1-7-16,-4-2-23 0,-16 1-51 0,3-4-51 15,1 3-47-15,-10-2-48 0,-2 3-45 0,0-4-61 16,-3-2-75-16,-16 6-358 0,20-4-779 0,-20 4 345 16</inkml:trace>
          <inkml:trace contextRef="#ctx0" brushRef="#br0" timeOffset="112556.5597">6076 5861 400 0,'0'0'416'0,"-27"-3"1"0,27 3-3 15,-14-4-8-15,14 4-28 0,0 0-31 0,0 0-34 16,0 0-20-16,0 0-15 0,0 0-20 0,0 0-22 0,0 0-27 16,0 0-19-16,68-8-22 0,-40 1-17 0,4 6-8 15,1-2-17-15,11-3-14 0,4 5-16 0,-5-5-17 16,2 5-41-16,-2-3-57 0,1-1-63 0,1-1-50 16,-1-2-52-16,-13 8-56 0,4-3-63 0,8-12-68 15,-18 12-319-15,15-5-747 0,-10-3 331 0</inkml:trace>
        </inkml:traceGroup>
      </inkml:traceGroup>
    </inkml:traceGroup>
    <inkml:traceGroup>
      <inkml:annotationXML>
        <emma:emma xmlns:emma="http://www.w3.org/2003/04/emma" version="1.0">
          <emma:interpretation id="{D60BD08B-5686-4DE7-813C-071533A6DD43}" emma:medium="tactile" emma:mode="ink">
            <msink:context xmlns:msink="http://schemas.microsoft.com/ink/2010/main" type="paragraph" rotatedBoundingBox="4176,7389 11235,7765 11183,8736 4124,8360" alignmentLevel="3"/>
          </emma:interpretation>
        </emma:emma>
      </inkml:annotationXML>
      <inkml:traceGroup>
        <inkml:annotationXML>
          <emma:emma xmlns:emma="http://www.w3.org/2003/04/emma" version="1.0">
            <emma:interpretation id="{FB712982-9B72-4242-9B90-28C2A28535BD}" emma:medium="tactile" emma:mode="ink">
              <msink:context xmlns:msink="http://schemas.microsoft.com/ink/2010/main" type="line" rotatedBoundingBox="4176,7389 11235,7765 11183,8736 4124,8360">
                <msink:destinationLink direction="with" ref="{9C99A75E-A458-4DFA-96E8-37097644B1D5}"/>
              </msink:context>
            </emma:interpretation>
          </emma:emma>
        </inkml:annotationXML>
        <inkml:traceGroup>
          <inkml:annotationXML>
            <emma:emma xmlns:emma="http://www.w3.org/2003/04/emma" version="1.0">
              <emma:interpretation id="{3492CF92-D46F-4A85-BAA3-D1BFFC394D5E}" emma:medium="tactile" emma:mode="ink">
                <msink:context xmlns:msink="http://schemas.microsoft.com/ink/2010/main" type="inkWord" rotatedBoundingBox="4172,7464 4689,7492 4651,8198 4135,8171"/>
              </emma:interpretation>
              <emma:one-of disjunction-type="recognition" id="oneOf11">
                <emma:interpretation id="interp19" emma:lang="" emma:confidence="1">
                  <emma:literal/>
                </emma:interpretation>
              </emma:one-of>
            </emma:emma>
          </inkml:annotationXML>
          <inkml:trace contextRef="#ctx0" brushRef="#br0" timeOffset="109972.3868">946 7182 177 0,'0'0'401'0,"0"0"-36"0,0 0 2 0,0 0 5 16,0 0 9-16,-36 11 0 0,23-2-7 0,4 4-18 16,-4 1-20-16,-1 5-10 0,1-1-21 0,2 4-9 0,2 1-13 15,1-1-20-15,0 3-27 0,1 1-23 0,4-2-14 16,0 1-18-16,3 0-8 0,5-8-28 16,0 4-2-16,2 3-8 0,3 0-11 0,4-1-1 0,2 2-26 15,3-4-2-15,1 2-18 0,1-3 13 0,3-2-16 16,-1-2-6-16,0-3 26 0,0 0-24 0,3-8-7 15,-6 0 18-15,2-2 4 0,-1-3-4 0,-21 0 1 16,44-6 3-16,-23 1-7 0,-1-6-2 0,2-3-5 16,0-2-6-16,-3-5-9 0,-3-3-8 0,-2-1-48 15,4-12 0-15,-9-4 0 0,-1 1 0 0,-2-9 0 16,-7 4 0-16,-5-1 0 0,-1-3 0 0,-5 5 0 16,-4 4 0-16,-3 6 0 0,-2-2 0 0,-1 2 0 15,5 12 0-15,-4 2 0 0,-4 1 0 0,3 9-48 0,-5 0-75 16,0 3-40-16,2 2-52 0,-4 4-58 0,10 2-50 15,-1 3-54-15,-4 6-66 0,5-1-100 0,5 0-405 16,-8 6-1026-16,9 1 455 0</inkml:trace>
        </inkml:traceGroup>
        <inkml:traceGroup>
          <inkml:annotationXML>
            <emma:emma xmlns:emma="http://www.w3.org/2003/04/emma" version="1.0">
              <emma:interpretation id="{87BB04E1-FCC0-4145-A9C5-7BC95139FE72}" emma:medium="tactile" emma:mode="ink">
                <msink:context xmlns:msink="http://schemas.microsoft.com/ink/2010/main" type="inkWord" rotatedBoundingBox="7164,7901 7199,7903 7166,8522 7131,8520"/>
              </emma:interpretation>
            </emma:emma>
          </inkml:annotationXML>
          <inkml:trace contextRef="#ctx0" brushRef="#br0" timeOffset="118249.427">3826 7604 204 0,'0'0'404'0,"-5"-20"15"0,6 9 5 0,-1 11 4 15,-1-21 10-15,1 10 0 0,-2-3-9 0,2 14-9 16,-1-23-19-16,1 15-7 0,0 8 8 0,-3-23-10 16,3 23-1-16,-2-15-16 0,2 15-22 0,0 0-27 15,0-14-27-15,0 14-28 0,0 0-29 0,0 0-22 0,0 0-18 16,0 0-10-16,0 0-65 0,0 0-127 0,5 52 0 16,-4-28 0-16,-1 3 0 0,0 3 0 0,0 6 0 15,2 2 0-15,-2-6 0 0,0-2 0 0,5 6 0 16,-5-8 0-16,0 2 0 0,0-2 0 0,0-1 0 15,-5-1 0-15,5 0 0 0,-3 3 0 0,3-11 0 16,-5-1 0-16,3 2 0 0,-1 1-113 0,0-6-433 16,-2-2-105-16,2-4-497 0,3-8-1241 0,-5 12 549 15</inkml:trace>
        </inkml:traceGroup>
        <inkml:traceGroup>
          <inkml:annotationXML>
            <emma:emma xmlns:emma="http://www.w3.org/2003/04/emma" version="1.0">
              <emma:interpretation id="{FF06D9A7-9285-4384-B470-F1582A972370}" emma:medium="tactile" emma:mode="ink">
                <msink:context xmlns:msink="http://schemas.microsoft.com/ink/2010/main" type="inkWord" rotatedBoundingBox="9967,7698 11235,7765 11187,8660 9920,8593"/>
              </emma:interpretation>
            </emma:emma>
          </inkml:annotationXML>
          <inkml:trace contextRef="#ctx0" brushRef="#br0" timeOffset="119311.8499">7023 7588 166 0,'-38'-1'352'16,"20"-1"-17"-16,18 2-7 0,-39-5-3 0,17 3-7 15,3-5-5-15,0 3-22 0,2-2-9 0,2-3-24 16,-1 2-19-16,2-2-8 0,2 1-6 0,-1-2-2 16,5-1-8-16,2 1-14 0,3-2-17 0,-2 0-14 15,3-2-14-15,2-3-15 0,2 4-11 0,-1-1-10 0,6 0 2 16,1-3-4-16,3 2-8 0,1-2-7 0,3 2-7 16,-4 4-6-16,3-3-7 0,5 6-5 0,-3-4-9 15,-2 1-9-15,6 3 1 0,-2 1-4 0,-1 1-4 16,2 5-6-16,-19 1-6 0,30 1-4 0,-30-1-4 15,27 13-2-15,-17-1-1 0,4 3-1 0,5 10 0 16,3 5-2-16,-10-1-1 0,3 9-3 0,-6 1 0 16,-10 0-7-16,1 1 7 0,-2 0-8 0,-4-3 0 0,-7 2-2 15,-7 1-5-15,-3-1 4 0,-3 1 1 16,-5-6-5-16,8 4 1 0,-6-5 2 0,-4 1-5 16,-2-3 2-16,-1 0-4 0,3-8 2 0,-2 7 1 0,5-8 0 15,3-4-3-15,0-4 2 0,4 2-3 16,4-9 1-16,1 1 0 0,1-1 0 0,7-2-3 0,10-5 6 15,-20 8 8-15,20-8 21 0,-13 1 25 0,13-1 24 16,0 0 22-16,0 0 7 0,0 0-14 0,0 0 4 16,48-14-3-16,-22 7 13 0,6 2 20 0,14-5 22 15,0-5 15-15,7 5-171 0,26-13 0 0,-3 8 0 16,3-3 0-16,-4-1 0 0,2 10 0 0,-18-1 0 16,18-1 0-16,-20 3 0 0,0-1 0 0,-2 4 0 15,0-2 0-15,-6 3 0 0,-4-3 0 0,-11 5 0 0,-5 0 0 16,-5-2 0-16,-5 1 0 0,-19 3 0 0,31-4 0 15,-21 4 0-15,-10 0 0 0,0 0 0 0,25-2 0 16,-25 2 0-16,0 0 0 0,0 0 0 0,0 0 0 16,20-2 0-16,-20 2 0 0,0 0 0 0,0 0 0 15,0 0 0-15,0 0 0 0,0 0-118 0,0 0-396 16,0 0-59-16,0 0-85 0,0 0-397 0,0 0-1143 16,0 0 506-16</inkml:trace>
        </inkml:traceGroup>
      </inkml:traceGroup>
    </inkml:traceGroup>
    <inkml:traceGroup>
      <inkml:annotationXML>
        <emma:emma xmlns:emma="http://www.w3.org/2003/04/emma" version="1.0">
          <emma:interpretation id="{F98419C8-6112-45FB-8552-040584D43CAD}" emma:medium="tactile" emma:mode="ink">
            <msink:context xmlns:msink="http://schemas.microsoft.com/ink/2010/main" type="paragraph" rotatedBoundingBox="4096,8701 11213,8935 11171,10217 4054,9983" alignmentLevel="3"/>
          </emma:interpretation>
        </emma:emma>
      </inkml:annotationXML>
      <inkml:traceGroup>
        <inkml:annotationXML>
          <emma:emma xmlns:emma="http://www.w3.org/2003/04/emma" version="1.0">
            <emma:interpretation id="{1ADDB658-624C-495C-82D0-61E537EF6967}" emma:medium="tactile" emma:mode="ink">
              <msink:context xmlns:msink="http://schemas.microsoft.com/ink/2010/main" type="line" rotatedBoundingBox="4096,8701 11213,8935 11171,10217 4054,9983">
                <msink:destinationLink direction="with" ref="{9C99A75E-A458-4DFA-96E8-37097644B1D5}"/>
              </msink:context>
            </emma:interpretation>
          </emma:emma>
        </inkml:annotationXML>
        <inkml:traceGroup>
          <inkml:annotationXML>
            <emma:emma xmlns:emma="http://www.w3.org/2003/04/emma" version="1.0">
              <emma:interpretation id="{C9977680-8903-46E3-BA64-90DDDB082500}" emma:medium="tactile" emma:mode="ink">
                <msink:context xmlns:msink="http://schemas.microsoft.com/ink/2010/main" type="inkWord" rotatedBoundingBox="4084,9047 4675,9067 4649,9855 4058,9835"/>
              </emma:interpretation>
              <emma:one-of disjunction-type="recognition" id="oneOf12">
                <emma:interpretation id="interp20" emma:lang="" emma:confidence="1">
                  <emma:literal/>
                </emma:interpretation>
              </emma:one-of>
            </emma:emma>
          </inkml:annotationXML>
          <inkml:trace contextRef="#ctx0" brushRef="#br0" timeOffset="110472.4107">828 8593 223 0,'0'0'515'0,"-2"12"-53"16,2-12-43-16,-2 16-15 0,2-16-3 0,-6 17-6 0,-2-1-9 15,2 0-14-15,-2 5-18 0,-5 3-19 0,5 3-15 16,-4-1-24-16,5 1-25 0,-2 1-15 0,3 2-22 16,-5 8-18-16,7-9-17 0,0 2-22 0,4 8-14 15,3-8-9-15,0 5-11 0,3-4-16 0,5-6-13 0,0 15-3 16,0-12-7-16,5-3-7 0,-2 1-2 16,9-5 2-16,-3 4-6 0,1-4-3 0,6-2 12 0,-4-3 3 15,4-1-5-15,0-3-5 0,0-6 0 0,-2-2-8 16,4-2-85-16,-3-3 0 0,3-1 0 0,-9-1 0 15,1-6 0-15,-2 0 0 0,5-7 0 0,-4 2 0 16,1-7 0-16,-5-2 0 0,-2-6 0 0,5-8 0 16,-5-4 0-16,-6-4 0 0,0-2 0 0,-3-3 0 15,-10 2 0-15,2 1 0 0,-2 0 0 0,-3 11 0 16,-6-6 0-16,1 12 0 0,-1 4 0 0,0-1 0 0,-4 4 0 16,-5 1 0-16,0 1 0 0,1 7-15 15,-5 2-199-15,-1-1-31 0,1 5-32 0,3 0-36 0,4 1-42 16,-1 1-48-16,-1 5-59 0,3-1-82 0,-3-1-351 15,22 2-967-15,-30-7 428 0</inkml:trace>
        </inkml:traceGroup>
        <inkml:traceGroup>
          <inkml:annotationXML>
            <emma:emma xmlns:emma="http://www.w3.org/2003/04/emma" version="1.0">
              <emma:interpretation id="{9B802820-A6EF-460B-8CCB-B502EC7CE58A}" emma:medium="tactile" emma:mode="ink">
                <msink:context xmlns:msink="http://schemas.microsoft.com/ink/2010/main" type="inkWord" rotatedBoundingBox="6593,8783 7824,8823 7782,10105 6550,10065"/>
              </emma:interpretation>
              <emma:one-of disjunction-type="recognition" id="oneOf13">
                <emma:interpretation id="interp21" emma:lang="" emma:confidence="1">
                  <emma:literal/>
                </emma:interpretation>
              </emma:one-of>
            </emma:emma>
          </inkml:annotationXML>
          <inkml:trace contextRef="#ctx0" brushRef="#br0" timeOffset="120244.2119">3265 8954 350 0,'-13'-8'372'0,"5"3"-6"16,8 5 15-16,-10-14-3 0,10 14-3 0,-6-11-22 16,6 11-28-16,-5-11-30 0,5 11-21 0,0 0-21 15,23-13-14-15,-6 11-22 0,-1-3-12 0,11 3-12 0,1-3-12 16,5 3-11-16,-1 2-14 0,11 0-16 0,-9 0-12 15,9 0-12-15,-11 0-14 0,10 3-11 0,-10-3-10 16,3 4-8-16,-1-4-5 0,7 1-4 0,-12-1-9 16,-1 0-8-16,-2 0 2 0,-6-1-2 0,-1 1 6 15,5-4 3-15,-7 1 3 0,-3-2 8 0,4-1 1 16,-18 6 0-16,19-12 15 0,-7 5 6 0,-4 0 15 16,-8 7-10-16,13-14 8 0,-7 5-6 0,-6 9-5 15,7-10-6-15,-7 10-1 0,6-12 0 0,-6 12-8 16,0 0-6-16,3-11-5 0,-3 11-7 0,0 0-7 0,0 0-5 15,0 0-6-15,0 0-5 0,0 0 3 16,-16 55-6-16,7-28 15 0,3 0-2 0,-6 15 8 0,3-4 9 16,1 6-16-16,2 0-46 0,-1 1 0 0,1-1 0 15,-3 3 0-15,2-5 0 0,1-1 0 0,1-2 0 16,-3 4 0-16,4-4 0 0,2-1 0 0,-1-10 0 16,-2-1 0-16,5-1 0 0,-5-7 0 0,5 3 0 15,-1-4 0-15,-2-4 0 0,0-3 0 0,3-11 0 16,-4 19-66-16,1-12-200 0,3-7-61 0,0 0-57 15,0 0-43-15,-25-2-48 0,25 2-61 0,-27-26-416 16,13 10-1031-16,-2-3 456 0</inkml:trace>
          <inkml:trace contextRef="#ctx0" brushRef="#br0" timeOffset="157859.1966">3726 8394 30 0,'-11'-7'138'0,"11"7"-8"0,-14-14-14 15,7 9-3-15,7 5-11 0,-14-10-20 0,14 10 6 0,-17-8-4 16,17 8-21-16,-19-8-7 0,19 8-14 0,-22-4-22 15,22 4-11-15,-26 1-4 0,26-1-14 0,-34 4-26 16,13 0-30-16,4-1-15 0,-10 2-69 0,0 1-160 16,-1-2 71-16</inkml:trace>
          <inkml:trace contextRef="#ctx0" brushRef="#br0" timeOffset="120379.9974">3438 9323 180 0,'0'0'370'0,"-17"-5"-31"15,17 5-23-15,0 0-13 0,-8-9 3 0,8 9 7 16,0 0 4-16,0 0 12 0,33-17-2 0,-12 10-8 15,20-6-9-15,5 0-4 0,4 3-14 0,9-3-22 0,-2-4-26 16,15-1-20-16,-12 7-27 0,19-6-28 0,-26 8-59 16,2-2-71-16,0 3-88 0,4-3-93 0,-1-1-103 0,-6 5-105 0,4-8-449 0,21 1-867 15,-23 1 384-15</inkml:trace>
        </inkml:traceGroup>
        <inkml:traceGroup>
          <inkml:annotationXML>
            <emma:emma xmlns:emma="http://www.w3.org/2003/04/emma" version="1.0">
              <emma:interpretation id="{ACC9E55C-B1DC-4867-B7C4-9495157E4158}" emma:medium="tactile" emma:mode="ink">
                <msink:context xmlns:msink="http://schemas.microsoft.com/ink/2010/main" type="inkWord" rotatedBoundingBox="10593,9074 11208,9094 11179,9981 10564,9960"/>
              </emma:interpretation>
              <emma:one-of disjunction-type="recognition" id="oneOf14">
                <emma:interpretation id="interp22" emma:lang="" emma:confidence="1">
                  <emma:literal/>
                </emma:interpretation>
              </emma:one-of>
            </emma:emma>
          </inkml:annotationXML>
          <inkml:trace contextRef="#ctx0" brushRef="#br0" timeOffset="121169.3099">7728 8642 139 0,'0'0'356'0,"-26"-6"-14"0,11 1-14 16,15 5-6-16,-42 0-4 0,25 4-10 0,-15-2-7 15,9 7-10-15,-4 2-9 0,-2 0-18 0,1 3-14 0,0 2-9 16,-6 6-12-16,4 6-12 0,5-7-19 16,-3 9-12-16,2 2-10 0,1-3-17 0,4 8-12 0,9-10-15 15,2 2-11-15,-2 8-11 0,5 1-13 0,4 1-10 16,2 2-5-16,4-2-7 0,5 3-10 0,4-4-8 15,-4-9-1-15,5 10-5 0,7-7-5 0,3-3-3 16,5 3-6-16,0-5-2 0,-5-5-3 0,-3-1-1 16,7-6 0-16,1 1-2 0,1-7-2 0,-4-1-3 15,5-2 12-15,-1-3 0 0,-1-5 2 0,1 1-3 16,-1-7-4-16,0 1-1 0,-5-5-1 0,2 0 1 0,-3-2 3 16,-1-1 6-16,-7-1-3 0,-5 3 1 0,4-8 2 15,-7 5-3-15,-1-1-8 0,-3-2-7 0,-2 0-1 16,-2 4-2-16,-3-3-3 0,-1 2-1 0,-7 1-5 15,2 1-1-15,-8 1 0 0,-8-3 4 0,4 4-10 16,-6 5-1-16,2 2-1 0,-3 2-3 0,-1 3-5 16,1 1-7-16,3-1-10 0,-2 4-15 0,1-2-18 15,-1 1-24-15,3 7-21 0,2 3-34 0,5-5-32 16,-2 3-36-16,7-3-29 0,0-4-32 0,0 7-48 16,4-1-54-16,10-10-89 0,-11 12-290 0,11-12-808 0,-1 12 357 15</inkml:trace>
        </inkml:traceGroup>
      </inkml:traceGroup>
    </inkml:traceGroup>
    <inkml:traceGroup>
      <inkml:annotationXML>
        <emma:emma xmlns:emma="http://www.w3.org/2003/04/emma" version="1.0">
          <emma:interpretation id="{9563ADF8-FAFD-4A3B-B0F8-DA6C005D8316}" emma:medium="tactile" emma:mode="ink">
            <msink:context xmlns:msink="http://schemas.microsoft.com/ink/2010/main" type="paragraph" rotatedBoundingBox="1451,11053 12086,10765 12112,11694 1476,11982" alignmentLevel="1"/>
          </emma:interpretation>
        </emma:emma>
      </inkml:annotationXML>
      <inkml:traceGroup>
        <inkml:annotationXML>
          <emma:emma xmlns:emma="http://www.w3.org/2003/04/emma" version="1.0">
            <emma:interpretation id="{F2992281-3AE5-462E-8D1D-EED8E8081ECA}" emma:medium="tactile" emma:mode="ink">
              <msink:context xmlns:msink="http://schemas.microsoft.com/ink/2010/main" type="line" rotatedBoundingBox="1451,11053 12086,10765 12112,11694 1476,11982">
                <msink:destinationLink direction="with" ref="{980930DD-8C2D-4215-A671-355DA90C3879}"/>
              </msink:context>
            </emma:interpretation>
          </emma:emma>
        </inkml:annotationXML>
        <inkml:traceGroup>
          <inkml:annotationXML>
            <emma:emma xmlns:emma="http://www.w3.org/2003/04/emma" version="1.0">
              <emma:interpretation id="{CFE4B0B6-33FC-41C0-9E6F-CFBF78BD88B7}" emma:medium="tactile" emma:mode="ink">
                <msink:context xmlns:msink="http://schemas.microsoft.com/ink/2010/main" type="inkWord" rotatedBoundingBox="1463,11497 2370,11472 2383,11925 1476,11950"/>
              </emma:interpretation>
              <emma:one-of disjunction-type="recognition" id="oneOf15">
                <emma:interpretation id="interp23" emma:lang="" emma:confidence="1">
                  <emma:literal/>
                </emma:interpretation>
              </emma:one-of>
            </emma:emma>
          </inkml:annotationXML>
          <inkml:trace contextRef="#ctx0" brushRef="#br0" timeOffset="180039.0454">-1805 11351 123 0,'-26'14'365'0,"10"-4"-36"0,2 2-31 0,6-5-25 16,4-1-23-16,4-6-12 0,-4 17-15 0,4-17-11 16,16 9-17-16,0-4-11 0,12 1-19 0,14 0-19 15,7-6-21-15,1 1-5 0,5 4-13 0,4-3-8 0,22 3-18 16,-23-4-13-16,19 3-43 0,-21 2-52 0,-6-3-72 16,6-2-83-16,-1-4-97 0,-4 3-228 0,4 0-548 15,0 0 242-15</inkml:trace>
          <inkml:trace contextRef="#ctx0" brushRef="#br0" timeOffset="179867.1528">-1608 11036 21 0,'-33'-1'466'0,"19"-1"-48"15,14 2-23-15,-29 2-17 0,29-2-21 0,0 0-30 16,-22 1-15-16,22-1-27 0,0 0-21 0,0 0-22 16,0 0-23-16,0 0-11 0,0 0-10 0,0 0-6 15,0 0-18-15,0 0-14 0,71 14-20 0,-28-12-12 16,4-4-13-16,-2 2-11 0,4 0-11 0,0-1-10 15,0-2-12-15,0-1-18 0,-2 2-42 0,-4 2-42 0,-5-2-51 16,-5-3-58-16,-5 7-60 0,-6-2-71 16,-4-2-77-16,-18 2-376 0,19-2-784 0,-19 2 347 15</inkml:trace>
        </inkml:traceGroup>
        <inkml:traceGroup>
          <inkml:annotationXML>
            <emma:emma xmlns:emma="http://www.w3.org/2003/04/emma" version="1.0">
              <emma:interpretation id="{91D1C66E-0D48-482F-802D-85D89EC41163}" emma:medium="tactile" emma:mode="ink">
                <msink:context xmlns:msink="http://schemas.microsoft.com/ink/2010/main" type="inkWord" rotatedBoundingBox="3375,11001 4274,10977 4293,11703 3395,11727"/>
              </emma:interpretation>
              <emma:one-of disjunction-type="recognition" id="oneOf16">
                <emma:interpretation id="interp24" emma:lang="" emma:confidence="1">
                  <emma:literal/>
                </emma:interpretation>
              </emma:one-of>
            </emma:emma>
          </inkml:annotationXML>
          <inkml:trace contextRef="#ctx0" brushRef="#br0" timeOffset="181327.4731">926 10622 180 0,'0'0'404'0,"-7"-19"-1"0,6 7-1 0,1 12 17 15,-4-18 4-15,1 7 4 0,3 11-8 0,-1-19-21 16,1 19-14-16,-7-13-26 0,7 13-40 0,0 0-27 15,-1-10-32-15,1 10-15 0,0 0-15 0,0 0-1 16,0 0-3-16,0 0-14 0,1 38-11 0,1-13-22 0,3 2-16 16,-4 2-4-16,4 1-31 0,-5 7-9 0,2 6-10 15,-1-5-1-15,4-1-16 0,-3 3-11 0,-2 2-9 16,3-6-9-16,-8-4-8 0,7-1-11 16,-2-3-26-16,-2 0-47 0,2-2-49 0,-2 0-73 0,-2 4-78 15,5-11-75-15,-2 2-77 0,-1-2-86 0,-3-6-134 16,5 1-323-16,0-14-1003 0,0 17 444 0</inkml:trace>
          <inkml:trace contextRef="#ctx0" brushRef="#br0" timeOffset="181007.6462">33 10798 181 0,'-2'-13'384'16,"2"13"-35"-16,13-17-39 0,-4 4-31 0,5 5-21 15,7-11-22-15,-1 9-20 0,7-7-22 0,3 7-7 16,5-9-28-16,5 6-13 0,-2 0-18 0,4 0-16 0,-1 3-3 16,2 1-22-16,-13 5-34 0,16 1-58 0,-16 2-67 15,3-2-75-15,-1 2-76 0,-5 2-268 0,-5 2-531 16,1-2 236-16</inkml:trace>
        </inkml:traceGroup>
        <inkml:traceGroup>
          <inkml:annotationXML>
            <emma:emma xmlns:emma="http://www.w3.org/2003/04/emma" version="1.0">
              <emma:interpretation id="{0D25EC31-6FF5-43F7-8720-F86353D0567E}" emma:medium="tactile" emma:mode="ink">
                <msink:context xmlns:msink="http://schemas.microsoft.com/ink/2010/main" type="inkWord" rotatedBoundingBox="6110,11040 7975,10989 7991,11612 6127,11663"/>
              </emma:interpretation>
              <emma:one-of disjunction-type="recognition" id="oneOf17">
                <emma:interpretation id="interp25" emma:lang="" emma:confidence="1">
                  <emma:literal/>
                </emma:interpretation>
              </emma:one-of>
            </emma:emma>
          </inkml:annotationXML>
          <inkml:trace contextRef="#ctx0" brushRef="#br0" timeOffset="182296.1555">3762 10718 28 0,'0'0'355'0,"0"0"-12"0,0 0-8 0,0 0-7 0,0 0-16 15,0 0-8-15,0 0-12 0,0 0-18 0,0 0-14 16,-17-27-19-16,17 27-16 0,0 0-21 0,0-19-20 15,0 19-15-15,5-14-6 0,-5 14-19 0,8-16-13 16,-7 7-11-16,9-1-14 0,-2 1-11 0,1 1-6 16,4 0-13-16,1-2-6 0,0 5-5 0,5-1-7 15,-1-2-5-15,2 4-3 0,-1-3-3 0,-2 5-4 16,4-3-8-16,6 4 0 0,-8 0-6 0,-19 1 2 0,38 5-3 16,-21-1-3-16,0 3 6 0,-2 4-3 15,1 2-13-15,-4 1 1 0,-4 4-2 0,2 3 3 16,-7 5-3-16,1 0-3 0,-7-1-2 0,2 1 2 0,-7 4-3 15,-5-6 1-15,1 5-5 0,-7 5 3 0,1-8 1 16,-9 9 7-16,-1-5-10 0,-2-2-2 0,-5 1 2 16,2-3 1-16,0-2 0 0,6-7-1 0,-2-1-2 15,4 3-3-15,3-7 2 0,1-1 3 0,6-3 1 0,-1 1-4 16,5-4 3-16,-2 2 2 0,13-7 0 16,-16 8 1-16,16-8 4 0,-8 6 3 0,8-6 5 15,0 0 3-15,0 0 1 0,0 0-1 0,0 0-2 0,53 2-4 16,-25-6 0-16,7 3-3 0,11-3 0 0,4 1 5 15,-6-3 16-15,10 1 10 0,-3-3 0 0,6 1 11 16,-4 1-6-16,3 2-1 0,-6 1-4 0,1-6-6 16,-5 6-4-16,-1-1-7 0,3 1-1 0,-15-1-20 15,-1-1-55-15,-4 2-66 0,-7-3-83 0,1 1-87 16,-8 2-102-16,5-2-123 0,-5-6-289 0,-1 2-863 16,-2-1 383-16</inkml:trace>
          <inkml:trace contextRef="#ctx0" brushRef="#br0" timeOffset="181780.6066">2808 10880 329 0,'0'0'387'0,"0"0"-5"0,-22-4-9 0,22 4-8 15,0 0-13-15,0 0-14 0,-19-4-12 0,19 4-20 16,0 0-15-16,0 0-18 0,0 0-19 0,0 0-20 15,0 0-18-15,0 0-20 0,0 0-22 0,47-22-18 16,-23 16-18-16,3-1-9 0,1 2-13 0,5 1-11 0,8-2-11 16,4 1-14-16,-3 1-26 0,1 4-46 0,0-2-60 15,3-3-69-15,-16 3-72 0,12 0-77 0,-9-3-79 16,-6 2-434-16,3-4-846 0,0 1 374 0</inkml:trace>
        </inkml:traceGroup>
        <inkml:traceGroup>
          <inkml:annotationXML>
            <emma:emma xmlns:emma="http://www.w3.org/2003/04/emma" version="1.0">
              <emma:interpretation id="{93FCABB5-2B83-468E-B860-B3BC084AE0CB}" emma:medium="tactile" emma:mode="ink">
                <msink:context xmlns:msink="http://schemas.microsoft.com/ink/2010/main" type="inkWord" rotatedBoundingBox="9645,10983 12090,10917 12112,11694 9666,11760"/>
              </emma:interpretation>
              <emma:one-of disjunction-type="recognition" id="oneOf18">
                <emma:interpretation id="interp26" emma:lang="" emma:confidence="0.5">
                  <emma:literal>-5</emma:literal>
                </emma:interpretation>
                <emma:interpretation id="interp27" emma:lang="" emma:confidence="0.5">
                  <emma:literal>- 5</emma:literal>
                </emma:interpretation>
                <emma:interpretation id="interp28" emma:lang="" emma:confidence="0">
                  <emma:literal>_ 5</emma:literal>
                </emma:interpretation>
                <emma:interpretation id="interp29" emma:lang="" emma:confidence="0.5">
                  <emma:literal>-s -</emma:literal>
                </emma:interpretation>
                <emma:interpretation id="interp30" emma:lang="" emma:confidence="0">
                  <emma:literal>-s _</emma:literal>
                </emma:interpretation>
              </emma:one-of>
            </emma:emma>
          </inkml:annotationXML>
          <inkml:trace contextRef="#ctx0" brushRef="#br0" timeOffset="182889.8983">6351 10869 208 0,'0'0'439'0,"0"0"-19"16,-27 0-6-16,27 0-20 0,0 0-20 0,0 0-25 15,-20 2-24-15,20-2-18 0,0 0-23 0,0 0-25 16,0 0-28-16,0 0-23 0,0 0-19 0,69 5-19 15,-36-5-18-15,10 0-16 0,-10 0-14 0,12-4-15 16,-1 4-32-16,0-3-38 0,-12 3-48 0,2-5-48 16,0 2-38-16,-4-1-33 0,4-3-29 0,-7 1-31 15,3-1-36-15,-8-1-42 0,5-3-46 0,-8 4-311 0,-8-2-676 16,7-2 300-16</inkml:trace>
          <inkml:trace contextRef="#ctx0" brushRef="#br0" timeOffset="183296.0826">7291 10530 7 0,'-4'-17'347'16,"4"17"-3"-16,0 0 5 0,0 0-5 0,-3-14-11 0,3 14-19 16,0 0-27-16,0 0-19 0,0 0-26 0,0 0-28 15,0 0-13-15,0 0-25 0,0 0-15 0,0 0-9 16,-42 27-17-16,38-18-13 0,-3 2-13 0,6 1-13 15,-2 2 2-15,-1-2-14 0,11 6-10 0,-6-3-6 16,6 3-6-16,1-3-10 0,1 4 2 0,2 3-9 16,8-3-1-16,2-1-10 0,-4 1 2 0,7-1-6 15,-1 0-3-15,3-2 4 0,5 9 4 0,4-4-7 16,-6-2-8-16,5 1 5 0,3 2 1 0,-10-7-4 16,-1 3 1-16,-3-4-1 0,2 5-5 0,-5-7 14 0,-1 9-2 15,-6-9 7-15,1 0 2 0,-1 3 0 0,-7-2 5 16,2-2 1-16,-6 5-2 0,-2-6 0 0,0 6 1 15,-3-2 4-15,-4 1-4 0,-4 1-1 0,-3-3-4 16,0-1-7-16,-1 2-3 0,-2-4-1 0,-7 2-3 16,5 1-3-16,-6-3-3 0,6-1 0 0,2-4-3 15,-10 2-27-15,-2 0-38 0,6-3-40 0,-3-4-41 16,0 0-51-16,2-7-50 0,-3 1-60 0,0 0-58 0,-1-10-410 16,6 0-823-16,-8-10 364 0</inkml:trace>
          <inkml:trace contextRef="#ctx0" brushRef="#br0" timeOffset="183505.9183">7622 10572 70 0,'50'-14'493'16,"9"-4"7"-16,18 4 0 0,-15-1-27 0,18 6-42 0,-26 2-42 0,2 2-40 0,23-1-36 0,-24 2-31 15,2 2-31-15,23 2-23 0,-21 2-23 0,-2-2-20 16,-2 1-22-16,-4 4-15 0,-2-1-18 0,-4-2-17 15,-15 0-43-15,-1-1-45 0,-13-1-43 0,3 2-45 16,-19-2-51-16,0 0-59 0,0 0-68 0,0 0-76 16,0 0-105-16,0 0-240 0,0 0-717 0,0 0 317 15</inkml:trace>
        </inkml:traceGroup>
      </inkml:traceGroup>
    </inkml:traceGroup>
    <inkml:traceGroup>
      <inkml:annotationXML>
        <emma:emma xmlns:emma="http://www.w3.org/2003/04/emma" version="1.0">
          <emma:interpretation id="{1927BBDD-F380-44C4-8A05-239A1DB56544}" emma:medium="tactile" emma:mode="ink">
            <msink:context xmlns:msink="http://schemas.microsoft.com/ink/2010/main" type="paragraph" rotatedBoundingBox="4165,12588 11902,12224 11941,13058 4204,13422" alignmentLevel="3"/>
          </emma:interpretation>
        </emma:emma>
      </inkml:annotationXML>
      <inkml:traceGroup>
        <inkml:annotationXML>
          <emma:emma xmlns:emma="http://www.w3.org/2003/04/emma" version="1.0">
            <emma:interpretation id="{6B26A367-44DC-4D63-947B-5F21AF20FA48}" emma:medium="tactile" emma:mode="ink">
              <msink:context xmlns:msink="http://schemas.microsoft.com/ink/2010/main" type="line" rotatedBoundingBox="4165,12588 11902,12224 11941,13058 4204,13422">
                <msink:destinationLink direction="with" ref="{980930DD-8C2D-4215-A671-355DA90C3879}"/>
              </msink:context>
            </emma:interpretation>
          </emma:emma>
        </inkml:annotationXML>
        <inkml:traceGroup>
          <inkml:annotationXML>
            <emma:emma xmlns:emma="http://www.w3.org/2003/04/emma" version="1.0">
              <emma:interpretation id="{E9960327-A922-469A-ABB9-2599D5E3FD8A}" emma:medium="tactile" emma:mode="ink">
                <msink:context xmlns:msink="http://schemas.microsoft.com/ink/2010/main" type="inkWord" rotatedBoundingBox="4170,12703 4874,12670 4908,13389 4204,13422"/>
              </emma:interpretation>
            </emma:emma>
          </inkml:annotationXML>
          <inkml:trace contextRef="#ctx0" brushRef="#br0" timeOffset="184396.5178">1112 12264 67 0,'0'0'338'0,"-22"-8"-11"0,22 8-6 15,-25-4-21-15,25 4-7 0,-29-5-11 0,29 5-17 16,-24 0-23-16,24 0-19 0,-31 9-22 0,17 5 3 16,1-3-17-16,-1 11 4 0,0-1-6 0,-2 2-1 15,1 4-8-15,0 14-12 0,4-13 0 0,-2 6-17 16,5 5-9-16,2-9-14 0,3 6-10 0,1-6-7 0,4 2-12 16,-1 3 1-16,5-4-8 0,4-3-5 0,-1 0-3 15,6-4 7-15,0 1-4 0,1-1 5 0,5-1-1 16,-2-1-5-16,1-6 3 0,4-2 7 0,1-1-5 15,-1-1-5-15,4-4-7 0,1-4-2 0,-1-4-7 16,4-1 14-16,-2-5-3 0,3-5-8 0,-3-1-3 16,-1-2-5-16,7-7-8 0,-1-5-4 0,-8 5 2 15,3-7-1-15,-3 1-4 0,-5-6-6 0,-2 7 1 0,-1-8-2 16,-5-1-2-16,-4-3-3 0,-4 8-6 16,1 0-2-16,-7-9-1 0,0 0-2 0,-7 10-1 0,-1-7-4 15,-1 6-1-15,-4 2-6 0,-3 4-1 0,-1-1-2 16,-5 4-9-16,-2 4 13 0,-1-1-5 0,-4 6 11 15,1 4-16-15,-5 2-8 0,1 5-9 0,-1 2-19 16,3 3-17-16,-2 3-25 0,4 7-33 0,-1-6-34 16,6 11-47-16,-1-1-48 0,10-7-51 0,4 3-55 15,1 5-55-15,4-7-110 0,4 3-323 0,7 1-901 16,3-7 399-16</inkml:trace>
        </inkml:traceGroup>
        <inkml:traceGroup>
          <inkml:annotationXML>
            <emma:emma xmlns:emma="http://www.w3.org/2003/04/emma" version="1.0">
              <emma:interpretation id="{C6930531-453E-44D1-9B45-FEF7970ED438}" emma:medium="tactile" emma:mode="ink">
                <msink:context xmlns:msink="http://schemas.microsoft.com/ink/2010/main" type="inkWord" rotatedBoundingBox="7351,12438 7451,12434 7486,13188 7387,13192"/>
              </emma:interpretation>
              <emma:one-of disjunction-type="recognition" id="oneOf19">
                <emma:interpretation id="interp31" emma:lang="" emma:confidence="1">
                  <emma:literal/>
                </emma:interpretation>
              </emma:one-of>
            </emma:emma>
          </inkml:annotationXML>
          <inkml:trace contextRef="#ctx0" brushRef="#br0" timeOffset="184896.4829">4012 12078 372 0,'-2'-18'455'0,"2"18"3"0,-3-12 5 0,3 12-3 15,-4-19-16-15,4 19-9 0,0-16-18 0,0 16-20 16,4-12-20-16,-4 12-18 0,2-11-27 0,-2 11-19 16,0 0-22-16,8-10-19 0,-8 10-16 0,0 0-25 15,0 0-18-15,0 0-12 0,28 21-10 0,-20-7-11 16,-2 4-13-16,6 9-7 0,-8 2-16 0,6-2-16 16,-5 13-12-16,4-1 2 0,-6 1-23 0,3 3-10 15,-4 0-24-15,3-5-61 0,0 2 0 0,-4 1 0 0,-1-5 0 16,0-5 0-16,0-2 0 0,0-2 0 0,0-1 0 15,-1 3 0-15,-3-7 0 0,4-4 0 0,0-3 0 16,-1 1 0-16,2-6 0 0,-1-10-132 0,-1 19-135 16,1-19-64-16,0 0-51 0,1 13-50 0,-1-13-55 15,0 0-82-15,0 0-364 0,0 0-1009 0,0 0 448 16</inkml:trace>
        </inkml:traceGroup>
        <inkml:traceGroup>
          <inkml:annotationXML>
            <emma:emma xmlns:emma="http://www.w3.org/2003/04/emma" version="1.0">
              <emma:interpretation id="{CB410FAE-85F0-44B9-9B21-EE8788D528DC}" emma:medium="tactile" emma:mode="ink">
                <msink:context xmlns:msink="http://schemas.microsoft.com/ink/2010/main" type="inkWord" rotatedBoundingBox="10352,12318 11903,12245 11938,12997 10388,13069"/>
              </emma:interpretation>
              <emma:one-of disjunction-type="recognition" id="oneOf20">
                <emma:interpretation id="interp32" emma:lang="" emma:confidence="0.5">
                  <emma:literal>z</emma:literal>
                </emma:interpretation>
                <emma:interpretation id="interp33" emma:lang="" emma:confidence="0">
                  <emma:literal>a</emma:literal>
                </emma:interpretation>
                <emma:interpretation id="interp34" emma:lang="" emma:confidence="0">
                  <emma:literal>n</emma:literal>
                </emma:interpretation>
                <emma:interpretation id="interp35" emma:lang="" emma:confidence="0">
                  <emma:literal>2</emma:literal>
                </emma:interpretation>
                <emma:interpretation id="interp36" emma:lang="" emma:confidence="0">
                  <emma:literal>.</emma:literal>
                </emma:interpretation>
              </emma:one-of>
            </emma:emma>
          </inkml:annotationXML>
          <inkml:trace contextRef="#ctx0" brushRef="#br0" timeOffset="185787.0477">7201 12125 19 0,'-6'-18'381'0,"4"3"-22"0,-4 2-15 0,1-1 0 16,5 1-12-16,0-2-25 0,0 1-17 0,5-1-29 0,-3 0-18 16,2 0-22-16,0 3-18 0,5-2-15 0,-3-1-26 15,4 0-14-15,3 6-8 0,-2-4-15 0,6 2-5 16,-1 2-11-16,3 0-14 0,4-1-4 0,-4 5-10 15,4-1-10-15,-4 0-9 0,-1 4-3 0,-18 2-8 16,40 2 0-16,-21-1-6 0,-2 6-4 0,1 2-3 16,-1 1-8-16,-3 6-2 0,1 4-5 0,-1 2-2 15,-8 3 0-15,2 1-3 0,-8 4-1 0,3 8 0 0,-8-1-3 16,-1-7-4-16,-7 7 2 0,-2 0-1 16,-4 0 0-16,0-2-2 0,-8 0-1 0,-2-2 1 0,-4 4-2 15,-2-6-3-15,1-4 3 0,-3 4-3 0,3-6 2 16,7-6 2-16,-8 3-3 0,-1-1 0 0,7-4-2 15,7-2 1-15,-5-5 7 0,13-2 1 0,0-1 6 16,1-1 14-16,13-6 5 0,-11 7 20 0,11-7 23 16,0 0 12-16,0 0 11 0,0 0 4 0,0 0 6 15,0 0 3-15,66-17 4 0,-23 10 15 0,6-5 6 0,5-4 19 16,23-2 46-16,2-3 28 0,-1 0 19 0,10 1 14 16,-1 3 1-16,-2 2-19 0,-1 1-162 0,-2 2-87 15,-3-2 0-15,-1 5 0 0,-1 0 0 0,-18 3 0 16,1 0 0-16,-10 5 0 0,1-6 0 0,-8 4 0 15,1 0 0-15,-16 1 0 0,-6 0 0 0,-4-1 0 16,-1-2 0-16,-17 5 0 0,21 0 0 0,-21 0 0 16,0 0 0-16,23-4 0 0,-23 4 0 0,0 0 0 0,0 0 0 15,0 0 0-15,0 0 0 0,0 0 0 0,0 0 0 16,0 0-166-16,0 0-406 0,0 0-106 0,-71 7-452 16,71-7-1223-16,-49-3 542 0</inkml:trace>
        </inkml:traceGroup>
      </inkml:traceGroup>
    </inkml:traceGroup>
    <inkml:traceGroup>
      <inkml:annotationXML>
        <emma:emma xmlns:emma="http://www.w3.org/2003/04/emma" version="1.0">
          <emma:interpretation id="{EE8B4EDF-08CF-4D4F-A919-2CFF5A1F3D40}" emma:medium="tactile" emma:mode="ink">
            <msink:context xmlns:msink="http://schemas.microsoft.com/ink/2010/main" type="paragraph" rotatedBoundingBox="4340,14072 11841,13793 11876,14730 4375,15009" alignmentLevel="3"/>
          </emma:interpretation>
        </emma:emma>
      </inkml:annotationXML>
      <inkml:traceGroup>
        <inkml:annotationXML>
          <emma:emma xmlns:emma="http://www.w3.org/2003/04/emma" version="1.0">
            <emma:interpretation id="{E7EA61D2-5013-43A7-9AD4-EDC122680D6D}" emma:medium="tactile" emma:mode="ink">
              <msink:context xmlns:msink="http://schemas.microsoft.com/ink/2010/main" type="line" rotatedBoundingBox="4340,14072 11841,13793 11876,14730 4375,15009">
                <msink:destinationLink direction="with" ref="{980930DD-8C2D-4215-A671-355DA90C3879}"/>
              </msink:context>
            </emma:interpretation>
          </emma:emma>
        </inkml:annotationXML>
        <inkml:traceGroup>
          <inkml:annotationXML>
            <emma:emma xmlns:emma="http://www.w3.org/2003/04/emma" version="1.0">
              <emma:interpretation id="{25611964-C988-427F-B166-0046DA9C19B1}" emma:medium="tactile" emma:mode="ink">
                <msink:context xmlns:msink="http://schemas.microsoft.com/ink/2010/main" type="inkWord" rotatedBoundingBox="4340,14076 5008,14051 5038,14858 4370,14883"/>
              </emma:interpretation>
              <emma:one-of disjunction-type="recognition" id="oneOf21">
                <emma:interpretation id="interp37" emma:lang="" emma:confidence="1">
                  <emma:literal/>
                </emma:interpretation>
              </emma:one-of>
            </emma:emma>
          </inkml:annotationXML>
          <inkml:trace contextRef="#ctx0" brushRef="#br0" timeOffset="189068.2947">1248 13625 177 0,'0'0'307'0,"0"-12"0"16,0 12 1-16,0 0 7 0,0 0-6 0,0 0-16 0,0 0-27 15,-14-4-21-15,14 4-28 0,0 0-20 0,0 0-6 16,-34 11-21-16,23 1-8 0,-3 2-11 16,-3 8-23-16,1 1-2 0,-3 1-14 0,-3 9-8 0,1 5-2 15,6-5-7-15,-1 9-5 0,-2 2-4 0,10-3-10 16,-1 2-7-16,3 2-7 0,6-7-1 0,0 2-8 15,4-4 2-15,4-6-8 0,2-1-6 0,9 8-3 16,-3-11 2-16,10 4 3 0,-3-10-3 0,3 1-2 16,9 2 10-16,2-5 3 0,-11-7 5 0,3-3-1 15,1 0 3-15,3-6 2 0,-3-2 1 0,14 0-1 16,-17-7-1-16,0 4-8 0,2-8-6 0,-3-1-1 16,-2 1-2-16,0-6-5 0,-5-3 8 0,1 2 3 15,-1-5-6-15,-4 0-1 0,-1-3 0 0,-6-3-7 16,3-8 0-16,-8-2-3 0,3 1-3 0,-14 1 4 15,10 11 0-15,-12-14-3 0,-2 2-1 0,-2 13-4 16,-5-8 0-16,1 7-4 0,-1 1-2 0,-9-8-3 16,-7 5-3-16,7 2-2 0,-1 7-4 0,-7-2-3 0,7 5-12 15,-10-2-10-15,10 8-13 0,-1 3-16 0,2 3-16 16,-1 1-23-16,1 1-29 0,0 6-36 0,7-3-30 16,2 3-31-16,-2 3-42 0,-1 5-49 0,3-3-71 15,8 2-391-15,-3-3-828 0,3 4 367 0</inkml:trace>
        </inkml:traceGroup>
        <inkml:traceGroup>
          <inkml:annotationXML>
            <emma:emma xmlns:emma="http://www.w3.org/2003/04/emma" version="1.0">
              <emma:interpretation id="{80C87B50-993B-4892-B672-57C19444C61E}" emma:medium="tactile" emma:mode="ink">
                <msink:context xmlns:msink="http://schemas.microsoft.com/ink/2010/main" type="inkWord" rotatedBoundingBox="7416,14039 8156,14012 8187,14868 7448,14895"/>
              </emma:interpretation>
              <emma:one-of disjunction-type="recognition" id="oneOf22">
                <emma:interpretation id="interp38" emma:lang="" emma:confidence="1">
                  <emma:literal/>
                </emma:interpretation>
              </emma:one-of>
            </emma:emma>
          </inkml:annotationXML>
          <inkml:trace contextRef="#ctx0" brushRef="#br0" timeOffset="200443.6571">4303 13595 5 0,'0'0'313'0,"-25"-7"-6"0,17 2 10 0,8 5-19 15,-24-5-17-15,24 5 2 0,-25-2-18 0,25 2-27 16,-30 11-9-16,11 0-20 0,4 2-8 0,1 8-7 16,0 4-12-16,1 4 1 0,1 12-14 0,2-5-6 0,4 5-8 15,0 0-13-15,4 4-3 0,2-2-17 16,0 2-4-16,2-1-12 0,6-2-8 0,1-2-8 15,0-2-9-15,4-1 6 0,1 0-7 0,-1-11-8 0,4-2-6 16,2 1-8-16,2-4-4 0,9 4-2 0,-3-6-4 16,-4-4 0-16,17 3 1 0,-10-10-7 15,6 6-2-15,-4-6-1 0,-2-5-1 0,3-2-1 0,-3-2-2 16,5-2 5-16,-7-3 2 0,6-4 15 0,-4 1-2 16,-5-3-4-16,-1-6-1 0,3 2-5 0,-5-2-2 15,0-2 5-15,-3-8-12 0,-5 3 6 0,-1-13-1 16,1 0 0-16,-11-1-9 0,-3 13 3 0,-2-2-4 15,-6-15-4-15,-3 6 0 0,-6 0-5 0,-2 2 2 16,-3 4-3-16,1 8-3 0,1 1 1 0,-7 4-2 16,3 6-5-16,-7-4 1 0,-7 3-1 0,5 2-5 15,1 7-3-15,-11 4-1 0,10-3-4 0,0 6-15 0,-8-2-25 16,1 3-23-16,7 5-29 0,0 0-36 0,4-4-55 16,1 0-40-16,7 2-48 0,4 0-48 0,-3 2-49 15,5-6-73-15,-4 2-308 0,10 2-811 0,9-7 360 16</inkml:trace>
        </inkml:traceGroup>
        <inkml:traceGroup>
          <inkml:annotationXML>
            <emma:emma xmlns:emma="http://www.w3.org/2003/04/emma" version="1.0">
              <emma:interpretation id="{CC0728A0-C5BD-4320-AAF5-53287E7BEFE2}" emma:medium="tactile" emma:mode="ink">
                <msink:context xmlns:msink="http://schemas.microsoft.com/ink/2010/main" type="inkWord" rotatedBoundingBox="10301,13851 11841,13793 11872,14624 10332,14682"/>
              </emma:interpretation>
              <emma:one-of disjunction-type="recognition" id="oneOf23">
                <emma:interpretation id="interp39" emma:lang="" emma:confidence="0.5">
                  <emma:literal>8</emma:literal>
                </emma:interpretation>
                <emma:interpretation id="interp40" emma:lang="" emma:confidence="0">
                  <emma:literal>O</emma:literal>
                </emma:interpretation>
                <emma:interpretation id="interp41" emma:lang="" emma:confidence="0">
                  <emma:literal>.</emma:literal>
                </emma:interpretation>
                <emma:interpretation id="interp42" emma:lang="" emma:confidence="0">
                  <emma:literal>%</emma:literal>
                </emma:interpretation>
                <emma:interpretation id="interp43" emma:lang="" emma:confidence="0">
                  <emma:literal>0</emma:literal>
                </emma:interpretation>
              </emma:one-of>
            </emma:emma>
          </inkml:annotationXML>
          <inkml:trace contextRef="#ctx0" brushRef="#br0" timeOffset="208772.1272">8151 13369 278 0,'0'0'307'0,"-30"-8"-8"0,14 5-16 16,16 3-13-16,-30-2-21 0,30 2-21 0,-31 7-15 0,15-1-13 0,2 1-21 0,-2 4-8 15,2 0-3-15,4 7-7 0,-2 2-22 0,2 1-2 0,4 4-14 32,6-1-8-32,-2 2-3 0,4-1-4 0,4 3-8 15,4-2-5-15,2 1-3 0,2-3-14 0,5-3 8 0,3 0-20 0,2-2 3 0,11 7-11 0,-7-8 1 16,7 2-9-16,-8-2-2 0,8 4-5 0,0-2-10 31,-5-7 3-31,4 2-1 0,-5 1-9 0,-2 1 0 16,1-2-6-16,-6 1 1 0,5-2-4 0,-13 2 2 15,2-7-10-15,-2 3-11 0,-3 0 19 0,-3 1 2 0,-3-1-6 0,-2-1-7 0,-3-11 4 0,-6 21 6 16,-2-13-8-16,-1 6 1 0,-9-2-6 0,-6 0 0 0,-2-1 3 31,-1 5-7-31,-2-9 3 0,6 2-2 0,-9 3 5 0,4-5-4 0,-1-2 4 0,1-2-2 16,-4 0-2-16,4-2 0 0,-4 1-3 0,11-4 8 0,21 2-4 16,-38-4 2-16,20 1 5 0,0-2-7 0,1-4-11 15,3-1 26-15,-1 1-4 0,12 0 11 0,3 9 1 16,-11-16-1-16,5 3-1 0,6-2-1 0,3-2 0 15,0 5 3-15,3-7-3 0,4 3 1 0,7-5 8 16,1-4 6-16,7 2 7 0,3-6 8 0,2-1 11 16,10 4 2-16,-10-4 2 0,2 3-4 0,-1 2-4 15,-2-4-7-15,-1 0-2 0,-1 3-4 0,6 0 2 0,-11 2-7 32,0 0-1-32,-6 1-3 0,3 0-4 0,-5-3-2 15,-1 5-4-15,0-2 0 0,-12 4-2 0,1 2 1 0,3-2-3 0,-5 5 1 0,1-1-1 0,-2 1-4 16,-4 2-1-16,-5 1 0 0,-4 0-3 0,0 1-3 31,-3 3-3-31,1 0-3 0,-5 4-8 0,1-3-11 0,-1 5-23 0,-6 1-19 0,27 0-28 0,-39 0-32 16,18-2-25-16,21 2-38 0,-39 2-34 0,23 2-40 15,-3 0-49-15,19-4-65 0,-29 4-91 0,29-4-231 0,0 0-744 16,-22-8 329-16</inkml:trace>
          <inkml:trace contextRef="#ctx0" brushRef="#br0" timeOffset="208100.302">6979 13742 27 0,'0'0'295'0,"0"0"-3"0,-8-8-7 15,8 8-7-15,0 0-5 0,0 0-12 0,0 0-7 16,0 0-17-16,-8-11-1 0,8 11-10 0,0 0-13 16,0 0-13-16,0 0-23 0,0 0-13 0,0 0-15 15,0 0-12-15,0 0-16 0,0 0-13 0,0 0-2 16,0 0 5-16,0 0-13 0,0 0 1 0,0 0 4 0,0 0-10 16,42 24-2-16,-23-17-6 0,11-1-5 0,-1-2-8 15,-1 4-8-15,7-8-4 0,-3 0-6 0,10 3-9 16,1-3-2-16,0-3-6 0,1 2-8 0,-1-7-20 15,-2 5-51-15,6-4-53 0,-6-4-61 0,-1 3-78 16,-7 1-77-16,-3-4-96 0,-3-1-255 0,1-1-716 16,-6 1 317-16</inkml:trace>
        </inkml:traceGroup>
      </inkml:traceGroup>
    </inkml:traceGroup>
    <inkml:traceGroup>
      <inkml:annotationXML>
        <emma:emma xmlns:emma="http://www.w3.org/2003/04/emma" version="1.0">
          <emma:interpretation id="{9A6267BC-061E-4F9F-A7E0-C82531685421}" emma:medium="tactile" emma:mode="ink">
            <msink:context xmlns:msink="http://schemas.microsoft.com/ink/2010/main" type="paragraph" rotatedBoundingBox="2470,16042 19395,15268 19472,16951 2547,17725" alignmentLevel="2"/>
          </emma:interpretation>
        </emma:emma>
      </inkml:annotationXML>
      <inkml:traceGroup>
        <inkml:annotationXML>
          <emma:emma xmlns:emma="http://www.w3.org/2003/04/emma" version="1.0">
            <emma:interpretation id="{81A39404-8583-4D5C-988E-1A27D452BA52}" emma:medium="tactile" emma:mode="ink">
              <msink:context xmlns:msink="http://schemas.microsoft.com/ink/2010/main" type="inkBullet" rotatedBoundingBox="2484,16358 4008,16289 4044,17068 2520,17138"/>
            </emma:interpretation>
            <emma:one-of disjunction-type="recognition" id="oneOf24">
              <emma:interpretation id="interp44" emma:lang="" emma:confidence="0">
                <emma:literal>-</emma:literal>
              </emma:interpretation>
            </emma:one-of>
          </emma:emma>
        </inkml:annotationXML>
        <inkml:trace contextRef="#ctx0" brushRef="#br0" timeOffset="296686.7061">-835 16581 302 0,'0'0'338'0,"8"13"-35"0,-8-13-30 16,19 0-31-16,-19 0-40 0,0 0-40 0,46-12-60 15,-26 9-61-15,7-6-97 0,1 0-98 0,3-4-139 16,10-5-317-16,-2 7 141 0</inkml:trace>
        <inkml:trace contextRef="#ctx0" brushRef="#br0" timeOffset="296546.0913">-214 15912 378 0,'0'-14'421'0,"0"14"-23"0,0 0-22 0,0 0-25 16,0 0-19-16,0 0-34 0,-2-19-26 0,2 19-25 15,0 0-27-15,0 0-33 0,0 0-41 0,0 0-67 16,-19-7-81-16,19 7-72 0,0 0-92 0,-41 15-96 16,18-4-272-16,-7 6-578 0,3-8 256 0</inkml:trace>
        <inkml:trace contextRef="#ctx0" brushRef="#br0" timeOffset="296905.4181">693 16611 5485 0,'0'0'86'0,"0"0"-79"0,0 0 2 0,0 0 30 16,0 0 43-16,0 0 27 0,0 0 16 15,0 0 3-15,0 0-9 0,0 0 1 0,0 0-11 0,0 0-12 16,0 0-10-16,0 0-8 0,0 0-12 0,0 0-5 16,0 0-16-16,-14-40-28 0,14 40-39 0,0-11-44 15,0 11-56-15,0 0-78 0,3-16-66 0,-3 16-96 16,0 0-115-16,0-14-419 0,0 14-969 0,0 0 429 16</inkml:trace>
      </inkml:traceGroup>
      <inkml:traceGroup>
        <inkml:annotationXML>
          <emma:emma xmlns:emma="http://www.w3.org/2003/04/emma" version="1.0">
            <emma:interpretation id="{7A853663-2ACC-497D-8BEF-AA1C9558B97E}" emma:medium="tactile" emma:mode="ink">
              <msink:context xmlns:msink="http://schemas.microsoft.com/ink/2010/main" type="line" rotatedBoundingBox="5758,15891 19395,15268 19472,16951 5835,17575"/>
            </emma:interpretation>
          </emma:emma>
        </inkml:annotationXML>
        <inkml:traceGroup>
          <inkml:annotationXML>
            <emma:emma xmlns:emma="http://www.w3.org/2003/04/emma" version="1.0">
              <emma:interpretation id="{3CC36618-446A-4277-B55F-2CF7162F35C6}" emma:medium="tactile" emma:mode="ink">
                <msink:context xmlns:msink="http://schemas.microsoft.com/ink/2010/main" type="inkWord" rotatedBoundingBox="5766,16075 10174,15874 10234,17185 5826,17386"/>
              </emma:interpretation>
              <emma:one-of disjunction-type="recognition" id="oneOf25">
                <emma:interpretation id="interp45" emma:lang="" emma:confidence="1">
                  <emma:literal/>
                </emma:interpretation>
              </emma:one-of>
            </emma:emma>
          </inkml:annotationXML>
          <inkml:trace contextRef="#ctx0" brushRef="#br0" timeOffset="300269.5244">5178 16597 70 0,'7'15'245'0,"-1"-6"-9"0,0 3-8 16,2-1-1-16,0-1-14 0,5 0-1 0,-5-1-5 15,3-1-14-15,0 0-5 0,1 0 0 0,-12-8 1 16,27 8 2-16,-19-5-1 0,-8-3 26 0,21 6-6 0,-21-6 12 16,16 3 8-16,-16-3 11 0,0 0 12 15,0 0 5-15,0 0 4 0,31-9 1 0,-31 9-3 16,10-11 14-16,-4 3-13 0,2-6-15 0,-2 4-4 0,2-6-11 15,-2-3-15-15,2-4-5 0,3 2-15 0,-6-10-15 16,8-5-23-16,-1 0-14 0,-4-4-10 16,0-1-18-16,-3-2-11 0,3 0-7 0,-3 2-24 0,-2 4-24 15,-2 8-19-15,4-1-29 0,-6 5-37 0,2 2-16 16,-2 7-23-16,1-1-22 0,-5 2-16 0,2 4-10 16,3 11-15-16,-11-13-2 0,11 13-6 0,-15-6-11 15,15 6-6-15,0 0-5 0,0 0-5 0,-41 14-1 16,30-6 15-16,0 2 11 0,3 2-8 0,-1 2 6 15,2 0 10-15,3 5 12 0,4-5 9 0,0 7 13 16,0-3 14-16,6 8 3 0,-1-7 25 0,6 3-9 16,1 0 10-16,3-1 0 0,5-5 9 0,-1 7 6 15,-1-6-3-15,2-2 13 0,2 1 9 0,-1 2 3 16,4-3 6-16,-1-4 5 0,-5 1 0 0,3-2 11 16,-2 1 6-16,3 0 2 0,-4-3 3 0,-2-1 10 0,0 0-4 15,1-3 9-15,-18-4 16 0,33 1 12 0,-19 1-4 16,-14-2 9-16,35-2 0 0,-35 2 3 0,20-5 4 15,-20 5 10-15,18-9 4 0,-10 0 4 0,4 1-3 16,-5-1-1-16,2-3-7 0,2-2 1 0,-9-2 10 16,4 7-8-16,-4-3 3 0,4 0 7 0,-6 12 4 15,0-21 0-15,0 21-2 0,0-12-7 0,0 12-5 16,0 0-6-16,0-14-2 0,0 14 0 0,0 0-3 16,0 0 6-16,0 0-2 0,0 0-2 0,6 38-9 15,-1-22-5-15,-2 1-1 0,-3-1-4 0,5 3-6 16,3 6-5-16,-2-6-5 0,2 3-7 0,5 1-14 15,-5-5-47-15,-2-3-59 0,0 4-69 0,2-8-85 16,-5 2-67-16,2-5-73 0,-5-8-98 0,0 12-397 0,0-12-960 16,0 0 425-16</inkml:trace>
          <inkml:trace contextRef="#ctx0" brushRef="#br0" timeOffset="300401.6251">5566 16020 67 0,'-16'-7'420'16,"2"0"-54"-16,6 2-39 0,8 5-43 0,-13-11-34 16,13 11-40-16,0 0-49 0,-3-8-49 0,3 8-74 15,0 0-86-15,20-13-85 0,-20 13-210 0,26-7-371 16,-9 1 165 0</inkml:trace>
          <inkml:trace contextRef="#ctx0" brushRef="#br0" timeOffset="297687.5869">2525 15757 157 0,'0'0'423'0,"-11"-13"-28"16,11 13 4-16,0 0-5 0,0 0 1 0,0 0-5 15,0 0 2-15,0 0-7 0,-11 39-25 0,11-19-13 16,1 8-16-16,6 14-14 0,-4 0-27 0,3 0-14 15,8 7-21-15,-3-2-22 0,7 1-15 0,-6 5-19 0,1 3-21 16,1 14-19-16,-6-17-13 0,2 16-14 0,-4-19-14 16,-3 2-11-16,0 0-12 0,-3-1 9 15,0-4-30-15,2-3-7 0,-4-2-1 0,2-4-11 0,-1-7-3 16,-6-4 8-16,1-4-19 0,5-6 0 0,-4-1-5 16,5-6-8-16,-2 1-1 0,2-11 6 0,-6 10-4 15,6-10-11-15,0 0-3 0,0 0-4 0,0 0 9 16,-36-34-9-16,23 11 0 0,-1-7-2 0,-1-9-1 15,3-5-15-15,-2-8-4 0,4 0-7 0,-1-3-1 16,0-17-5-16,5 17 5 0,-2-15 6 0,3 19-6 16,5-1-6-16,2 5 8 0,2 2 6 0,-2-3-1 15,6 7-5-15,4-1 7 0,-2 2 2 0,6-2-11 16,1 3 5-16,-4 13 4 0,7-7-1 0,4 0 4 16,-5 6-6-16,3 6 7 0,0-2 0 0,4 3 3 15,-3 0-3-15,-1 6-4 0,2-1-5 0,0 4 10 16,-4 4-1-16,-4 1 3 0,5 0-3 0,-7 2 5 0,-14 4-6 15,32-1 4-15,-32 1 2 0,28 0 0 16,-28 0 0-16,17 1-5 0,-17-1-1 0,0 0 12 16,21 9-8-16,-21-9 3 0,8 6-5 0,-8-6 0 0,0 0-1 15,14 7 2-15,-14-7 11 0,0 0-6 0,0 0 2 16,0 0-5-16,13 3-7 0,-13-3 11 0,0 0-3 16,0 0-2-16,0 0 6 0,0 0-1 0,0 0-3 15,0 0 3-15,0 0 0 0,0 0 1 0,0 0-3 16,0 0 2-16,0 0-2 0,0 0 10 0,0 0-7 15,0 0-5-15,0 0-9 0,0 0-12 0,0 0-4 16,0 0-15-16,0 0-15 0,0 0-16 0,0 0-28 16,0 0-29-16,0 0-39 0,0 0-42 0,0 0-48 0,0 0-40 15,0 0-47-15,0 0-54 0,0 0-58 16,-56 5-360-16,45-1-887 0,11-4 393 0</inkml:trace>
          <inkml:trace contextRef="#ctx0" brushRef="#br0" timeOffset="298717.7604">2901 15964 4 0,'-3'-18'348'0,"3"18"-8"0,-5-17-5 15,5 17 10-15,0-14 20 0,0 14-35 0,-6-14-19 16,6 14-31-16,0 0-14 0,0 0-7 0,0 0-3 16,0 0-4-16,0 0 4 0,0 0-5 0,25 48-4 15,-15-22-6-15,-4 1-5 0,7 10-9 0,-7-8-12 16,2 11-7-16,0 3-13 0,0-3 0 0,3-3-28 0,-2-1-11 16,-4-7-21-16,4 8-12 0,-2-1-8 15,-1-5-14-15,0 6-5 0,1-11-10 0,-1-1-11 16,-1 1-13-16,4-7-4 0,-6-3-8 0,4 0-2 0,1-3-4 15,-2-2-4-15,-6-11-1 0,6 15-2 0,-6-15-6 16,7 10-2-16,-7-10-2 0,0 0-1 16,0 0 3-16,0 0-11 0,28-37 11 0,-20 12-5 0,0-1-8 15,6-14-3-15,-1-2 0 0,-4-5-1 0,4-1 4 16,3 0-3-16,-4-1-10 0,4 5 6 0,1-3 4 16,-1 4-6-16,0 0-6 0,1 3 1 0,1 3 0 15,-4 10 6-15,5-9-8 0,-6 17 1 0,2-3 3 16,-2 4-1-16,-5 3-6 0,0 3 2 0,-2 2-4 15,2 2 1-15,-8 8 3 0,14-8 10 0,-14 8-4 16,0 0 2-16,22 17 17 0,-11-2-2 0,-3 6 3 16,2 4 0-16,3 5 12 0,-2 8 0 0,-2 4-6 0,2-4 3 15,-1 7 1-15,-2-2-9 0,-1 0 6 16,1 1-10-16,5 2 1 0,-2 0-2 0,-3-3-5 16,1-5 3-16,4 2-17 0,0-10-29 0,3 4-35 0,-4-5-33 15,2-3-38-15,1-5-42 0,0 2-43 0,3-4-58 16,5-7-43-16,1-2-45 0,3-3-36 0,-6-3-44 15,7-6-49-15,-3-1-370 0,5-8-934 0,-1-1 413 16</inkml:trace>
          <inkml:trace contextRef="#ctx0" brushRef="#br0" timeOffset="299645.567">3813 15987 237 0,'-49'0'315'0,"6"1"-22"16,8-1-13-16,12 1-20 0,4 0-8 16,19-1-3-16,-25 5-4 0,25-5 33 0,0 0 21 0,0 0 7 15,0 0-9-15,0 0-26 16,96 0-16-16,-20-8-13 0,9-7-2 0,8-1 1 0,4 2-3 0,37-4-23 0,-36 6-22 16,-6-2-14-16,-1-2-20 15,0 2-16-15,-9-2-19 0,-25 7-8 0,0-3-14 0,-2 1-30 0,-3 1-27 16,-5 2-33-16,-4-4-43 0,-13 5-39 0,-1 0-46 0,-9 0-34 15,-3 2-40-15,-5 2-43 0,-12 3-51 0,18-3-59 16,-18 3-82-16,0 0-295 0,0 0-779 0,10 14 345 16</inkml:trace>
          <inkml:trace contextRef="#ctx0" brushRef="#br0" timeOffset="299373.9608">4254 16308 202 0,'6'-15'328'0,"-3"1"-13"16,-1-1 0-16,1 1-7 0,-3 14 26 0,-5-20 15 15,2 11 12-15,3 9 1 0,-9-12-10 0,4 5-14 0,5 7-20 16,-17-7-8-16,17 7-9 0,-27 0-17 15,27 0-4-15,-37 8-8 0,15-2-13 0,2 8-13 16,-1 1-13-16,-1 1-10 0,0-3-22 0,3 6-14 0,2 0-23 16,-1 2-12-16,4-1-12 0,3 2-20 0,0 2-5 15,3-8-17-15,8 3-15 0,0 4-8 0,1-4-5 16,6-2-16-16,-1 8-21 0,2-8-13 0,8 1-31 16,1-1-26-16,-3-2-19 0,2-3-22 0,-2-2-13 15,1-2-11-15,5 0-3 0,-4-5-4 0,-16-3 1 16,33-1 4-16,-33 1 4 0,33-11 9 0,-18 4 11 15,0-3 9-15,0-1 8 0,-6 2 5 0,4-5 5 16,-2-1 9-16,-2 1 11 0,-1-1 13 0,-1 4 11 16,0-7 18-16,0 7 12 0,-2-3 25 0,-4 5 18 15,-1 9 8-15,8-17 8 0,-3 8 7 0,-5 9-1 16,0 0-6-16,1-15 1 0,-1 15-13 0,0 0-4 16,5-9-10-16,-5 9-3 0,0 0-8 0,0 0-5 0,0 0 3 15,0 0-6-15,0 0-11 0,10 28-1 16,-10-28-4-16,11 26 3 0,-7-14-4 0,7 2-3 0,2 8-2 15,-2-8 8-15,10 1-15 0,1 1-2 0,-5-2-7 16,-1-4-9-16,9 1-15 0,-1-4-7 0,4-2-11 16,-7-4-14-16,7-2-12 0,-1-10-6 0,0 3-13 15,-3-3-8-15,4-8 5 0,-2-3-7 0,-1-8-2 16,0-3 3-16,-3-7 5 0,-6-3 8 0,1-6 1 16,-2 2 6-16,-6-6 7 0,5-20 9 0,-7 4 3 15,-6 16 6-15,-1-17 11 0,-1 14 16 0,-6 8 19 16,4-5 15-16,-1 5 20 0,-3 4 19 0,-2 3 18 15,-2 1 0-15,4 13 15 0,4 2 8 0,-2 7 9 0,2 1 0 16,-1 4-6-16,2 3-12 0,2 10-4 16,-5-13-12-16,5 13-6 0,0 0-3 0,0 0-4 15,0 0-16-15,0 0 5 0,-8 59 0 0,15-22-3 0,-3 6 3 16,4 2-1-16,0 2 4 0,0 6-7 0,6 15 2 16,1-14-7-16,-8-3-3 0,8 3-5 0,2 16 1 15,-1-3 1-15,-7-15-4 0,4 2-5 0,1-5 9 16,-6-4-11-16,3-1-17 0,-1 0-17 0,-2-6-19 15,-2-6-41-15,-6-5-26 0,0-1-27 0,-2-8-37 16,-2-2-47-16,0-6-34 0,0-1-45 0,4-9-41 16,-15 12-52-16,15-12-53 0,0 0-394 0,-38-15-906 15,15-3 401-15</inkml:trace>
          <inkml:trace contextRef="#ctx0" brushRef="#br0" timeOffset="300870.3905">5901 15909 278 0,'47'0'364'16,"-23"0"-4"-16,7 6-11 0,1-1-3 0,0-1-2 16,-1 4-13-16,12 6-24 0,-2 2-11 0,-11-5-30 0,2 3-29 15,6 0-14-15,-4 5-25 0,-8-1-20 16,-3 1-19-16,-2-4-14 0,-5 5-16 0,3 3-12 0,-7 1-13 16,-9-6-6-16,4 9-8 0,-7 0-14 15,0 4-5-15,-8-6-7 0,0 4 1 0,-5 1-16 0,-1 7-3 16,0-10-7-16,-2-2-4 0,-3 1-13 0,2-3-6 15,-4-1-5-15,4 1-7 0,-5-4 0 0,7-5-5 16,1-3-5-16,2-2-1 0,0-1 0 0,1 0-4 16,11-8 6-16,-14 8-1 0,14-8 0 0,0 0 0 15,0 0-2-15,0 0 0 0,0 0 0 0,0 0 10 16,2-38-11-16,7 17 3 0,2-4-2 0,8-12 3 16,-4 3-1-16,0-3 2 0,6-4 2 0,-1 4-4 15,1-4 17-15,1 8 7 0,0 0 2 0,2-4 10 16,0 6-2-16,-5 5 7 0,-2 2 7 0,2 0-3 15,-3 2 4-15,-4-3-4 0,-4 13-1 0,2-1 2 0,-4 5 3 16,0-3-1-16,-6 11 3 0,8-12-1 0,-8 12-5 16,0 0-4-16,0 0-6 0,0 0-3 0,0 0 1 15,0 0-3-15,0 0 5 0,-50 23 5 0,34-8 2 16,-3 7 2-16,5 4 4 0,0-1 4 0,1 2-5 16,-1 12 2-16,6-1 9 0,6 2-14 0,2-2-2 15,2-1 1-15,4 3 2 0,2-1-8 0,0-2-1 16,5-9 0-16,2-2-6 0,9 8-3 0,-3-13-3 15,2 1-8-15,4-3-28 0,2-5-34 0,-6-2-44 16,6-4-48-16,4-2-56 0,-3-9-54 0,3 3-58 16,-4-4-64-16,7-14-96 0,-9 4-326 0,8-9-864 15,-5-7 382-15</inkml:trace>
        </inkml:traceGroup>
        <inkml:traceGroup>
          <inkml:annotationXML>
            <emma:emma xmlns:emma="http://www.w3.org/2003/04/emma" version="1.0">
              <emma:interpretation id="{A2616958-391C-4277-96B6-EC899476AA76}" emma:medium="tactile" emma:mode="ink">
                <msink:context xmlns:msink="http://schemas.microsoft.com/ink/2010/main" type="inkWord" rotatedBoundingBox="10980,15944 14168,15799 14219,16909 11031,17055"/>
              </emma:interpretation>
              <emma:one-of disjunction-type="recognition" id="oneOf26">
                <emma:interpretation id="interp46" emma:lang="" emma:confidence="1">
                  <emma:literal/>
                </emma:interpretation>
              </emma:one-of>
            </emma:emma>
          </inkml:annotationXML>
          <inkml:trace contextRef="#ctx0" brushRef="#br0" timeOffset="302450.0115">9762 15529 345 0,'-22'-16'364'0,"-7"9"-26"0,9 4-1 0,-1 2 10 0,-1 1 14 15,22 0 13-15,-49 3 5 0,25 4-3 0,4-2 3 16,1 6-11-16,1-3-23 0,4 3-22 0,1 3-21 16,1-4-17-16,4 3-24 0,3 0-27 0,2-4-18 15,3-9-17-15,6 28-19 0,-1-18-23 0,8-3-13 16,-2 7-17-16,3-10 5 0,0 3-26 0,4 0-17 0,-1-6-6 15,0 2-13-15,-17-3-19 0,40-4-5 16,-20 1-25-16,1-3-16 0,-4-3-12 0,-1-2-7 16,-3 0-14-16,4-4-3 0,-6 0-3 0,-4-1-8 0,0 0 0 15,4-8 1-15,-9 5-5 0,0-6-8 0,-4 10-9 16,0-3-15-16,-2 3-5 0,-3 2-14 16,0-4-21-16,-8 7-23 0,12-1-36 0,-8 3-32 0,3 0-32 15,8 8-27-15,-19-5-34 0,19 5-41 0,0 0-32 16,0 0-61-16,0 0-243 0,-30 13-737 0,30-13 326 15</inkml:trace>
          <inkml:trace contextRef="#ctx0" brushRef="#br0" timeOffset="302184.4011">9648 15872 103 0,'0'0'441'0,"19"-4"-15"16,-19 4-5-16,17 0 7 0,-17 0-4 0,0 0-1 16,27 11-6-16,-21 1-15 0,2-2-5 0,0 9-14 0,-1 0-10 15,-6-2-17-15,5 9-13 0,-6 1-10 0,5-1-20 16,-3 6-13-16,-2-5-26 0,-2 2-33 15,4 9-20-15,-2-2-21 0,4-9-24 0,-2 3-17 0,0-4-18 16,1 1-12-16,-2-3-13 0,1-9-21 0,1 5-45 16,-1-3-41-16,-1-6-57 0,1-3-36 0,-2-8-40 15,6 16-38-15,-6-16-58 0,0 0-52 0,0 0-50 16,0 0-53-16,0 0-42 0,21-35-47 0,-15 8-67 16,-6-6-316-16,8-8-915 0,-2-4 405 0</inkml:trace>
          <inkml:trace contextRef="#ctx0" brushRef="#br0" timeOffset="301840.6736">7939 15922 81 0,'-26'-35'355'0,"-3"6"-15"0,9 10-10 16,-1 3-9-16,-1 5-9 0,4 3-12 0,0 2-12 15,-1 3 7-15,19 3 5 0,-37 3-3 0,21 4-4 16,2 1-4-16,0 3-8 0,1 2-5 0,1 2-14 0,4 3-16 16,6-2-6-16,1 1-25 0,4 2-20 15,3-1-12-15,10 3-21 0,3-2-15 0,3-1-11 16,3-3-19-16,4-3-9 0,1-2-8 0,-2-2-11 0,5-5-11 15,-3 4-5-15,-1-8-2 0,6-5-13 0,-7 1-1 16,1-5-11-16,-1-5-10 0,-1 0-12 0,-5-3-22 16,-1-4-6-16,-7 1-4 0,0-2-6 0,0-2-10 15,0 1-3-15,-7-1-7 0,-6 1 0 0,-2-2-5 16,-6 2-8-16,0 8-2 0,-6-5 2 0,3 2-3 16,-2 5 2-16,-9-4-1 0,5 11-3 0,1 0-11 15,-4 4-17-15,-4 3-19 0,23 0-17 0,-42 5-40 16,21 0-38-16,-4 5-37 0,3 6-50 0,1 1-52 15,7 1-83-15,-6 5-336 0,12-4-813 0,1-1 359 16</inkml:trace>
          <inkml:trace contextRef="#ctx0" brushRef="#br0" timeOffset="301543.8274">7981 16079 40 0,'1'-14'445'0,"-1"14"-10"0,0 0-2 16,0 0-2-16,0 0-2 0,0 0-18 0,0 0-21 15,0 0-20-15,0 0-22 0,0 0-24 0,0 0-27 0,-57 20-26 16,48-7-27-16,-2 0-22 0,3 1-23 0,-2 5-19 16,1-5-21-16,1 7-12 0,2-2-19 0,2 7-15 15,1-7-11-15,3 6-11 0,3 0-13 0,-1-6-19 0,0-1-22 16,4-1-24-16,0 6-23 0,1-3-23 0,0-4-16 15,6-3-9-15,-3 0-8 0,2-4-2 0,1-1-1 16,1 0 6-16,0-6 9 0,-14-2 4 0,30 0 7 16,-30 0 2-16,35-6 6 0,-14-1 4 15,1-8 3-15,3 2 2 0,-1-4 8 0,1 1 8 0,0-1 8 16,4-11 20-16,10 8 21 0,-18 0 17 0,3 3 15 16,2-2 17-16,0 2 13 0,-3 0 13 0,3 4 10 15,-1-1 12-15,0-1 10 0,-3 6-3 0,5 1-2 16,-6 5 10-16,-1 3-36 0,-1 0-9 0,0 4-6 15,8 3-11-15,-13 8-7 0,1 0-8 0,0 4-9 16,-2 3-3-16,-5 7-8 0,-2-2-9 0,-4 0-2 16,-4 1-5-16,-2 1-19 0,2-1-23 0,-12-3-30 15,-1-1-30-15,-5 1-34 0,-1-5-38 0,-1-5-44 0,-1-1-43 16,-4-11-44-16,-2-5-46 0,-4 2-39 0,-10-7-32 16,2-5-45-16,5-7-19 0,1-6-374 15,-1-2-890-15,3-5 394 0</inkml:trace>
          <inkml:trace contextRef="#ctx0" brushRef="#br0" timeOffset="302847.5616">10131 15872 143 0,'37'34'338'0,"4"3"3"0,-5 0-4 0,1-8 13 16,-6 3-15-16,-2-2-3 0,-6 0-6 15,-4-6-9-15,-6 2-5 0,-2-5-7 0,0 4-5 0,-8 1-17 0,2-7-10 0,-5 0-23 16,-6 0-17-16,-1 2-16 0,-5-3-16 0,4 1-16 15,0-8-20-15,-5 4-17 0,-1-4-15 0,5 0-12 0,-4-3-11 16,-1 2-13-16,4-4-6 0,10-6-10 0,-20 9-8 16,7-8-8-16,13-1-9 0,0 0-5 15,0 0-6-15,-38-18-6 0,27 6-5 0,2-7 0 0,-1-5-7 16,2-3 2-16,0-7-4 0,7-6-2 0,-6-2 2 16,3-1 1-16,2 13 1 0,2-11 11 0,5-3 12 15,1 10-14-15,2 4-4 0,1 2-5 0,4-2-1 16,3 5 0-16,9-6-1 0,-4 9 5 0,2 4-2 15,12-5 6-15,-6 9 8 0,5 6 14 0,8-3 3 16,-1 6 16-16,-10 5-13 0,4 5-8 0,8 3-10 16,3 9 9-16,-21-2-18 0,13 9-4 0,-7 8-1 15,-4-1-9-15,-2 1-8 0,-7-6-26 0,-2 12-24 0,-2-2-14 16,-5-7-12-16,-5 10-12 0,-1-1-8 16,-3-7-11-16,-3 10-13 0,-4-15-15 0,-1 9-19 15,0-9-11-15,-4 1-31 0,4-1-22 0,2-5-25 0,-2-2-28 16,-2-6-45-16,-1 4-48 0,2-2-70 0,-4-4-403 15,3-4-892-15,-1-1 395 0</inkml:trace>
        </inkml:traceGroup>
        <inkml:traceGroup>
          <inkml:annotationXML>
            <emma:emma xmlns:emma="http://www.w3.org/2003/04/emma" version="1.0">
              <emma:interpretation id="{63F50DA9-0F35-47CE-A896-AE64E2DCB22C}" emma:medium="tactile" emma:mode="ink">
                <msink:context xmlns:msink="http://schemas.microsoft.com/ink/2010/main" type="inkWord" rotatedBoundingBox="15538,15444 18972,15287 19049,16971 15615,17128"/>
              </emma:interpretation>
              <emma:one-of disjunction-type="recognition" id="oneOf27">
                <emma:interpretation id="interp47" emma:lang="" emma:confidence="1">
                  <emma:literal/>
                </emma:interpretation>
              </emma:one-of>
            </emma:emma>
          </inkml:annotationXML>
          <inkml:trace contextRef="#ctx0" brushRef="#br0" timeOffset="303768.4395">12619 15391 4246 0,'-11'-18'312'0,"3"3"-192"0,2-3-8 16,-4 1 52-16,-1 8 31 0,8-3 4 0,3 12 3 16,-6-14-6-16,-1 6-11 0,7 8 4 0,0 0-1 0,0 0 16 15,0 0 31-15,0 0 17 0,-7 30 10 0,8-4-8 16,4 11 0 0,-2 4-7-16,2 6-72 0,1 4-175 0,0-1 0 0,2 20 0 0,0-19 0 0,-6 20 0 15,1-16 0-15,0-1 0 0,-1 14 0 0,-2-16 0 16,3 0 0-16,-6 0 0 0,1 0 0 0,-1 0 0 15,-2-5 0-15,-1 2 0 0,0-9 0 0,-2-8 0 16,1-5 0-16,-1-1 0 0,1-4 0 0,0-3 0 16,1-5 0-16,0-3 0 0,-1-4 0 0,7-7 0 15,-17 10 0-15,17-10 0 0,0 0 0 0,-37-20 0 16,19-2 0-16,-3-12 0 0,0-9 0 0,4-6 0 16,-7-21 0-16,9-3 0 0,-6 0 0 0,12-3 0 15,9 2 0-15,-10 0 0 0,15 3 0 0,-5 20 0 16,8 0 0-16,6 4 0 0,0-5 0 0,7 5 0 0,4 3 0 15,7 4 0-15,-1-1 0 0,1 1 0 16,7 10 0-16,-1-1 0 0,8 3 0 0,-2 4 0 0,-1 7 0 16,0 1 0-16,-2 7 0 0,-8 8 0 0,2-2 0 15,-5 6 0-15,0 1 0 0,1 7 0 0,-5 4 0 16,1 2 0-16,-7 3 0 0,-6 8 0 0,2 4 0 16,-6 0 0-16,-7 9 0 0,-6 3 0 0,-9 0 0 15,-3 1 0-15,-6-1 0 0,-6 4 0 0,-1-3 0 16,-7-4 0-16,0 3 0 0,-3-3 0 0,-17 8 0 15,11-12 0-15,-16 7-12 0,12-15-139 0,2-3 1 16,1-4 9-16,0 0 9 0,1-7 5 0,5-3 14 0,-6 0 7 16,6-2 9-16,12-4 8 0,11-5 1 0,-4 5 1 15,5-3 0-15,15-3 2 0,-23 4-6 0,23-4-5 16,0 0 3-16,0 0 8 0,0 0 8 0,0 0 9 16,0 0 3-16,0 0 15 0,0 0-3 0,55 12 7 15,-26-7 9-15,2 2 8 0,1 0 8 0,14 7 7 16,3-2 1-16,4 1 7 0,-2 0 3 0,6 1 1 15,-2-2-2-15,0 1 1 0,-4-1-1 0,6 3 3 16,-3-9-6-16,1 10-5 0,-3-9-22 0,-3 0-42 16,0-3-39-16,-5 0-52 0,2-7-40 0,-14-1-40 15,-1-1-57-15,-2-1-53 0,-2-5-367 0,-5-5-783 0,1-6 347 16</inkml:trace>
          <inkml:trace contextRef="#ctx0" brushRef="#br0" timeOffset="304474.471">13430 15506 212 0,'-22'-7'384'0,"22"7"-33"16,-8-7-10-16,8 7-4 0,0 0 4 0,27-13-3 16,1 6 9-16,16-4 2 0,1 3-6 0,15-2-21 15,17-5-34-15,-22 4-28 0,4 1-30 0,-1 1-33 16,1 2-70-16,-2 0-85 0,1-3-102 0,4 3-90 15,-4-2-109-15,2 2-131 0,-3-5-269 0,-1-4-713 16,-6 6 315-16</inkml:trace>
          <inkml:trace contextRef="#ctx0" brushRef="#br0" timeOffset="304328.6966">13465 15998 417 0,'0'0'433'16,"0"0"-14"-16,0 0-3 0,0 0-17 0,61-10-27 16,-17 5-31-16,-1-2-30 0,0 3-24 0,4-4-28 15,-3-1-27-15,4 0-21 0,-1 2-23 0,-2-1-17 16,-15 1-27-16,1-2-30 0,-7-1-37 0,-2-1-44 16,-3 1-55-16,-5-4-56 0,-3 0-49 0,-6-3-44 0,-5 6-43 15,-3-7-48-15,-2-6-51 0,-3 5-294 0,-6-2-656 16,-7-4 290-16</inkml:trace>
          <inkml:trace contextRef="#ctx0" brushRef="#br0" timeOffset="304127.7896">13512 15509 57 0,'-5'-18'426'0,"4"0"-6"0,-4 4 6 0,3 6 6 16,2 8-8-16,-4-19-16 0,4 19-22 0,0 0-17 15,0-11-13-15,0 11-9 0,0 0-21 0,0 0-7 16,0 0-5-16,12 37-17 0,-5-16-5 0,-6 5-7 0,4 1-3 16,-4 5-23-16,4 9-12 0,-3 0-10 15,-1 4-15-15,4-1-13 0,-3 1-13 0,-2-1-10 16,0 2-16-16,-2-1-15 0,2-4-17 0,-5 4-132 0,5-3-6 15,-1 2 0-15,-4-4 0 0,3-3 0 0,1-6 0 16,-1 9 0-16,2-14 0 0,0-4 0 0,0 3 0 16,0-10 0-16,0 4 0 0,3-5 0 0,2-2 0 15,-3-4 0-15,-2-8 0 0,8 16 0 0,-8-16 0 16,14 10 0-16,-14-10 0 0,28 2 0 0,-28-2 0 16,35-7 0-16,-10 0 0 0,-4 6 0 0,7-8 0 15,-5 4 0-15,5-4 0 0,2 2 0 0,5-3 0 0,7 6 0 16,0-7 0-16,-12 4 0 0,1 0 0 15,-1 3 0-15,2 0 0 0,-4-7 0 0,-2 8 0 16,-6-2 0-16,-3 1 0 0,-5-2-203 0,0-2-189 0,-12 8-50 16,8-12-55-16,-8 2-53 0,0 10-469 15,-14-26-1101-15,4 11 487 0</inkml:trace>
          <inkml:trace contextRef="#ctx0" brushRef="#br0" timeOffset="304911.922">14609 15218 441 0,'0'0'437'0,"0"0"-15"0,0 0 33 0,-5 11 20 15,5-11 7-15,0 0-7 0,35 21-24 0,-24-9-17 16,0 2-13-16,9 5-24 0,-1 4-19 0,-4 2-19 16,0 8-12-16,3 5-13 0,-7 6-11 0,-5 0-4 15,2 4-11-15,-8 4-9 0,-6 0-16 0,-2 3-9 16,2 20-197-16,-2-5-77 0,0-19 0 0,1 5 0 16,-5 14 0-16,4-18 0 0,0 0 0 0,2 1 0 15,3 2 0-15,-2-5 0 0,2-1 0 0,-1-6 0 16,4-3 0-16,-1-12 0 0,2 2 0 0,-2-11 0 15,-1-3 0-15,-1 0 0 0,3-6 0 0,0-10 0 16,-1 16 0-16,1-16 0 0,0 0 0 0,0 0 0 0,0 0 0 16,0 0 0-16,0 0 0 0,-10-52 0 0,10 9 0 15,0-4 0-15,2-8 0 0,-1-22 0 0,-1-7 0 16,0-5 0-16,2-48 0 0,3 11 0 0,-5-4 0 16,7 44 0-16,-2-5 0 0,5 7 0 0,4 1 0 15,6 9 0-15,-2 23 0 0,15-19 0 0,-4 25 0 16,10 1 0-16,16-11 0 0,10 7 0 0,0 8 0 15,8 2 0-15,-21 15 0 0,3 6 0 0,0 3 0 16,1 5 0-16,-4 2 0 0,-3 6 0 0,-2 5 0 16,-15-2 0-16,1 9 0 0,-4 3 0 0,-7 5 0 15,-5 0 0-15,-3 2 0 0,-7 5 0 0,-6 2-335 16,-9 3-297-16,-3 9-572 0,-6 6-1305 0,-2-4 577 0</inkml:trace>
        </inkml:traceGroup>
        <inkml:traceGroup>
          <inkml:annotationXML>
            <emma:emma xmlns:emma="http://www.w3.org/2003/04/emma" version="1.0">
              <emma:interpretation id="{A36A31A0-1830-4C92-9BA3-5AE5110C7636}" emma:medium="tactile" emma:mode="ink">
                <msink:context xmlns:msink="http://schemas.microsoft.com/ink/2010/main" type="inkWord" rotatedBoundingBox="18086,16228 19437,16166 19445,16342 18094,16404"/>
              </emma:interpretation>
              <emma:one-of disjunction-type="recognition" id="oneOf28">
                <emma:interpretation id="interp48" emma:lang="" emma:confidence="0.5">
                  <emma:literal>-</emma:literal>
                </emma:interpretation>
                <emma:interpretation id="interp49" emma:lang="" emma:confidence="0">
                  <emma:literal>_</emma:literal>
                </emma:interpretation>
                <emma:interpretation id="interp50" emma:lang="" emma:confidence="0">
                  <emma:literal>.</emma:literal>
                </emma:interpretation>
                <emma:interpretation id="interp51" emma:lang="" emma:confidence="0">
                  <emma:literal>,</emma:literal>
                </emma:interpretation>
                <emma:interpretation id="interp52" emma:lang="" emma:confidence="0">
                  <emma:literal>1</emma:literal>
                </emma:interpretation>
              </emma:one-of>
            </emma:emma>
          </inkml:annotationXML>
          <inkml:trace contextRef="#ctx0" brushRef="#br0" timeOffset="305068.1577">14862 15843 197 0,'-40'27'528'0,"12"-10"-18"0,7-3-11 0,5-2 10 0,4-1 30 16,10-4 39-16,2-7 18 0,0 0 8 0,16 11-23 15,16-10-16-15,13-2-35 0,33-10-42 0,6-4-34 16,10 2-30-16,44-8-32 0,-40 7-195 0,41-15-197 16,-43 14 0-16,-4-4 0 0,-11 5 0 0,-4 3 0 15,-26 3 0-15,-4-3 0 0,-3 4 0 0,-11-1-485 16,10-5-800-16,-14 1-1391 0,-3 0 616 0</inkml:trace>
        </inkml:traceGroup>
      </inkml:traceGroup>
    </inkml:traceGroup>
  </inkml:traceGroup>
</inkml:ink>
</file>

<file path=ppt/ink/ink12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7T08:26:59.035"/>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96575934-DCE1-4A30-80CE-89EE2C728707}" emma:medium="tactile" emma:mode="ink">
          <msink:context xmlns:msink="http://schemas.microsoft.com/ink/2010/main" type="inkDrawing" rotatedBoundingBox="12884,201 13063,4828 12202,4861 12024,234" semanticType="verticalRange" shapeName="Other">
            <msink:sourceLink direction="with" ref="{1EB716C3-CAB2-4339-8043-09267D4E9256}"/>
            <msink:sourceLink direction="with" ref="{2539C362-AC03-469C-BA64-4580747D3F4F}"/>
            <msink:sourceLink direction="with" ref="{16BC7D70-B113-486B-85E0-504B3660B314}"/>
          </msink:context>
        </emma:interpretation>
      </emma:emma>
    </inkml:annotationXML>
    <inkml:trace contextRef="#ctx0" brushRef="#br0">89 112 251 0,'0'0'267'0,"0"0"-2"0,0 0-9 16,-22-5-14-16,22 5-20 0,0 0-16 0,0 0-12 15,0 0-9-15,0 0-7 0,0 0-3 0,-11-3 1 16,11 3 3-16,0 0 2 0,0 0-9 0,0 0-10 15,0 0-22-15,57-5-10 0,-40 4-16 0,3-1 0 16,3-2-4-16,3 1-14 0,3-4 2 0,-2 4 2 0,1-4-5 16,1-3-7-16,-1 1-4 0,-1 5-4 0,-3-4-6 15,-4 3-8-15,-1-5 12 0,2 6-4 16,-5-3-4-16,3 0 8 0,-5 3 8 0,-14 4-13 0,27-1-6 16,-27 1-6-16,17-6 0 0,-17 6-7 0,0 0 1 15,0 0 0-15,27 14 2 0,-21-2 7 0,0 6 7 16,1 8 5-16,-4 3 1 0,-1 7 1 0,4 10 0 15,-6 2 13-15,3 8 6 0,0 16 3 0,2 3-2 16,-2 2 1-16,-3 3 3 0,3 7 5 0,-1-3 9 16,-1 6 3-16,6 2 10 0,1 41 4 0,-2-3 9 15,10 0 5-15,-4-5 3 0,-4 7 4 0,-3-4 12 16,5 0 11-16,-4 5-126 0,2 5-51 0,6-3 0 16,-1-1 0-16,-1 6 0 0,2-8 0 0,-1-2 0 0,-3-3 0 15,-4-34 0-15,0-2 0 0,4 40 0 16,-7-47 0-16,0 5 0 0,5 37 0 0,-5-48 0 15,0 0 0-15,-6 3 0 0,0-8 0 0,3 1 0 16,0-18 0-16,-11 15 0 0,8-17 0 0,-5-6 0 0,5-2 0 16,-4-2 0-16,-4 0 0 0,8-16 0 0,-2 2 0 15,-1-6 0-15,4 5 0 0,-2-11 0 16,2 3 0-16,1-5 0 0,2-4 0 0,-7 2 0 0,6-3 0 16,0-11 0-16,-2 15 0 0,2-15 0 0,0 16 0 15,0-16 0-15,0 0 0 0,-1 10 0 0,1-10 0 16,0 0 0-16,0 0 0 0,0 0 0 0,-3 16 0 15,3-16 0-15,0 0 0 0,0 0 0 0,0 0 0 16,0 0 0-16,0 0 0 0,0 0 0 0,0 0 0 16,0 0 0-16,0 0 0 0,0 0 0 0,-7 9 0 15,7-9 0-15,0 0 0 0,-16 7 0 0,16-7 0 16,-19 5 0-16,19-5 0 0,-31 7 0 0,4 7 0 0,-8-7 0 16,-7 4 0-16,-6-3 0 0,-2-3 0 15,-3 6 0-15,0-4 0 0,0-2 0 0,0-1 0 16,4-2 0-16,1 6 0 0,6-6 0 0,12-2 0 0,-5-2 0 15,8-8-1366-15,3 2-1478 0,24 8 654 0</inkml:trace>
  </inkml:traceGroup>
</inkml:ink>
</file>

<file path=ppt/ink/ink12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7T08:27:06.953"/>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F21DCF3A-30D7-4D39-8A16-32AF7487D8A9}" emma:medium="tactile" emma:mode="ink">
          <msink:context xmlns:msink="http://schemas.microsoft.com/ink/2010/main" type="writingRegion" rotatedBoundingBox="15518,1706 23868,1916 23682,9330 15332,9120"/>
        </emma:interpretation>
      </emma:emma>
    </inkml:annotationXML>
    <inkml:traceGroup>
      <inkml:annotationXML>
        <emma:emma xmlns:emma="http://www.w3.org/2003/04/emma" version="1.0">
          <emma:interpretation id="{DE671217-A7E7-4A29-9E5A-8B6F7ACFCFEF}" emma:medium="tactile" emma:mode="ink">
            <msink:context xmlns:msink="http://schemas.microsoft.com/ink/2010/main" type="paragraph" rotatedBoundingBox="16324,1608 23897,1964 23779,4488 16205,4132" alignmentLevel="1"/>
          </emma:interpretation>
        </emma:emma>
      </inkml:annotationXML>
      <inkml:traceGroup>
        <inkml:annotationXML>
          <emma:emma xmlns:emma="http://www.w3.org/2003/04/emma" version="1.0">
            <emma:interpretation id="{A1B04155-D977-4CD8-BCE7-D89D1468AA70}" emma:medium="tactile" emma:mode="ink">
              <msink:context xmlns:msink="http://schemas.microsoft.com/ink/2010/main" type="line" rotatedBoundingBox="16324,1608 23897,1964 23779,4488 16205,4132"/>
            </emma:interpretation>
          </emma:emma>
        </inkml:annotationXML>
        <inkml:traceGroup>
          <inkml:annotationXML>
            <emma:emma xmlns:emma="http://www.w3.org/2003/04/emma" version="1.0">
              <emma:interpretation id="{3DB1478A-665A-4F3D-8E5F-7B9F65C4AA99}" emma:medium="tactile" emma:mode="ink">
                <msink:context xmlns:msink="http://schemas.microsoft.com/ink/2010/main" type="inkWord" rotatedBoundingBox="16316,1788 21048,2010 20938,4354 16205,4132"/>
              </emma:interpretation>
              <emma:one-of disjunction-type="recognition" id="oneOf0">
                <emma:interpretation id="interp0" emma:lang="" emma:confidence="1">
                  <emma:literal/>
                </emma:interpretation>
              </emma:one-of>
            </emma:emma>
          </inkml:annotationXML>
          <inkml:trace contextRef="#ctx0" brushRef="#br0">-164 336 48 0,'12'-21'277'0,"-4"-3"-14"15,5 3-9-15,-2-2-16 0,6 2-12 0,-1-2-20 16,6 5-9-16,2 2-20 0,1-5-11 0,0 8-19 16,-2 0-9-16,0-2-9 0,6 7-8 0,-2 2-5 15,-2 5-7-15,2 1-9 0,1 3 0 0,-4 4-10 16,4 5 3-16,-2 3-10 0,-3 7 0 0,-1-1 2 15,-1 0-9-15,6 11-4 0,-11-5 2 0,-4 2-5 16,3 7-5-16,-8-6-8 0,-2 0-3 0,-3 0 1 16,-2-1-9-16,-7 2-3 0,0-3-5 0,-6 10 0 15,-8-1-9-15,-1-2-5 0,2-2 2 0,-10-5 3 16,3 5-8-16,-2-5-4 0,6-7 1 0,-3-10-1 16,3 5 4-16,-3-4-5 0,9-4-3 0,0 3-2 15,1-3-3-15,-3-2 8 0,5-2 12 0,-1 1 9 16,15-5 9-16,0 0 17 0,-25 2 10 0,25-2 2 0,0 0 8 15,-20 0-1-15,20 0 6 0,0 0-2 16,0 0-4-16,0 0-12 0,0 0 4 0,0 0-3 16,0 0 2-16,0 0-2 0,0 0-2 0,0 0-4 0,0 0-1 15,0 0 4-15,80 0-2 0,-55 8-2 0,4-1-6 16,-1 1-2-16,2 3-5 0,2 1-5 16,-2-1-6-16,8 5-6 0,3 1-2 0,-9-6-3 15,-4 3 0-15,10 1-6 0,-10 1-2 0,-1-3-11 0,0 0-18 16,-2 0-28-16,1 4-32 0,-10-7-31 0,1 3-39 15,-1-3-42-15,-2-1-44 0,0 2-32 0,-6 1-34 16,0-4-37-16,3-2-41 0,-3 2-343 0,-8-8-769 16,6 11 341-16</inkml:trace>
          <inkml:trace contextRef="#ctx0" brushRef="#br0" timeOffset="-532.2017">22 44 104 0,'-3'-10'383'0,"0"-1"14"0,3 11 1 16,-7-15-18-16,7 15-20 0,-4-12-27 0,4 12-23 16,0 0-31-16,0 0-20 0,0 0 6 0,0 0 11 15,0 0-1-15,0 0-5 0,-7 40-9 0,7-13-8 16,4 12-10-16,-3 5-6 0,1-2-17 0,2 2-10 0,-2 2-12 15,3 0-18-15,-2 4-6 0,0-2-11 0,-1-3-20 16,-2 6-7-16,6-4-1 0,-6 0-19 16,0 0-2-16,-3 0-17 0,1 1-5 0,4-7-9 0,1 2-8 15,-3-4-6-15,3-3-11 0,0-6-5 0,-6-3 0 16,6-2-7-16,-3-6-7 0,2 2-5 0,-1-6-6 16,-1 3-8-16,0-7-37 0,2 1-24 0,-2-12-34 15,3 17-45-15,-1-8-55 0,-2-9-62 0,0 0-56 16,1 14-61-16,-1-14-63 0,0 0-66 0,0 0-452 15,0 0-1012-15,0 0 448 0</inkml:trace>
          <inkml:trace contextRef="#ctx0" brushRef="#br0" timeOffset="1092.6721">1438 834 408 0,'-28'-2'444'0,"-1"-5"-27"0,-1 2 16 15,5 3 2-15,-2-3-12 0,3-2-34 0,9 3-15 16,15 4-17-16,-24-1-31 0,24 1-22 0,0 0-19 16,-21-3-9-16,21 3-11 0,0 0-19 0,0 0-16 15,0 0-17-15,48-18-21 0,-20 13-18 0,5 4-8 16,12-7-12-16,4 4-4 0,8 0-3 0,20 0-10 15,4-3-7-15,-4 3-2 0,2-3-7 0,-21 3-12 16,4 0-11-16,0 1-12 0,-4 0-6 0,-1-2-9 0,-2 5-3 16,-6 0-11-16,0-3-5 0,-6 0-6 0,-14 3-9 15,-1-1 2-15,-9-1-6 0,-3-3-2 16,-16 5-2-16,22 0-9 0,-22 0-9 0,0 0-11 0,25-2 0 16,-25 2 0-16,0 0 0 0,0 0 0 0,0 0 0 15,0 0-90-15,0 0-45 0,0 0-51 0,0 0-59 16,0 0-60-16,0 0-48 0,0 0-35 0,0 0-47 15,0 0-50-15,-57-17-66 0,38 12-286 0,-1-4-906 16,-7 1 401-16</inkml:trace>
          <inkml:trace contextRef="#ctx0" brushRef="#br0" timeOffset="1264.571">2023 383 95 0,'3'-14'194'0,"-3"14"-22"16,0 0-17-16,3-17-18 0,-3 17-13 0,-1-11-24 15,1 11-16-15,0 0-19 0,0 0-15 0,0 0-25 0,0 0-20 16,8-8-10-16,-8 8-20 0,0 0-3 0,0 0-8 16,0 0-7-16,0 0-7 0,0 0-23 15,0 0-21-15,26 21-48 0,-26-21-155 0,4 8 69 0</inkml:trace>
          <inkml:trace contextRef="#ctx0" brushRef="#br0" timeOffset="2514.4487">2279 495 287 0,'-10'-14'370'0,"10"14"-5"0,0 0-11 0,-1-12-4 16,1 12-32-16,0 0-23 0,0 0-29 0,-3-11-25 15,3 11-18-15,0 0-20 0,0 0-7 0,0 0-11 16,0 0-7-16,0 0-18 0,38 35-5 0,-24-24-6 16,0-2-13-16,7-1-14 0,7 8-9 0,-3-2-8 15,5 4-11-15,-1-3-12 0,7 0-1 0,4 2-12 0,-2-2-10 16,-5-7 2-16,-3 2-5 0,3-1-7 0,-5-2-5 15,3 0-4-15,-3-4-5 0,-1-1 0 16,-5 1-4-16,-1-1-4 0,-1-2 0 0,-20 0 0 0,36-2 1 16,-18 1 15-16,-18 1 8 0,25-6 5 0,-25 6 3 15,19-7 6-15,-19 7 5 0,16-3-1 0,-16 3-2 16,11-8-2-16,-11 8-7 0,0 0-4 0,0 0-8 16,0 0-7-16,0 0-1 0,0 0-3 0,0 0-7 15,-43 20 0-15,18-6-3 0,1 5-2 0,-15 9-3 16,2-2-1-16,-4 6-5 0,0-1-5 0,2 2-6 15,-1 3-9-15,-1-3-22 0,5 1-24 0,-2 1-39 16,6-2-56-16,12-8-56 0,4-3-67 0,-3 1-63 16,5-2-71-16,6-2-441 0,6-6-914 0,4-3 404 15</inkml:trace>
          <inkml:trace contextRef="#ctx0" brushRef="#br0" timeOffset="452.1255">582 1092 155 0,'12'-23'316'0,"-2"19"-9"0,4-7-24 0,-1 0-15 15,1 4-17-15,5-6-21 0,3 4-18 0,6-2-16 16,-7 6-18-16,3-2-13 0,-4 5-14 0,1-3-11 0,-1 5-12 16,-20 0-7-16,32 5-14 0,-32-5-7 0,28 2-10 15,-17 9-5-15,-1-4-3 0,-2 0-13 16,0 8-7-16,-7 1-2 0,1 3-4 0,1 7-2 0,-6 1-5 15,1 3 11-15,-4-3 1 0,4 2-11 0,-10 3-10 16,2 3 4-16,-2-5-8 0,-7 7 7 16,0-3 4-16,-2-2-4 0,4-6 1 0,1 0 6 0,-9-3 2 15,9-3-17-15,0 4 3 0,-3-9 7 0,-3 3-1 16,9-4 3-16,-1-2-3 0,0-1-4 0,4-3-1 16,-2-1 1-16,12-7-8 0,-15 11-2 0,15-11 1 15,-12 8-3-15,12-8 14 0,0 0 17 0,0 0 31 16,0 0 23-16,0 0 14 0,0 0 1 0,0 0-3 15,0 0-4-15,57-16-3 0,-26 8 3 0,14-6 15 16,4 2 10-16,-2-2 3 0,8 3-6 0,-3 1-10 16,2 3-20-16,-8-3-9 0,6 3-8 0,-6 1-18 15,0 1-17-15,-15-2-37 0,3 5-25 0,-8 2-26 0,0-1-27 16,-7 1-26-16,-19 0-23 0,30 0-29 16,-30 0-23-16,25-4-20 0,-25 4-27 0,19-3-22 15,-19 3-17-15,0 0-27 0,11-7-40 0,-11 7-67 16,0 0-109-16,0 0-246 0,0 0-790 0,0 0 350 0</inkml:trace>
          <inkml:trace contextRef="#ctx0" brushRef="#br0" timeOffset="3061.2895">3098 1043 290 0,'-15'7'370'0,"1"-1"-19"0,14-6-14 16,-9 9 12-16,9-9 17 0,0 0 10 0,0 0-2 0,52 7-12 15,-5-13-7-15,32-6-3 0,10 0-14 16,4-2-3-16,7 0-36 0,-2 3-32 0,1 3-24 15,-1 2-20-15,0-1-27 0,-9-2-22 0,-2 2-22 0,-5 4-33 16,-22 1-35-16,0-1-30 0,-5 1-28 0,-9-1-26 16,-3 0-18-16,-12 3-23 0,-10-1-12 0,-4 1-8 15,-17 0-4-15,29 0 0 0,-29 0-17 0,0 0-43 16,0 0-32-16,17 4-28 0,-17-4-34 0,0 0-33 16,-38 20-59-16,16-4-42 0,-5 1-59 15,-1-2-254-15,-6 4-721 0,-3 6 320 0</inkml:trace>
          <inkml:trace contextRef="#ctx0" brushRef="#br0" timeOffset="3467.5182">3390 1550 363 0,'0'0'428'0,"0"0"-38"0,0 0-31 15,0 0-25-15,0 0-19 0,0 0-7 0,0 0-30 16,0 0-21-16,73-18-22 0,-43 13-25 0,16 2-21 15,-2 3-14-15,3-5-19 0,-3 2-17 0,4-1-12 0,-4 2-13 16,2-2-9-16,-3-1-12 0,-12 4-8 0,2 0-9 16,-3 0-9-16,-1-3-5 0,-2 3-5 15,-7 0-4-15,1-4 3 0,-5 4 0 0,-16 1 6 0,33-3 9 16,-33 3 11-16,22-4 2 0,-14 1 9 0,-8 3 10 16,19-10 8-16,-19 10-1 0,14-10-3 0,-8 4-1 15,-6 6 7-15,13-15 0 0,-13 15 6 0,5-11 0 16,-5 11-6-16,6-12-6 0,-6 12-12 0,0 0-2 15,0 0-10-15,0 0-3 0,6-8-17 0,-6 8-6 16,0 0-4-16,0 0-12 0,0 0 1 0,-22 34-10 16,13-6 3-16,-4 6 2 0,1-3-7 0,-1 14-6 15,-1 1 16-15,4 4-15 0,-2 1-9 0,-4 23 6 16,3-4-10-16,4 2 4 0,-1-17-3 0,5 0-5 16,-1 15-18-16,0-19-17 0,1-3-30 0,-1-2-32 15,2-2-53-15,0 0-56 0,-3-22-60 0,6 0-46 16,-4-7-39-16,-3 4-46 0,-1-8-50 0,-2-4-57 15,-4-3-316-15,15-4-877 0,0 0 388 0</inkml:trace>
          <inkml:trace contextRef="#ctx0" brushRef="#br0" timeOffset="3623.7599">3534 2098 98 0,'-21'-19'327'0,"4"6"-14"16,3 0-14-16,1 2 17 0,0 1 14 15,7 4-3-15,6 6 14 0,-8-18-20 0,10 6-26 0,-2 12-19 16,19-25-24-16,3 10-3 0,0-2-9 0,19 0-12 15,6-4-17-15,4 3-14 0,26-8-22 0,-1 6-15 16,3-6-21-16,-3 9-32 0,-17 5-68 0,18-5-99 16,1-2-98-16,-25 5-117 0,26-9-110 0,-22 11-342 15,21-7-789-15,-3-6 349 0</inkml:trace>
          <inkml:trace contextRef="#ctx0" brushRef="#br0" timeOffset="2795.6985">3738 121 310 0,'0'0'495'0,"0"-17"-31"0,0 17-24 16,3-11-38-16,-3 11-26 0,0 0-23 0,0 0-13 0,0 0 0 15,0 0 0-15,0 0-19 0,0 0-25 16,16 52-25-16,-10-27-13 0,2 0-20 0,-2 5-20 15,0-3-24-15,4 17-17 0,-2-16-16 0,0 10-23 16,1-8-5-16,-4 0-16 0,8 10-15 0,-7-10-11 0,2-8-4 16,-2 10-8-16,1-5-13 0,-3 5-3 0,-1-5-10 15,2 0-20-15,-8 3-35 0,1-4-42 16,1-1-45-16,-4-3-67 0,-3-3-77 0,2-2-49 0,-4-2-48 16,-7 3-58-16,1-6-57 0,2-1-387 0,-8 5-900 15,-3-8 398-15</inkml:trace>
        </inkml:traceGroup>
        <inkml:traceGroup>
          <inkml:annotationXML>
            <emma:emma xmlns:emma="http://www.w3.org/2003/04/emma" version="1.0">
              <emma:interpretation id="{EE7F7391-9F91-425E-AF03-0EE317BF1F9B}" emma:medium="tactile" emma:mode="ink">
                <msink:context xmlns:msink="http://schemas.microsoft.com/ink/2010/main" type="inkWord" rotatedBoundingBox="21238,1839 22238,1886 22184,3047 21183,3000"/>
              </emma:interpretation>
              <emma:one-of disjunction-type="recognition" id="oneOf1">
                <emma:interpretation id="interp1" emma:lang="" emma:confidence="0.5">
                  <emma:literal>R</emma:literal>
                </emma:interpretation>
                <emma:interpretation id="interp2" emma:lang="" emma:confidence="0">
                  <emma:literal>B</emma:literal>
                </emma:interpretation>
                <emma:interpretation id="interp3" emma:lang="" emma:confidence="0">
                  <emma:literal>K</emma:literal>
                </emma:interpretation>
                <emma:interpretation id="interp4" emma:lang="" emma:confidence="0">
                  <emma:literal>&amp;</emma:literal>
                </emma:interpretation>
                <emma:interpretation id="interp5" emma:lang="" emma:confidence="0">
                  <emma:literal>Y</emma:literal>
                </emma:interpretation>
              </emma:one-of>
            </emma:emma>
          </inkml:annotationXML>
          <inkml:trace contextRef="#ctx0" brushRef="#br0" timeOffset="4329.6703">4790 177 163 0,'7'-10'525'0,"-7"10"-32"0,0 0-22 0,12-6-28 16,-12 6-8-16,0 0-26 0,0 0-28 0,32 21-18 15,-24-5-14-15,3 5-23 0,-2 5-19 0,-1 13-32 0,-3-9-12 16,3 10-21-16,-2 0-20 0,-4 2-15 0,1 2-12 16,-6 1-19-16,1-1-17 0,1 4-16 0,-4-7-8 15,5 9-29-15,-7-3-2 0,0 0-3 0,0 1 1 16,1-4-26-16,-2-5-9 0,-1-2-2 0,4-9-3 16,-2 2-11-16,0-9-3 0,3-2-8 0,-2-3-1 15,1-2-5-15,-1-6-1 0,6-8-4 0,-3 14 4 16,3-14-2-16,-10 6 29 0,10-6-9 0,0 0-2 15,0 0 5-15,-15-34-12 0,7 4-3 0,0-11-3 16,0-10-6-16,3 2-1 0,2-2 10 0,0-2 1 16,3 2-21-16,0 2-19 0,6-5 0 0,2 6 0 15,0-2 0-15,9 3 0 0,1-2 0 0,1 5 0 0,3-1 0 16,0 1 0-16,5-1 0 0,3 2 0 0,3 2 0 16,3 6 0-16,-1 0 0 0,0 2 0 15,0 2 0-15,1 2 0 0,-1 10 0 0,-8 2 0 0,0 5 0 16,-4 5 0-16,-2 3 0 0,-1 4 0 0,-20 0 0 15,37 11 0-15,-17 3 0 0,1 6 0 16,-7 5 0-16,0 12 0 0,-1-3 0 0,-5 7 0 0,0-5 0 16,-10 6 0-16,-3-2 0 0,-3-1 0 0,-4 3 0 15,-6-7 0-15,-4 1 0 0,-3 1 0 0,-5-4 0 16,-5-1 0-16,-6 1 0 0,0-6 0 0,-2 2 0 16,5-6 0-16,-3 3 0 0,5-8 0 0,4-2 0 15,-4 1-15-15,8-5-11 0,4-2 11 0,-1-1 3 16,10 1 3-16,-5-3-5 0,6 2 5 0,1-2 3 15,5-1-3-15,8-6-9 0,-9 8 9 0,9-8 7 16,0 0-1-16,0 0-5 0,17 21 7 0,2-16-1 0,5 6 1 16,9-4 2-16,8 3 1 0,2 1-3 0,4-2 1 15,-1 5 7-15,3-1-3 0,0 1-5 16,-3 0-8-16,3 5 9 0,0-1 2 0,0-2-5 0,-4 2-38 16,-2-2-51-16,-2 2-50 0,2 1-58 0,-15-5-67 15,12 0-49-15,-13-2-45 0,-2-3-43 0,-4 0-27 16,-4-2-29-16,0-6-26 0,-17-1-320 0,21 3-873 15,-21-3 386-15</inkml:trace>
        </inkml:traceGroup>
        <inkml:traceGroup>
          <inkml:annotationXML>
            <emma:emma xmlns:emma="http://www.w3.org/2003/04/emma" version="1.0">
              <emma:interpretation id="{BE0E3E72-59AB-4DAB-A7A9-80EFB1CDB401}" emma:medium="tactile" emma:mode="ink">
                <msink:context xmlns:msink="http://schemas.microsoft.com/ink/2010/main" type="inkWord" rotatedBoundingBox="22231,2640 23862,2717 23823,3545 22192,3468"/>
              </emma:interpretation>
              <emma:one-of disjunction-type="recognition" id="oneOf2">
                <emma:interpretation id="interp6" emma:lang="" emma:confidence="0.5">
                  <emma:literal>e</emma:literal>
                </emma:interpretation>
                <emma:interpretation id="interp7" emma:lang="" emma:confidence="0">
                  <emma:literal>c</emma:literal>
                </emma:interpretation>
                <emma:interpretation id="interp8" emma:lang="" emma:confidence="0">
                  <emma:literal>L</emma:literal>
                </emma:interpretation>
                <emma:interpretation id="interp9" emma:lang="" emma:confidence="0">
                  <emma:literal>s</emma:literal>
                </emma:interpretation>
                <emma:interpretation id="interp10" emma:lang="" emma:confidence="0">
                  <emma:literal>z</emma:literal>
                </emma:interpretation>
              </emma:one-of>
            </emma:emma>
          </inkml:annotationXML>
          <inkml:trace contextRef="#ctx0" brushRef="#br0" timeOffset="4702.4492">5756 1092 1092 0,'5'-16'99'16,"-5"16"85"-16,1-20 28 0,-1 7 14 0,0 13 19 15,0-26 45-15,3 12 0 0,-6-1 17 0,3 0 0 16,0-2-3-16,7 0 3 0,-6 1-14 0,12-1-20 16,-5-1-27-1,6 0-24-15,5-6-17 0,3 9-17 0,-2 1-22 0,1-1-15 0,3 4-16 0,3 4-14 16,1-1-11-16,-7 6-15 0,1 2-7 0,-22 0-13 15,35 6 2-15,-17 1-13 0,-3 4-8 0,-3 5-7 16,-1 7-2-16,-4 4-5 0,-1 3-6 0,-6 8-1 16,-2 2-4-16,-9 2-1 0,2 0-6 0,-5 4 6 15,-5-2-12-15,-3-2 3 0,-7 2 1 0,5-4-7 16,-2 4 3-16,-6-6-3 0,7-6 2 0,-2 5 0 16,8-11 16-16,-2-3 8 0,6-2 9 0,5-4 9 15,-1-1 6-15,1-3 1 0,4-2 11 0,1 1 36 0,2-3 18 16,3-9 21-16,0 0 10 0,14 18 10 0,1-17-3 15,13 4-163-15,2-5-6 0,16 0 0 0,5-5 0 16,7 4 0-16,26-6 0 0,14-6 0 0,1-3 0 16,42-3 0-16,-41 9 0 0,2 2 0 0,-4-3 0 15,2 4 0-15,-12 1 0 0,1-2 0 0,-12 7 0 16,-17-2 0-16,-4 3 0 0,-10-1 0 0,-15-2 0 16,-2 0 0-16,-12 3 0 0,2 0 0 0,-19 0 0 15,24-5 0-15,-24 5 0 0,0 0 0 0,0 0 0 16,0 0 0-16,0 0 0 0,0 0-1366 0,0 0-1478 15,-86-16 654-15</inkml:trace>
        </inkml:traceGroup>
      </inkml:traceGroup>
    </inkml:traceGroup>
    <inkml:traceGroup>
      <inkml:annotationXML>
        <emma:emma xmlns:emma="http://www.w3.org/2003/04/emma" version="1.0">
          <emma:interpretation id="{9C79EC96-6A4F-4BCF-BA53-127DB103CB52}" emma:medium="tactile" emma:mode="ink">
            <msink:context xmlns:msink="http://schemas.microsoft.com/ink/2010/main" type="paragraph" rotatedBoundingBox="15382,7133 23590,7339 23540,9326 15332,9120" alignmentLevel="1"/>
          </emma:interpretation>
        </emma:emma>
      </inkml:annotationXML>
      <inkml:traceGroup>
        <inkml:annotationXML>
          <emma:emma xmlns:emma="http://www.w3.org/2003/04/emma" version="1.0">
            <emma:interpretation id="{2C3455AF-22C0-4BD7-826F-DF9F9F8492A8}" emma:medium="tactile" emma:mode="ink">
              <msink:context xmlns:msink="http://schemas.microsoft.com/ink/2010/main" type="line" rotatedBoundingBox="15382,7133 23590,7339 23540,9326 15332,9120"/>
            </emma:interpretation>
          </emma:emma>
        </inkml:annotationXML>
        <inkml:traceGroup>
          <inkml:annotationXML>
            <emma:emma xmlns:emma="http://www.w3.org/2003/04/emma" version="1.0">
              <emma:interpretation id="{FA40F795-26BA-4D84-AD8B-B6DAAE848FC4}" emma:medium="tactile" emma:mode="ink">
                <msink:context xmlns:msink="http://schemas.microsoft.com/ink/2010/main" type="inkWord" rotatedBoundingBox="15382,7133 20524,7262 20474,9249 15332,9120"/>
              </emma:interpretation>
              <emma:one-of disjunction-type="recognition" id="oneOf3">
                <emma:interpretation id="interp11" emma:lang="" emma:confidence="1">
                  <emma:literal/>
                </emma:interpretation>
              </emma:one-of>
            </emma:emma>
          </inkml:annotationXML>
          <inkml:trace contextRef="#ctx0" brushRef="#br0" timeOffset="67011.7324">-972 5432 50 0,'-3'-16'402'0,"0"7"-29"16,3 9-10-16,-2-24-3 0,2 24 10 0,0-14-1 15,0 14-15-15,0 0-19 0,-1-13-33 0,1 13-26 16,0 0-13-16,0 0-2 0,0 0 1 0,0 0 6 16,20 58-5-16,-14-23-13 0,4 8-8 0,-4 3 0 0,2 3-16 15,0 1-4-15,-5 5-12 0,5 15-9 16,-5-15-7-16,4 14-5 0,-7-16-4 0,1 2-12 0,2-4-14 16,-1-2-15-16,-1 3-20 0,-1-5-7 0,0-4-12 15,5-2-9-15,-3 2-8 0,-1-7-8 0,-1-9-19 16,5 3-49-16,-5-5-12 0,2-4 0 0,-2-5 0 15,-2 3 0-15,2-4 0 0,0-4 0 0,0-11 0 16,0 17 0-16,0-17 0 0,0 0 0 0,0 0-140 16,0 0-98-16,0 0-68 0,0 0-38 0,-27-30-45 15,13 2-34-15,-7-5-41 0,1-4-40 0,-2 1-394 0,4-2-971 16,-2 4 430-16</inkml:trace>
          <inkml:trace contextRef="#ctx0" brushRef="#br0" timeOffset="67464.8296">-1086 5599 251 0,'19'-25'313'0,"5"-6"-12"0,4 5-12 0,-2 1-15 16,5-1-14-16,4 2-18 0,1 4-5 16,5 0-17-16,-4 1-17 0,4 6-12 0,-8 5-10 15,8-3-12-15,-1 7-17 0,4 1-6 0,-14 8-16 0,-2-3-12 16,2 9-3-16,2 3 5 0,-4 1-22 0,7 10 1 15,-5 1-11-15,-8 7-7 0,1 4-14 0,-6-2-4 16,-8 3-6-16,-2 2-3 0,-7 0-2 0,-7 4-21 16,1-4 16-16,-10 1-12 0,-4 1 0 0,-4-4-6 15,-4 2 1-15,-6-3-8 0,-5-1-3 0,3 2-12 16,-1-8 2-16,-4 0-2 0,0-3-1 0,-2-3 18 16,2-3-6-16,2-6-1 0,7 0-3 0,4-8-5 15,-1 5 4-15,9-2-6 0,-2-6 6 0,4-1-4 16,2 1-4-16,16-4 1 0,-22 5 0 0,22-5 0 15,-14 8 2-15,14-8-5 0,0 0 1 0,-14 6 1 0,14-6-1 16,0 0-2-16,0 0-3 0,0 0 3 0,0 0-3 16,25 18 2-16,-14-15 4 0,7 4 4 0,-3-1 5 15,12 2 5-15,-3 6-6 0,17-3 7 0,2 4-3 16,-2 3 3-16,0-3-3 0,-3 4-3 0,3 0-3 16,-6 1-3-16,4-1 3 0,-1 4-2 0,-3-5-9 15,-10-1-10-15,0 3-11 0,2-5-17 0,0 0-27 16,-5-3-35-16,-6-2-31 0,1-3-37 0,-2 1-37 15,-4 0-49-15,1-1-57 0,-1 0-340 0,-11-7-706 16,15 8 312-16</inkml:trace>
          <inkml:trace contextRef="#ctx0" brushRef="#br0" timeOffset="67933.5426">-262 6475 250 0,'0'0'323'0,"8"-18"-18"0,3 9-15 0,1 2-22 15,4 1-15-15,0 2-14 0,3-5-30 0,5 3-10 16,-2 3-25-16,-3-1-6 0,9 3-17 0,-1-1-13 0,-5 2-16 16,-1 3-9-16,-2 0-16 0,-2 1-3 0,2 2-11 15,-3-1-1-15,-2 6-5 0,-1-1-9 0,-1 6-5 16,-2-2-7-16,-4 2 0 0,-1 2 0 0,-4-2 1 16,-5 4-5-16,-3 7-7 0,4-4 0 0,-8 2-3 15,-3-5-3-15,0 4 2 0,3-1-10 0,-7-1 2 16,2-5-8-16,-3 6 6 0,2-4 13 0,-2-1-3 15,5-6-12-15,1 0-2 0,5 0-13 0,0-5 6 16,0 0 8-16,8-7-17 0,-12 10 3 0,12-10 8 16,0 0-3-16,-6 8-6 0,6-8 11 0,0 0-1 15,0 0 8-15,0 0-9 0,0 0 24 0,36 2-19 0,-36-2 2 16,33-2 0-16,-33 2-1 0,40 0-7 0,-20-4 1 16,-1 8-5-16,5-3 0 0,1 5-2 15,2-4-8-15,0 8 12 0,0-1-4 0,-4 4-1 0,3 0-5 16,-4 4-1-16,-5-3-3 0,4 4 6 0,-9-3 1 15,-1 3-3-15,0 4-2 0,1 1 6 0,-6-5 5 16,-6 0 5-16,-3 4-4 0,0-5-2 0,-4 1 2 16,-1 1 0-16,-4-3 1 0,-7 3-5 0,-2-1-2 15,-1-4-10-15,-5 2 2 0,-3-6-18 0,-11 2-2 16,-2-4-10-16,1-2-32 0,-6-4 0 0,4-6-24 16,-5-1-26-16,0-7-27 0,2-1-23 0,2-2-32 0,4-4-30 15,2-2-29-15,1-2-57 0,6-3-313 0,7 5-668 16,4-2 297-16</inkml:trace>
          <inkml:trace contextRef="#ctx0" brushRef="#br0" timeOffset="68292.8951">131 6074 443 0,'0'0'458'0,"0"0"-23"0,0 0-15 0,0 0-13 16,0 0-11-16,0 0-17 0,0 0-22 0,0 0-15 16,0 0-23-16,0 0-20 0,0 0-17 0,49-5-20 15,-27 3-13-15,11 0-10 0,9-1-8 0,2-1-14 16,6-1-10-16,6 2-23 0,-1-1-17 0,2 3-18 0,0-1-15 15,6-3-16-15,-3-1-18 0,-1 5-2 0,-4 1-12 16,-5-2-19-16,-2-2-14 0,-4 1-22 16,-9 2-25-16,-4 0-22 0,-2-6-23 0,-12 3-24 0,2 0-25 15,-19 4-32-15,16-6-30 0,-16 6-33 0,8-11-28 16,-8 11-35-16,0-15-36 0,0 15-24 0,-14-11-29 16,0 4-29-16,-1-5-41 0,-7 4-317 0,3-3-781 15,-6-3 346-15</inkml:trace>
          <inkml:trace contextRef="#ctx0" brushRef="#br0" timeOffset="68599.4405">667 5726 229 0,'-14'-6'316'0,"4"-1"-10"0,10 7-2 0,-20-11-10 0,20 11-22 15,-8-5-28-15,8 5-20 0,0 0-23 0,0 0-4 16,0 0 6-16,0 0 4 0,0 0-22 0,0 0-10 16,0 0-13-16,22 37 1 0,-8-28-16 0,2 4-17 15,8 0-6-15,-1 1-9 0,3 1-11 0,-1 0-10 16,7-2-25-16,-2 1-6 0,9-1-7 0,-9 0 1 15,8 1-4-15,6-2-5 0,-4-1-1 0,-9-2-9 16,9 3 1-16,-7-7-13 0,-4 2 1 0,4-4 3 16,-3 3-5-16,-3 3 0 0,-5-6-12 0,-6 2 5 15,-2-2 1-15,-2 1-1 0,-12-4-2 0,21 9 2 16,-21-9-1-16,11 11-2 0,-11-11 4 0,0 19 6 0,-6-6 3 16,-5 4 0-16,0 2 1 0,-7 1-2 0,-2 4 0 15,-9 7 0-15,-1-3-8 0,0 3 0 0,-1 2 0 16,2-3-4-16,-4 7-3 15,4-4-5-15,-1 0-18 0,4 5-30 0,0-2-39 16,1-3-47-16,4 1-70 0,4 0-74 0,4-8-106 0,-4-5-345 16,12-2-782-16,-1-5 346 0</inkml:trace>
          <inkml:trace contextRef="#ctx0" brushRef="#br0" timeOffset="69323.639">1685 5536 228 0,'0'0'438'0,"0"0"-34"16,0 0-15-16,0 0 1 0,20 22-1 0,-12-11-5 15,-2 5 2-15,-4 2-18 0,4 8-12 0,-1 0-31 16,-2 0-27-16,7 13-18 0,-7-1-11 0,5 0-16 0,-5 2-12 15,-1 3-14-15,-2-5-18 0,3 6-21 0,-5-6-19 16,2 4-9-16,0-3-12 0,0 1-16 0,-1-9-1 16,-1 9-19-16,-1-11-18 0,1 3-3 0,2 5-9 15,-5-10-4-15,4 0-8 0,-5-6-7 0,4-2-4 16,-3 0-14-16,5-5-5 0,0-3-1 0,-1 0-3 16,1-11-6-16,-3 15 0 0,3-15 12 0,-4 12-18 15,4-12 4-15,0 0 6 0,0 0-19 0,0 0-3 16,-17-45 3-16,6 15-10 0,-2-7-1 0,2-6-1 15,-3-2-3-15,1-3-3 0,-1-1 1 0,1 5 1 16,-1-4-1-16,6 4 2 0,0 1-10 0,4 3 5 0,4 0 3 16,0 11 1-16,4-11-5 0,4 3 5 0,0 10-2 15,5-7-3-15,3-1 2 0,-2 11-6 0,3-2 3 16,1 5 5-16,2-4-2 0,1 5 1 0,1-2 0 16,0 1-4-16,5 6 2 0,-5 0 2 0,3-1-2 15,-1 6 4-15,3 3 4 0,-2-3-3 0,0 1 9 16,-6 9-7-16,2-1-2 0,0 1-6 0,1 3 5 0,-3 1 0 15,-2 2-2-15,2 7-1 0,3-1-1 0,-6 6 6 16,3 4 0-16,-5 1-7 0,-4-1 2 16,-4 4 6-16,-1 4-4 0,-4-1-2 0,-2 0 0 0,-4 2-8 15,-8 5-6-15,-1-2-3 0,-3 2-4 0,-4-3-1 16,2-7-7-16,-6 5 5 0,-2-3 6 0,6-2-13 16,-7 4-6-16,3-7 0 0,-12-2 5 0,14-2 1 15,-11 5 3-15,12-10-5 0,0-1-5 0,-3 0-1 16,11-2-2-16,-5-2-3 0,4-1 1 0,4 4-2 15,-1-2 2-15,-1-2 3 0,5 3-2 0,8-11 1 16,-12 14 1-16,10-6 4 0,2-8 5 0,2 13 4 0,-2-13 0 16,12 16 8-16,1-8 3 0,1-3-2 15,3 2 3-15,10 2 3 0,0 0 2 0,3-1 3 0,3 2-3 16,5 3-1-16,-6-6 6 0,-2 3 2 0,-2 0-4 16,6 2-21-16,-4-4-27 0,1-2-37 0,-5 2-37 15,0 1-33-15,-3-2-38 0,-3-1-31 0,-3-3-41 16,-1 2-42-16,-16-5-44 0,24 2-60 0,-24-2-267 15,0 0-747-15,25-2 331 0</inkml:trace>
          <inkml:trace contextRef="#ctx0" brushRef="#br0" timeOffset="69829.8386">2224 6324 38 0,'0'0'316'0,"0"0"-31"0,0 0-15 0,0 0-14 15,17-14-19-15,-17 14-18 0,24-5-22 0,-8 1-19 16,-16 4-16-16,34 0-17 0,-34 0-11 0,35 0-13 15,-18 0-11-15,-17 0-9 0,27 8-7 0,-11-2-4 16,-5-2-10-16,-11-4-10 0,16 12 2 0,-8-1 2 16,-2 2 0-16,-1 1-1 0,-3 0-9 0,-1 4 2 0,-1 0-8 15,-1 5-2-15,-1-1 0 0,-3 4-8 0,-3 2-5 16,2-2-4-16,-7-2-5 0,5-1-6 0,-6 2 5 16,0-3-7-16,1-4-3 0,-1 1 1 15,-2 0 0-15,1 0-2 0,0-9-12 0,3 1 1 0,-3 0 2 0,3-4 1 16,2 1-1-16,10-8-4 0,-19 8 4 0,19-8-3 0,-14 3-2 15,14-3 2-15,0 0-4 0,0 0 0 0,0 0-6 16,0 0 8-16,-22-15-4 0,22 15-8 0,0 0 6 16,0 0-3-16,14-18 1 0,-14 18 0 0,13-15 3 15,-4 11-2-15,-9 4 1 0,19-11-2 0,-9 9 5 16,-10 2-7-16,27-10 5 0,-13 10-2 0,-14 0 6 16,33 0-1-16,-12 4 8 0,-1-3 25 0,5 5 37 15,7 2 12-15,-4 0 13 0,10 7 25 0,4 0 13 16,-14 2 0-16,8 3-12 0,-9-4-13 0,0 3-6 0,-3 1-11 15,-4 1-10-15,1 5-6 0,-7-6-7 16,0 6-9-16,-6-2-5 0,-1 0 0 0,-9 5-6 0,-3-3-4 16,-4-2-5-16,-6 0-1 0,0-1 4 0,-17 3-4 15,2 0-6-15,-6-5-3 0,-4 2-3 0,-1-5-3 16,-2-3-5-16,-1-1-3 0,1 0-4 0,-2-4-18 16,2-4-15-16,0 2-26 0,-1-5-32 0,1-3-31 15,1-1-41-15,-1-6-31 0,-3 0-38 0,4-1-29 16,0-3-37-16,-7-2-41 0,7 0-57 0,-7-6-333 15,5 3-772-15,-4-3 342 0</inkml:trace>
          <inkml:trace contextRef="#ctx0" brushRef="#br0" timeOffset="71345.3532">2747 6202 188 0,'-14'-7'439'0,"14"7"-3"16,-16-8 5-16,16 8-10 0,-15-10-17 0,15 10-29 16,-6-10-33-16,6 10-27 0,0 0-29 0,8-16-22 15,-8 16-22-15,21-11-22 0,-7 10-22 0,5-6-17 16,1 7-22-16,9-4-14 0,-1 4-17 0,4-1-11 0,3 1-16 16,6 0-11-16,-8 0-15 0,8 1-12 15,2 3-16-15,-12-4-41 0,4 3-51 0,-7-3-66 0,6-1-57 16,-6-1-62-16,-7 2-70 0,-1-4-72 0,1-3-111 15,-4 2-236-15,2-3-769 0,-3-2 340 0</inkml:trace>
          <inkml:trace contextRef="#ctx0" brushRef="#br0" timeOffset="71884.9423">3373 5573 54 0,'0'-12'350'15,"0"12"-12"-15,0 0-12 0,4-18-6 0,-4 18-2 16,7-7-10-16,-7 7-1 0,0 0-4 0,20-8-5 16,-20 8-6-16,22-6-12 0,-22 6-1 0,27 3-18 15,-27-3-16-15,38 3-21 0,-16-2-22 0,5 4-18 16,-2-3-16-16,5 2-16 0,-1 1-16 0,1-2-12 15,2 1-13-15,-2-1-14 0,0 1-8 0,1 3-7 16,-2-7-10-16,1 5-6 0,-3-3-8 0,-5-2-4 0,-2 0-6 16,-20 0-3-16,37-4-8 0,-18 1 1 0,-5 1-4 15,-14 2-5-15,27-6 2 0,-18-2 11 16,-9 8 4-16,16-10 10 0,-7 3-5 0,-9 7-4 0,11-19-1 16,-7 11 2-16,0-6 5 0,-1 6-13 0,1-6 7 15,-4 14-3-15,0-23-5 0,-2 12 12 0,2 11 18 16,-5-14-10-16,5 14 0 0,-4-15-18 0,4 15 5 15,-5-12-3-15,5 12 4 0,-6-11-10 0,6 11-6 16,0 0-5-16,0 0 2 0,0 0-6 0,0 0-5 16,-29 37 3-16,26-14 14 0,-3 5-17 0,1 10-1 15,-1 0-15-15,-1 9 12 0,6-3-4 0,-6 11 2 0,9-2 5 16,-10 19-3-16,5-18 1 0,-2 2-1 0,-1-2-1 16,3 1 4-16,-8-5-10 0,4-3 6 15,2 2-1-15,1-7-5 0,-1 0 0 0,-1 0 5 0,4-14-6 16,-4-2 3-16,9-1-5 0,-1-8 8 0,-4 1-5 15,-1-3-1-15,1-4-2 0,2-11-5 0,-1 18-5 16,1-18-6-16,0 17-26 0,0-17-29 0,0 0-26 16,0 0-42-16,-5 9-73 0,5-9-50 0,0 0-69 15,0 0-60-15,0 0-71 0,0 0-103 0,-14-44-310 16,7 29-944-16,-2-1 418 0</inkml:trace>
          <inkml:trace contextRef="#ctx0" brushRef="#br0" timeOffset="78552.3296">3847 6074 190 0,'0'0'204'0,"0"0"-18"0,0 0-9 16,0 0-12-16,0 0-12 0,0 0-12 0,0 0-7 15,0 0-13-15,0 0-7 0,0 0-5 0,0 0-10 16,0 0-3-16,0 0-1 0,0 0-4 0,0 0 0 16,0 0-2-16,0 0 1 0,0 0 1 0,0 0-1 0,0 0-1 15,0 0 0-15,0 0-7 0,0 0-1 16,0 0-6-16,0 0-2 0,0 0-5 0,0 0-6 0,-27-2 0 16,27 2 0-16,0 0-8 0,0 0-4 0,0 0-5 15,-13 8-5-15,13-8-6 0,0 0 0 0,-12 4-7 16,12-4 1-16,0 0 4 0,-15 6 3 0,15-6-2 15,0 0-2-15,0 0-3 0,0 0 5 0,0 0-3 16,0 0-6-16,0 0 9 0,0 0-1 0,-17 4-3 16,17-4 3-16,0 0 8 0,0 0-18 0,0 0 4 15,0 0 1-15,0 0 6 0,0 0-7 0,0 0-10 16,0 0 5-16,0 0-7 0,0 0 3 0,0 0-3 0,0 0-3 16,0 0 2-16,0 0-5 0,0 0 5 15,0 0-13-15,0 0 8 0,0 0-3 0,0 0 2 16,0 0 1-16,0 0-4 0,0 0 3 0,0 0-5 0,0 0 5 15,0 0-3-15,0 0-2 0,0 0 3 0,0 0-4 16,0 0 6-16,0 0-5 0,0 0 4 0,0 0-8 16,0 0 2-16,0 0 0 0,0 0 2 0,0 0-1 15,0 0-4-15,0 0 6 0,0 0 0 0,0 0-11 16,0 0 12-16,0 0-5 0,0 0 6 0,0 0 0 16,9 19-2-16,-9-19-3 0,0 0 6 0,0 0-6 15,0 0 6-15,0 0-4 0,0 0 0 0,0 0 0 16,0 0 4-16,0 0 1 0,0 0-6 0,0 0 4 0,0 0-16 15,27 3 12-15,-27-3 3 0,0 0-5 16,0 0 7-16,0 0-5 0,16 0 2 0,-16 0 2 16,0 0-2-16,0 0-5 0,0 0 8 0,27 0-2 0,-27 0-1 15,0 0-3-15,0 0-4 0,27 0 5 0,-27 0-1 16,0 0-2-16,30 0-7 0,-30 0 3 0,22 0-10 16,-22 0-13-16,21 0-21 0,-21 0-26 0,19 4-39 15,-19-4-55-15,0 0-60 0,23 4-90 0,-23-4-243 16,0 0-609-16,13 4 269 0</inkml:trace>
        </inkml:traceGroup>
        <inkml:traceGroup>
          <inkml:annotationXML>
            <emma:emma xmlns:emma="http://www.w3.org/2003/04/emma" version="1.0">
              <emma:interpretation id="{0FC44A96-A3E8-4EA3-9B7A-3C9481C96A13}" emma:medium="tactile" emma:mode="ink">
                <msink:context xmlns:msink="http://schemas.microsoft.com/ink/2010/main" type="inkWord" rotatedBoundingBox="20986,7326 21916,7350 21884,8627 20954,8603"/>
              </emma:interpretation>
              <emma:one-of disjunction-type="recognition" id="oneOf4">
                <emma:interpretation id="interp12" emma:lang="" emma:confidence="1">
                  <emma:literal/>
                </emma:interpretation>
              </emma:one-of>
            </emma:emma>
          </inkml:annotationXML>
          <inkml:trace contextRef="#ctx0" brushRef="#br0" timeOffset="79863.5869">4575 5639 147 0,'-3'-9'259'0,"3"9"-4"16,-5-9-8-16,5 9-8 0,-1-15-9 0,1 15-12 15,0 0-14-15,0-14-9 0,0 14-13 0,0 0-7 16,0 0-15-16,0-14-11 0,0 14-11 0,0 0-14 16,0 0-11-16,0 0-3 0,0 0 11 0,0 0 10 15,0 0 12-15,0 0 9 0,6 36 2 0,-4-18-12 16,-1 8-8-16,2 3 2 0,1 2 4 0,0 9-1 16,0 0-8-16,0 2-15 0,-4 4-6 0,7 3-9 15,-6-6-1-15,4 7-11 0,-4-1-5 0,6 1-13 0,-7-1-1 16,1 1-11-16,-1-4-10 0,0 2 0 0,0-4-6 15,4 0-3-15,-8-2-2 0,1 0-4 16,-2-3-3-16,-1-12-3 0,0 1 1 0,4-4-3 0,-4-3-1 16,0-2-4-16,-1-5-4 0,4 1-1 0,2-5 0 15,1-10 2-15,-7 11-2 0,7-11-3 0,0 0 3 16,0 0-3-16,0 0-2 0,0 0-2 0,0 0-1 16,-12-44-5-16,12 16 3 0,1-13-4 0,2-7 1 15,0-5 0-15,5-20-2 0,0-1-2 0,5 3 2 16,-2-4 0-16,0 2-3 0,2 3-1 0,1 17 0 15,0-1 0-15,0 3-1 0,5 4-1 0,8-21 0 0,-8 26 1 16,2 1 0-16,6 4-2 0,-2-2 3 16,3 6-3-16,2 6 1 0,-8 5 2 0,4 0-1 15,-3 7 1-15,6 4 0 0,-4 0-1 0,-1 2 5 0,3 3-8 16,-8 6-4-16,-19 0 3 0,31 8 3 16,-16 0 2-16,-3 8 2 0,-2 7-4 0,1 2 3 0,-10 4 1 15,-1 6 1-15,-6 9 1 0,-3-2-8 0,-6-1 7 16,-10 0-2-16,0 6-14 0,-7-3-6 0,-14 12-5 15,8-13 1-15,2-3 4 0,-7-1 2 0,2-2-3 16,0-1 9-16,2-2-3 0,-1-1 4 0,5-4 4 16,1-4 1-16,-1-1 2 0,11-6-1 0,4 1 3 15,-1-2-1-15,8-5 1 0,5-1-2 0,2 1 6 16,6 2-2-16,0-14 2 0,14 23 0 0,-1-9-2 16,9-2 6-16,5 2-2 0,14 4 4 0,0 1-5 0,5-5 2 15,3 2 0-15,5-1-4 0,1-4 2 16,-1 6 3-16,1-1-3 0,0-1 1 0,-4-4-1 0,1 8 7 15,-6-7-8-15,0 5-12 0,-8-2-29 0,-10-1-33 16,1-2-41-16,-4 2-23 0,-8-3-38 0,1 1-30 16,-4-4-45-16,-5 1-48 0,2-4-63 0,-7 6-312 15,-4-11-730-15,6 11 323 0</inkml:trace>
        </inkml:traceGroup>
        <inkml:traceGroup>
          <inkml:annotationXML>
            <emma:emma xmlns:emma="http://www.w3.org/2003/04/emma" version="1.0">
              <emma:interpretation id="{48A5BB19-3EA2-4326-8AC2-28E85DDBE56E}" emma:medium="tactile" emma:mode="ink">
                <msink:context xmlns:msink="http://schemas.microsoft.com/ink/2010/main" type="inkWord" rotatedBoundingBox="21887,8262 23565,8305 23545,9125 21866,9082"/>
              </emma:interpretation>
              <emma:one-of disjunction-type="recognition" id="oneOf5">
                <emma:interpretation id="interp13" emma:lang="" emma:confidence="0.5">
                  <emma:literal>z</emma:literal>
                </emma:interpretation>
                <emma:interpretation id="interp14" emma:lang="" emma:confidence="0">
                  <emma:literal>2</emma:literal>
                </emma:interpretation>
                <emma:interpretation id="interp15" emma:lang="" emma:confidence="0">
                  <emma:literal>e</emma:literal>
                </emma:interpretation>
                <emma:interpretation id="interp16" emma:lang="" emma:confidence="0">
                  <emma:literal>Z</emma:literal>
                </emma:interpretation>
                <emma:interpretation id="interp17" emma:lang="" emma:confidence="0">
                  <emma:literal>n</emma:literal>
                </emma:interpretation>
              </emma:one-of>
            </emma:emma>
          </inkml:annotationXML>
          <inkml:trace contextRef="#ctx0" brushRef="#br0" timeOffset="80285.4054">5424 6515 297 0,'22'-21'359'16,"3"2"-19"-16,4 2-25 0,14-3-25 0,-7 4-27 0,5 6-30 15,-11 3-20-15,2 1-29 0,13 1-15 0,-13 5-16 16,0 0-19-16,-5 2-10 0,1 8-17 0,-6 3-3 16,-5-5-5-16,-7 7-14 0,3 10-5 0,-6-1-7 15,-7 3-4-15,-6 11-8 0,-2-8-8 0,-11 11 1 16,-3-1-8-16,-6-2 0 0,1 3-2 0,-2-4 3 0,-5 3 6 15,-3-3-4-15,3 5 10 0,-1-6-2 16,5 3-1-16,-3-5 1 0,3-4-2 0,3 2-1 16,6-8-1-16,1-6-4 0,4 1 0 0,3-6-16 0,5 0 18 15,5-6 12-15,0 3 32 0,3-10 21 16,8 15 3-16,-8-15-3 0,31 9-8 0,-4-6-6 0,5 1 0 16,17-8 8-16,12 3 17 0,23-10 19 0,3 2 17 15,5-7 34-15,3 1-4 0,39-13 36 0,-41 12 3 16,4 4-18-16,-3-3-17 0,-3 7-15 0,-6-2-24 15,-3 3-29-15,-23 0-6 0,2 7-8 0,-7-5-24 16,-5 1-44-16,-2-3-47 0,-2 5 0 0,-20-1 0 16,-5 3 0-16,-2-5 0 0,-18 5 0 0,25 0 0 15,-25 0 0-15,14-4 0 0,-14 4-50 0,0 0-126 16,0 0-57-16,0 0-55 0,0 0-60 0,0 0-59 0,0 0-61 16,0 0-71-16,0 0-408 0,-34-19-1027 0,19 12 455 15</inkml:trace>
        </inkml:traceGroup>
      </inkml:traceGroup>
    </inkml:traceGroup>
  </inkml:traceGroup>
</inkml:ink>
</file>

<file path=ppt/ink/ink12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7T08:26:18.432"/>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7E28A086-908D-448B-BC21-7F1EA926198F}" emma:medium="tactile" emma:mode="ink">
          <msink:context xmlns:msink="http://schemas.microsoft.com/ink/2010/main" type="inkDrawing" rotatedBoundingBox="4724,3839 4769,4629 4168,4664 4123,3873" hotPoints="4801,4272 4438,4635 4075,4272 4438,3909" semanticType="enclosure" shapeName="Circle"/>
        </emma:interpretation>
      </emma:emma>
    </inkml:annotationXML>
    <inkml:trace contextRef="#ctx0" brushRef="#br0">997 3416 203 0,'0'0'289'0,"-16"-2"-6"0,16 2 3 0,0 0-7 15,-29 0-15-15,29 0-10 0,0 0-23 0,-30 0-8 16,30 0-3-16,-19 10-1 0,19-10 2 0,-14 12-3 0,8-2 4 16,-2 3-4-16,0 3-7 0,0 3 0 15,2 5-4-15,-1 3-11 0,0-1-12 0,0 4-9 16,-1 7-8-16,4 1 1 0,0-7-14 0,0 9-10 0,-3-12-8 15,7 14-23-15,0-6-14 0,-1-4-4 0,-1-4-10 16,4 2-10-16,-2-4-4 0,5 1-5 0,-2 4-3 16,5-9-7-16,-2 3-4 0,5-1-7 0,-3-10 1 15,1 1-2-15,6-1 9 0,-1-1 8 0,5 0 8 16,-3-3 5-16,-1-3-8 0,6-4 9 0,-1 3 5 16,7-5 0-16,2-1 1 0,-1-3-6 0,1-2-2 15,-2-1 0-15,1-2 6 0,0-6 2 0,-2 2-10 16,-1-4-15-16,-4-5 13 0,5 5-2 0,-3-3 4 15,-4 0-4-15,-4-7-3 0,4 5-7 0,-6-7-2 16,1 3-6-16,-4-18-3 0,-2 14-40 0,-2-12-6 16,-5-1 0-16,-2-2 0 0,-4 4 0 0,-3 0 0 15,0 2 0-15,-6-5 0 0,1 17 0 0,-1 0 0 16,-2 0 0-16,-4 3 0 0,-1 2 0 0,-1 2 0 16,-5 1 0-16,-1 8 0 0,-2-2 0 0,1 4 0 0,-4 4 0 15,5 4 0-15,-1-2 0 0,7 4 0 0,0-1 0 16,-10 10-117-16,17-1-74 0,-4-3-48 0,5 1-66 15,4 0-64-15,-6 4-52 0,5 1-65 0,5-5-90 16,-2 3-339-16,3-1-990 0,5-10 437 0</inkml:trace>
  </inkml:traceGroup>
</inkml:ink>
</file>

<file path=ppt/ink/ink12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7T08:27:30.641"/>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9C99A75E-A458-4DFA-96E8-37097644B1D5}" emma:medium="tactile" emma:mode="ink">
          <msink:context xmlns:msink="http://schemas.microsoft.com/ink/2010/main" type="inkDrawing" rotatedBoundingBox="13216,5594 13498,10325 12118,10407 11835,5677" semanticType="verticalRange" shapeName="Other">
            <msink:sourceLink direction="with" ref="{C1DC2868-E580-4ADB-B714-74391E41E91D}"/>
            <msink:sourceLink direction="with" ref="{FB712982-9B72-4242-9B90-28C2A28535BD}"/>
            <msink:sourceLink direction="with" ref="{1ADDB658-624C-495C-82D0-61E537EF6967}"/>
          </msink:context>
        </emma:interpretation>
      </emma:emma>
    </inkml:annotationXML>
    <inkml:trace contextRef="#ctx0" brushRef="#br0">9 56 151 0,'0'0'332'0,"0"0"-2"16,-28-2-5-16,28 2-3 0,0 0-12 0,0 0-2 16,0 0-11-16,0 0-1 0,0 0-11 0,0 0-7 0,0 0-15 15,54-16-14-15,-23 15-8 0,18-2-20 0,5-1-12 16,3 4-20-16,1-2-13 0,-2 0-18 0,1-1-14 15,-2 3-17-15,-1 0-9 0,-1 0-11 16,-4 0-15-16,-1 3-5 0,-1-1-7 0,-15-2-9 0,-1 2-3 0,-1 2-5 0,-1-1-5 16,-4 1-5-16,-7-3-4 0,-1 5 1 15,-6-2-4-15,6-1-3 0,-2 5 3 0,-6 3 27 0,4 1-4 16,-4 0 3-16,-2 2-8 0,0 12 13 0,4 0 14 16,-7 3 22-16,5 11 1 0,-4-2 6 0,1 8 6 15,1 4 0-15,0 27 9 0,0-4 1 0,-3 6 17 16,6 1 5-16,1 6 8 0,0 7-10 0,6 32-156 15,-7-37 0-15,6 35 0 0,-10-31 0 0,19 35 0 16,-17-36 0-16,8 47 0 0,-3-7 0 0,-1-4 0 16,3 3 0-16,0-5 0 0,-7-36 0 0,0 37 0 15,-9-33 0-15,15 29 0 0,-9-33 0 0,-2 39 0 0,-5-39 0 16,4-4 0-16,2 6 0 0,1-5 0 16,-2 0 0-16,-3 1 0 0,0-5 0 0,0-3 0 15,-3-6 0-15,-3-3 0 0,6-17 0 0,-5 3 0 0,-1-6 0 16,-2 0 0-16,2 2 0 0,-4 3 0 0,4-7 0 15,-7 1 0-15,12-6 0 0,-6-3 0 0,-1-3 0 16,4-6 0-16,-3 5 0 0,6-10 0 0,-1-1 0 16,-3-9 0-16,5 2 0 0,0 1 0 0,0-4 0 15,0-15 0-15,0 30 0 0,0-15 0 0,5-1 0 16,-5-14 0-16,2 29 0 0,-2-29 0 0,0 20 0 16,0-20 0-16,0 25 0 0,1-13 0 0,-1-12 0 15,-1 25 0-15,1-25 0 0,-2 21 0 0,2-21 0 16,-5 19 0-16,5-19 0 0,-1 17 0 0,1-17 0 15,-7 14 0-15,7-14 0 0,-7 18 0 0,7-18 0 16,-11 14 0-16,11-14 0 0,-12 17 0 0,12-17 0 0,-17 14 0 16,17-14 0-16,-28 19 0 0,5-10 0 15,-5 2 0-15,-13 1 0 0,-2-2 0 0,-6 1 0 16,-8-6 0-16,-20 6 0 0,-2-3 0 0,-3-5 0 0,-2-3 0 16,-3 4 0-16,5-8 0 0,-3 7 0 0,1-13-46 15,22 6-1312-15,-12-8-1471 0,14 5 651 0</inkml:trace>
  </inkml:traceGroup>
</inkml:ink>
</file>

<file path=ppt/ink/ink13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7T08:26:57.597"/>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C524D3BC-F04A-45F8-8D10-8616766E22D8}" emma:medium="tactile" emma:mode="ink">
          <msink:context xmlns:msink="http://schemas.microsoft.com/ink/2010/main" type="inkDrawing" rotatedBoundingBox="10586,4592 10776,3578 11317,3679 11127,4693" semanticType="callout" shapeName="Other">
            <msink:sourceLink direction="with" ref="{618A488D-4E41-40EB-8E88-0BC9B8EBB017}"/>
            <msink:sourceLink direction="with" ref="{DBCED6F4-9003-4525-B123-7E2783ECB47D}"/>
          </msink:context>
        </emma:interpretation>
      </emma:emma>
    </inkml:annotationXML>
    <inkml:trace contextRef="#ctx0" brushRef="#br0">7901 3266 229 0,'4'-8'299'0,"-4"8"-6"16,8-13-7-16,-8 13-14 0,0 0-16 0,3-17-15 16,-3 17-11-16,0 0-16 0,-11-16-23 0,11 16 1 15,-15-5 13-15,15 5-23 0,-26-4-6 0,10 1-2 16,16 3 4-16,-35 5-2 0,14-2 1 0,-5 3-9 15,-3 2 0-15,1 7-7 0,2-7-4 0,1 6 7 16,-10 11 2-16,1-2-9 0,2 1-17 0,0 4-6 0,10-6-14 16,-8 7-6-16,5 1-9 0,3 3-10 0,1 1-11 15,2-8-6-15,0 1-6 0,7 11-8 16,-3-3-6-16,1 4-4 0,3-1-9 0,8 2-2 0,0-2-6 16,1 1-4-16,2-9-1 0,7 7 1 0,0 2-5 15,0-9-4-15,7 4 3 0,-3-3-2 0,5-9 4 16,-3 3-1-16,4-1 6 0,2-6-6 0,-3 1 8 15,-2-5 12-15,8 1 9 0,-3-7 3 0,0 0 6 16,-2-2 3-16,2-1 4 0,3-3-1 0,-1-2-4 16,-21 0-12-16,41-3 8 0,-20-3 7 0,2-3 3 15,-4 1-11-15,-1-5 0 0,-4 0-10 0,6-3-14 16,-1-4 1-16,-6 7-1 0,1-8-4 0,-3-1-4 16,-4 4-4-16,4 0 0 0,-8 1-7 0,0 3-3 0,0-7-5 15,-4 2-2-15,-4 1 3 0,-3 0-7 16,2 2-3-16,-4 2-3 0,-2-1-3 0,-1 6-12 15,-1-1-15-15,-1-2-4 0,0 5-12 0,-4 1-12 0,1 1-9 16,-2 0-7-16,-2 5-13 0,22 0-16 0,-40 2-25 16,26 5-27-16,-5-3-36 0,5 2-37 0,-1-1-35 15,4 6-36-15,0-4-32 0,3 1-34 0,1 1-48 16,7-9-85-16,-13 13-269 0,13-13-831 0,0 13 368 16</inkml:trace>
  </inkml:traceGroup>
</inkml:ink>
</file>

<file path=ppt/ink/ink13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7T08:27:16.269"/>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4C505BC2-1D95-4824-909A-39018E7D3A7F}" emma:medium="tactile" emma:mode="ink">
          <msink:context xmlns:msink="http://schemas.microsoft.com/ink/2010/main" type="inkDrawing" rotatedBoundingBox="1573,6661 1980,6641 1982,6689 1575,6708" shapeName="Other"/>
        </emma:interpretation>
      </emma:emma>
    </inkml:annotationXML>
    <inkml:trace contextRef="#ctx0" brushRef="#br0">-1739 6249 141 0,'0'0'259'0,"0"0"-9"16,-21-13 2-16,21 13 6 0,0 0 4 0,0 0-6 15,0 0-4-15,-11-7-4 0,11 7 8 0,0 0 17 16,0 0-11-16,0 0-7 0,-6-12-2 0,6 12-25 16,0 0-19-16,0 0-16 0,0 0-20 0,0 0-16 15,0 0-13-15,0 0-15 0,0 0-15 0,21-10-10 16,-21 10-8-16,34-4-14 0,-8 3-10 0,0-3-8 16,3 4-10-16,4-1-9 0,-1 1-47 0,1 0-59 15,0 0-62-15,-1 0-66 0,-4 1-68 0,-4 3-71 16,-4-1-403-16,-2 1-791 0,1 0 351 0</inkml:trace>
  </inkml:traceGroup>
</inkml:ink>
</file>

<file path=ppt/ink/ink13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7T08:27:16.448"/>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28120536-D538-4EBD-AC2C-D7423203972F}" emma:medium="tactile" emma:mode="ink">
          <msink:context xmlns:msink="http://schemas.microsoft.com/ink/2010/main" type="inkDrawing" rotatedBoundingBox="1456,7006 2137,6979 2138,6995 1457,7023" shapeName="Other"/>
        </emma:interpretation>
      </emma:emma>
    </inkml:annotationXML>
    <inkml:trace contextRef="#ctx0" brushRef="#br0">-1873 6548 168 0,'-8'5'296'0,"8"-5"-24"0,-13 8-10 0,13-8 13 16,0 0 5-16,0 0 7 0,0 0-24 0,0 0-27 0,54 2-19 15,-19-5-22-15,9-1-18 0,3-3-16 0,4 5-15 16,-1-3-25-16,-1 3-31 0,5-1-63 0,-3 1-81 16,-2 1-102-16,1 2-121 0,-1 1-221 0,0-5-539 15,0 3 238-15</inkml:trace>
  </inkml:traceGroup>
</inkml:ink>
</file>

<file path=ppt/ink/ink13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7T08:27:17.197"/>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1A3D30EE-64B5-4268-8AED-AD7707C7F197}" emma:medium="tactile" emma:mode="ink">
          <msink:context xmlns:msink="http://schemas.microsoft.com/ink/2010/main" type="writingRegion" rotatedBoundingBox="3115,6195 4277,6195 4277,9948 3115,9948"/>
        </emma:interpretation>
      </emma:emma>
    </inkml:annotationXML>
    <inkml:traceGroup>
      <inkml:annotationXML>
        <emma:emma xmlns:emma="http://www.w3.org/2003/04/emma" version="1.0">
          <emma:interpretation id="{5F537E11-3C63-4A9F-8B90-24A78D28D4A5}" emma:medium="tactile" emma:mode="ink">
            <msink:context xmlns:msink="http://schemas.microsoft.com/ink/2010/main" type="paragraph" rotatedBoundingBox="3115,6195 4277,6195 4277,9948 3115,9948" alignmentLevel="1"/>
          </emma:interpretation>
        </emma:emma>
      </inkml:annotationXML>
      <inkml:traceGroup>
        <inkml:annotationXML>
          <emma:emma xmlns:emma="http://www.w3.org/2003/04/emma" version="1.0">
            <emma:interpretation id="{96E95EA9-C690-4150-A129-E59D25BBEA26}" emma:medium="tactile" emma:mode="ink">
              <msink:context xmlns:msink="http://schemas.microsoft.com/ink/2010/main" type="line" rotatedBoundingBox="3115,6195 4277,6195 4277,9948 3115,9948"/>
            </emma:interpretation>
          </emma:emma>
        </inkml:annotationXML>
        <inkml:traceGroup>
          <inkml:annotationXML>
            <emma:emma xmlns:emma="http://www.w3.org/2003/04/emma" version="1.0">
              <emma:interpretation id="{B97DAD9D-4165-4751-B707-F2259CAA57E8}" emma:medium="tactile" emma:mode="ink">
                <msink:context xmlns:msink="http://schemas.microsoft.com/ink/2010/main" type="inkWord" rotatedBoundingBox="3115,6195 4277,6195 4277,9948 3115,9948"/>
              </emma:interpretation>
              <emma:one-of disjunction-type="recognition" id="oneOf0">
                <emma:interpretation id="interp0" emma:lang="" emma:confidence="1">
                  <emma:literal/>
                </emma:interpretation>
              </emma:one-of>
            </emma:emma>
          </inkml:annotationXML>
          <inkml:trace contextRef="#ctx0" brushRef="#br0">265 246 187 0,'0'-16'314'0,"-6"4"5"16,3-9 4-16,-2 7 1 0,-2-2 4 0,6-1-12 15,-4 3-6-15,-1-3-5 0,3 2-1 0,-2 2-13 16,-1-3-6-16,2 0 4 0,0 8 3 0,2-6-6 0,-4-1-8 16,6 15-14-16,-7-14-20 0,7 14-24 0,0-10-26 15,0 10-15-15,0 0-20 0,0 0-9 16,0 0 6-16,0 0-6 0,0 0 7 0,0 0 0 0,8 54-6 16,-1-24 0-16,1 7-21 0,-2 6 11 0,2 2 8 15,-2 10 5-15,0 20-3 0,1-2 1 0,-2 2-4 16,-2 7-65-16,3-3-83 0,-6 5 0 0,0 3 0 15,-2 7 0-15,-5 34 0 0,-5-37 0 0,-2 41 0 16,0-6 0-16,1-1 0 0,5-38 0 0,1 3 0 16,-3 3 0-16,-6 31 0 0,12-40 0 0,-3 7 0 15,-5 42 0-15,4-58 0 0,0 10 0 0,-3-1 0 0,3 3 0 16,0-3 0-16,0 0 0 0,-3-2 0 16,3-1 0-16,-1-3 0 0,-3-3 0 0,5-5 0 15,0 7 0-15,-1-9 0 0,2-17 0 0,4 0 0 0,-4-3 0 16,1 1 0-16,4-7 0 0,-6 0 0 0,6-4 0 15,1-13 0-15,1 0 0 0,-1-1 0 0,4-6 0 0,-4 0 0 16,1-5 0-16,-1-1 0 0,0-12 0 16,2 16 0-16,-2-16 0 0,1 15 0 0,-1-15 0 15,4 9 0-15,-4-9 0 0,0 0 0 0,0 0 0 0,7 10 0 16,-7-10 0-16,0 0 0 0,0 0 0 0,0 0 0 16,0 0 0-16,29-1 0 0,-29 1 0 0,0 0 0 15,36-14 0-15,-15 13 0 0,7-2 0 0,1 2 0 16,-2-3 0-16,15 1 0 0,7-1 0 0,-1 4 0 15,2-5 0-15,7 3 0 0,21-1 0 0,-22 5 0 16,22-6 0-16,-16 4-209 0,17-5-171 0,-24-3-38 16,0 0-40-16,-3 1-44 0,7-1-77 0,-7-6-363 15,-3-2-1019-15,2-3 452 0</inkml:trace>
        </inkml:traceGroup>
      </inkml:traceGroup>
    </inkml:traceGroup>
  </inkml:traceGroup>
</inkml:ink>
</file>

<file path=ppt/ink/ink13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7T08:28:58.411"/>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980930DD-8C2D-4215-A671-355DA90C3879}" emma:medium="tactile" emma:mode="ink">
          <msink:context xmlns:msink="http://schemas.microsoft.com/ink/2010/main" type="inkDrawing" rotatedBoundingBox="13410,10302 13842,15266 11686,15454 11254,10489" semanticType="verticalRange" shapeName="Other">
            <msink:sourceLink direction="with" ref="{F2992281-3AE5-462E-8D1D-EED8E8081ECA}"/>
            <msink:sourceLink direction="with" ref="{6B26A367-44DC-4D63-947B-5F21AF20FA48}"/>
            <msink:sourceLink direction="with" ref="{E7EA61D2-5013-43A7-9AD4-EDC122680D6D}"/>
          </msink:context>
        </emma:interpretation>
      </emma:emma>
    </inkml:annotationXML>
    <inkml:trace contextRef="#ctx0" brushRef="#br0">575 189 104 0,'-22'-5'322'0,"22"5"-18"0,-21-2-12 0,21 2-16 0,-20-1 0 15,20 1-9-15,0 0-13 0,0 0-21 0,-21-2-23 16,21 2-12-16,0 0-16 0,0 0-1 0,0 0 0 16,0 0-1-16,0 0 0 0,0 0-12 0,70-10-16 15,-28 4-10-15,7 2-11 0,11-4-3 0,-1-3-13 16,17 3-7-16,-18-5-10 0,4 3-8 0,-1 0 4 15,-8-2-10-15,2 1-1 0,2 2-9 0,-2-1 0 16,0 1-7-16,-6 2-4 0,-4 3 1 0,-3-3-5 0,-9 2-8 16,-3 4-2-16,-1 1-3 0,-9 1 2 0,1 4-3 15,-5 2 2-15,3 0 11 0,-5 6 15 0,-1 4 4 16,-2 8 8-16,1 12-4 0,-1 6 10 0,-6 0 0 16,0 6-7-16,0 22 6 0,-8-2 9 0,3 8 2 15,-2 7 1-15,2 2-3 0,0 4 4 0,-6 33 0 16,6-31 2-16,1-1 0 0,6 38-1 0,-1-40 6 15,8 44 7-15,0-8-6 0,5 2 4 0,-3 7 9 16,5-10-17-16,1 7-5 0,0-5-68 0,2 2-34 16,-7-39 0-16,8 41 0 0,-9-40 0 0,6 39 0 15,-3-38 0-15,-3-6 0 0,1 4 0 0,-2 3 0 0,-4-5 0 16,1 3 0-16,-5-4 0 0,2-1 0 0,-4 4 0 16,-2-8 0-16,2 3 0 0,-5 2 0 0,6-6 0 15,-1-3 0-15,-4-5 0 0,-1-17 0 0,2 15 0 16,-2-14 0-16,0-4 0 0,1 0 0 0,-1-4 0 15,4 0 0-15,-4 0 0 0,0-8 0 0,0 1 0 16,-4-14 0-16,3 5 0 0,-1-5 0 0,2-2 0 16,-1 0 0-16,-2-9 0 0,3 1 0 0,0-1 0 0,-2-2 0 15,2-14 0-15,-5 19 0 0,5-19 0 0,0 11 0 16,0-11 0-16,0 0 0 0,-1 15 0 16,1-15 0-16,0 0 0 0,0 0 0 0,-5 8 0 0,5-8 0 15,0 0 0-15,0 0 0 0,0 0 0 0,0 0 0 16,0 0 0-16,0 0 0 0,0 0 0 0,0 0 0 15,0 0 0-15,-5 10 0 0,5-10 0 0,0 0 0 16,0 0 0-16,0 0 0 0,0 0 0 0,0 0 0 16,0 0 0-16,0 0 0 0,-11 10 0 0,11-10 0 15,0 0 0-15,0 0 0 0,-13 10 0 0,13-10 0 16,0 0 0-16,-11 7 0 0,11-7 0 0,-7 11 0 0,7-11 0 16,-7 8 0-16,7-8 0 0,-8 11 0 0,8-11 0 15,-6 12 0-15,6-12 0 0,-6 9 0 0,6-9 0 16,-7 8 0-16,7-8 0 0,0 0 0 0,-6 11 0 15,6-11 0-15,0 0 0 0,-13 11 0 0,13-11 0 16,0 0 0-16,-8 7 0 0,8-7 0 0,0 0 0 16,0 0 0-16,0 0 0 0,-9 8 0 0,9-8 0 15,0 0 0-15,0 0 0 0,-13 6 0 0,13-6 0 16,0 0 0-16,-27 7 0 0,12-5 0 0,-6 1 0 16,-6-2 0-16,-15 5 0 0,-3 1 0 0,-8-3 0 15,-31 6 0-15,-5 2 0 0,-9-7 0 0,-42 6 0 16,37-3 0-16,-38 8 0 0,1-3 0 0,42-1 0 0,-2 4-81 15,2-3-337-15,-38 13-130 0,33-12-163 0,5 2-362 16,-48 5-1161-16,48-2 514 0</inkml:trace>
  </inkml:traceGroup>
</inkml:ink>
</file>

<file path=ppt/ink/ink13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7T08:28:29.036"/>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FFA1E781-0638-4D15-9D56-E55E82BA6F53}" emma:medium="tactile" emma:mode="ink">
          <msink:context xmlns:msink="http://schemas.microsoft.com/ink/2010/main" type="writingRegion" rotatedBoundingBox="3270,11138 4423,11138 4423,14822 3270,14822"/>
        </emma:interpretation>
      </emma:emma>
    </inkml:annotationXML>
    <inkml:traceGroup>
      <inkml:annotationXML>
        <emma:emma xmlns:emma="http://www.w3.org/2003/04/emma" version="1.0">
          <emma:interpretation id="{9C8F70E3-3780-4A36-A6B2-0DE4B4B16598}" emma:medium="tactile" emma:mode="ink">
            <msink:context xmlns:msink="http://schemas.microsoft.com/ink/2010/main" type="paragraph" rotatedBoundingBox="3270,11138 4423,11138 4423,14822 3270,14822" alignmentLevel="1"/>
          </emma:interpretation>
        </emma:emma>
      </inkml:annotationXML>
      <inkml:traceGroup>
        <inkml:annotationXML>
          <emma:emma xmlns:emma="http://www.w3.org/2003/04/emma" version="1.0">
            <emma:interpretation id="{A30870E0-3B32-48F3-800D-4FB5E1ABDD1A}" emma:medium="tactile" emma:mode="ink">
              <msink:context xmlns:msink="http://schemas.microsoft.com/ink/2010/main" type="line" rotatedBoundingBox="3270,11138 4423,11138 4423,14822 3270,14822"/>
            </emma:interpretation>
          </emma:emma>
        </inkml:annotationXML>
        <inkml:traceGroup>
          <inkml:annotationXML>
            <emma:emma xmlns:emma="http://www.w3.org/2003/04/emma" version="1.0">
              <emma:interpretation id="{3C6D7CB9-5966-4470-8C2A-34262BA617A5}" emma:medium="tactile" emma:mode="ink">
                <msink:context xmlns:msink="http://schemas.microsoft.com/ink/2010/main" type="inkWord" rotatedBoundingBox="3270,11138 4423,11138 4423,14822 3270,14822"/>
              </emma:interpretation>
            </emma:emma>
          </inkml:annotationXML>
          <inkml:trace contextRef="#ctx0" brushRef="#br0">-12 10876 220 0,'-14'-23'464'0,"3"-1"-43"0,3 4-31 15,7 5-14-15,-7-1 25 0,1-3-3 0,1 5-13 16,4 3-14-16,-2 1-15 0,4 10-16 0,-3-19-28 0,3 19-27 16,-4-13-21-16,4 13-25 0,0 0-20 15,-1-12-17-15,1 12-3 0,0 0-5 0,0 0 6 0,1 39-3 16,4-11-11-16,-3 10-5 0,-1 6-11 0,-1 7 5 15,5 2-7-15,3 19-11 0,-3 0-7 0,-2 0 1 16,3 3-16-16,0 2-12 0,1 6-9 0,1 1-66 16,4 42-48-16,-10-37 0 0,6 38 0 0,-2-34 0 15,-1 38 0-15,3-3 0 0,-3-36 0 0,-2 32 0 16,3-33 0-16,2 2 0 0,3 34 0 0,-8-41 0 16,3 1 0-16,-1 1 0 0,-2-3 0 0,0-5 0 0,1-1 0 15,2-4 0-15,-4-5 0 0,2 0 0 16,-1-18 0-16,2 3 0 0,5 16 0 0,-6-20 0 15,4 1 0-15,-1-1 0 0,1-2 0 0,-2 6 0 0,0-6 0 16,-4-1 0-16,4-5 0 0,-1-1 0 0,-2-5 0 16,2-8 0-16,-4-1 0 0,6-1 0 0,-1 0 0 15,-3-2 0-15,2-8 0 0,0-1 0 0,-2 1 0 16,-3-3 0-16,1-4 0 0,-1-10 0 0,5 15 0 16,-5-15 0-16,2 12 0 0,-2-12 0 0,6 9 0 15,-6-9 0-15,0 0 0 0,0 0 0 0,0 0 0 16,3 12 0-16,-3-12 0 0,0 0 0 0,0 0 0 0,0 0 0 15,0 0 0-15,0 0 0 0,0 0 0 16,0 0 0-16,0 0 0 0,0 0 0 0,0 0 0 0,0 0 0 16,0 0 0-16,0 0 0 0,0 0 0 0,0 0 0 15,14 7 0-15,-14-7 0 0,0 0 0 0,24 5 0 16,-24-5 0-16,30 2 0 0,-11-1 0 0,3 0 0 16,7 4 0-16,12 0 0 0,1 3-81 0,6-4-157 15,-2-3-34-15,6-1-37 0,-2 2-32 0,4-1-33 16,-2-2-30-16,5-1-27 0,-2-3-23 0,2-6-52 15,-1 3-292-15,1 0-863 0,-1-6 383 0</inkml:trace>
        </inkml:traceGroup>
      </inkml:traceGroup>
    </inkml:traceGroup>
  </inkml:traceGroup>
</inkml:ink>
</file>

<file path=ppt/ink/ink13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7T08:31:05.756"/>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4B9D27F3-A042-48DA-AA69-0CFB8B388081}" emma:medium="tactile" emma:mode="ink">
          <msink:context xmlns:msink="http://schemas.microsoft.com/ink/2010/main" type="inkDrawing" rotatedBoundingBox="6327,552 6872,5757 5761,5873 5216,668" semanticType="verticalRange" shapeName="Other">
            <msink:sourceLink direction="with" ref="{92E0B9D0-E53E-4D6C-9CEE-A8A6FE7F0AE1}"/>
            <msink:sourceLink direction="with" ref="{F37C9D35-EC60-4CEE-867E-6A77A9AA2751}"/>
            <msink:sourceLink direction="with" ref="{DBF99CE9-74C8-48AF-A92A-590DD00A9767}"/>
          </msink:context>
        </emma:interpretation>
      </emma:emma>
    </inkml:annotationXML>
    <inkml:trace contextRef="#ctx0" brushRef="#br0">5289 428 143 0,'-7'-19'342'0,"0"1"-2"0,-1 0 3 0,0-4 3 16,1 6-11-16,1-1-11 0,-3-1 9 0,2 5-12 0,-1-3-6 15,2 8-5-15,0-4-8 0,6 12-9 0,-10-14-3 16,10 14-31-16,-6-13-13 0,6 13-19 0,-6-9-23 16,6 9-12-16,0 0-15 0,-5-11-16 0,5 11-15 15,0 0-17-15,0 0-10 0,0 0-10 0,0 0-4 16,0 0-1-16,0 0 9 0,0 0 7 0,17 39 5 16,-14-20-4-16,5 9 8 0,3 11 9 0,-1 1 2 15,-5 10 6-15,2-1 0 0,6 21 0 0,-3-16-1 16,1 23 5-16,-2 1-93 0,1 11-57 0,4 32 0 15,-5-32 0-15,2 37 0 0,-1 0 0 0,-7-34 0 0,8 46 0 16,-8-12 0-16,5-34 0 0,5 36 0 16,-4 2 0-16,4 7 0 0,1-2 0 0,-1-3 0 15,3 3 0-15,-2-7 0 0,5-1 0 0,-5 0 0 0,0-46 0 16,2 54 0-16,3-3 0 0,-3-7 0 0,-5-35 0 16,-2 41 0-16,-2-41 0 0,1 2 0 15,-7-1 0-15,4 0 0 0,-4-4 0 0,-1-1 0 0,-1-3 0 16,-4 7 0-16,0-14 0 0,1 0 0 0,-6-20 0 15,5-1 0-15,-1 13 0 0,0-17 0 0,-2 0 0 16,2-2 0-16,-2-2 0 0,1-5 0 0,1-1 0 16,-2-1 0-16,8-10 0 0,-1 0 0 0,-4-2 0 15,3-2 0-15,1-10 0 0,-4 0 0 0,5 3 0 16,0-6 0-16,0 4 0 0,-2-5 0 0,2-12 0 16,-4 18 0-16,2-6 0 0,2-12 0 0,0 18 0 15,-2-10 0-15,2-8 0 0,-4 12 0 0,4-12 0 0,-2 14 0 16,2-14 0-16,-5 18 0 0,5-18 0 15,-6 14 0-15,6-14 0 0,-2 12 0 0,2-12 0 16,-3 8 0-16,3-8 0 0,-4 13 0 0,4-13 0 0,-5 12 0 16,5-12 0-16,0 0 0 0,0 0 0 0,-6 14 0 15,6-14 0-15,0 0 0 0,0 0 0 0,-2 8 0 16,2-8 0-16,0 0 0 0,0 0 0 0,0 0 0 16,0 0 0-16,0 0 0 0,0 0 0 0,0 0 0 15,0 0 0-15,0 0 0 0,0 0 0 0,0 0 0 16,0 0 0-16,-3 12 0 0,3-12 0 0,0 0 0 15,0 0 0-15,0 0 0 0,0 0 0 0,0 0 0 16,35-1 0-16,-35 1 0 0,31 0 0 0,2 1 0 16,10-5 0-16,6 7 0 0,6-6 0 0,1 6 0 15,-3-6 0-15,9 3 0 0,15-2 0 0,-20 2 0 16,3-2 0-16,-3-5 0 0,0 3 0 0,-6-1 0 16,-1-2 0-16,-2-1-213 0,-4 1-247 0,0-3-18 0,-12 2-42 15,11-4-42-15,-18-1-431 0,-1 5-1076 0,1-10 476 16</inkml:trace>
  </inkml:traceGroup>
</inkml:ink>
</file>

<file path=ppt/ink/ink13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7T08:31:26.917"/>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E43D9B97-70D7-400E-97F0-AD1FE66C0BF0}" emma:medium="tactile" emma:mode="ink">
          <msink:context xmlns:msink="http://schemas.microsoft.com/ink/2010/main" type="inkDrawing" rotatedBoundingBox="19769,118 20934,5630 19117,6014 17952,501" semanticType="verticalRange" shapeName="Other">
            <msink:sourceLink direction="with" ref="{5C07AC9B-E179-4D32-8664-1016046856FF}"/>
            <msink:sourceLink direction="with" ref="{92E0B9D0-E53E-4D6C-9CEE-A8A6FE7F0AE1}"/>
            <msink:sourceLink direction="with" ref="{F37C9D35-EC60-4CEE-867E-6A77A9AA2751}"/>
            <msink:sourceLink direction="with" ref="{DBF99CE9-74C8-48AF-A92A-590DD00A9767}"/>
          </msink:context>
        </emma:interpretation>
      </emma:emma>
    </inkml:annotationXML>
    <inkml:trace contextRef="#ctx0" brushRef="#br0">-8 30 120 0,'0'0'313'0,"0"0"-31"0,0 0-27 16,-17 4-15-16,17-4 0 0,0 0 6 0,0 0 8 15,0 0-17-15,31 10-14 0,-2-11-16 0,4 2-16 16,10 3-4-16,7-4-6 0,7-4-16 0,5 4-3 16,22 0-19-16,-7-2-11 0,-20 1-9 0,3-4 0 15,19-2-21-15,-28 4-13 0,6-4-6 0,-2 4-7 0,0 2 5 16,-4-3-4-16,-4-1 1 0,1 2-9 0,-17 3 2 16,12-4-4-16,-15 2 2 0,-7 4-4 0,7 3-5 15,-7 2 2-15,-5-2 1 0,3 4-1 0,1 8 7 16,-1 3 13-16,5 13 6 0,-4 4 7 15,1 5-1-15,-5 6 12 0,11 21-4 0,-5 7 5 0,-2 0 4 16,2 10 5-16,4 2 8 0,4 32 3 0,3 10 0 16,-3-8 8-16,5-1 2 0,-1 8-7 0,-4-3 6 15,4 3 13-15,-4 5-7 0,4-6 7 0,-2-2-6 16,0 1 1-16,-7 9 0 0,3-3 2 0,-4 0-56 16,-2 4-90-16,7 4 0 0,-2-4 0 0,-5-2 0 15,1-5 0-15,1-4 0 0,-5 10 0 0,-2-2 0 16,1-7 0-16,-7 1 0 0,2-1 0 0,1-4 0 15,-8-38 0-15,2-1 0 0,-2 9 0 0,1-2 0 16,-6-6 0-16,-1-3 0 0,5-1 0 0,-2-7 0 0,-3-18 0 16,-1-5 0-16,-3-2 0 0,1-3 0 15,0 0 0-15,0-5 0 0,0-1 0 0,-2-10 0 0,2 0 0 16,0-11 0-16,3-2 0 0,0 2 0 0,0-1 0 16,-2-4 0-16,4-3 0 0,1 2 0 0,0 1 0 15,-3-14 0-15,5 21 0 0,-2-12 0 0,-3-9 0 16,6 14 0-16,-1-6 0 0,-5-8 0 0,3 16 0 15,-3-16 0-15,6 11 0 0,-6-11 0 0,7 13 0 16,-7-13 0-16,6 12 0 0,-6-12 0 0,2 12 0 16,-2-12 0-16,0 0 0 0,6 10 0 0,-6-10 0 15,0 0 0-15,6 11 0 0,-6-11 0 0,0 0 0 16,0 0 0-16,0 0 0 0,0 0 0 0,0 0 0 0,0 0 0 16,-16 11 0-16,16-11 0 0,-47-4 0 15,-2 4 0-15,-9 0 0 0,-34 0 0 0,-9-2 0 0,-43 2 0 16,5-9 0-16,35 7 0 0,-34-4 0 0,-6 5 0 15,46-1 0-15,3-2 0 0,-3 5-352 0,0-8-955 16,8 6-1415-16,10-6 626 0</inkml:trace>
  </inkml:traceGroup>
</inkml:ink>
</file>

<file path=ppt/ink/ink13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7T08:32:15.555"/>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1342BCAB-98E8-4AE9-9E35-0215ACB9E4F0}" emma:medium="tactile" emma:mode="ink">
          <msink:context xmlns:msink="http://schemas.microsoft.com/ink/2010/main" type="writingRegion" rotatedBoundingBox="21677,2090 27394,2346 27303,4374 21586,4118"/>
        </emma:interpretation>
      </emma:emma>
    </inkml:annotationXML>
    <inkml:traceGroup>
      <inkml:annotationXML>
        <emma:emma xmlns:emma="http://www.w3.org/2003/04/emma" version="1.0">
          <emma:interpretation id="{D82393DD-F5CB-4423-9C1B-690442169EBC}" emma:medium="tactile" emma:mode="ink">
            <msink:context xmlns:msink="http://schemas.microsoft.com/ink/2010/main" type="paragraph" rotatedBoundingBox="21677,2090 27394,2346 27303,4374 21586,4118" alignmentLevel="1"/>
          </emma:interpretation>
        </emma:emma>
      </inkml:annotationXML>
      <inkml:traceGroup>
        <inkml:annotationXML>
          <emma:emma xmlns:emma="http://www.w3.org/2003/04/emma" version="1.0">
            <emma:interpretation id="{542F047A-DB5D-4D4E-8A91-8075B351A136}" emma:medium="tactile" emma:mode="ink">
              <msink:context xmlns:msink="http://schemas.microsoft.com/ink/2010/main" type="line" rotatedBoundingBox="21677,2090 27394,2346 27303,4374 21586,4118"/>
            </emma:interpretation>
          </emma:emma>
        </inkml:annotationXML>
        <inkml:traceGroup>
          <inkml:annotationXML>
            <emma:emma xmlns:emma="http://www.w3.org/2003/04/emma" version="1.0">
              <emma:interpretation id="{A0F6E34E-038D-4863-B240-2F6C39295135}" emma:medium="tactile" emma:mode="ink">
                <msink:context xmlns:msink="http://schemas.microsoft.com/ink/2010/main" type="inkWord" rotatedBoundingBox="21677,2090 25645,2268 25554,4296 21586,4118"/>
              </emma:interpretation>
              <emma:one-of disjunction-type="recognition" id="oneOf0">
                <emma:interpretation id="interp0" emma:lang="" emma:confidence="1">
                  <emma:literal/>
                </emma:interpretation>
              </emma:one-of>
            </emma:emma>
          </inkml:annotationXML>
          <inkml:trace contextRef="#ctx0" brushRef="#br0">1167 551 323 0,'-19'0'332'0,"19"0"0"0,0 0 12 0,-22-1-11 16,22 1 3-16,0 0-7 0,-27-3-16 0,27 3 0 16,-17 0-1-16,17 0 2 0,0 0-3 0,-28-3 0 0,28 3-4 15,0 0-11-15,-26 3-13 0,26-3-12 16,0 0-7-16,0 0-15 0,0 0 5 0,0 0-13 15,0 0-12-15,0 0-14 0,0 0-2 0,0 0-8 0,70-3-13 16,-20-2-12-16,7 2-6 0,21-3-11 0,6 1-14 16,-4 3-46-16,-20-7-103 0,29 6 0 0,-10-1 0 15,-22 3 0-15,26-1 0 0,-21-3 0 0,-7 3 0 16,-1 0 0-16,0-2 0 0,-7 4 0 0,-4-4 0 16,-15 2 0-16,1-2 0 0,-10 3 0 0,-2-3 0 15,-17 4 0-15,22-3 0 0,-22 3 0 0,18-5 0 16,-18 5 0-16,11-4 0 0,-11 4 0 0,0 0 0 0,0 0-156 15,4-13-95-15,-4 13-58 0,0 0-41 16,0 0-60-16,-25-19-62 0,17 11-46 0,-6-3-437 16,0 3-1033-16,-8-6 457 0</inkml:trace>
          <inkml:trace contextRef="#ctx0" brushRef="#br0" timeOffset="353.0256">1785 146 41 0,'-11'-7'386'16,"-3"0"-13"-16,14 7 7 0,-14-12-3 0,14 12-15 15,-8-9-25-15,8 9-21 0,-8-8-18 0,8 8-25 16,0 0-15-16,0 0-19 0,0 0-17 0,0 0-8 16,0 0-3-16,0 0 4 0,0 0-10 0,51 17-12 15,-37-5-9-15,6-1-17 0,3 4-11 0,5 0-5 16,7 8-10-16,3-3-12 0,1-4-13 0,-1 3-11 16,2-1-12-16,1-3-7 0,1 4-10 0,6-5-6 15,-7 1-3-15,2-7-12 0,-13-1 1 0,4 1-9 0,-7-1-5 0,2-1-1 0,-2-1-8 16,-7-5 0-16,-1 2-3 0,-19-2-4 0,35-2 9 15,-16 1-1-15,-19 1 3 0,22 3 5 0,-22-3 5 16,20 0-7-16,-20 0 4 0,0 0-1 0,0 0-2 16,27-2-3-16,-27 2-10 0,0 0 4 0,0 0-6 0,7 12-4 15,-7-12 0-15,0 0-5 0,-15 27-4 16,1-4 14-16,-3-3-14 0,-1 5-6 0,-8 6-16 16,-1 1-23-16,-3-1-39 0,-4 4-42 0,0-1-45 0,2 0-69 15,5 5-40-15,-6-5-63 0,1 0-55 0,4 0-72 16,3 2-438-16,4-14-967 0,5 0 428 0</inkml:trace>
          <inkml:trace contextRef="#ctx0" brushRef="#br0" timeOffset="25838.4424">3317-30 304 0,'-3'-12'412'16,"3"12"15"-16,-7-18 12 0,6 7 6 0,1 11-8 15,-7-12-24-15,7 12-45 0,0 0-30 0,-7-9-33 16,7 9-28-16,0 0-26 0,0 0-7 0,0 0 1 0,0 0-3 15,-13 40 5-15,13-17-13 0,0 5-1 0,-6 9-12 16,4 8-11-16,4-8-12 0,1 9-15 16,0-3-6-16,0 1-19 0,0-3-19 0,2 3-8 0,1 0-21 15,-4 0-8-15,3-2-10 0,2-2-7 0,-3 2-12 16,-1 0-7-16,-2 1-25 0,1-7-45 0,-5-5-54 16,0 8-44-16,-7-9-63 0,-1-3-58 0,3-1-69 15,-6-2-66-15,0 3-62 0,-2-6-77 0,-6-1-458 16,-2-6-1034-16,7-3 457 0</inkml:trace>
          <inkml:trace contextRef="#ctx0" brushRef="#br0" timeOffset="-1309.898">-133 188 265 0,'0'-18'279'0,"3"1"-13"0,3 0-9 0,2-1-13 16,2 3-8-16,4-8-15 0,3 4-13 15,-3 2-18-15,7-6-9 0,-4 6-11 0,6 5-6 16,-6-2-10-16,5 4 1 0,3 0-15 0,-9 3-10 0,5 3-13 16,-1 1-13-16,1 3-9 0,-21 0-2 0,36 7-7 15,-9 5 0-15,-11-4-18 0,4 10-2 0,-5-6-6 16,2 8-11-16,-1 0 0 0,-7 5-7 0,-1 1-8 16,-2-1 3-16,-2 4-1 0,-4-2-6 0,-4 3-3 15,-3 7-2-15,0-8-4 0,-2 5-2 0,-6-4-4 16,-3-4 1-16,0-1-5 0,-2 1 7 0,-7-1-3 15,1-5 0-15,3 1-4 0,-1-3 0 0,-1-2-1 16,-4-2-3-16,2-2 4 0,-1 2 4 0,11-7-9 16,-4 0-3-16,-6 1 6 0,7-3 5 0,1-1 4 15,-2-1-4-15,5 1 21 0,16-4 13 0,-20 3 4 0,20-3 4 16,-18 6-1-16,18-6 0 0,0 0 8 0,0 0-1 16,-17 5-12-16,17-5 0 0,0 0-14 0,0 0 1 15,0 0-5-15,0 0 3 0,0 0-8 0,0 0-2 16,43 12-1-16,-23-9-4 0,6 7-3 0,0-3 12 15,4 5-18-15,-1 0-1 0,1-3 2 0,-2 4-6 16,7 5 2-16,-3-7-14 0,-4 1-14 0,2 0-26 16,-3 1-8-16,2 0-27 0,1-2-19 0,-2 3-23 15,-6-4-15-15,-3-1-14 0,0-2-22 0,-2 1-24 16,-2 2-24-16,-1-6-27 0,0 3-29 0,-1-1-56 16,-13-6-217-16,19 9-596 0,-19-9 264 0</inkml:trace>
          <inkml:trace contextRef="#ctx0" brushRef="#br0" timeOffset="-1809.8575">36 68 270 0,'-11'-16'388'0,"6"8"4"0,5 8-3 0,-9-15-2 16,9 15-17-16,-8-11 6 0,8 11-14 0,-3-14-18 15,3 14-21-15,-5-10-27 0,5 10-30 0,0 0-23 16,0 0-23-16,0 0-19 0,-7-10-16 0,7 10-15 15,0 0 9-15,0 0-5 0,0 0-1 0,0 0-10 16,19 43-2-16,-11-26-7 0,-1 6-4 0,1 14-10 0,-1-1-7 16,0-7 5-16,-1 1-10 0,0 7-3 15,-4 2-1-15,4 2-9 0,-1-2-1 0,3 0 3 0,-8-9-13 16,2 10-5-16,-1-5-5 0,-2-4-9 0,5 1-7 16,-7-6-5-16,3 3 9 0,0-4-19 15,-1 0-20-15,1-1-43 0,1 2 0 0,-1-7 0 0,0-1 0 16,3 1 0-16,-1 0 0 0,-2-5 0 0,1 2 0 15,-1-6 0-15,0 1 0 0,0-11 0 0,7 21 0 16,-6-14 0-16,-1-7 0 0,5 16 0 0,-5-16 0 16,3 10 0-16,-3-10 0 0,7 9 0 0,-7-9 0 15,0 0 0-15,0 0 0 0,0 0-25 0,9 9-125 16,-9-9-31-16,0 0-50 0,0 0-44 0,0 0-50 16,11-33-56-16,-11 15-54 0,-3-1-71 0,-3-2-441 0,-5-4-1027 15,3 4 455-15</inkml:trace>
          <inkml:trace contextRef="#ctx0" brushRef="#br0" timeOffset="-796.8167">549 842 149 0,'0'0'394'16,"0"0"-28"-16,-14-24-21 16,14 24-16-16,7-13-12 0,-7 13-16 0,14-14-18 0,-5 7-37 0,6-1-23 15,2 0-24-15,-1 1-20 0,0 4-12 16,-2-3-22-16,6 0-13 0,-20 6-6 0,33-1-20 0,-33 1-11 15,24 2-8-15,-10 3-10 0,4 2-8 0,-9-1-6 16,2 2-10-16,-3 3-4 0,0 1-7 0,-2 2-4 16,-4 4-4-16,-2-3-3 0,0 4 3 0,-2 6-6 15,-2-6-4-15,-3 4-3 0,-1-1-9 0,-1 1 3 16,-2 0 3-16,-3 0-6 0,3-8 5 0,-7 7-7 16,2 0 2-16,1-7 0 0,-3 1-3 0,4-2 2 15,-6 0-1-15,8 0 2 0,0-3-1 0,-2 1 0 16,-1-7 0-16,4 4 9 0,2-5 3 0,9-4 0 15,-14 8 9-15,14-8-3 0,-11 7 11 0,11-7 6 16,0 0 3-16,-12 7-3 0,12-7-2 0,0 0-5 0,0 0-5 16,0 0-5-16,0 0 6 0,0 0-11 0,0 0-1 15,0 0-2-15,46-14-3 0,-46 14 0 0,35-7-4 16,-18 6 1-16,1 1-4 0,-18 0-3 0,39 0-1 16,-17 3 2-16,-4 2-1 0,2 0-3 0,7 8-4 15,-5-3 4-15,2 6-2 0,-5-4 2 0,2 7-1 16,-2 6-1-16,-5-3-4 0,-2 1 4 0,-2 2 0 15,-2-3-3-15,-2 16 1 0,-1-11 4 0,-7 1-7 16,-1-3 1-16,-3 1 1 0,-2 4 0 0,-6-4 1 16,-2-4-3-16,-3 3 2 0,-2-5 1 0,-1 0-9 15,-5-1 0-15,-1-2-11 0,-8-3-14 0,2-3-34 16,4-7-18-16,-12 0-23 0,9-4-13 0,-2-1-29 0,3-2-27 16,-14-5-27-16,16-2-36 0,-11-8-44 0,17 3-49 15,-12-8-301-15,3-1-685 0,6-8 304 16</inkml:trace>
          <inkml:trace contextRef="#ctx0" brushRef="#br0" timeOffset="26182.1672">2201 976 34 0,'-28'1'348'0,"5"1"-36"0,4 2-29 16,19-4-21-16,-22 0-26 0,22 0-3 0,0 0-4 16,0 0-8-16,0 0-16 0,0 0-14 0,0 0-8 15,79-11-3-15,-38 4-13 0,15 0-5 0,2 2-10 16,26-5-14-16,-2-2-6 0,-1 3-13 0,-4 1-10 16,7 0-13-16,1-3-14 0,-1-1 2 0,-3 5-15 15,-21 4-17-15,20-5 2 0,-26 4-5 0,8 0-5 16,15-3-2-16,-20 2-5 0,-2 3-8 0,1 2 1 15,-12 0-5-15,5 0 3 0,-8 2-5 0,-11-1-7 16,-3 3-1-16,-7 1-2 0,1-3-16 0,-5 2-4 0,-16-4-10 16,19 4-14-16,-19-4-23 0,8 15-31 0,-8-15-36 15,-3 15-39-15,-9-2-46 0,3-1-41 16,-4-3-75-16,-6 3-251 0,-3 2-619 0,2 0 275 0</inkml:trace>
          <inkml:trace contextRef="#ctx0" brushRef="#br0" timeOffset="26586.2903">2990 1320 331 0,'-32'-5'429'0,"32"5"5"0,-17-7-23 0,17 7-17 15,-10-9-20-15,10 9-21 0,8-19-31 0,-8 19-29 0,10-16-25 16,4 5-28-16,3 6-21 0,-1-5-17 0,11 1-18 15,-11 2-21-15,11 1-12 0,-12-2-17 0,14 5-7 16,-9 3-20-16,-20 0-14 0,48 8-8 16,-28-2-7-16,4 6-11 0,-10 2-5 0,7 2-6 0,-7 2-8 0,0 5-4 0,5 14-3 15,-13-11-10-15,2 1 0 0,-8 13-5 0,2-9 3 16,-12 4-5-16,-1 2-5 0,0-9-3 0,-8 9 2 16,-3-3-4-16,-3 3-2 0,-3-7 2 0,1-1-2 15,-3-3 0-15,0 1-3 0,3-8-2 0,6-2 3 0,-14 2-1 16,9-3-2-16,-3-3-2 0,12-5 6 0,-9 3-2 15,3-2 1-15,4-2-2 0,0-1 11 16,9 0 3-16,10-6 3 0,-20 5 2 0,20-5 7 0,0 0 3 16,0 0 5-16,0 0-3 0,0 0-3 0,0 0-2 15,0 0-6-15,0 0-3 0,47-30-4 0,-18 20-4 16,15-1-3-16,-3 3-25 0,2-4-31 0,7 1-32 16,2 4-39-16,2-11-54 0,1 6-48 0,1-5-39 15,-3 3-35-15,3 1-45 0,-2-6-48 0,20 0-384 16,-24 0-829-16,4 0 367 0</inkml:trace>
        </inkml:traceGroup>
        <inkml:traceGroup>
          <inkml:annotationXML>
            <emma:emma xmlns:emma="http://www.w3.org/2003/04/emma" version="1.0">
              <emma:interpretation id="{DF138299-3FBB-49C9-9DC7-DB2F69BA9FF8}" emma:medium="tactile" emma:mode="ink">
                <msink:context xmlns:msink="http://schemas.microsoft.com/ink/2010/main" type="inkWord" rotatedBoundingBox="26042,2331 27392,2391 27317,4067 25967,4007"/>
              </emma:interpretation>
              <emma:one-of disjunction-type="recognition" id="oneOf1">
                <emma:interpretation id="interp1" emma:lang="" emma:confidence="0.5">
                  <emma:literal>,</emma:literal>
                </emma:interpretation>
                <emma:interpretation id="interp2" emma:lang="" emma:confidence="0">
                  <emma:literal>;</emma:literal>
                </emma:interpretation>
                <emma:interpretation id="interp3" emma:lang="" emma:confidence="0">
                  <emma:literal>B</emma:literal>
                </emma:interpretation>
                <emma:interpretation id="interp4" emma:lang="" emma:confidence="0">
                  <emma:literal>.</emma:literal>
                </emma:interpretation>
                <emma:interpretation id="interp5" emma:lang="" emma:confidence="0">
                  <emma:literal>:</emma:literal>
                </emma:interpretation>
              </emma:one-of>
            </emma:emma>
          </inkml:annotationXML>
          <inkml:trace contextRef="#ctx0" brushRef="#br0" timeOffset="27667.5385">4290 111 349 0,'-6'-12'377'0,"6"12"-31"16,0 0-7-16,0 0 8 0,0 0 1 0,0 0 0 15,21 38-9-15,-10-13-11 0,0 8-1 0,1 5-19 16,1 2-15-16,-5-3-15 0,0 7-10 0,-2 0-13 16,-1-4-17-16,-2 1-8 0,-3 2-21 0,-3 0-15 15,-2-2-10-15,-3 1-17 0,0 0-20 0,2-16-9 16,0 11 11-16,-4-7-30 0,7-4-7 0,-5 0-4 15,2-1-18-15,-4-3-9 0,6-4-10 0,0-6-1 0,0-1-6 16,2-1-7-16,2-10 8 0,-6 14 16 0,6-14 21 16,-5 9-7-16,5-9 1 0,0 0-6 15,0 0-2-15,-17-33-7 0,6-4-16 0,-4 0-2 0,6-10-8 16,1 2-23-16,2-4-32 0,-5 0 0 0,7-1 0 16,0 9 0-16,1-10 0 0,4 3 0 0,-1 7 0 15,2-3 0-15,10 6 0 0,-4-5 0 0,3 9 0 16,11-2 0-16,-1 3 0 0,3 4 0 0,-5 5 0 15,1 2 0-15,12-4 0 0,-7 7 0 0,-1 1 0 16,12 3 0-16,-7 2 0 0,-4 4 0 0,-5 4 0 16,7 0 0-16,-5 4 0 0,-4-2 0 0,-18 3 0 0,41 7 0 15,-24 2 0-15,1 0 0 0,-4 7 0 0,0 3 0 16,-3-2-15-16,-1 6-23 0,-4-2-1 16,0 5 6-16,-6 0 3 0,-4 0 1 0,-4 5 4 0,0-3 0 15,-11 5 2-15,5-7 6 0,-9 6 2 0,1 1-1 16,-5-2 3-16,-3 2 1 0,-3-6-2 0,2 1 5 15,1-2 1-15,7-3-2 0,-8 3 6 0,6-5 0 16,2-2 0-16,4-1 2 0,4 2 0 0,-4 0-3 16,3-3 2-16,8-4 5 0,-5-1-4 0,5 2 2 15,2-6 9-15,6-8-4 0,-3 21 4 0,3-21 5 16,3 16 3-16,5-5 14 0,5-4 16 0,6 1 7 16,4 4 0-16,6-5-5 0,4-1-3 0,11 6-9 0,-1-7-14 15,0-2-23-15,4 3 0 0,2-6 0 0,0 0 0 16,2 1 0-16,-6-2-85 0,1-1-53 0,-5 4-61 15,-6-2-32-15,-6-2-31 0,1-2-31 0,0 1-27 16,-13 2-8-16,3-3-27 0,-20 4-8 0,27-5-2 16,-27 5 7-16,16-6 18 0,-8-1 28 0,-8 7 34 15,11-8 29-15,-11 8 33 0,6-18 49 0,-2 11 39 16,-4 7 43-16,3-12 47 0,-3 12 37 0,3-16 35 16,-3 16 17-16,2-13 28 0,-2 13 23 0,3-15 17 15,-3 15 13-15,3-14 15 0,-3 14 22 0,11-12-2 16,-3 7-4-16,-8 5-4 0,22-13-17 0,-6 7-13 15,-2 4-16-15,7 2-8 0,-21 0-12 0,34 1-10 0,-13-1-9 16,-2 3-4-16,-3 4-10 0,-1 0-7 0,0 1-3 16,-3 3-9-16,-4-4-2 0,0 5-4 15,5 6-3-15,-13-3-9 0,0 4 3 0,0 0-4 0,-7 1 0 16,-2 3 1-16,-4-1-5 0,-1 1 0 0,0-1-7 16,-7-4 5-16,4 3 0 0,-1-5-3 0,3-2-2 15,-7 2-2-15,4-6 2 0,1 1-5 0,4-3 3 16,-1 4-2-16,4-8 0 0,10-4 1 0,-14 9 1 15,14-9 2-15,-11 5 0 0,11-5 3 0,0 0 6 16,0 0 2-16,0 0 2 0,0 0-6 0,0 0-3 16,0 0 2-16,0 0-4 0,0 0 0 0,60-5-3 15,-60 5-3-15,44 0 2 0,-23 1-5 0,6 3-1 16,-8 3 0-16,11 0-1 0,-5 4 1 0,-4 1-6 16,7 3 9-16,-7-1-3 0,-1 5 0 0,-1-1-3 15,-5 4 2-15,2 2 7 0,-6 0 2 0,2 4 11 0,-5 0 5 16,-6-3 7-16,-2 13 5 0,1 1 11 0,-8-10 9 15,0-4 7-15,-10 15-2 0,-4-9 0 0,2-7-7 16,-12 3 0-16,-9-2-7 0,-6-4-3 0,-5-1-7 16,-29 1-7-16,2-6-3 0,0-5-8 0,19-5-5 15,3-8-24-15,2 8-46 0,2-3-71 0,5-4-89 16,0 0-89-16,-1-1-100 0,5 1-138 0,1-8-326 16,1-5-938-16,-4-3 415 0</inkml:trace>
        </inkml:traceGroup>
      </inkml:traceGroup>
    </inkml:traceGroup>
  </inkml:traceGroup>
</inkml:ink>
</file>

<file path=ppt/ink/ink13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7T08:31:06.374"/>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3C347DF0-4156-4936-83BD-EB355117ED8E}" emma:medium="tactile" emma:mode="ink">
          <msink:context xmlns:msink="http://schemas.microsoft.com/ink/2010/main" type="inkDrawing"/>
        </emma:interpretation>
      </emma:emma>
    </inkml:annotationXML>
    <inkml:trace contextRef="#ctx0" brushRef="#br0">5295 344 162 0,'-24'-5'381'0,"12"2"3"16,12 3 8-16,-21-11 1 0,21 11 6 0,-14-7-24 16,14 7-26-16,-6-7-39 0,6 7-26 0,0 0-14 15,20-19-5-15,9 10-3 0,13-5 25 0,7-4-11 16,11 4-5-16,26-1-7 0,1-8-13 0,-4 8-23 15,3 1-14-15,-3-4-20 0,-4 10-20 0,-18-2-17 0,16 2-17 16,-20-3-15-16,-2 6-33 0,-4-6-12 16,-2 4-35-16,-14 3-25 0,-7 1-25 0,0 3-29 15,-7-1-22-15,-21 1-28 0,28 0-32 0,-28 0-36 0,15-3-49 16,-15 3-38-16,0 0-32 0,0 0-24 0,0 0-24 16,0 0-46-16,0 0-23 0,0 0-366 0,-41 15-815 15,41-15 361-15</inkml:trace>
    <inkml:trace contextRef="#ctx0" brushRef="#br0" timeOffset="1679.5448">6787 599 329 0,'0'0'377'15,"-22"-1"-9"-15,22 1 3 0,0 0-14 0,-37 8-3 16,23 1-6-16,2 0-7 0,-3 6-10 0,3 0-21 15,-4 4-18-15,2-1-20 0,0 7-19 0,-1-1-18 0,3 1-16 16,-3 1-18-16,8 4-24 0,-3-1-13 0,-1 7-7 16,5-9-23-16,2 10-9 0,0-5-13 0,4-1-12 15,0-5-12-15,0 6-5 0,4-3-7 0,-2-1-11 16,9 2-2-16,-1 8-5 0,4-11-3 0,6 6-3 16,-4-7-4-16,3-7-6 0,3 4 1 0,0-5 0 15,5 3 2-15,-3-9 1 0,3 0 1 0,1-5 8 16,1-2 1-16,-2-3 6 0,4-4-10 0,-1-3-2 15,-1-6-3-15,-1-3 1 0,1-2-1 0,-4 1 8 16,-1-8-2-16,4-9 8 0,-6-1-1 0,5 4-5 16,-11-8-8-16,1-1 1 0,-6-1-4 0,-1-1 1 15,-7 1-8-15,-2 0-14 0,-1 0 12 0,-7 11-17 16,0-2 9-16,-10-1-3 0,-2-4-7 0,2 11 0 16,-7 1-11-16,2 1 0 0,-10-2 3 0,2 5-27 15,2 4-16-15,-9-3-6 0,6 7-22 0,-1 3-26 16,4 1-12-16,1 2-26 0,5 5-23 0,-5 0-29 15,5 7-42-15,4 1-27 0,-1 0-31 0,3 2-39 0,-2 9-45 16,5 0-65-16,10 6-82 0,-4-6-280 16,9-1-854-16,3-1 378 0</inkml:trace>
    <inkml:trace contextRef="#ctx0" brushRef="#br0" timeOffset="2226.3748">9194 569 255 0,'0'0'426'0,"-3"-14"17"16,3 14 18-16,-3-12-7 0,3 12-2 0,-5-12-7 15,5 12-20-15,0 0-22 0,0 0-30 0,-2-12-32 16,2 12-20-16,0 0-29 0,0 0-17 0,0 0-16 16,0 0-14-16,0 0-17 0,0 0 2 0,2 42-11 0,3-19-12 15,-4 6-10-15,4-3-4 0,-3 12-29 16,2-8-16-16,-1 9-10 0,2-1-14 0,2 4-12 15,-4 1-11-15,1 0-10 0,3-6-7 0,-6 3-9 0,2-1-65 16,1-9-10-16,-1 7 0 0,2-11 0 16,-4 2 0-16,4-5-54 0,-4-1-143 0,-1-4-80 15,2-2-79-15,4 0-73 0,-6 0-82 0,3-4-108 0,1-2-339 16,-4-10-1039-16,0 0 460 0</inkml:trace>
    <inkml:trace contextRef="#ctx0" brushRef="#br0" timeOffset="3148.3887">11244 670 212 0,'0'0'328'0,"0"0"-15"15,0 0-16-15,0 0-9 0,-32-24-13 0,32 24-15 16,-11-14-18-16,8 6-8 0,3 8-16 0,-5-14 2 15,4 2-37-15,1 12-7 0,-8-20-8 0,3 8-1 16,2 1-20-16,-2-1 7 0,5-2-6 0,0 14-11 16,5-23-11-16,-5 11-3 0,5 2-6 0,-1-1-5 15,4-1-4-15,-1 2-7 0,7-2-3 0,-2 2-10 16,1 3-9-16,3 0-9 0,0 1-5 0,-2 0-4 16,6 2-7-16,-20 4-11 0,35 0 1 0,-13 1-5 15,-9 6-3-15,6-4-4 0,-3 6-3 0,-2 1-3 0,0 6-5 16,2 0 2-16,-3 3 0 0,-1 4-4 15,-5-4 0-15,-4 7-5 0,-3 0 2 0,-3 3 0 16,-2 9-1-16,-5-2-3 0,-1-6 0 0,8 6 0 0,-16 5-4 16,-1-4 3-16,-1 3 0 0,4-7 1 0,-4 2 5 15,-4-2-4-15,3 2-3 0,6-12 6 0,-3 0 3 16,2-1 1-16,-2 0 0 0,0 2 7 0,1-7 2 16,7-1-3-16,-3-6 2 0,0 4 0 0,4-5 0 15,-2 1 5-15,4-3-2 0,8-7 4 0,-13 8-1 16,13-8 1-16,-8 10 3 0,8-10 1 0,0 0 6 15,-6 7 4-15,6-7 8 0,0 0 6 0,0 0 12 16,0 0-4-16,0 0-1 0,41 5 1 0,-21-6 0 16,7-6 8-16,5 1 33 0,14-1 13 0,1-5 16 15,7 5 18-15,0-1 2 0,-2 0 2 0,5 0-2 16,-2 1-31-16,0 3-130 0,7 2 0 0,-8-1 0 16,6-2 0-16,-5 0 0 0,-6 5 0 0,-3 1 0 0,0-1 0 15,-16-1 0-15,-2 1 0 0,-7-2 0 0,-2 2 0 16,-19 0 0-16,30-4 0 0,-14 4 0 15,-16 0 0-15,0 0 0 0,22-1 0 0,-22 1 0 0,0 0 0 16,0 0 0-16,0 0 0 0,20 0 0 0,-20 0 0 16,0 0 0-16,0 0 0 0,0 0 0 0,0 0 0 15,0 0 0-15,0 0 0 0,0 0 0 0,0 0 0 16,0 0 0-16,0 0 0 0,0 0 0 0,0 0 0 16,0 0 0-16,0 0-1 0,0 0-336 0,0 0-35 15,0 0-40-15,0 0-35 0,0 0-54 0,0 0-57 16,0 0-370-16,0 0-1004 0,-58-9 444 0</inkml:trace>
    <inkml:trace contextRef="#ctx0" brushRef="#br0" timeOffset="4482.0862">14130 340 4374 0,'0'0'81'0,"0"0"-76"0,-45 23 18 16,28-17 9-16,3 7 76 0,0 0 59 0,-4 7 4 15,5-6 9-15,-5 9-1 0,2-3 2 0,-5 3-9 16,5 0-14-16,-1-3-9 0,8 0-2 16,1-2-4-16,-3 5-19 0,4 2-7 0,4-1-14 0,0-3-1 0,1 5-5 0,4-1 2 15,3 5-12-15,-1-3-11 0,3 1-1 0,2-4-6 16,1 8-4-16,4-9-5 0,5 2-9 15,0-2-4-15,-2-1-2 0,4-1 5 0,4-7-5 0,-1 3-11 16,1-2 16-16,0-4 3 0,2 0 1 0,0-6-1 16,0-2 1-16,-7-3 5 0,6 0 5 0,1-6 0 15,-1 0 4-15,1-5-12 0,-3-2-56 0,1 3 0 16,-1-7 0-16,-3-3 0 0,1 0 0 0,-2-4 0 16,-1-2 0-16,2-9 0 0,-7-7 0 0,0 5 0 15,-4 0 0-15,-9-3 0 0,2 10 0 0,-3-10 0 16,-4 13 0-16,-3-3 0 0,-2-7 0 0,-4 13 0 15,-1-1 0-15,-2 3 0 0,-3 1 0 0,-1 2 0 0,-2 1 0 16,-5 4 0-16,3 5 0 0,-4-1 0 0,2 4 0 16,4 4-82-16,22 2-98 0,-38 8-32 15,13-1-27-15,1 5-42 0,10-2-26 0,0 8-32 0,3-1-43 16,3 4-55-16,2-2-80 0,6 6-353 0,0-3-941 16,4 3 416-16</inkml:trace>
    <inkml:trace contextRef="#ctx0" brushRef="#br0" timeOffset="4820.8306">16149 606 4643 0,'0'0'284'0,"-22"0"-177"0,22 0-45 0,-27 0 12 16,27 0 8-16,-20 0 32 0,20 0 25 0,0 0 21 15,-19 0-6-15,19 0-4 0,0 0-8 0,0 0-17 16,0 0-2-16,0 0 1 0,0 0 3 0,0 0-5 16,0 0 4-16,0 0-13 0,0 0-2 0,82-7-13 15,-38 3-8-15,-1 0-6 0,3 3-8 0,0-1-13 16,-1 1-10-16,8-6-28 0,-8 7-19 0,3-4-49 15,2 4-53-15,-4-2-54 0,-6 1-66 0,6-3-65 16,-16 3-48-16,3-1-47 0,-5 2-49 0,1-8-55 16,-12 7-384-16,4-6-935 0,-1 2 413 0</inkml:trace>
    <inkml:trace contextRef="#ctx0" brushRef="#br0" timeOffset="5133.306">17453 218 449 0,'-5'-21'522'0,"5"21"11"0,-6-16 13 16,6 16-21-16,-6-19-17 0,0 16-8 0,6 3-40 15,0 0-37-15,-4-14-30 0,4 14-32 0,0 0-32 16,0 0-18-16,0 0-14 0,0 0-8 0,0 0-24 16,0 0-22-16,0 0-15 0,22 42-19 0,-14-19-18 15,3 11-12-15,-3-5-26 0,2 11-10 0,-4 2-9 16,2 3-134-16,0 2 0 0,1 5 0 0,-1-3 0 15,-4 0 0-15,-1 2 0 0,5 3 0 0,-7-3 0 16,5 5 0-16,-4-4 0 0,-2-7 0 0,3-1 0 16,0 3 0-16,-3-9 0 0,0-8 0 0,0 0 0 15,0-4 0-15,0-1 0 0,0-11 0 0,0-2 0 16,2-1 0-16,-2-11 0 0,0 19 0 0,3-11-253 0,-3-8-104 16,0 0-42-16,3 18-47 0,-3-18-62 15,0 0-87-15,0 0-345 0,0 0-1016 0,0 0 450 16</inkml:trace>
    <inkml:trace contextRef="#ctx0" brushRef="#br0" timeOffset="6914.4666">5782 2489 95 0,'0'0'375'0,"-29"-4"-6"0,29 4-13 16,0 0-8-16,-25 0 12 0,25 0-2 0,0 0-10 15,-25-1-25-15,25 1-23 0,0 0-24 0,0 0-22 16,-22 1-20-16,22-1-17 0,0 0-17 0,0 0-10 16,0 0-12-16,0 0-15 0,0 0 3 0,0 0-27 15,0 0-5-15,0 0-18 0,52-10-9 0,-32 8-3 16,7-1-18-16,2-2-9 0,-1-1-9 0,7 3-6 16,-3-1-7-16,-1 3-6 0,12-2-14 0,-10-5-10 0,0 5-29 15,-1-1-31-15,-4 4-44 0,4 0-48 16,-2 0-45-16,-3-1-38 0,-5 1-44 0,-6 1-48 0,-16-1-62 15,34 4-66-15,-16-4-269 0,-18 0-757 0,24 1 336 16</inkml:trace>
    <inkml:trace contextRef="#ctx0" brushRef="#br0" timeOffset="7567.1783">6623 2400 12 0,'0'0'373'0,"-34"-5"-10"15,34 5-9-15,-20-7-4 0,20 7 0 0,-18-6-9 16,18 6-14-16,-14-8-18 0,6 3-28 0,8 5-30 16,-17-16-22-16,15 7-20 0,2 9-14 0,-6-19-20 0,6 6-11 15,0-4-8-15,6 3-15 0,-4-1-11 0,3-3-3 16,-2 3-3-16,3 0-10 0,5 5-13 0,-1-2-6 15,4-2-10-15,-3 1-8 0,0 1-9 0,6 3-3 16,-1 4-8-16,5-4-6 0,-5 2-7 0,3 4-4 16,-4 0-4-16,-15 3-7 0,40 0-2 0,-40 0-4 15,36 8 4-15,-14 4-15 0,-3-3 5 0,-3 5-5 16,0-1 5-16,3 7-4 0,-5 0-1 0,-1 4 3 16,-1 2 0-16,-4 2-6 0,-1-1-2 0,-4 3 3 15,-3-1 0-15,-3 2-3 0,-4-3 0 0,-4 9-3 16,0-10-2-16,-6 10-1 0,1-3 0 0,-3 1-13 15,-3-5-2-15,1-7 0 0,-1 1 2 0,-6 7-2 0,1-3 1 16,3-11 1-16,4 3 1 0,-6-4 0 0,6 0 0 16,4-6-4-16,-3 4 11 0,3-7 0 0,0 1-2 15,2 3 3-15,0-6 1 0,0-2 3 0,14-3 6 16,-13 7 5-16,13-7 7 0,0 0 16 0,0 0-7 16,-12 11 1-16,12-11-1 0,0 0 0 0,0 0 1 15,0 0 1-15,0 0-4 0,0 0 4 0,49-16 8 16,-32 13 18-16,8-4 12 0,8-2 14 0,1 0 10 15,11-3 11-15,4 2 17 0,2 0 26 0,3 4-16 16,-4-5-8-16,-1 8-12 0,0-4-12 0,-3 2-8 16,-2 3-14-16,-1-2 3 0,1 3-7 0,-11-1-26 15,1-2 7-15,-9 3-5 0,5 1-9 0,-13-4 0 16,-1 1-2-16,-16 3-3 0,32-3-5 0,-32 3-12 16,16-1 7-16,-16 1-1 0,0 0-13 0,0 0 10 15,20-3-2-15,-20 3-5 0,0 0-13 0,0 0-7 0,0 0-22 16,0 0-15-16,21-4-22 0,-21 4-26 0,0 0-29 15,0 0-35-15,0 0-32 0,0 0-40 0,0 0-34 16,0 0-29-16,0 0-29 0,0 0-34 0,0 0-39 16,0 0-42-16,0 0-70 0,0 0-271 0,0 0-841 15,0 0 371-15</inkml:trace>
    <inkml:trace contextRef="#ctx0" brushRef="#br0" timeOffset="8978.8252">9597 2617 329 0,'-17'-4'360'0,"-4"-1"-7"0,0-4-3 0,3 4 3 16,-3-1-15-16,0-4-22 0,4 5-5 0,-2-6-13 0,5 3-27 15,-5-2-18-15,9 1-4 0,1-2-27 16,3-2-20-16,1 3-17 0,5 10-18 0,0-20-12 16,0 20-10-16,8-25-17 0,0 13-10 0,4-2-12 0,3-2-11 15,-3 5-7-15,4-1-13 0,1 0-5 0,1 2-10 0,-2 4-4 16,3-4-7-16,-5 3-5 0,5 5-2 0,-19 2-8 16,23 0-7-16,-23 0 0 0,0 0-2 0,34 8-6 15,-26-1-1-15,-1 8 1 0,1-1-4 0,2 1-5 16,-5 8 3-16,1 2-3 0,-6 1-10 0,0 1-12 0,-3 2-9 15,-8 6-10-15,-2 1-10 0,-3 0-6 0,-4-2-9 16,-2-2 0-16,-2 1-5 0,-8-3-7 16,4-4 5-16,-7 0 8 0,8-5 9 0,2-4 2 0,-13 2 2 15,9-2 18-15,1-2-4 0,4-7 3 0,4-1 2 16,1 1 25-16,3-5 15 0,0 3 14 0,16-6 12 16,-19 5 11-16,19-5 11 0,0 0 2 0,0 0 12 15,0 0 5-15,0 0 0 0,0 0-5 0,0 0-9 16,57-21-1-16,-24 16-5 0,10-2 7 0,4-1 7 15,2 1 1-15,2 0 0 0,4-7-8 0,-4 8-6 16,4 0-6-16,0-2 0 0,-2 1-13 0,2 5-5 16,-4-3-19-16,-1 1-28 0,-1 3-49 0,-2-3-56 15,2 8-70-15,-6-4-51 0,3 0-54 0,-16 0-51 16,0 0-53-16,5-3-73 0,-10 2-318 0,7-2-844 16,1 0 374-16</inkml:trace>
    <inkml:trace contextRef="#ctx0" brushRef="#br0" timeOffset="9588.1649">11593 2204 300 0,'0'0'392'0,"0"0"-4"0,-13-7-11 0,13 7-16 15,0 0-12-15,-11-7-20 0,11 7-12 0,0 0-10 16,0 0-15-16,-34 11-12 0,34-11-11 0,-26 14-10 15,12-6-17-15,0 5-12 0,0 3-3 0,1-2-8 0,-3 5-14 16,-4 2-16-16,16-5-10 0,-8 8-16 16,4-1-15-16,-3 4-12 0,5 1-14 0,2-4-11 15,0 3-2-15,4 1-18 0,8 2-4 0,-1 5-13 0,6 1-4 16,1-8-11-16,5 9 0 0,-1-3-6 16,5-1-4-16,-1 1-7 0,1-2-2 0,3-2-1 0,-3-10-5 15,0 0 2-15,3-1-8 0,0-4 0 0,1 0 1 16,2-3-3-16,2-4 13 0,-2-1-3 0,-2-1 7 15,1-5 10-15,1-2 12 0,2-3 2 0,-2-3-1 16,1-1 13-16,-7-5 7 0,6 1 1 0,-2 0 15 16,1-6-3-16,-6 6-74 0,4-9-25 0,2-5 0 15,-7 3 0-15,-6-3 0 0,6-13 0 0,-7 1 0 16,3-2 0-16,-5 0 0 0,-5-5 0 0,-2-3 0 16,-10 1 0-16,1-2 0 0,-7 8 0 0,-4 0 0 0,0 4 0 15,-4 11 0-15,-2 4 0 0,-10-3 0 0,-1 1 0 16,2 11 0-16,-11-6 0 0,3 11 0 15,5 2 0-15,-12 1 0 0,12 3 0 0,-9 4 0 0,8-1 0 16,6 3 0-16,-1 2 0 0,3 0 0 0,5 1 0 16,1 2-248-16,4-1-75 0,3-4-30 0,5 3-39 15,-3 8-41-15,0-5-50 0,11-10-59 0,-6 16-362 16,6-16-977-16,0 10 433 0</inkml:trace>
    <inkml:trace contextRef="#ctx0" brushRef="#br0" timeOffset="11001.3249">14673 2124 47 0,'-14'-7'399'0,"5"2"-9"0,9 5-16 0,-16-15-24 15,11 7-30-15,5 8-30 0,-5-18-19 0,5 18-18 16,7-14-17-16,5 2-27 0,2 5-12 0,2 2-20 0,2-2-17 15,2 2-18-15,-1 3-5 0,2 2-20 0,-21 0-17 16,42 4-6-16,-15 4-4 0,-6-2-15 16,-2 4-5-16,-3 1-11 0,-1 2-3 0,-2 1-6 0,0 2-3 15,-4 7-2-15,-3 1-8 0,-6-2-3 0,-1 4-8 16,-7-4-1-16,2 3-6 0,-7-1 5 0,-6 1-10 16,3-3-7-16,-7 1 4 0,2 2-5 0,-1-8 0 15,-2 4-2-15,2-6-7 0,1 1-7 0,-1-2-3 16,8-3 1-16,0-2 1 0,1-1-4 0,-1 0-2 15,5-4-1-15,9-4-2 0,-13 7 16 0,13-7-5 16,0 0-7-16,0 0 8 0,0 0 2 0,0 0-1 16,0 0 8-16,0 0 2 0,0 0 3 0,41-27 9 15,-22 20 9-15,-2-2 2 0,4 0-1 0,1 0 2 16,5 2 0-16,0 2-4 0,-7 0 4 0,6 3-6 0,0 4 2 16,3-1 3-16,-4 3-1 0,-4 2-2 0,2 2 5 15,4 4 1-15,-9-1-4 0,5 4 2 0,-5-1 2 16,-6 4-1-16,3 1 1 0,-7-1-1 0,-1 1 3 15,0 0-7-15,-2 6-3 0,-10 1 1 0,-2-2-2 16,0 0-5-16,-9 2-1 0,-5-4-9 0,1-1-30 16,-15 3-18-16,0 1-31 0,-1-5-22 0,-2-3-12 15,-6-3-33-15,-1-2-14 0,3-2-11 0,-6-6-22 16,2-1-22-16,4-3-35 0,9-5-50 0,-9-3-67 16,5-3-203-16,5 2-612 0,5-10 271 0</inkml:trace>
    <inkml:trace contextRef="#ctx0" brushRef="#br0" timeOffset="11703.2123">16978 2192 169 0,'0'0'340'0,"0"0"2"0,-27-9 1 0,27 9-2 16,-16-9-1-16,16 9-3 0,-14-11-13 0,7 1-22 15,7 10-17-15,-14-12-7 0,9 2-10 0,5 10-20 16,-4-16-21-16,4 16-15 0,3-24-16 0,-2 11-21 16,4 2-12-16,5 1-14 0,2 0-16 0,1-4-14 15,1 7-22-15,2-4-15 0,3 4-5 0,-3 3-9 16,1-3-4-16,8-1-12 0,-4 5-3 0,-2 2-7 16,1-3-3-16,-20 4-7 0,32 1 0 0,-13 5-8 0,-3-1-4 15,1 3-7-15,-6 3-4 0,3 2-2 16,-1 0-4-16,-2 6-4 0,-1 4-2 0,-4 2-5 15,-4 4 4-15,-2 0-5 0,-4 0 3 0,-5 8-5 0,-1 1-4 16,-9 1-10-16,0-1-8 0,-4 0-2 0,-6-1-11 16,6-4-1-16,-9 6-4 0,-4-6 5 15,1 2-2-15,-3 0 7 0,-2-6 5 0,6 3 7 0,-3-7 1 16,3-1 0-16,7-3 11 0,1-6 7 0,3 0 12 16,4-1 11-16,5-6 2 0,1-1 7 0,5 0 15 15,8-7 18-15,-10 8 7 0,10-8 20 0,0 0 3 16,0 0 2-16,35 11-3 0,-8-11-5 0,16-1 6 15,3-3 8-15,6-2 8 0,3-2 29 0,24 0 35 16,3-12 33-16,4 8 23 0,-1-6 20 0,3-1 7 16,-2-2-4-16,-1 7-15 0,-9-3-40 0,-18 6-189 15,18-4 0-15,-19 8 0 0,3-4 0 0,19 0 0 0,-23 3 0 16,-4-3 0-16,-3 1 0 0,-2 5 0 16,-3-1 0-16,-12 1 0 0,-7 2 0 0,-4-2 0 15,-2 5 0-15,-3-4 0 0,-16 4 0 0,20-3 0 0,-20 3 0 16,0 0 0-16,22-4 0 0,-22 4 0 0,0 0 0 15,18-2 0-15,-18 2 0 0,0 0 0 16,0 0 0-16,0 0-173 0,0 0-249 0,0 0-39 0,0 0-50 16,0 0-51-16,0 0-449 0,0 0-1095 0,0 0 486 15</inkml:trace>
    <inkml:trace contextRef="#ctx0" brushRef="#br0" timeOffset="14171.8268">6435 3998 187 0,'-32'4'327'0,"32"-4"-14"0,-25 0-17 0,25 0-11 15,-27-4-15-15,27 4-14 0,-18-8-12 0,18 8 2 16,-19-7-10-16,19 7-22 0,-7-12-16 0,7 12-18 16,0-17-17-16,4 2 0 0,4 1-5 0,2-2-7 15,4 4 10-15,0-2-9 0,7-5-11 0,-1 1-3 16,5 1-6-16,-1 3-8 0,-2 1-10 0,7-2-2 15,-4 3-10-15,3-1-7 0,-1 6-11 0,-3 1-8 16,3 3-9-16,-5 2-7 0,-1 1-2 0,-1 4-8 16,1 3 2-16,-6 5-11 0,8 2-3 0,-3 1-6 15,-6 8-2-15,1 2-3 0,-3 2 1 0,-10 2-21 16,-2 11 5-16,-8-10-2 0,0 9-5 0,-5-12 2 0,-1 0-3 16,-2 12-2-16,-9-6 1 0,0 1-3 0,-5-2 0 15,0-7 1-15,8 0-1 0,-8 2 0 16,6-9-1-16,-1 0 4 0,1-4-3 0,5 1 2 0,0-4-5 15,5-3 3-15,3-2 4 0,3 0-2 0,8-6 3 16,-16 9-1-16,16-9 10 0,0 0 5 0,-10 9 5 16,10-9 12-16,0 0 5 0,0 0 4 0,0 0-6 15,0 0 2-15,54 2-5 0,-25-4 1 0,2-2-3 16,12 0 8-16,8 1 0 0,-4-4 6 0,3-1 0 16,1-4 2-16,4 1-2 0,1 4-8 0,-6-1-4 15,4-2-9-15,-3 3-3 0,-2 0-6 0,-7 1-27 16,1-4-31-16,-10 6-56 0,-3 1-70 0,11-8-66 15,-17 5-71-15,-4 1-80 0,7 2-107 0,-12-6-333 16,5 3-893-16,-6-2 395 0</inkml:trace>
    <inkml:trace contextRef="#ctx0" brushRef="#br0" timeOffset="15031.1443">9723 3971 42 0,'-14'-10'355'0,"5"5"-6"0,-4-2-21 16,13 7-17-16,-30-10-24 0,13 10 7 0,17 0-16 15,-30 0 1-15,30 0-26 0,-35 9-21 0,21-3-16 0,-2 4-24 16,3 1-15-16,1 1-11 0,2 3-20 0,-1-1-10 16,5 1-19-16,-2 4-8 0,8 1-10 15,-7 4-9-15,7 2-10 0,0-1-10 0,7-2-11 0,-7-4-5 16,6 6-2-16,2-3-8 0,-2 4-17 0,1-3-15 15,1 0-3-15,-1 0-13 0,4-1-11 0,-1 1-2 16,-2-8-8-16,6 7-3 0,-1-5 4 0,-2 4 2 16,0-6 1-16,3-1-1 0,-1 1 0 0,-1 6 0 15,-4-4 8-15,2-3-7 0,1 4 5 0,-5-3 20 16,2-1-15-16,-5 0 3 0,0-3 0 0,-1-2-1 16,-4 5-2-16,-2 2 3 0,-3-1-1 0,-1-3 1 15,-4 4 3-15,-2-6 0 0,-7 4-5 0,5-2 0 16,-6 2-1-16,-5-3-3 0,0-2 7 0,8-2-11 15,-6 2 5-15,-3-5 4 0,1-1 2 0,6 0-1 16,-7-5 11-16,28 2-4 0,-32 0 9 0,32 0 26 16,-27-5 14-16,16-2 27 0,11 7 25 0,-16-14 14 0,10 3 5 15,5-1 8-15,1-3 9 0,1-2-5 16,7 4 4-16,5-10 4 0,6-1 0 0,1 2 4 0,12-11 18 16,1 0-3-16,5 2-4 0,1-2-12 0,-2 4 2 15,4-5 6-15,2 1 5 0,-2 0-14 0,-3-1-11 16,-5-3-12-16,-3 3-5 0,-3-2-12 0,1 0-7 15,-7-1-5-15,-6 2-13 0,0-5-11 0,-6 11-10 16,-4 0-2-16,4-9-10 0,-9 6 1 0,0 5 0 16,-4 1-15-16,-4 3 1 0,3 5-9 0,-3 3 2 15,2-1-20-15,-2 3-12 0,-2 0-17 0,-2 5-12 16,-1 0-18-16,-1-1-19 0,14 9-22 0,-29-2-28 16,9 2-26-16,20 0-24 0,-38 7-34 0,19 0-27 0,-2-1-28 15,6 1-25-15,-4 3-29 0,4-1-23 16,-5 8-30-16,6-6-37 0,3-1-55 0,-5 2-294 15,6-6-820-15,6 2 363 0</inkml:trace>
    <inkml:trace contextRef="#ctx0" brushRef="#br0" timeOffset="16796.7769">11789 4030 74 0,'-16'-6'399'0,"2"-1"-2"15,-3 1-17-15,2 0-17 0,15 6 1 0,-23-14 3 16,18 9-6-16,5 5-34 0,-10-18-34 0,10 18-26 16,7-15-29-16,1 1-22 0,0 3-25 0,4-1-13 15,6 3-18-15,2-4-16 0,1 5-16 0,-2 1-11 0,6 0-12 16,-5 3-12-16,12 3-7 0,-10 1-12 0,2 0-7 15,-4 4-3-15,1 0-4 0,0 4-10 16,-2 6-6-16,-2 1-3 0,-3 1-7 0,-1 7-3 0,-5 3 0 16,-2 1-4-16,-6 3 0 0,-5 6-5 0,-4-6-4 15,-4 8-4-15,-9-3-4 0,1 0-2 0,-7 2-10 16,1-3-13-16,-3-1 7 0,3-1 2 0,-8-7-2 16,5 1 2-16,0 0 3 0,7-12-2 0,1 5 4 15,-2-3-1-15,2-4 2 0,4 0 3 0,3-2 0 16,7-2 3-16,8-8 10 0,-18 3 9 0,18-3 12 15,-8 6 9-15,8-6 9 0,0 0 9 0,0 0 8 16,0 0 15-16,0 0-5 0,0 0-2 0,70-1-3 16,-42 1 3-16,1-5-5 0,-1 5-2 0,7-2-2 15,8-6-1-15,3 0-10 0,-4 5-4 0,1-2-6 16,-2-2-8-16,0-4-3 0,-9 7 1 0,9-7-6 0,-13 7-11 16,5-6 8-16,-3 1-22 0,-1 4-21 0,-2-4-28 15,1 1-32-15,-7 2-32 0,-4 2-39 0,2-2-27 16,-3 0-57-16,-2 1-41 0,3-1-38 0,-17 6-56 15,16-7-54-15,-8-1-434 0,-8 8-922 0,11-14 408 16</inkml:trace>
    <inkml:trace contextRef="#ctx0" brushRef="#br0" timeOffset="17218.6266">12593 3942 244 0,'0'0'452'0,"19"-15"-33"0,-11 11-27 0,-8 4-27 15,19-14-25-15,-11 10-5 0,-8 4-20 0,16-4-7 0,-16 4-7 16,0 0-25-16,0 0-17 0,21 19-20 0,-21-19-9 16,4 21-20-16,-2-8-15 0,-4 4-11 0,-2 2-14 15,2 0-15-15,-4-2-14 0,-1 7-9 0,7 1-13 16,-3 1-7-16,0-1-8 0,6 1-11 0,-8 0-5 16,5 0-10-16,0-5-8 0,0-4-5 0,5 7-9 15,-2-5-4-15,4-4-5 0,1 3 4 0,3 1-4 16,0-7 0-16,1 6-5 0,1-8 14 0,1 2 6 15,2 0-1-15,3-5 0 0,1 0-4 0,1-1 3 16,0-6 5-16,1-2-7 0,6-5-1 0,1-3-3 16,-1 1 2-16,2-3 1 0,8-11 6 0,-5-1-5 15,0 1-3-15,-4-5-4 0,-1-3 8 0,-7 6-3 16,-7 2-17-16,5-13-3 0,-8-2-4 0,-1 11 2 16,-7-12-4-16,-3 10-9 0,-2-8 1 0,-6 6-5 15,-6-4-14-15,-5 1-1 0,3 8-7 0,-4 4-5 16,-7 1-11-16,-8 0-9 0,0 0-13 0,4 10-13 0,-1 3 0 15,-11 1-18-15,-1 2-32 0,11 6-27 16,3 4-32-16,-11 1-31 0,0 4-34 0,12 1-21 16,1 1-27-16,4 0-21 0,-3 2-34 0,7 5-35 0,-1-1-46 15,7-7-62-15,1 2-270 0,2-2-807 0,0 4 358 16</inkml:trace>
    <inkml:trace contextRef="#ctx0" brushRef="#br0" timeOffset="18718.4874">15460 3782 159 0,'-11'-7'398'0,"-1"1"-14"16,12 6-14-16,-27-1-10 0,27 1-22 0,-35 7-1 16,19 0-11-16,-3 1-21 0,3 4-13 0,-4 8-13 15,-1 3-14-15,6 0-17 0,-3 1-11 0,9-1-18 16,-4 3-23-16,-1 1-19 0,7 3-11 0,0-2-9 16,7-1-18-16,-2 2-13 0,4 3-11 0,-1-1-9 15,4-3-12-15,3 1-7 0,-2 3-8 0,7-6-10 16,-4 3-3-16,18 5-1 0,-11-9-2 0,1 1 3 0,13 0 1 15,-8-9 2-15,1-1 3 0,3 0-1 16,1-4 1-16,-6-6-5 0,6 1-2 0,-4-7-1 16,7-3 4-16,-3 0 0 0,2-6 3 0,-1-1 3 0,-1-4-21 15,2 2 6-15,-4-6-3 0,-1 2-5 16,-4 1-6-16,4-8 2 0,-5 2-2 0,-5 0 0 0,0-3-2 16,0-2 1-16,-3-1-9 0,-4-3 4 0,-6-1-11 15,-1-6-6-15,-4-1 5 0,-6 2-6 0,-9-1-6 16,-1 0-9-16,-2 5-4 0,-5 1-6 0,-5 5-6 15,-1-3-12-15,-2 7-11 0,-1 3-21 0,3 7-11 16,1 0-22-16,3 5-22 0,-4 1-28 0,0 6-34 16,3 0-39-16,3 5-32 0,-1 1-33 0,6 1-32 15,3 4-36-15,-2 5-54 0,7-3-68 0,0 6-347 16,6-3-878-16,1 0 388 0</inkml:trace>
    <inkml:trace contextRef="#ctx0" brushRef="#br0" timeOffset="19423.5713">18237 3397 113 0,'-14'-6'421'0,"14"6"-19"0,-32-3-12 0,32 3-3 15,-39 6-11-15,10-2-10 0,6 4-16 0,-1 6-20 0,0-6-24 16,-1 0-25-16,1 7-22 0,2 5-20 0,-3 0-22 15,4 3-20-15,-1 9-22 0,-5-4-16 0,4 7-20 16,7 2-6-16,-2 3-2 0,4 3-18 0,0 3-8 16,8 1-12-16,2 2-10 0,3-4-9 0,1 4-9 15,0 2-6-15,3-6-4 0,-1 4-6 0,9-2-1 16,-2 0-5-16,5-3-9 0,1-6 0 0,5 3-6 16,1-5-1-16,1-2-1 0,-3-10-3 0,1-1-1 15,4 0-3-15,0-4 4 0,1-4-8 0,-4-4 0 16,7-4-2-16,-1-4 0 0,0 2 0 0,0-6-1 15,-2-6-3-15,2 1 0 0,-2-3-1 0,-1-6-2 0,-2-3 4 16,3 1-3-16,-7-4 1 0,-4 5 0 0,-2-6-2 16,-1 5-2-16,-6-1 1 0,0 0-6 15,-3-8-10-15,-4 7 0 0,-4 4-3 0,-1-2-2 0,-2 1-1 16,-5 1-4-16,-5 6-5 0,-2-4-5 0,-1 3-11 16,-5 5-5-16,-1-2-11 0,1 4-6 0,-3 3-16 15,-5 7-13-15,5-4-17 0,-2 6-23 0,4-2-33 16,-1 5-25-16,1 1-28 0,4-2-29 0,-3 4-43 0,5-5-41 15,3 5-65-15,5-7-259 0,-2 0-711 0,4-2 314 16</inkml:trace>
    <inkml:trace contextRef="#ctx0" brushRef="#br0" timeOffset="99244.7555">4702 6417 433 0,'-6'-12'513'16,"6"12"2"-16,0 0 2 0,0 0 0 0,0 0-17 0,8-14-15 15,-8 14-18-15,0 0-26 0,19-3-26 0,-19 3-32 16,24-2-28-16,-24 2-22 0,45 0-28 0,-13-3-23 15,11 1-21-15,3-4-28 0,-1 5-22 0,4-2-23 16,0-4-19-16,5-2-17 0,-3 2-17 0,-1 0-14 16,6-3-13-16,-7 2-26 0,1 0-49 0,5-2-50 15,-12 6-59-15,0-2-54 0,-12 1-58 0,-2 3-67 16,-1-3-67-16,-6 5-50 0,-22 0-57 0,29 0-77 16,-29 0-471-16,16 3-1058 0,-16-3 468 0</inkml:trace>
    <inkml:trace contextRef="#ctx0" brushRef="#br0" timeOffset="103057.0934">5613 6826 10 0,'0'0'431'0,"0"-14"-2"0,0 14-2 0,0-15 6 16,0 15 3-16,-2-16 2 0,2 16-11 0,-1-10-17 15,1 10-16-15,0 0-29 0,-2-13-7 0,2 13-18 16,0 0-12-16,0 0-22 0,-6-12-12 0,6 12-30 15,0 0-22-15,0 0-24 0,0 0-25 0,0 0-13 16,0 0-25-16,-34 22-14 0,28-11-13 0,-2 3-11 16,0 1-14-16,4 1-4 0,-3 4-2 0,4-1-20 15,-3 4 5-15,1 3-14 0,5-5-5 0,-2 6 1 16,7-2-5-16,-5 1-44 0,5 2-15 0,8-1 0 0,-5-3 0 16,9 1 0-16,-3-3 0 0,3-1 0 0,7-2 0 15,-5-3 0-15,6 0 0 0,2-6 0 16,-3-1 0-16,4-5 0 0,-7-3 0 0,7-2 0 0,-1-7 0 15,-3 0 0-15,3 0 0 0,0-8 0 0,-4-1 0 16,3-2 0-16,-6-3 0 0,2-8 0 0,1 6 0 16,-9 0 0-16,0-2 0 0,8-14 0 0,-9 6 0 15,-2-5 0-15,-2 11 0 0,-7-3 0 0,-2-1 0 16,-5 6 0-16,0-2 0 0,-4 1 0 0,-2 3 0 16,-3 0 0-16,-1 5 0 0,-4-2 0 0,-3 0 0 15,-1 7 0-15,-3 0 0 0,-2 2 0 0,-1 1 0 0,-1 4 0 16,4-1 0-16,-4 6 0 0,-4 2 0 0,4 1 0 15,-1 1 0-15,2 5-254 0,2 1-70 16,4 0-42-16,2 2-45 0,1 6-53 0,5-6-79 0,1 1-429 16,8 3-1052-16,0-5 465 0</inkml:trace>
    <inkml:trace contextRef="#ctx0" brushRef="#br0" timeOffset="103651.0056">7792 6660 22 0,'0'0'507'0,"-5"-11"8"0,5 11 12 16,-3-11 8-16,3 11-2 0,0 0-6 0,-8-12-10 15,8 12-33-15,0 0-26 0,0 0-33 0,-6-7-23 16,6 7-26-16,0 0-13 0,0 0-12 0,0 0-19 15,0 0-22-15,5 38-27 0,-4-17-10 0,6 2-13 16,1 5-69-16,-1 8-191 0,8-1 0 0,-9-9 0 0,5 15 0 16,-3-12 0-16,1 9 0 0,-2-9 0 0,-1 11 0 15,2-10 0-15,0 9 0 0,-2-12 0 0,-4 0 0 16,3-1 0-16,-4-2 0 0,-1-4 0 0,-1-1 0 16,2 1 0-16,2-6 0 0,-3 0 0 0,-3-3 0 15,3-11 0-15,5 11-338 0,-5-11-181 0,0 0-78 16,0 0-527-16,0 0-1215 0,0 0 537 0</inkml:trace>
    <inkml:trace contextRef="#ctx0" brushRef="#br0" timeOffset="104541.5611">9899 6804 2 0,'-19'-11'367'0,"11"4"-7"0,8 7-14 0,-14-18-13 0,6 10-13 16,2-6 10-16,-2 2-14 0,3-1-19 0,3-3-12 15,-1-1-22-15,3 2-7 0,2-3-12 0,-2 1-6 16,1 2-6-16,6-4-17 0,-3 1-12 0,3 2-18 16,2-1-9-16,1 2-10 0,4-4-10 0,0 1-11 0,2 7-14 15,3-5-14-15,0 3-9 0,1 2-12 0,-1-1-8 16,-3 5-7-16,0 0-12 0,0 0-6 0,1 4-2 16,-17 3-6-16,32 0-4 0,-32 0-5 0,30 12 0 15,-16-4-5-15,-5 8-2 0,-1 0-4 0,3 5-3 16,-3 5-7-16,-5-1 3 0,-3 5-3 0,0-2 1 15,-1 2-1-15,-7 6-2 0,0 1-3 0,-11-1-1 16,5 3-2-16,-7-2-3 0,4-3 2 0,-4-1-3 16,-4 1 6-16,3-3-6 0,1-7-4 0,1-1 4 15,-9 9-8-15,1-6 3 0,8-7-2 0,-4-5 0 16,3 5 0-16,1-4-1 0,4-1-1 0,-1-4 0 16,2-1-5-16,6-5 6 0,9-4-8 0,-18 10 2 15,9-5 5-15,9-5 1 0,-6 9 3 0,6-9 13 16,0 0 12-16,0 0 13 0,0 0 0 0,42 5 13 0,-15-9 6 15,3 4 16-15,11-9 32 0,7 4 26 0,2 0 22 16,12-1 16-16,19-2-3 0,-1 3-58 0,-25 2-116 16,5-3 0-16,-4 2 0 0,1 3 0 0,-4-2 0 15,0 4 0-15,-1-1 0 0,-6 3 0 0,-13-3 0 16,-2 3 0-16,-7-3 0 0,-7-3 0 0,-17 3 0 16,23 0 0-16,-23 0 0 0,0 0 0 0,26-1 0 15,-26 1 0-15,0 0 0 0,0 0 0 0,0 0-254 16,-7-19-132-16,7 19-52 0,0 0-67 0,-34-16-107 0,19 4-388 15,0 0-1082-15,1-6 478 0</inkml:trace>
    <inkml:trace contextRef="#ctx0" brushRef="#br0" timeOffset="105283.0886">12766 6596 65 0,'3'-11'417'0,"-3"11"-31"0,0 0-10 16,0 0-4-16,0 0-8 0,0 0-20 0,0 0-5 15,0 0-5-15,0 0-3 0,-44 16-6 0,31-5-14 16,5 3-2-16,-6-2-13 0,0 9-13 0,4 1-13 15,-3 2-17-15,1 3-29 0,-2-1-5 0,-1 0-29 0,9 1-16 16,-2-1-12-16,7 1-7 0,-3 0-16 0,4-1-12 16,0-2-11-16,5-2-11 0,3 4-10 0,-2 3-9 15,7-7-16-15,3 2-4 0,3-7-1 0,-2 6-4 16,7-5 11-16,-2-3-1 0,5 0-21 0,-3-2 9 16,-1-4-8-16,4-1 5 0,0-6 1 0,1-2 7 15,1-2 15-15,-1-3 7 0,1-2 2 0,-1-1-59 16,-2-5-29-16,2-6 0 0,0 2 0 0,-4 0 0 15,8-8 0-15,-9-9 0 0,-4 12 0 0,4-11 0 16,-4-1 0-16,-5-6 0 0,-6 2 0 0,-2-2 0 0,-4 1 0 0,-7-4 0 0,-3 3 0 16,-3-3 0-16,-7 5 0 0,3 1 0 15,-4 4 0-15,3 12 0 0,-5-2 0 0,1 4 0 0,-4 4 0 16,-1 2 0-16,-2 5 0 0,5 1 0 0,-7 7 0 16,1 0 0-16,7 0 0 0,-5 6 0 0,0 1 0 15,-2 2 0-15,10 2-345 0,-5-1-83 0,-3 8-65 16,6-4-75-16,4-2-492 0,8 3-1148 0,2-5 508 15</inkml:trace>
    <inkml:trace contextRef="#ctx0" brushRef="#br0" timeOffset="105654.5558">15165 6494 349 0,'0'0'416'0,"0"0"-1"0,0 0 16 0,0 0 15 16,0 0 4-16,0 0-23 0,0 0-25 0,0 0-25 16,0 0-19-16,0 0-5 0,0 0 1 0,0 0 11 15,0 0-12-15,0 0-10 0,0 0-25 0,63-7-29 16,-35 6-26-16,14-3-22 0,0 1-24 0,7-2-27 0,-1-1-21 16,-3 5-11-16,4-2-43 0,-4-1-73 0,2 0-69 15,-3-2-70-15,-12-2-65 0,0 4-81 0,7-7-77 16,-10 7-62-16,-1-8-62 0,11-1-68 0,-16 1-431 15,-1 1-1021-15,3-2 452 0</inkml:trace>
    <inkml:trace contextRef="#ctx0" brushRef="#br0" timeOffset="105974.9295">16322 5953 242 0,'6'-21'479'0,"-3"16"-17"0,-3 5-1 0,13-13 3 0,-13 13 0 16,6-6-17-16,-6 6-26 0,0 0-25 0,0 0-13 16,0 0-15-16,30 15-14 0,-22-1 1 0,3 10 1 15,-3 2-22-15,-2 1-17 0,2 13-14 0,0 5-8 16,-8 5 6-16,6 2-8 0,-4 2-25 0,3-4-17 16,-4 5-74-16,6 18-177 0,-6-20 0 0,2 3 0 15,1-2 0-15,2 19 0 0,-1-26 0 0,-2 5 0 16,-3-2 0-16,1 0 0 0,-1-3 0 0,0-3 0 15,0-7 0-15,4-6 0 0,-4-3 0 0,-4-3 0 16,8-5 0-16,-4-2 0 0,0-4 0 0,-5-2 0 16,5-12 0-16,0 18 0 0,0-18 0 0,0 0 0 0,0 12 0 15,0-12 0-15,0 0-550 0,0 0-122 16,0 0-490-16,-13-45-1259 0,10 20 558 0</inkml:trace>
    <inkml:trace contextRef="#ctx0" brushRef="#br0" timeOffset="-3161.9921">521 735 244 0,'-35'-8'324'0,"35"8"1"0,0 0 21 16,-22-2 8-16,22 2-41 0,-18-11-22 0,9 4-28 16,9 7-9-16,-25-13-9 0,15 6-9 0,2 0-8 15,-3-3-5-15,11 10-14 0,-14-19-24 0,11 12-11 16,3 7-13-16,-7-19-10 0,7 19-15 0,0-15-9 15,0 15-1-15,8-20-8 0,-1 10-4 0,5-2-3 16,-1 2-3-16,4-1-6 0,2 4-4 0,-1-1-8 16,-2 5-5-16,2-1-9 0,1 0-10 0,-17 4-5 0,30 0-6 15,-30 0-3-15,35 10-9 0,-16 1-3 16,-5 4-2-16,0-1-2 0,2 5-5 0,-2 4-3 16,1 0 0-16,-9-1-5 0,0 4 0 0,-4 16 0 0,-2-15-6 15,-8-1-1-15,2 4 4 0,-7 6-7 0,5-9 4 16,-12 6-3-16,2 1-2 0,-7 0-3 15,-2-2 5-15,-3-3-6 0,-3 2-1 0,1-5-2 16,5-6 0-16,-1-3-3 0,4 1 0 0,-6-4 1 0,6 2 1 16,2-2-4-16,5-6 6 0,1 3-4 0,2-4-1 15,6 0 5-15,8-7-2 0,-21 5-1 0,21-5-4 16,-12 8 1-16,12-8 2 0,0 0 0 0,0 0 2 16,0 0 1-16,0 0 4 0,0 0 3 0,61-6-5 15,-26 0 4-15,8-2-1 0,1-3-5 0,5 3 2 16,5 2-3-16,-2-5-3 0,3-1 4 0,5-2-8 15,13-8-9-15,-16 10-14 0,-2-8-27 0,2-1-29 16,-2 2-28-16,1 0-30 0,-4-7-19 0,-5-1-11 16,-2 0 5-16,-4-3-5 0,-2-5 5 0,-9 5 18 15,-8-7 16-15,2-1 14 0,-13 0 12 0,-3-2 10 16,-10-4 9-16,-1-4 11 0,-8-5 13 0,-1 2 39 16,-14-19-10-16,-7 5 23 0,6 18 20 0,-15-15 16 0,7 19 11 15,-2-2 12-15,-4 7 16 0,-3 5 22 0,1 4 8 16,-4 3 7-16,3 7 15 0,-2 1 0 15,0 10-4-15,0-10 7 0,0 22 5 0,-1 4-4 0,-4 6-12 16,-1 8-2-16,-12 18-4 0,16-9 0 0,-10 27 1 16,1 6-3-16,1 2 2 0,7 4 6 0,5 8-1 15,5-1-1-15,2 1-12 0,7 4-5 0,3-1-5 16,8 2-1-16,10 0-3 0,4-3 2 0,4 0-14 16,9 1-1-16,4-7-7 0,10 0-10 0,8-3-3 15,4-6 3-15,13-2-12 0,7-9-2 0,7-7-3 16,10 2 2-16,5-9 0 0,6-13-14 0,-3-1 6 15,8-9-7-15,0-6 3 0,5-6 5 0,1-8-5 0,-1-10-5 16,1-7 1-16,-1-5-2 0,-2-7-5 16,-8-3-2-16,-3-8 3 0,-1-6 7 0,-10 0 7 15,-4-10 2-15,-7-4 3 0,-8-5 4 0,-6-2-22 0,-4-16-15 16,-15 3 0-16,3-38 0 0,-18 32 0 0,-4-41 0 16,-11 45 0-16,-8-3 0 0,-5 6 0 0,-7 2 0 15,-7 5 0-15,5 27 0 0,-15-12 0 0,-4 1 0 16,4 23 0-16,-4 8 0 0,-20-8 0 0,12 13 0 15,-23 6 0-15,22 2 0 0,-3 8-23 0,-22 1-31 16,18 8-24-16,-13 9-22 0,19 2-26 0,4 4-17 16,-1 1-43-16,-1 1-37 0,10 0-41 0,3 7-46 15,2 3-46-15,2-2-59 0,7-1-65 0,9-9-426 16,6 7-981-16,3-1 435 0</inkml:trace>
    <inkml:trace contextRef="#ctx0" brushRef="#br0" timeOffset="-2380.7974">2997 323 202 0,'0'0'455'0,"0"0"-50"0,0 0-46 16,0 0-6-16,0 0 6 0,0 0 22 0,0 0-5 15,0 40-14-15,-1-15-26 0,-1 4-18 0,-3 1-26 0,5 0-16 16,-3 5-17-16,-6 5-22 0,5-1-12 0,-2 1-21 15,0-1-15-15,-2 0-19 0,-3-13-15 0,3 12-6 16,0-11-17-16,-1 12-10 0,1-12-3 0,-3-1-9 16,6-8-15-16,-5 8-9 0,2-5-9 0,1-3 5 15,-5-5-19-15,6-2-6 0,-2-1-1 0,5-2-4 16,3-8-5-16,-6 11 9 0,6-11 2 0,0 0-1 16,-11 10 2-16,11-10 7 0,0 0-12 0,0 0-7 15,-2-33 6-15,4 3-10 0,1-13-10 0,-3 3-7 16,3-5-1-16,5 0-3 0,-2-3 0 0,5 3 3 15,-1-2-1-15,1 2-6 0,-2 1-4 0,6 0 3 16,-1 1-3-16,0 4-9 0,0-1 3 0,-3 10 0 16,4 4 1-16,-4 0-3 0,3 1 2 0,3 5-5 15,-7 4 11-15,1 2-8 0,-2 3-6 0,-1 2 18 16,0 3-17-16,-8 6 2 0,24-6 4 0,-24 6 0 16,28 7 0-16,-14 8 6 0,4 7 4 0,10 11 20 0,-1 2 0 15,0 4 7-15,-5 1-4 0,-1 3-40 0,-2 3 0 16,-2-4 0-16,2 0 0 0,-3 0 0 15,0 1 0-15,-2-4 0 0,-2 2 0 0,-1-2 0 0,-1 1 0 16,-4-1 0-16,1-12 0 0,-4 1 0 0,6 1 0 16,-6 3 0-16,-3-14 0 0,0 5 0 0,0-2 0 15,2-4 0-15,-2-3-174 0,0 3-75 0,-2-2-47 16,2-15-47-16,-7 15-28 0,0-9-31 0,7-6-27 16,-20 5-33-16,20-5-68 0,-37-4-293 0,17 0-891 15,-9-7 394-15</inkml:trace>
    <inkml:trace contextRef="#ctx0" brushRef="#br0" timeOffset="-2130.8145">2144 879 326 0,'0'0'361'0,"0"0"13"0,44-21 7 16,-1 6-12-16,-2 1-14 0,8 2-13 0,6-3-28 15,22-3-25-15,1 3-20 0,1 0-17 0,3 8-25 16,-3-1-21-16,0-3-15 0,-17 3-23 0,15-2-14 16,-20 6-18-16,0-2-13 0,-2 0-23 0,-1 2-27 15,-8-2-45-15,1 2-49 0,1-3-45 0,-4 3-42 16,-14 0-44-16,2 1-52 0,-6-2-55 0,5-2-78 16,-13 5-312-16,1-3-703 0,5-1 312 0</inkml:trace>
    <inkml:trace contextRef="#ctx0" brushRef="#br0" timeOffset="-1724.6293">3675 903 332 0,'-5'9'450'0,"5"-9"-35"0,-4 8-4 0,4-8 6 0,0 0 16 15,38 9-6-15,-7-7-18 0,10-5-32 0,8-5-33 16,2 5-37-16,1-2-28 0,0-1-31 0,7 5-36 16,2 1-55-16,-5 1-67 0,-3-2-91 0,-1-1-103 15,-3 4-98-15,-6 2-111 0,0-1-127 0,-2-2-268 16,-13 6-767-16,1-7 339 0</inkml:trace>
    <inkml:trace contextRef="#ctx0" brushRef="#br0" timeOffset="-1896.4882">3767 621 409 0,'0'0'433'0,"0"0"10"0,0 0 25 15,17 10 20-15,-17-10 7 0,27 6-15 0,-8-7-18 16,-19 1-22-16,51-4-36 0,-7 1-36 0,-3-2-35 15,6 2-32-15,-1-3-31 0,2 1-35 0,-4-2-19 16,2 1-31-16,-4-3-41 0,-8 1-55 0,-4 1-62 16,0 2-58-16,-10 3-79 0,-1 0-76 0,-3-4-66 15,-16 6-64-15,19-1-74 0,-19 1-86 0,0 0-346 16,0 0-890-16,0 0 394 0</inkml:trace>
    <inkml:trace contextRef="#ctx0" brushRef="#br0" timeOffset="97969.0944">2801 6831 72 0,'-16'7'348'0,"4"-1"-30"0,4-1-11 0,8-5 13 15,-7 11 26-15,7-11 12 0,0 0 5 0,32 8-11 16,-3-8-21-16,2 0-37 0,17-1-35 0,1-2-23 16,6-1-30-16,-5 2-45 0,7 0-74 0,0-3-75 15,0 3-78-15,2 2-87 0,-7 0-100 0,5 0-397 16,3 0-704-16,-2 0 311 0</inkml:trace>
    <inkml:trace contextRef="#ctx0" brushRef="#br0" timeOffset="97816.1252">3032 6589 64 0,'0'0'378'0,"-16"5"-16"15,16-5 2-15,0 0 20 0,0 0 7 16,-13 7 3-16,13-7-20 0,0 0-19 0,0 0-4 0,0 0-12 16,0 0-18-16,56-12-28 0,-28 6-28 0,1 1-25 15,-1 3-25-15,5-4-18 0,-3 0-19 0,13 1-21 16,0 2-16-16,-2-3-14 0,-6 2-24 0,7 1-37 15,-12-2-51-15,0 5-57 0,-4 0-60 0,-6-2-62 16,1 2-62-16,-21 0-55 0,25 2-57 0,-25-2-75 16,0 0-339-16,0 0-813 0,0 0 359 0</inkml:trace>
    <inkml:trace contextRef="#ctx0" brushRef="#br0" timeOffset="107270.2466">5681 8147 250 0,'0'0'330'0,"0"0"-12"0,-10-19-8 15,13 7-2-15,-3 12 1 0,11-21-34 0,-3 6 9 16,-1 4-23-16,1-4-16 0,1 6-3 16,4-3-27-16,-4 0-17 0,5 1-12 0,-1 1-7 0,1 1-7 15,2 2-17-15,1-3-10 0,-2 3-13 16,-1 2-15-16,2 3-7 0,-16 2-14 0,25 0-3 0,-25 0-11 15,24 5-8-15,-10 3-7 0,-6 2 2 0,4 2-9 16,-4 3-4-16,-1 8-12 0,-1 3-2 0,-8 1-2 16,-1 4-6-16,-1 8-5 0,-8-1 1 0,0 0-7 15,-4-2-4-15,0 2 0 0,-3 0-4 0,-1-3-3 16,-2-1-11-16,-2-1-2 0,-1 1-2 0,4-11-2 16,-1 12 0-16,1-16-5 0,1 3 2 0,-1-2-3 15,1-3 2-15,4-2-2 0,2-5 3 0,-1 1 2 0,3-3-1 16,4 0-3-16,8-8 4 0,-16 10 3 0,16-10 2 15,-13 5 0-15,13-5 4 0,0 0 14 16,0 0 9-16,0 0 0 0,0 0 5 0,0 0 0 0,0 0 2 16,62-15 3-16,-32 7 9 0,0 1 5 0,18-1 7 15,-6-5-1-15,6 1-1 0,-4 4-4 0,6-2-5 16,4 2 1-16,-3-3-9 0,9 3-2 0,-3 1-3 16,-2 0-6-16,4 1-4 0,-10 0-14 0,1 0-50 15,-1 2-58-15,-3-4-59 0,-7 5-60 0,-12-1-66 16,-6 2-72-16,-2 0-93 0,-3-2-337 0,-16 4-851 15,23-4 377-15</inkml:trace>
    <inkml:trace contextRef="#ctx0" brushRef="#br0" timeOffset="106821.1723">4859 8409 262 0,'0'-16'374'16,"0"16"9"-16,0 0 6 0,0 0 0 0,-8-13-15 0,8 13 3 16,0 0-4-16,-19-3 0 0,19 3-7 0,0 0-12 15,-21-1-22-15,21 1-24 0,0 0-26 0,0 0-26 0,0 0-27 16,-15-4-17-16,15 4-22 0,0 0-15 0,0 0-13 16,0 0-10-16,0 0-16 0,0 0-12 15,0 0-11-15,0 0-13 0,53 11-5 0,-35-11-12 0,17 1-6 16,-2-1-8-16,13-1-10 0,1-5-36 0,2 6-60 15,-6-5-56-15,4 2-68 0,2-9-67 0,-5 5-64 16,4-8-59-16,-7 8-51 0,-3 0-104 0,-10-1-348 16,5-3-925-16,-9 3 410 0</inkml:trace>
    <inkml:trace contextRef="#ctx0" brushRef="#br0" timeOffset="108138.9359">7968 8217 163 0,'-23'0'357'0,"23"0"-14"0,0 0-15 0,-28-7 0 0,28 7-24 15,-17-8-10-15,6 2-27 0,11 6-18 0,-15-7-21 16,15 7-6-16,-6-9-6 0,6 9-21 0,-8-18-18 16,8 18-13-16,2-15-18 0,-2 15-11 0,11-19-17 15,-8 7-10-15,5-1-13 0,1 5-4 0,2-3-16 16,0 0-4-16,2 4-12 0,-2-1 0 0,2-3-11 0,1 3-3 16,-1 2-2-16,-13 6-5 0,22-7 1 0,-8 2-8 15,-14 5-2-15,25 0-1 0,-25 0-6 0,26 4 1 16,-26-4-5-16,20 8 2 0,-9 2-2 0,-1 1 1 15,-2 7-2-15,-2-4 1 0,-1 5 0 0,-2 0-2 16,-3-1-1-16,-2 8-1 0,-3 0-2 0,2 0 3 16,-5 2 0-16,-3 0-5 0,-5 5-1 0,4-7 1 0,-2 4-3 15,-7-5-2-15,4 1 4 0,-4-3-5 0,-6 5 0 16,7-6 4-16,-2-2-2 0,-1-1 0 16,0-4 5-16,1-1 0 0,7 0 7 0,-8-3 4 0,4-1 12 15,5 0 1-15,-1-3 2 0,9-1 3 0,6-6 7 16,-16 12 4-16,16-12 8 0,-11 5 10 0,11-5 15 15,0 0 21-15,0 0 10 0,0 0 6 0,0 0-1 16,0 0-6-16,49 2-7 0,-20-4 0 0,2-3-8 16,12 2 4-16,6-5 24 0,0 1 5 0,6 3 22 15,0 0 5-15,2-2-21 0,2 3-16 0,-2 0-13 0,0 1-19 16,-2 2-43-16,0-4-63 0,-4 3-68 0,-10 1-71 16,3 1-78-16,-1-1-88 0,-16-1-80 0,-2 1-71 15,-1-3-82-15,-4 0-410 0,-4 2-1044 0,3-5 462 16</inkml:trace>
    <inkml:trace contextRef="#ctx0" brushRef="#br0" timeOffset="108736.1002">10329 7874 127 0,'0'0'413'0,"0"0"-19"16,0 0-20-16,0 0-4 0,0 0 0 0,0 0-3 0,-49 16-14 16,38-5-16-16,-4-2-16 0,3 6-17 15,-1-4-22-15,-7 10-15 0,-1-4-10 0,4 4-9 16,4-6-18-16,-1 7-26 0,1 0-14 0,1 4-19 0,4-1-15 16,0-1-15-16,0 2-9 0,3 1-12 0,8-1-10 15,-6 0-13-15,8 1-8 0,-2-1-9 0,10 1-4 16,1 1 1-16,-2 2-15 0,3-5 2 0,0 1-5 15,6-3 0-15,0-2-2 0,-1 1 1 0,5-4 4 16,-2-5 4-16,0 2-3 0,-1-3 13 0,5-2 6 16,-1 1 14-16,2-6 13 0,-3-3-6 0,2-4-1 0,0-3 0 15,0-1-5-15,0-6 2 0,-4 4 19 0,4-5-118 16,-3-1 0-16,-2-3 0 0,2-1 0 0,-2-5 0 16,5-6 0-16,-7 6 0 0,4-10 0 0,-8 0 0 15,-3 3 0-15,1-10 0 0,-6 5 0 0,-2-8 0 16,0 0 0-16,-7 0 0 0,-4 3 0 0,-3 1 0 15,2 11 0-15,-8 0 0 0,1 1 0 0,-1 1 0 16,-4 3 0-16,-1 3 0 0,-4 1 0 0,-4 2 0 0,-2 3 0 16,-2 4 0-16,1-1 0 0,-5 5 0 15,-8 0-60-15,1 0-229 0,8 6-35 0,-8-1-40 0,7 2-28 16,0 4-52-16,-4 0-48 0,7 3-479 0,11-5-1053 16,1 5 466-16</inkml:trace>
    <inkml:trace contextRef="#ctx0" brushRef="#br0" timeOffset="109681.6513">13273 7920 369 0,'-21'-11'470'15,"15"4"3"-15,6 7 4 0,-11-12-14 16,11 12-19-16,-9-13-24 0,9 13-30 0,6-16-28 0,-6 16-19 16,20-18-27-16,-5 6-25 0,2 3-21 0,0 1-3 0,12-2-34 15,-1 3-33-15,1 2-11 0,-2 3-18 0,3 3-21 16,-2 3-15-16,-1-2-14 0,0 4-16 0,-8 1-7 16,-2-2-11-16,-3 5-12 0,-1 2 3 0,-3 5-11 15,-4-5-9-15,0 3-6 0,-6 3-10 0,0-3-11 16,-3 5-3-16,-8 8-6 0,2-4-9 0,-6 2-9 15,-4-2-15-15,-1-2-5 0,-7 6 5 0,5-8-4 16,0 2-6-16,0-8-3 0,-4 1-9 0,6 1 2 0,4-6 5 16,0 1 4-16,0-3-1 0,0-2 3 0,9-1-1 15,7-5 3-15,-15 7 1 0,15-7 2 16,0 0-3-16,0 0 3 0,0 0 3 0,0 0 4 0,0 0 6 16,0 0-2-16,40-26 5 0,-24 19-1 0,4-4 0 15,1-3 6-15,2 2 1 0,3 2 3 0,-3-1 13 16,-2 6 8-16,0-3 4 0,-1 8 0 0,2-3 4 15,-1 2 12-15,-21 1-9 0,36 5 0 0,-15 2-4 16,-2 1-1-16,-4 3-5 0,3 2 1 0,-7 6-11 16,3 4 3-16,-8 1-2 0,1-5 2 0,-2 12 2 15,-5-2-7-15,0 2-4 0,-5-3 0 0,-3 2 1 0,-8 7-5 16,3-11 4-16,-4-2 2 0,0 2-9 16,-4-1-5-16,1-3-16 0,-7 1-14 0,-2-9-27 0,1 4-18 15,-7 1-26-15,0-11-26 0,-4 5-19 0,-2-5-28 16,6-3-11-16,-8-6-38 0,1-5-19 0,10-2-6 15,-9-3-9-15,11-1-22 0,-11-6-42 0,12-1-64 16,9 2-96-16,-4-14-251 0,-1-5-787 0,11 2 348 16</inkml:trace>
    <inkml:trace contextRef="#ctx0" brushRef="#br0" timeOffset="110502.4717">16276 8046 321 0,'-22'0'390'15,"22"0"-13"-15,-21-6 5 0,21 6 4 0,-17-8-4 0,17 8 0 16,-11-13-2-16,4 3-30 0,7 10-34 0,-1-25-31 16,2 10-27-16,4-1-17 0,1-1-21 0,2-2-19 15,7 1-11-15,-6 0-20 0,10-1-11 0,-9 4-10 16,10-3-7-16,-1 3-13 0,-3-1-14 0,1 6-9 15,1-1-8-15,-4 3-13 0,0 1-5 0,0 2-8 16,0 0-2-16,-14 5-15 0,27 0 1 0,-27 0-7 16,22 14-3-16,-9-3-7 0,-5 7-5 0,5 4-3 0,-5 5 0 0,-2 3-6 0,0 9 0 15,-4 2-5-15,-5 3 3 0,-2 1-6 0,-3-4 0 16,0 3-6-16,-3-3 0 0,-3 3-1 0,-7-6-6 16,1 2 1-16,-2-4 2 0,-1 6 0 0,-3-9-1 15,-3 0-3-15,1-3 3 0,1-4-3 0,5-2 0 16,-5-4 1-16,5-1-1 0,0-5 1 0,6-2 0 15,2 2 0-15,1-6 6 0,5-2-1 0,0 1 12 16,8-7 16-16,0 0 23 0,-11 10 32 0,11-10-11 16,0 0 1-16,0 0-3 0,0 0 0 0,49-1 1 15,-19-4 6-15,11-5 11 0,2 3 18 0,9-1 23 0,-3-6-12 16,8 0-126-16,23-2 0 0,3-3 0 0,-4 5 0 16,-2-2 0-16,-15 6 0 0,14-11 0 0,-16 16 0 15,-3 0 0-15,20-8 0 0,-17 10 0 0,-3-2 0 16,-2 1 0-16,-4 0 0 0,-4 3 0 0,-15-1 0 15,-4-2 0-15,-7 4 0 0,-7-1 0 0,-14 1 0 16,27-4 0-16,-27 4 0 0,19-3 0 0,-19 3 0 0,0 0 0 16,16-5 0-16,-16 5 0 0,0 0 0 0,11-6 0 15,-11 6 0-15,0 0 0 0,0 0 0 16,0 0 0-16,0 0 0 0,0 0-554 0,-11-21-101 0,11 21-509 16,-15-8-1261-16,15 8 558 0</inkml:trace>
    <inkml:trace contextRef="#ctx0" brushRef="#br0" timeOffset="113924.2679">5723 9375 61 0,'-6'-16'472'0,"6"1"-46"0,0 1-10 15,0 14 7-15,0-25 17 0,0 16 23 0,0 9 1 16,0-21-11-16,0 21-14 0,0-15-22 0,0 15-31 15,0 0-32-15,0-11-29 0,0 11-16 0,0 0-1 0,0 0 0 16,0 0-3-16,5 40-8 0,-5-12-19 0,0 0-17 16,0 10-14-16,-5 2-13 0,5 3-129 0,-2-5-105 15,-4 6 0-15,5 0 0 0,-4-3 0 0,5 4 0 16,0-2 0-16,-8 2 0 0,2-8 0 0,4 1 0 16,-3-9 0-16,2 11 0 0,-2-14 0 0,5 0 0 15,-1-4 0-15,-4-3 0 0,3 1 0 0,2-6 0 16,0-4 0-16,0-10 0 0,0 21 0 0,0-21-34 15,2 10-480-15,-2-10-74 0,0 0-589 0,0 0-1273 16,0 0 564-16</inkml:trace>
    <inkml:trace contextRef="#ctx0" brushRef="#br0" timeOffset="114767.9727">8484 9312 144 0,'0'0'468'0,"10"-16"-26"0,-4 9-8 0,-6 7 7 16,6-11 6-16,-6 11-16 0,0 0-34 0,2-13-37 16,-2 13-40-16,0 0-22 0,0 0-25 0,0 0-16 15,0 0-20-15,0 0-20 0,-17 55-16 0,2-35-18 16,-2 4-24-16,1 4-13 0,-9 3-16 0,1 2-14 16,-3-1-10-16,-1-2-11 0,1 0-9 0,-1 0-4 15,7-9-14-15,-1 2-6 0,0-1-4 0,1-3-7 16,1 2-5-16,2-7-6 0,6 2-2 0,1-8 0 0,3 3-11 15,1-1-1-15,7-10-1 0,-3 14-1 0,3-14 0 16,8 14-5-16,-8-14 5 0,24 13-4 0,-5-6-7 16,3-6 6-16,5 3-8 0,3 1 1 0,3 1 1 15,10-5-1-15,-1-1 6 0,-1 2-10 0,2-1 2 16,0-1-4-16,-8 4 6 0,7-8 2 0,6 8 4 16,-6-4 5-16,-8 0 7 0,-3-5 2 0,4 3 7 0,-8 1 5 15,1-2 6-15,1 0 4 0,-7 1 4 0,5-1-7 16,-7-2 6-16,-4 1 12 0,1 0 13 15,-2-4-2-15,-1 3 1 0,-14 5-1 0,20-9-1 0,-10 0-23 16,-10 9-56-16,19-15 0 0,-11 4 0 0,-5 2 0 16,3-1 0-16,-1-2 0 0,-3 1 0 0,2-3 0 15,-2 0 0-15,-1-2 0 0,4 6 0 0,-5 10 0 16,-1-25 0-16,-3 16 0 0,3-5 0 0,1 14 0 16,-6-17 0-16,6 17 0 0,-4-16 0 0,4 16 0 15,-4-10 0-15,4 10 0 0,0 0 0 0,-7-11 0 0,7 11 0 16,0 0 0-16,0 0 0 0,0 0 0 0,-15 28 0 15,10-9 0-15,-3 10 0 0,0-1 0 0,3 10 0 16,-4 0 0-16,1 2 0 0,0 3 0 0,-3 0 0 16,3 1 0-16,2-4 0 0,-4 0 0 0,1-2 0 0,4-11 0 15,-5 2 0-15,6 3 0 0,-6-2 0 16,7-4 0-16,-5 0 0 0,2-1 0 0,1-5 0 0,-1-2-87 16,3-3-260-16,-4-4-59 0,6 0-60 0,1-11-55 15,-3 15-107-15,3-15-328 0,0 0-1036 0,0 0 458 16</inkml:trace>
    <inkml:trace contextRef="#ctx0" brushRef="#br0" timeOffset="115817.5424">10608 9330 178 0,'0'0'372'0,"2"-13"9"0,-2 13 6 0,3-21 2 15,-1 13 10-15,-2 8 3 0,1-15-3 0,-1 15-15 16,0-13-15-16,0 13-17 0,0 0-22 0,2-13-15 16,-2 13-28-16,0 0-17 0,0 0-19 0,0 0-3 15,0 0 4-15,0 0-4 16,0 0-13-16,25 41-15 0,-12-21-18 16,-5 6-13-16,1 4-9 0,2-2-13 0,-1 13-17 15,-2-5-11-15,0 6-18 0,1-4-9 0,-3-1-5 0,-1 2-19 16,5-1-20-16,-6-1-68 0,3 3 0 15,-3-10 0-15,3 7 0 0,-1-8 0 0,-3-5 0 0,-1 2 0 16,3-1 0-16,-4-6-226 0,2-1-78 0,0-3-60 16,2-2-68-16,-3-1-69 0,-2-12-88 0,12 10-374 15,-12-10-1042-15,0 0 460 0</inkml:trace>
    <inkml:trace contextRef="#ctx0" brushRef="#br0" timeOffset="116254.9661">11444 9293 53 0,'0'0'479'0,"-6"-18"-47"0,6 18-40 15,0 0-30-15,-5-10-8 0,5 10-4 0,0 0-5 0,0 0-16 0,0 0-16 0,0 0-5 0,-23 35-24 16,16-21-19-16,-2-1-24 16,4 4-24-16,-7 5-8 15,5 1-17-15,2-1-12 0,-6 4-15 0,5 1-19 0,3-2-15 16,-2 4-11-16,10-3-10 0,-5 2-9 15,1 0-11-15,1 2-10 0,3-4-7 0,1 2-7 16,2 2-5-16,0-4-7 0,0 1-1 0,6-2-7 0,8-2-5 16,-3 2 0-16,2-3-3 0,-1 1-7 0,2-5 2 15,0-7 3-15,-3 1-4 0,8-1-1 0,-3 0 0 16,3-4 10-16,1-4 5 0,1 1-4 0,-2-8 6 16,1 4 7-16,-1-8-8 0,1 1-3 0,-2-4 12 15,-1-3-10-15,-1 2-2 0,3-6 0 0,-7 1 6 16,1-1-10-16,-6-5 2 0,3 1-8 0,-7-2-4 0,2-1-4 15,-6-5-11-15,-2 1 5 0,-3-8 1 0,-4 6-9 16,-4-5 4-16,-7 8 2 0,5-1-8 16,-6 3-3-16,-5 2-1 0,-1 1-4 0,-3 0-10 0,1 3-8 15,-1 1-15-15,-4 5-17 0,-2 2-35 0,-2 1-27 16,1 4-25-16,0 4-37 0,1-2-47 0,1 2-35 16,-1 3-40-16,-1 1-56 0,7 1-65 0,4-2-92 15,3 5-350-15,16-5-926 0,-22 3 410 0</inkml:trace>
    <inkml:trace contextRef="#ctx0" brushRef="#br0" timeOffset="117122.2558">13880 9352 261 0,'0'0'385'0,"-16"-18"-24"15,16 18-15-15,0 0-10 0,0 0-12 0,0 0 2 16,0 0-19-16,0 0-14 0,-44 22-17 0,31-15-14 16,5 5-17-16,-4-2-14 0,2 5-11 0,-1 0-12 15,3-4-20-15,0 6-14 0,2 2-19 0,0 5-20 16,-1 1-9-16,4-2-12 0,-2 3-9 0,5 0-18 16,0 2-3-16,2 2-8 0,3-4-10 0,-4 2-3 0,6 0-8 15,1-4-6-15,4 3-3 0,1-5-5 16,-1 4 0-16,0-5-8 0,5-1-2 0,-6-5 1 15,6-2 1-15,7 3 1 0,-10-8-5 0,13 4 5 0,0-6 5 16,0-3 0-16,-2-3 6 0,10-2 8 0,-7-2-8 16,6 0-2-16,-12-7 1 0,6 3 6 0,1-7-3 15,-1 1 3-15,-6-1-1 0,5-5-2 0,-5-1 2 16,-1-5-5-16,4-6-5 0,-4-2-2 0,-12 8-4 16,2-4-6-16,-3 2 1 0,-5-3-7 0,0 1-1 15,-6 2-5-15,0-2 1 0,-2 2-2 0,-4 12 3 16,-5-6-5-16,-5-2-3 0,-2 3-4 0,1 3 5 15,-6 0-5-15,1 2-4 0,1 5-6 0,-15-2-9 16,-2 1-20-16,11 7-34 0,-5 3-39 0,5-5-43 0,-5 4-33 16,2 6-55-16,6-6-55 0,-3 6-58 0,3 2-59 15,10-1-108-15,-1-3-281 0,18-1-867 0,-23 0 384 16</inkml:trace>
    <inkml:trace contextRef="#ctx0" brushRef="#br0" timeOffset="117917.0977">16247 9364 205 0,'0'0'361'0,"4"-14"-7"0,-4 14-6 16,3-16-9-16,5 9-15 0,-8 7-17 0,14-10-23 16,-2 1-21-16,3 2-22 15,0 2-24-15,4 0-18 0,0 0-19 0,2 7-18 0,-21-2-14 0,39 5-18 16,-13 2-14-16,-10 1-11 0,-1 6-2 0,3-3-17 16,-9 1-11-16,-1 6 3 0,2-3-10 0,-7 10-5 15,-3-5-10-15,-3 5-7 0,-2 3-3 0,-3 0-3 0,-3-3-1 16,-3 2-5-16,-1-2-5 0,-2-1-4 0,-3 1-3 15,-1-6-5-15,0 2-1 0,-1-3 2 0,2-3-5 16,-1-1-9-16,1-4-3 0,4 3 1 0,-1-9-8 16,7 0 10-16,10-4-2 0,-22 7 1 0,22-7-6 15,0 0-3-15,0 0 6 0,0 0 1 0,-22-11 3 16,22 11-5-16,0 0 10 0,23-25 1 0,-8 17 6 16,-1 0 1-16,5-2-1 0,-2 1 5 0,10 2 4 15,0-4 2-15,1 3 9 0,-4 2 6 0,-3 5 0 0,6-2 6 16,1 0-6-16,-7 7 2 0,7-1-1 0,0 3 3 15,-1 1 2-15,2 6-2 0,-4 0 1 0,0 4-4 16,-4 2 3-16,-2 5-6 0,-3-1 0 0,3 2 1 16,-8 5-2-16,-2-4-6 0,-6 4-2 0,2-2-1 15,-10-2 1-15,4 12-5 0,-7-15-4 0,0 2 3 16,-6-1-5-16,0-3-1 0,-10-2-5 0,0-1 1 16,-11 4-6-16,2-10-7 0,-3 6-18 0,-5 0-33 0,-2-8-34 15,2-3-33-15,1-3-46 0,-4-3-32 0,0-4-34 16,1-1-29-16,2 3-37 0,-2-5-44 0,13-6-69 15,-9-2-288-15,10-3-750 0,3 1 331 0</inkml:trace>
    <inkml:trace contextRef="#ctx0" brushRef="#br0" timeOffset="98713.4544">4486 6276 367 0,'-6'-18'390'16,"6"-2"4"-16,-4 0 11 0,1 3 9 0,-5-1 16 15,5 3 3-15,-2 1-9 0,-1 2-5 0,1 3-24 16,5 9-24-16,-4-13-30 0,4 13-31 0,-5-11-28 0,5 11-20 16,0 0-30-16,0 0-7 0,0 0 5 15,0 0 12-15,0 0 6 0,-6 50-9 0,7-26-16 16,4 5-12-16,0 16-5 0,-2-1 7 0,2 4-12 0,-4 4-117 15,5 3-84-15,-1 16 0 0,-2 5 0 16,4 6 0-16,-7 0 0 0,1 8 0 0,2-3 0 16,-1 42 0-16,-2-37 0 0,-5 35 0 0,10-1 0 0,-10-1 0 15,5-39 0-15,5 4 0 0,-10 45 0 0,5-42 0 16,5 37 0-16,-3-1 0 0,-2-43 0 0,1 39 0 16,4-37 0-16,1-1 0 0,1 4 0 0,0-4 0 15,3-3 0-15,-1 2 0 0,2-3 0 0,1-4 0 16,-5 0 0-16,6-2 0 0,-3-8 0 0,-6-18 0 15,6 4 0-15,-5 0 0 0,1 12 0 0,-5-18 0 16,3-1 0-16,0 0 0 0,-4-1 0 0,2-3 0 0,4-2 0 16,-4-4 0-16,1-9 0 0,-3 0 0 0,2-2 0 15,-2-4 0-15,0 1 0 0,1-4 0 16,-2-3 0-16,1-5 0 0,0 4 0 0,0-2 0 0,0-14 0 16,-5 20 0-16,5-12 0 0,0-8 0 0,-2 16 0 15,2-16 0-15,-3 15 0 0,3-15 0 0,-3 11 0 16,3-11 0-16,0 0 0 0,-2 14 0 0,2-14 0 15,0 0 0-15,-4 12 0 0,4-12 0 0,0 0 0 16,0 0 0-16,-2 13 0 0,2-13 0 0,0 0 0 16,0 0 0-16,0 0 0 0,-3 14 0 0,3-14 0 15,0 0 0-15,0 0 0 0,0 0 0 0,0 0 0 16,0 0 0-16,0 0 0 0,0 0 0 0,0 0 0 0,0 0 0 16,0 0 0-16,0 0 0 0,0 0 0 0,0 0 0 15,0 0 0-15,0 0 0 0,0 0 0 0,24 6 0 16,-24-6 0-16,28 2 0 0,-1 2 0 0,3-8 0 15,5 9 0-15,15-5 0 0,4 7 0 0,3-5 0 16,6 2 0-16,19 3 0 0,-3-8 0 0,11 1 0 16,-3 0 0-16,-5-6 0 0,-1-1-653 0,-3-4-604 15,-1-6-1361-15,-17 1 602 0</inkml:trace>
    <inkml:trace contextRef="#ctx0" brushRef="#br0" timeOffset="143276.0213">4859 11560 202 0,'-19'4'344'0,"19"-4"-32"0,0 0-28 0,0 0-23 16,0 0-19-16,0 0-16 0,0 0-20 0,0 0-15 16,0 0-27-16,0 0-11 0,90-8-16 0,-57 5-12 15,8-1-10-15,4 0-17 0,-3 1-13 0,1-2-23 16,-12 5-41-16,4-3-51 0,-3 4-66 0,-1 1-70 16,-1 3-81-16,-6-5-202 0,8 6-485 0,-7-5 215 15</inkml:trace>
    <inkml:trace contextRef="#ctx0" brushRef="#br0" timeOffset="143629.2189">5796 11700 354 0,'0'0'387'0,"0"-25"7"16,0 13 14-16,3 1 7 0,-3 11 14 0,3-18 1 16,-3 18-7-16,4-16-10 0,-4 16-14 15,1-13-20-15,-1 13-34 0,0 0-22 0,0 0-15 16,0 0-2-16,0 0-9 0,0 0 6 0,-5 43 3 15,4-12-13-15,-4 11-14 0,2 1-22 0,-3 4-16 16,-1 2-30-16,4 2-15 0,-2 1-101 0,5 4-95 16,0-3 0-16,-4 1 0 0,2-2 0 0,7 0 0 15,-5-4 0-15,-3 0 0 0,3-5 0 0,-2-1 0 16,2-14 0-16,-3 3 0 0,-2-3 0 0,0-2 0 0,5-9 0 16,-1-3 0-16,-2-1 0 0,3-13-34 0,0 13-498 15,0-13-105-15,0 0-528 0,0 0-1262 0,0 0 559 16</inkml:trace>
    <inkml:trace contextRef="#ctx0" brushRef="#br0" timeOffset="144457.2866">8628 11590 385 0,'0'0'409'0,"6"-8"-23"0,-6 8-27 0,0 0-23 0,0 0-12 15,0 0-17-15,0 0-9 0,0 0 1 0,0 0-19 16,0 0-25-16,-1 36-16 0,-10-13-25 0,1 4-23 0,-4-1-18 16,0 2-21-16,-7 10-18 0,1-2-11 15,-4-6-15-15,-1 8-5 0,3-9-14 0,-5 6-10 0,3-3-8 16,-3 0-6-16,7-9-8 0,-9 7-4 0,9-8-8 16,-1-2-5-16,5-2-5 0,-3 1-2 0,5-6-4 15,3-5-4-15,5 4-1 0,-1-5-1 0,7-7 0 16,-1 13 6-16,1-13-2 0,0 0-1 0,25 12-3 15,-4-11 2-15,6-1-3 0,3 0-5 0,11-1 1 16,1 1-4-16,4-5 2 0,0 4-2 0,8 0 0 16,-8-3 0-16,6 4 3 0,0-1 0 0,3 2-1 15,-6 3 2-15,-6-4 1 0,4-5 0 0,-15 2 5 16,1 3 1-16,-3 0 4 0,-3 3 3 0,5-6 6 16,-15 2-2-16,4-2 9 0,-21 3 12 0,30-4 8 0,-13 1 13 15,-17 3 2-15,22-8 3 0,-14 1 5 0,5 0-4 16,-13 7 5-16,15-10 2 0,-8 1 0 0,-1-1 7 15,-6 10-10-15,13-24-7 0,-10 13-2 0,-2-3 4 16,4-1-8-16,-5 15 5 0,0-23-2 0,-1 7-12 16,-3 2-6-16,4 1 6 0,-1 0 7 0,1 13-4 15,-3-21-40-15,0 10-29 0,3 11 0 0,-2-14 0 16,2 14 0-16,0 0 0 0,0-12 0 0,0 12 0 16,0 0 0-16,0 0 0 0,0 0 0 0,0 0 0 0,0 0 0 15,-14 33 0-15,9-7 0 0,0 16 0 0,1 0 0 16,-4 2 0-16,0 6 0 0,0 5 0 0,-3-3 0 15,4 20 0-15,0-18 0 0,0-3 0 0,-1-2 0 16,0 1 0-16,1-1 0 0,-1-4 0 0,-2-3 0 16,7-2 0-16,-3 0-279 0,4-14-51 0,-3-2-69 15,1-1-72-15,7-6-90 0,-2-1-465 0,-1-8-1110 0,0-8 491 16</inkml:trace>
    <inkml:trace contextRef="#ctx0" brushRef="#br0" timeOffset="144979.8683">11558 11806 115 0,'0'0'456'0,"2"-19"-13"0,-2 19 3 16,0-14 13-16,0 14 2 0,0 0-10 16,-2-16-30-16,2 16-27 0,0 0-24 0,0 0-27 0,0 0-15 15,0 0-10-15,0 0 7 0,0 0-24 0,0 0-19 16,13 39-15-16,-12-13-28 0,-1 2-16 0,2 11-12 15,-4 6-22-15,1-3-18 0,-4 5-8 0,4 1-30 16,-4 0-5-16,3 3-17 0,-1 2-4 0,-3-3-14 0,1-1-16 16,2-1-3-16,0 1-15 0,0-5-26 15,4-2-56-15,-1-4-73 0,0-8-88 0,-1-2-95 16,1-2-86-16,3-6-98 0,0-6-107 0,-2 1-466 0,1-6-1121 16,-2-9 496-16</inkml:trace>
    <inkml:trace contextRef="#ctx0" brushRef="#br0" timeOffset="145401.7181">12301 11929 5398 0,'0'0'3'0,"3"-10"1"0,-3 10-4 0,0 0-6 0,0 0 11 15,0 0 28-15,0 0 43 0,0 0 19 0,0 0-4 16,0 0-3-16,0 0 11 0,0 0-2 0,-8 51 7 15,2-28-4-15,0-2-5 0,-2 4-8 0,0-1-4 16,0 14-10-16,0-1-11 0,2 2-2 0,-5-1-7 16,3 1-10-16,5 1-1 0,-4 0-3 0,1 0-7 15,0 0-4-15,6-2 2 0,0-9-7 0,0 8-1 16,1-7-1-16,6-5-4 0,-3 0-3 0,3-8 2 0,-1 0-4 16,-1-1 7-16,7-3-4 0,-1-1 2 15,0 0 4-15,4-5 11 0,4-4 7 0,0-3 16 16,-19 0 6-16,39-7-5 0,-12-3-1 0,0-1-13 0,-5-3 5 15,5-3 6-15,3-9 5 0,-2-3 7 0,-4 5-2 16,1-9-12-16,2-10 4 0,-5 1-9 0,-1-8-3 16,-2-3-3-16,-5-16-11 0,-6 12 3 0,-3 6-3 15,-4-3-2-15,-2 4-7 0,-4 4-9 0,-8 6 1 16,1 0-7-16,-4 1-5 0,-5 6-4 0,-6 2-24 16,5 9-25-16,-9-2-16 0,2 8-37 0,-2 4-42 15,-10-2-58-15,3 2-51 0,4 6-55 0,3 1-44 0,-2 5-54 16,-2 0-57-16,2 4-487 0,4-3-1033 15,9 1 458-15</inkml:trace>
    <inkml:trace contextRef="#ctx0" brushRef="#br0" timeOffset="146198.616">14631 11949 41 0,'0'0'357'0,"0"0"-25"15,0 0-13-15,-29-13-20 0,29 13-14 0,0 0-7 16,0 0-21-16,-41 19-1 0,30-7-25 0,0-4-7 16,-3 9-17-16,4-5-13 0,-1 5-18 0,-3 2-14 15,6 4-16-15,0-1-14 0,3 4-8 0,-2-4-12 16,3 4-15-16,1-2-5 0,3 1-7 0,0-2-7 0,5 3-7 16,-3 0-2-16,5-3 2 0,0 1 12 0,7-1 0 15,0-2 0-15,0 1-2 0,4-4-6 0,5 1-5 16,0-5 1-16,-1 2 3 0,5-6 8 0,-1 1-3 15,3-4-3-15,-2-2 6 0,1-3 0 0,1-5-9 16,1 0-4-16,1-4-3 0,-2 0-6 0,1-1-7 16,-3-6-2-16,-4-2-1 0,4-2-11 0,-5 1 5 15,-3-6-7-15,-3-1-1 0,3-9-7 0,-3-6 0 16,-2 1-4-16,-8-3-5 0,-6 0 2 0,0 4-1 16,-4-3-3-16,-1 14-3 0,-1-2 1 0,-5 2-4 0,-4 3 2 15,0 4-4-15,-4 0-2 0,-5 1-1 0,-1 6 2 16,2 3-3-16,-5 4-1 0,0 1-8 0,-2 4 1 15,-4 4-31-15,1 3-36 0,3 0-46 0,2 3-63 16,-1-1-58-16,1 3-61 0,1 2-65 0,11-2-120 16,-1 1-316-16,7-1-863 0,2 2 382 0</inkml:trace>
    <inkml:trace contextRef="#ctx0" brushRef="#br0" timeOffset="147011.0529">16521 11660 244 0,'0'0'401'0,"-2"-15"-2"0,2 15-24 0,-1-11-23 0,1 11-14 16,3-17-17-16,-3 17-18 0,8-15-20 0,0 10-14 15,-8 5-21-15,23-15-12 0,-8 8-13 0,0 1-11 16,1-2-10-16,11 3-18 0,-5 2-16 0,-1 3-13 15,6 0-14-15,-1 3-12 0,-8 1-16 0,4-3-9 16,-3 9-9-16,0-4-12 0,-2 2-9 0,4 8-4 16,-2 2-11-16,-7-3-2 0,-2 3-4 0,-2 0-6 15,-2 6-8-15,-6 3-11 0,0-1-5 0,-5 0-1 0,1 4-2 16,-7-7-1-16,-2 1-1 0,-3-2-7 0,0-1 0 16,-4 2 0-16,-1-3-5 0,-6-4-1 0,5 1 3 15,-1-1-1-15,-1-5-1 0,0-3-2 0,8 2-6 16,-1-3-2-16,4-2 0 0,13-5 2 0,-22 7-2 15,22-7 3-15,-11 6-3 0,11-6-2 0,0 0 1 16,0 0 4-16,0 0-7 0,0 0 7 0,0 0-2 16,0 0 0-16,0 0 1 0,0 0 0 0,29-37 3 15,-20 31-1-15,5 2 2 0,5 0 5 0,2 1 8 16,-4-1-1-16,4 1 3 0,7 6 4 0,-1-3 7 0,3 4 10 16,-3 0 2-16,1 3 1 0,-1 4-1 0,2 1-1 15,-6 4-5-15,3 3-2 0,-3 1-2 0,4 9-4 16,-11-1-2-16,0-2-6 0,-2 8 2 0,-6-2-2 15,-5-3-5-15,-3 7-2 0,-6-4 1 0,-2-4-2 16,-6 8-3-16,-7-6-2 0,1-4 2 0,-10 4-5 16,-8-2 6-16,-2-4-5 0,-9-5-3 0,-6 2 1 15,-2-2-2-15,2-8-1 0,-18 11-1 0,19-15-12 0,4 1-25 16,1-1-30-16,0-2-40 0,6 1-30 0,8-5-36 16,5-1-29-16,-3 0-29 0,4-1-25 0,6-3-25 15,4-2-52-15,5-2-108 0,-2-3-288 0,3-1-792 16,5-3 350-16</inkml:trace>
    <inkml:trace contextRef="#ctx0" brushRef="#br0" timeOffset="141798.6408">3233 11741 286 0,'0'0'409'0,"-19"0"-16"16,19 0-12-16,0 0-22 0,0 0-17 0,0 0-18 0,-19 4-15 15,19-4 3-15,0 0-6 0,0 0-16 16,0 0-14-16,0 0-25 0,68 4-25 0,-38-6-20 0,1 0-19 16,14 4-21-16,-3 0-18 0,4-6-15 0,-2 6-17 15,-3-5-13-15,4 4-15 0,-15-1-35 0,3 2-52 16,-5 3-69-16,2-8-67 0,-9 3-62 0,-2 3-56 15,-19-3-52-15,28 2-51 0,-28-2-370 0,0 0-785 16,0 0 347-16</inkml:trace>
    <inkml:trace contextRef="#ctx0" brushRef="#br0" timeOffset="141981.3162">3024 12087 287 0,'-21'16'272'0,"6"-7"-13"0,2 5-13 0,5-3-12 0,2-3-8 0,6-8-17 15,5 14-16-15,-5-14-13 0,23 7-14 0,4-3-19 16,6-8-13-16,13 1-14 0,5-8-11 0,4 4-11 16,30-5-11-16,-25 3-13 0,19-1-18 0,5 1-36 15,-2 0-55-15,-23 8-61 0,20-6-103 0,-21 6-266 16,1-1-503-16,20-2 222 0</inkml:trace>
    <inkml:trace contextRef="#ctx0" brushRef="#br0" timeOffset="148917.4763">5153 13803 39 0,'0'0'356'0,"0"0"-20"0,-29-2-6 0,29 2-16 16,0 0-18-16,-22-4-26 0,22 4-18 0,0 0-24 15,0 0-11-15,0 0-12 0,0 0-14 0,0 0-1 0,0 0-20 16,71-12-15-16,-42 10-24 0,2 1-7 0,14 1-14 16,1-5-12-16,-1 4-8 0,7-4-11 15,-3 4-9-15,5 0-18 0,-3 0-29 0,-1-4-43 0,-1-1-55 16,0 5-48-16,-6-2-63 0,-8 3-68 0,-2-1-358 15,-5-2-662-15,2-3 293 0</inkml:trace>
    <inkml:trace contextRef="#ctx0" brushRef="#br0" timeOffset="149433.0641">6062 13665 28 0,'0'0'346'0,"-29"-8"-6"16,29 8-14-16,-16-7-15 0,16 7-10 0,-17-8-25 15,17 8-24-15,-10-7-22 0,10 7-19 0,-4-11-34 16,4 11-5-16,4-15-20 0,-4 15-17 0,15-15-8 16,-1 7-9-16,0-2-14 0,5-1-10 0,-3 3-5 15,9-1-7-15,0-4-4 0,4 6-4 0,3 0 5 16,-4 0-17-16,0 1 3 0,-5 4-12 0,2-2-1 15,-6 4 6-15,-19 0-13 0,41 6 1 0,-22 2-3 0,-3 4-1 16,-2 1 3-16,0 7-8 0,0 3 2 0,-1 3-9 16,-5 2 1-16,3 8 0 0,-6 6-3 15,-1-13-5-15,-4 1 4 0,0-4-5 0,-4 11-1 0,-4-6-3 16,-3 9-1-16,0-12-3 0,-7 9 2 0,-2 0-5 16,-1-3 3-16,2-9-6 0,-9 1 0 0,6-3-2 15,-12 1-10-15,6-4-3 0,-7 2 13 0,5-7-1 16,2-4 4-16,-1 4-4 0,-2-7-4 0,5 4 2 15,0-6-1-15,-1 1 1 0,6 0 2 0,4-2-7 16,-1-3 4-16,18-2 1 0,-20 5 11 0,20-5 6 16,0 0 15-16,0 0 15 0,0 0 6 0,0 0-3 0,0 0 5 15,0 0-3-15,0 0 4 0,63-22 9 16,-22 19 13-16,7-4 15 0,2 6 8 0,4-4 11 16,3 3 10-16,22-2 2 0,-2 3-9 0,-18 1 3 0,2 1-13 15,-4 3-11-15,0-4-11 0,2 2-5 0,-3 3-11 16,-5-2-11-16,-4 1-11 0,-12-3-32 0,-3 1-41 15,-4-4-46-15,-10 2-52 0,-1 2-60 0,-17-2-62 16,25-7-70-16,-25 7-63 0,16-2-83 0,-16 2-400 16,6-16-933-16,-6 16 413 0</inkml:trace>
    <inkml:trace contextRef="#ctx0" brushRef="#br0" timeOffset="150416.194">8593 13733 217 0,'-19'-6'368'0,"2"-1"-9"0,3 3-8 0,-2-4-14 0,3 1-8 15,13 7-15-15,-20-10-30 0,20 10-32 0,-8-12-20 16,8 12-23-16,2-18 2 0,-2 18-8 0,17-15-4 16,-9 9-5-16,6-4-14 0,3 0-14 0,2 2-17 15,-3 1-15-15,11-4-6 0,-6 3-3 0,4 3-12 16,0 0-11-16,-4 1-6 0,-1 3-7 0,1-2-5 16,7 6-6-16,-1-3-9 0,-11 1-1 0,3 3-10 15,-3-1-4-15,-2 8-5 0,-1-4-5 0,-1 3-4 0,-2 3-1 16,-6 5-5-16,3-2-2 0,-3 10-3 15,0-1-4-15,-9 0-2 0,3 1-6 0,-2 1 0 0,-4 0-2 16,-2 1-1-16,-7 9-3 0,-7-3 0 0,-1 2-2 16,-4-6-2-16,9-5-1 0,-10 6-3 0,0-4 2 15,-3 2-3-15,-1-4-6 0,12-3 4 0,0 0-4 16,-14-3 4-16,9-5 1 0,0-2-1 0,5 2 1 16,3-3-2-16,3-4 1 0,7 0 1 0,-2-1 1 15,11-6-2-15,-15 6 6 0,15-6 5 0,0 0 10 16,0 0 12-16,0 0-1 0,0 0 0 0,0 0 0 15,49-19 1-15,-23 15 1 0,5 1 6 0,17-3 8 16,1 2 5-16,-5-4 11 0,11 3 1 0,1 3 5 16,2 1 6-16,-1 1-7 0,1-3 15 0,1 3-14 0,-2 0-7 15,-2 0-5-15,-4 0-12 0,4-1 0 0,-8-1-1 16,-2-2-9-16,-12 4-3 0,-3-1-3 0,0-1-5 16,-10 0-6-16,-1 0-3 0,-19 2-20 0,27-6-27 15,-16-1-20-15,-1 1-40 0,-10 6-54 0,9-10-59 16,-9 10-64-16,13-13-51 0,-13 13-50 0,2-13-76 15,-2 13-480-15,1-16-1000 0,-1 16 443 0</inkml:trace>
    <inkml:trace contextRef="#ctx0" brushRef="#br0" timeOffset="151244.2605">11595 13560 194 0,'0'0'384'0,"0"0"-9"15,0 0-29-15,-43 14 11 0,29-4-9 0,-4 3-20 16,-1-3-1-16,-3 4-14 0,-3 7-7 0,4 2-9 16,4-1-16-16,-2 3-20 0,-1 8-13 0,5-8-17 15,1 1-14-15,0 1-18 0,4 2-23 0,-1-2-15 16,5 0-17-16,3 1-13 0,1-1-15 0,-1 2-12 15,8-3-7-15,1-2-5 0,4 3-12 0,7-1-7 16,0 0-8-16,9 9-2 0,5-6-7 0,2-4-9 16,4 0-2-16,-2-5-1 0,4-1-1 0,-9-5-2 15,6 3 8-15,-2-9-1 0,-6-3 0 0,4 1 6 16,2-5 1-16,0-1 11 0,-4-1 5 0,3-5 22 0,-3 1-9 16,-2-6 10-16,2 0 8 0,-4 0 14 15,-1-8-7-15,-1 1 9 0,-4 3 2 0,1-8-11 0,-5 0-11 16,-2-5-7-16,0-9-15 0,-4-4-76 0,-6-2 0 15,-5 2 0-15,-1-7 0 0,-9 3 0 0,0 5 0 16,-6-4 0-16,-6 10 0 0,1 0 0 0,-6 1 0 16,-1 5 0-16,-4 1 0 0,2 3 0 0,2 7 0 15,-2 5 0-15,-11-6-78 0,6 6-120 0,5 6-69 16,-1 0-71-16,-3 5-52 0,7 2-64 0,6-2-86 16,-8 2-448-16,11 5-1070 0,0-2 474 0</inkml:trace>
    <inkml:trace contextRef="#ctx0" brushRef="#br0" timeOffset="152034.7136">14145 13383 20 0,'0'0'314'0,"8"-19"-18"15,2 9-4-15,1-2-7 0,3 5-13 0,5-5-18 16,3-2-22-16,7 7-7 0,-3-4-1 0,5 2-11 16,3 2-5-16,7 0 6 0,-12 7-8 0,1 4-20 15,1-1-10-15,-2 1-18 0,-2 3-20 0,-4 1-4 16,-4 3-9-16,-3 0-14 0,-2 4-9 0,1 6-9 16,-9-5-12-16,-1 3-3 0,-4 0-5 0,-2 7-7 15,-10 0-11-15,4-5-3 0,-7 4-5 0,0-2-8 16,-3-4-1-16,-4 6-5 0,0-6-4 0,-1 1-2 15,-3-3-6-15,3-2 3 0,-5 3-4 0,7-5-15 16,-1-4 17-16,-1 2-4 0,1-4 2 0,7 1-13 0,0-4 3 16,14-4 3-16,-22 7-2 0,22-7-2 0,-15 4-5 15,15-4 4-15,0 0-13 0,0 0 7 0,0 0 2 16,0 0 10-16,0 0-1 0,0 0-8 16,0 0 2-16,49-15-1 0,-31 8-4 15,9 4 13-15,0-2 4 0,-5 2-2 0,6 3 6 0,4 0 10 16,-7 3 11-16,4 2 1 0,4 2 3 0,-5 4 3 15,-1 0 0-15,-3 4-6 0,3 0-3 0,-7 4-1 16,1 2-5-16,-6 4-3 0,-2-2-4 0,1 3-1 16,-7 0-4-16,-1 4-3 0,-6-4-1 0,-6 2-1 15,-4-1 0-15,-2 2-6 0,-6-6 2 0,1 1-3 16,-5-4-4-16,-4 2 1 0,-2-7-7 0,-13 4-14 16,0-4-26-16,1-3-27 0,-6-3-16 0,-3-8-33 15,4 2-18-15,-8-7-17 0,4-2 0 0,2-7 0 16,0 0-1-16,4 1-20 0,2-6-17 0,1-1-34 15,15 0-43-15,4 2-41 0,3-2-347 0,5-4-707 16,8-3 313-16</inkml:trace>
    <inkml:trace contextRef="#ctx0" brushRef="#br0" timeOffset="152847.1925">16978 13528 325 0,'0'0'325'16,"-37"-6"-9"-16,21 4-16 0,-1-3-15 0,1 1-6 16,0-1-13-16,16 5-3 0,-23-9-17 0,15 2-8 0,-2-1-2 15,10 8-23-15,-11-13-17 0,8 5-10 16,3 8-14-16,0-22-6 0,0 22-11 0,8-22-11 16,-2 8-9-16,4 3-7 0,-4-2 1 0,8 0-15 0,1 1-10 15,-4 0-5-15,4 3-8 0,1 0-7 0,3 1-12 16,-3 2 0-16,5 1-8 0,-1 0-8 0,2 3-6 15,-1-2-7-15,-21 4-2 0,36 4-4 0,-17-2-5 16,-2 3-1-16,1-1-5 0,-4 6-2 0,0 2-1 16,-4 4 0-16,-4-2-6 0,0 12-1 0,-4-8 2 15,-4 11-8-15,2 12-3 0,-6-5 4 0,-7 2-8 16,2-1 4-16,-8 3 0 0,0-6-3 0,-3 0 0 0,-1 2-1 16,-3-5 0-16,1 2 1 0,-7-4 0 15,4-3-1-15,6-8 2 0,-3 3-3 0,1-4-2 16,-3-1 3-16,5-5-3 0,0 3 4 0,-4-5-1 0,4 7-1 15,7-9 2-15,0 0-2 0,4-2-4 0,11-5 3 16,-16 7 3-16,16-7 2 0,-12 3 5 0,12-3 6 16,0 0 8-16,0 0 14 0,0 0 4 0,0 0-4 15,0 0-5-15,0 0-2 0,80-10-1 0,-51-1-1 16,1 7 1-16,13-3 11 0,4 4 15 0,-3-7 18 16,10 3 22-16,-2 4 29 0,11-5 23 0,18-2 15 15,0-1 24-15,-4 8 17 0,-17 5-1 0,0-2-10 0,2 0-13 16,-5-6-19-16,-1 6-91 0,-3-3-71 0,-3 2 0 15,-1 1 0-15,-5-1 0 0,-2 2 0 16,-12-1 0-16,-2 0 0 0,-11 0 0 0,-17 0 0 0,32 0 0 16,-32 0 0-16,21 1 0 0,-21-1 0 0,0 0 0 15,0 0 0-15,0 0 0 0,0 0-67 0,0 0-313 16,0 0-72-16,0 0-66 0,0 0-104 0,0 0-404 16,0 0-1111-16,-70 7 492 0</inkml:trace>
  </inkml:traceGroup>
</inkml:ink>
</file>

<file path=ppt/ink/ink14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7T08:33:24.336"/>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76FBBEF4-20DC-4909-BEBA-6A8EA65881FD}" emma:medium="tactile" emma:mode="ink">
          <msink:context xmlns:msink="http://schemas.microsoft.com/ink/2010/main" type="writingRegion" rotatedBoundingBox="20942,7179 29399,7097 29472,14672 21016,14754"/>
        </emma:interpretation>
      </emma:emma>
    </inkml:annotationXML>
    <inkml:traceGroup>
      <inkml:annotationXML>
        <emma:emma xmlns:emma="http://www.w3.org/2003/04/emma" version="1.0">
          <emma:interpretation id="{A92DB0A1-BCC2-44C1-94EE-AC36529471A3}" emma:medium="tactile" emma:mode="ink">
            <msink:context xmlns:msink="http://schemas.microsoft.com/ink/2010/main" type="paragraph" rotatedBoundingBox="20960,7175 25337,7243 25308,9139 20930,9070" alignmentLevel="1"/>
          </emma:interpretation>
        </emma:emma>
      </inkml:annotationXML>
      <inkml:traceGroup>
        <inkml:annotationXML>
          <emma:emma xmlns:emma="http://www.w3.org/2003/04/emma" version="1.0">
            <emma:interpretation id="{41BB5F19-AD72-4787-B96B-37A566437762}" emma:medium="tactile" emma:mode="ink">
              <msink:context xmlns:msink="http://schemas.microsoft.com/ink/2010/main" type="line" rotatedBoundingBox="20960,7175 25337,7243 25308,9139 20930,9070"/>
            </emma:interpretation>
          </emma:emma>
        </inkml:annotationXML>
        <inkml:traceGroup>
          <inkml:annotationXML>
            <emma:emma xmlns:emma="http://www.w3.org/2003/04/emma" version="1.0">
              <emma:interpretation id="{326570BD-67A8-4241-969B-94F41E5E375A}" emma:medium="tactile" emma:mode="ink">
                <msink:context xmlns:msink="http://schemas.microsoft.com/ink/2010/main" type="inkWord" rotatedBoundingBox="20960,7175 22393,7197 22363,9093 20930,9070"/>
              </emma:interpretation>
              <emma:one-of disjunction-type="recognition" id="oneOf0">
                <emma:interpretation id="interp0" emma:lang="" emma:confidence="1">
                  <emma:literal/>
                </emma:interpretation>
              </emma:one-of>
            </emma:emma>
          </inkml:annotationXML>
          <inkml:trace contextRef="#ctx0" brushRef="#br0">916 1109 48 0,'-8'-14'386'15,"8"14"-32"-15,-6-13-36 0,6 13-19 0,0-13-30 16,0 13-22-16,6-16-27 0,-6 16-22 0,19-15-20 16,-6 8-18-16,4 0-13 0,2 5-12 0,2-1-22 15,-1-1-9-15,2 1-11 0,-22 3-8 0,38 3-11 16,-17 2-6-16,-4-1-3 0,-1 1-13 0,-3 1-3 0,-6 2 0 15,3 5-8-15,-4 0 2 0,1 1-9 16,-3 5-2-16,-4-1-13 0,-3 7 9 0,-3-5 0 0,1 5 2 16,-4 1-3-16,1 0 3 0,-3-4-2 0,-2 0-3 15,-1 3 6-15,-5-1-1 0,3-5 3 16,-3 1 6-16,3-4 6 0,-3 2 0 0,5-4 9 0,0-3-11 16,4 1 0-16,-1-3-3 0,2 0 1 0,9-9-3 15,-14 8-9-15,14-8-4 0,0 0 6 0,-8 7 6 16,8-7-9-16,0 0-1 0,0 0 0 0,0 0-6 15,28 8-1-15,-28-8 4 0,27 0-11 0,-27 0-1 16,32-3-6-16,-10 0 0 0,-22 3 2 0,47 3 3 16,-26 3-1-16,1-6-3 0,6 8 2 0,-2-3 1 15,2 6-3-15,-3 3 1 0,5 2-2 0,-4-1 1 0,-6 1 1 16,1 2-1-16,1 6-4 0,-8-2 6 0,-1 1-14 16,-5-7 17-16,0 7-4 0,-2 0 2 0,-3-2 2 15,-6-4-2-15,0 2 3 0,-4-1-5 0,-5-2 0 16,-1 1 3-16,-4-1-8 0,-9 0 1 0,-4-8 3 15,-3 6-1-15,-9-3-9 0,-7-4-12 0,0-1-20 16,0-5-17-16,-2-2-20 0,0-4-20 0,-2-2-27 16,-4-1-25-16,6-4-24 0,1-1-23 0,4 2-24 0,3-5-34 15,15 3-63-15,6 1-257 0,1-3-617 16,8-2 272-16</inkml:trace>
          <inkml:trace contextRef="#ctx0" brushRef="#br0" timeOffset="-453.0655">183 0 119 0,'-16'4'472'0,"-3"3"-62"0,5 3-39 0,-1 1-26 0,3 8-22 16,1 6-9-16,4 6 4 0,1 9-3 0,0 7-2 16,6 2-13-16,1 0-9 0,4-2-8 0,-2 9-3 15,4 15-18-15,-1-18-6 0,0-2-14 0,1 3-9 16,-6-2-8-16,10 1-4 0,-3-2-6 0,-8-3-6 0,0 8-5 15,-5-12-13-15,4 4-10 0,-6-5-13 0,6 0-11 16,-4 0-10-16,-1-6-5 0,4 6-24 0,-2-13-10 16,2-1-17-16,-4-3-1 0,2-9-9 0,0 1-2 15,2-6-16-15,-3 2-9 0,2-1-54 0,3-13 0 16,-3 17 0-16,3-17 0 0,-5 10 0 0,5-10 0 16,0 0 0-16,0 0 0 0,0 0 0 0,0 0 0 15,-11-34 0-15,8 8 0 0,0-2 0 0,-3-18 0 0,-2-6 0 16,5-1 0-16,-4-23 0 0,-4-1 0 15,3-2 0-15,5 0 0 0,0 6 0 0,3 0 0 0,3 17 0 16,7 5 0-16,2-1 0 0,4 2 0 0,0 2 0 16,3 0 0-16,3 2 0 0,6 3 0 0,-2 4 0 15,2 7 0-15,-1 0 0 0,5 8 0 0,-6 3 0 16,1 4 0-16,0 3 0 0,2 1 0 0,-1 6 0 16,-3 2 0-16,2 3 0 0,-5 3-15 0,5 4-7 15,-1 5 3-15,-6 6 4 0,-1 2-2 0,2 4 5 16,-2 3-1-16,-5 13 7 0,-8-8-5 0,-4 10-4 0,-1-2 7 15,-2 2 0-15,-6-1-6 0,-1-1 2 16,-6 1-5-16,-2 3-2 0,-3-6 15 0,-7-2-16 0,-3 4 7 16,1-5-2-16,-4-1-1 0,0 0 2 0,2-5 2 15,-3-1 2-15,-2 0-4 0,13-6 10 0,-5-5-6 16,5 4 7-16,2-1-1 0,-5-6 8 0,7-1 2 16,4-1-6-16,-2-3-9 0,3 0 5 0,6 0 0 15,7-7-1-15,-16 10 2 0,16-10-2 0,-11 6 2 16,11-6 4-16,0 0 11 0,0 0-12 0,0 0-6 15,0 0 2-15,25 19 5 0,-11-12 1 0,7 1-4 0,4-1 3 16,2 3-1-16,1 0-3 0,-1 3 11 0,2-2-5 16,10 4-6-16,1-1 4 0,1 3 0 0,-5-1-5 15,5-3 2-15,0 5-9 0,-4-3-24 0,-3-5-25 16,-5 3-50-16,-1-3-48 0,1 5-60 0,-2-8-56 16,-2 1-54-16,-6-4-49 0,1 3-68 0,-1-4-77 15,-19-3-357-15,30 4-953 0,-30-4 421 0</inkml:trace>
        </inkml:traceGroup>
        <inkml:traceGroup>
          <inkml:annotationXML>
            <emma:emma xmlns:emma="http://www.w3.org/2003/04/emma" version="1.0">
              <emma:interpretation id="{0612B434-B5D6-426F-B8EE-E43598C6B286}" emma:medium="tactile" emma:mode="ink">
                <msink:context xmlns:msink="http://schemas.microsoft.com/ink/2010/main" type="inkWord" rotatedBoundingBox="21843,7479 22967,7496 22952,8472 21828,8454"/>
              </emma:interpretation>
              <emma:one-of disjunction-type="recognition" id="oneOf1">
                <emma:interpretation id="interp1" emma:lang="" emma:confidence="0.5">
                  <emma:literal>&lt;</emma:literal>
                </emma:interpretation>
                <emma:interpretation id="interp2" emma:lang="" emma:confidence="0">
                  <emma:literal>a</emma:literal>
                </emma:interpretation>
                <emma:interpretation id="interp3" emma:lang="" emma:confidence="0">
                  <emma:literal>.</emma:literal>
                </emma:interpretation>
                <emma:interpretation id="interp4" emma:lang="" emma:confidence="0">
                  <emma:literal>h</emma:literal>
                </emma:interpretation>
                <emma:interpretation id="interp5" emma:lang="" emma:confidence="0">
                  <emma:literal>x</emma:literal>
                </emma:interpretation>
              </emma:one-of>
            </emma:emma>
          </inkml:annotationXML>
          <inkml:trace contextRef="#ctx0" brushRef="#br0" timeOffset="2169.9135">1433 397 416 0,'1'-13'462'0,"1"-1"-11"0,4-1 10 16,1 6-21-16,-3-1-13 0,-4 10-27 0,7-14-29 15,-7 14-28-15,3-12-23 0,-3 12-25 0,0 0-18 16,0 0-18-16,0 0-13 0,0 0-24 0,0 0-12 16,0 0-18-16,0 0-13 0,-27 45-23 0,11-23-10 15,-4 3-11-15,-9 6-17 0,1-2-12 0,-1 2-10 16,-5-3-7-16,-1 4-9 0,6-5-6 0,-7 2-12 16,0 0 6-16,-6-2 2 0,3 3-7 0,7-5-6 15,7-9-8-15,-3 1-7 0,6 2 0 0,1-7-3 0,7 2-3 16,1-5-15-16,2 0 10 0,6 0 4 0,-1 0-7 15,6-9 6-15,0 0-4 0,8 23 4 16,6-20-1-16,5 4-1 0,10-2-1 0,1 2-12 0,17 0 6 16,2-2-11-16,2 2-7 0,5 0 12 0,6 5 13 15,15-1-24-15,1 11-3 0,-21-4 0 0,17 3-13 16,-22-4-25-16,-3 6-32 0,5 3-43 0,-5 1-52 16,-3-1-76-16,-4 1-77 0,0 6-81 0,-8-2-105 15,0 7-522-15,0-7-1107 0,-4-5 490 0</inkml:trace>
        </inkml:traceGroup>
        <inkml:traceGroup>
          <inkml:annotationXML>
            <emma:emma xmlns:emma="http://www.w3.org/2003/04/emma" version="1.0">
              <emma:interpretation id="{8749E64A-AFE6-494D-9DE2-3F89288CF2D9}" emma:medium="tactile" emma:mode="ink">
                <msink:context xmlns:msink="http://schemas.microsoft.com/ink/2010/main" type="inkWord" rotatedBoundingBox="22544,7459 25333,7503 25310,8980 22521,8936"/>
              </emma:interpretation>
              <emma:one-of disjunction-type="recognition" id="oneOf2">
                <emma:interpretation id="interp6" emma:lang="" emma:confidence="1">
                  <emma:literal/>
                </emma:interpretation>
              </emma:one-of>
            </emma:emma>
          </inkml:annotationXML>
          <inkml:trace contextRef="#ctx0" brushRef="#br0" timeOffset="763.7685">2658 442 517 0,'-21'-9'189'16,"1"2"25"-16,-3-5 11 0,3 5-2 15,4-1 7-15,0 1 7 0,2-1 9 0,3 4 2 0,11 4 18 16,-21-7-8-16,21 7-23 0,-14-4-17 0,14 4-25 16,0 0-18-16,0 0-16 0,0 0-8 15,0 0-6-15,0 0 14 0,0 0 3 0,-9 23 5 0,9-23-3 16,14 22-14-16,0-8-2 0,2 7-7 15,5-1-8-15,12 4-14 0,3-1-14 0,0-4-7 0,-2 4-10 16,2-1-10-16,-8-9-9 0,9 7-6 0,-9-4-8 16,-1-6-5-16,2 1-7 0,-3-4-4 0,1 0-1 15,-9-2-3-15,1-1-3 0,-4 1-4 0,-15-5 0 16,26 4-5-16,-26-4-1 0,20 1-3 0,-20-1-1 16,0 0-3-16,21 5-1 0,-21-5-1 0,0 0-2 0,14 9 3 15,-14-9-2-15,3 16 1 0,-3-7 3 0,-1 10-3 16,-4-3-2-16,-3 8 3 0,-2 1-3 0,-4 1-2 15,-5 6 2-15,-1 1-2 0,-1 5 1 0,1-5-3 16,-2 4 1-16,4 0-1 0,-6-3-5 0,7 2-21 16,0-9-40-16,9 1-44 0,-3-3-69 0,4-5-64 15,-2 2-54-15,6-3-48 0,3-4-36 0,1-4-28 16,7-4-56-16,-8-7-238 0,13 9-753 0,-13-9 333 16</inkml:trace>
          <inkml:trace contextRef="#ctx0" brushRef="#br0" timeOffset="1529.3368">3366 460 284 0,'8'-14'373'0,"-4"0"-14"15,1 3-26-15,-5 11 4 0,6-8 4 0,-6 8 2 16,0 0-5-16,0 0-11 0,0 0-7 0,27 43-11 16,-20-17-16-16,0 13-10 0,-2 6-8 0,-2-2-12 15,-3 9-23-15,0-8-13 0,0 4-10 0,-1 1-9 16,-4 3 9-16,5-1-28 0,-2-2-14 0,1-2-9 0,-4 0-11 15,4-6-11-15,-7 1-18 0,3-14-8 16,2 10-10-16,0-15-9 0,-4 1-16 0,6-8-4 0,-1-1-10 16,-3 0-3-16,5-7 13 0,0-8-7 0,-6 12 18 15,6-12 22-15,0 0 0 0,0 0-4 0,0 0-11 16,0 0-40-16,0 0-57 0,-14-49 0 0,12 19 0 16,-7-11 0-16,1-7 0 0,2 0 0 0,-4-8 0 15,2-14 0-15,5 18 0 0,3 0 0 0,3-3 0 16,0 4 0-16,2 6 0 0,1-4 0 0,7 9 0 15,1-5 0-15,2 6 0 0,9-1 0 0,-3 7 0 16,5 5 0-16,0-2 0 0,-3 8 0 0,4 5 0 16,-1 2 0-16,-3-2 0 0,3 8 0 0,0 2 0 15,-7 2 0-15,1 2 0 0,-21 3 0 0,35 10 0 0,-18-3 0 16,-3 6 0-16,-1 1 0 0,-1 11 0 0,1-2 0 16,-5 4 0-16,-5 2 0 0,-3 0 0 15,-1 1 0-15,-6 8 0 0,1-10 0 0,-8 9 0 0,-4-4 0 16,1-3 0-16,-5 3 0 0,-2-5 0 0,-4 1 0 15,2-6 0-15,-1-7 0 0,-3 10 0 0,4-7 0 16,-1-1 0-16,3-4 0 0,-3 5 0 0,0-5 0 16,5 2 0-16,-2-4 0 0,5 2 0 0,7-6 0 15,-2 3 0-15,6-2 0 0,-2 1 0 0,5 0 0 0,5-10 0 16,-6 20 0-16,9-8 0 0,5-3 0 0,6 6 0 16,7 0 0-16,3-3 0 0,9 1 0 0,5 2 0 15,3-1 0-15,6-2 0 0,-2 2 0 0,4 2 0 16,1-7 0-16,4 4 0 0,-4-2 0 0,1-4 0 15,-2-2-54-15,-3 1-123 0,-3 4-58 0,-10-10-40 16,-2 0-42-16,2-2-41 0,-4-1-32 0,-1-2-22 16,-9-1 5-16,-1 1 5 0,-2-7 17 0,3-2 42 15,-5 0 43-15,0-9 63 0,-3 9 60 0,-1-1 67 16,-3-1 55-16,1-3 51 0,-3 5 51 0,1-4 40 16,-2 2 51-16,2-1 40 0,-1 5 45 0,-5-4 40 0,1 6 23 15,-1 10 19-15,0-20 10 0,0 20-10 16,2-10-19-16,-2 10-14 0,0 0-17 0,0 0-17 0,3-13-15 15,-3 13-17-15,0 0-12 0,0 0 3 0,0 0 3 16,3 56-11-16,2-19-16 0,-4 3-115 0,6 4-58 16,-3 4 0-16,1 2 0 0,2 2 0 0,-1-1 0 15,0 0 0-15,-4-1 0 0,-2 3 0 0,6-3 0 16,-12 0 0-16,1-4-229 0,-6-3-325 0,-5 1-159 16,2-10-404-16,0-5-1208 0,-10-6 535 0</inkml:trace>
          <inkml:trace contextRef="#ctx0" brushRef="#br0" timeOffset="437.4656">1822 767 377 0,'-30'-5'436'0,"-4"1"15"0,6-1-11 15,-2 3-5-15,3-1 2 0,5 3-17 0,3-3-24 0,19 3-19 16,-25 0-32-16,25 0-33 0,-19-6-23 0,19 6-23 16,0 0-22-16,0 0-9 0,0 0 4 15,0 0-22-15,0 0-19 0,0 0-18 0,58-18-19 0,-15 10-7 16,12 8-28-16,2-5-11 0,5 1-11 0,15-1-8 15,7 4-12-15,-5-6-7 0,-2 5-3 0,1 4-19 16,-15-4-4-16,-1 2 2 0,17-2-10 0,-2-2-1 16,-23 2-11-16,-4-4 0 0,-2 0-11 0,-6-1-4 15,-11 2 0-15,-9 2-23 0,-2-2 3 0,-2-1-3 16,-3 1-8-16,-5 2-2 0,-10 3-16 0,19-11-9 16,-19 11-29-16,8-12-39 0,-8 12-54 0,6-9-60 15,-6 9-53-15,-2-17-49 0,2 17-44 0,-7-13-47 16,7 13-29-16,-18-20-407 0,4 12-922 0,0-5 408 15</inkml:trace>
        </inkml:traceGroup>
      </inkml:traceGroup>
    </inkml:traceGroup>
    <inkml:traceGroup>
      <inkml:annotationXML>
        <emma:emma xmlns:emma="http://www.w3.org/2003/04/emma" version="1.0">
          <emma:interpretation id="{0B8AAF8B-0831-4F30-95A5-019F0EC7BFAF}" emma:medium="tactile" emma:mode="ink">
            <msink:context xmlns:msink="http://schemas.microsoft.com/ink/2010/main" type="paragraph" rotatedBoundingBox="21754,12771 29453,12696 29472,14672 21774,14747" alignmentLevel="1"/>
          </emma:interpretation>
        </emma:emma>
      </inkml:annotationXML>
      <inkml:traceGroup>
        <inkml:annotationXML>
          <emma:emma xmlns:emma="http://www.w3.org/2003/04/emma" version="1.0">
            <emma:interpretation id="{ACB39F85-7E1E-4E70-BCF1-7BFACFCE137E}" emma:medium="tactile" emma:mode="ink">
              <msink:context xmlns:msink="http://schemas.microsoft.com/ink/2010/main" type="line" rotatedBoundingBox="21754,12771 29453,12696 29472,14672 21774,14747"/>
            </emma:interpretation>
          </emma:emma>
        </inkml:annotationXML>
        <inkml:traceGroup>
          <inkml:annotationXML>
            <emma:emma xmlns:emma="http://www.w3.org/2003/04/emma" version="1.0">
              <emma:interpretation id="{34BCC5DC-E4D5-4490-8257-345414701AA5}" emma:medium="tactile" emma:mode="ink">
                <msink:context xmlns:msink="http://schemas.microsoft.com/ink/2010/main" type="inkWord" rotatedBoundingBox="21754,12771 27955,12711 27971,14400 21771,14460"/>
              </emma:interpretation>
              <emma:one-of disjunction-type="recognition" id="oneOf3">
                <emma:interpretation id="interp7" emma:lang="" emma:confidence="1">
                  <emma:literal/>
                </emma:interpretation>
              </emma:one-of>
            </emma:emma>
          </inkml:annotationXML>
          <inkml:trace contextRef="#ctx0" brushRef="#br0" timeOffset="34205.6821">921 5812 4905 0,'-5'-26'14'0,"3"0"-3"16,1 1 5-16,-4-1-16 0,5 8 34 0,-3 3 37 16,0 8 2-16,1-5 4 0,2 12-2 0,-3-13 11 15,3 13 6-15,0 0 7 0,0 0 30 0,0 0 20 16,0 0 8-16,0 0 25 0,16 59-13 0,-7-23 3 15,2 7-9-15,-3 1-6 0,0 2-3 0,0 6-3 16,3 0-12-16,-5 2 1 0,2-3-12 0,-1-1-4 0,-4 1-15 16,0 5-7-16,-1-4-15 0,-1 0-6 15,6-5-8-15,-12 1-7 0,2-3-60 0,-2 4-6 16,-1-6 0-16,-1 0 0 0,-1-4 0 0,2 1 0 0,-2-13 0 16,7 2 0-16,-4-8 0 0,2-2 0 0,-2-5-122 15,-1-1-51-15,2-3-50 0,-4-2-65 0,8-8-42 16,-14 7-49-16,14-7-42 0,0 0-37 0,0 0-65 15,-39-18-356-15,29 4-953 0,-2-10 421 0</inkml:trace>
          <inkml:trace contextRef="#ctx0" brushRef="#br0" timeOffset="34627.5332">851 5832 150 0,'11'-26'328'15,"3"-3"-21"-15,4-4-16 0,1 8-12 0,1 1-10 16,1 3-10-16,1 2-10 0,0 2-21 0,8 2 0 16,11-1-10-16,-12 8-26 0,13 1-6 0,-7 5-12 15,8 2-16-15,-2 7-12 0,-13-2-13 0,6 5-16 16,4 4-9-16,-12 2-7 0,9 9-4 0,-13-5-7 16,-3 0-13-16,-3 2-7 0,1 4-6 0,-9 1-5 15,-4-1-3-15,-4 2-7 0,-12 8-4 0,0 1-7 0,-13-4-6 16,1 2 1-16,-9-2-2 0,-2-2-5 15,-8-1-6-15,1-1 7 0,-6 1-12 0,-1-4 6 16,3-1-10-16,-1 0 1 0,-2-2 0 0,6-4 3 0,2-2-4 16,5 0-6-16,9-6 1 0,2-2 4 0,7 0-5 15,4-2-1-15,0 1 1 0,14-8 7 0,-10 7 13 16,10-7 10-16,0 0 25 0,21 12 10 0,-21-12 5 16,31 14 4-16,-2-6 2 0,-1 0-5 0,13 4-2 15,2-2 2-15,-3 8-7 0,4-4-3 0,-1 3-5 16,-1 1-8-16,-1-1-3 0,0 6-6 0,-12-5-7 15,10 4-1-15,-5-1-3 0,3 2-4 0,1-2-5 0,-3 5-7 16,-8-5-10-16,-5 0-23 0,0-1-35 0,-1 3-43 16,-5-3-35-16,-4-5-37 0,2-1-51 15,1 3-34-15,-4-4-47 0,-3 0-44 0,1-6-79 0,-3 3-292 16,-6-10-770-16,12 10 341 0</inkml:trace>
          <inkml:trace contextRef="#ctx0" brushRef="#br0" timeOffset="34986.8484">1798 6661 382 0,'9'-11'374'0,"6"-1"-16"16,5-6-25-16,2 8-24 0,7 1-16 0,-2 1-17 15,-1 4-11-15,4 1-26 0,-1 1-19 0,-1 2-29 0,4 5-14 16,-5-1-19-16,-8 1-11 0,8 9-19 0,-7-2-16 16,-4 7-3-16,-3-1-24 0,-5 3 2 0,-5 5-24 15,-6-1 3-15,-5 2-3 0,-5 1-8 0,-4 4-5 16,-5 6-4-16,-5-5-8 0,-3-1-4 0,-4-3-3 15,4 0 4-15,-3 1-7 0,0-4 12 0,11-4 7 16,-2-4 4-16,0-1 6 0,9 4 6 0,2-11-2 16,2 2 6-16,6-3 18 0,5-9 21 0,-1 16 20 15,1-16 8-15,20 17 0 0,4-11-15 0,6 1-3 16,16 7-13-16,4-9 2 0,28-5 3 0,1 0 25 16,8-4 26-16,50-4 41 0,-39-1 34 0,0 5-9 0,0-1-8 15,-6 3-21-15,-2 2-21 0,-5 0-23 0,-3-1-49 16,-23 2-41-16,-4-6-52 0,-4 4-64 0,-2 1-52 15,-7 0-50-15,-10 0-44 0,-18 0-18 0,-14 0-20 16,0 0-31-16,0 0-23 0,0 0-34 0,0 0-40 16,0 0-45-16,0 0-53 0,-101-2-376 0,49 1-910 15,-10-3 402-15</inkml:trace>
          <inkml:trace contextRef="#ctx0" brushRef="#br0" timeOffset="38080.584">2666 6316 185 0,'-15'-4'384'0,"15"4"-19"0,-31-8-19 16,31 8-13-16,-19-2-1 0,19 2-21 0,-19-8-21 15,19 8-20-15,0 0-18 0,0 0-12 0,0 0-15 16,0 0-10-16,0 0-13 0,0 0-12 0,61-4-11 16,-27 4-10-16,8-1-16 0,3 2-8 0,0-1-17 15,6-1-9-15,-2 2-13 0,0-1-10 0,3 2-1 16,0-2-9-16,-1 0-10 0,-1 0-9 0,1 2-9 0,-5-2-3 16,-2 0-6-16,2 0-7 0,-18 3-8 0,4 1-14 15,-4-4-24-15,-7 0-29 0,1 1-35 16,-22-1-44-16,27-1-31 0,-27 1-23 0,0 0-45 0,22 0-46 15,-22 0-47-15,0 0-68 0,0 0-320 0,0 0-749 16,0 0 332-16</inkml:trace>
          <inkml:trace contextRef="#ctx0" brushRef="#br0" timeOffset="38408.6962">3111 6018 197 0,'-11'-5'354'0,"11"5"-19"16,-14-11-17-16,14 11-28 0,-10-7-25 0,10 7-20 0,0 0-11 15,0 0-12-15,0 0 1 0,0 0-5 0,0 0 1 16,0 0-16-16,0 0-11 0,23 32-18 16,-11-22-11-16,6 1-13 0,4 4-11 0,5 0-13 0,15 1-4 15,-7 4-14-15,5-3-11 0,-3 1-12 0,3-6-4 16,1 1-15-16,-9-5-2 0,7 3-8 0,-7 1-8 16,3-9-4-16,-7 5-6 0,0-1-4 0,4-4-7 15,-8-5 1-15,-5 4-1 0,-3 2-1 0,-16-4-8 16,30 1 8-16,-30-1-12 0,19 2-2 0,-19-2 0 15,0 0-4-15,12 5 0 0,-12-5 0 0,0 0-2 16,0 0 4-16,-33 21-3 0,19-9-4 0,-10 2 1 16,-1 3 0-16,-2-1 6 0,-5 8-10 0,-4-1-2 0,3 1-4 15,0 0-7-15,1 4-17 0,7-8-35 16,-5 5-32-16,8-4-27 0,1-2-48 0,2 0-53 0,-2 0-56 16,9-9-75-16,1 2-311 0,4-4-721 0,7-8 319 15</inkml:trace>
          <inkml:trace contextRef="#ctx0" brushRef="#br0" timeOffset="39064.8792">3952 5906 231 0,'5'-11'368'0,"-1"1"-27"0,4 0-18 15,-8 10-4-15,10-11-3 0,-10 11-5 16,19-3-3-16,-19 3-18 0,30 8-14 0,-16 2-7 15,2 9-9-15,3 3-12 0,-3 4-13 0,7 11-13 0,-5-2-12 16,1 7-14-16,-5 0-17 0,-5 1-10 0,2 2-14 16,-1-2-13-16,-5 2-17 0,-4-3-7 0,1 3-14 15,-4-1-5-15,-2 0-3 0,-1-4-21 0,2 0-7 16,-5-8-1-16,1-3-11 0,-2-1-4 0,1 0-5 16,-3-2-7-16,5-8-4 0,-4-4-5 0,-2 1 2 15,4-2-5-15,1-3 1 0,-2-3-9 0,9-7 0 16,-18 7 0-16,18-7 0 0,0 0-5 0,0 0-2 15,-39-23-2-15,28 9-2 0,-2-9-1 0,2-6-5 16,-3-9 2-16,-3-6-3 0,5-5 2 0,1-3 2 16,-1 3-3-16,2 3 0 0,4-4-1 0,1 1-2 15,4 7 0-15,7-3 4 0,2 5-2 0,0 1 2 16,3 1 5-16,3 2-8 0,3 0-1 0,1 12 2 16,-1-2 2-16,10-8-2 0,6 5-4 0,-3-3 4 15,3 6 1-15,2 2-6 0,2 6 3 0,-14 2-1 0,6 2 1 16,1 2 1-16,-5 2-1 0,7 0-2 0,-9 4 2 15,6 4-2-15,-7 2-1 0,-3 0 1 0,-19 0 6 16,35 8-11-16,-19 2 3 0,-2 0 0 0,-6 3 2 16,4 7-1-16,-4 4-4 0,-8-4 4 0,0 6-2 15,-6 0 3-15,-2 2 0 0,-6 9-3 0,-7 0-1 16,-1-1 0-16,-5-2-3 0,-8 0-12 0,5-1-13 16,-4-3-6-16,-1 0 0 0,-1 2 0 0,-1-6 0 15,-4 0-2-15,5-7-9 0,1 3 4 0,6-4 6 0,3-2 3 16,-1-1 6-16,3-2 4 0,5-1 3 15,3-1-1-15,0-3 6 0,7 4-3 0,-2-4 0 16,5 0 5-16,6-8-3 0,0 16 6 0,0-16 3 0,17 15-8 16,0-4 11-16,1-4 0 0,10 4 0 0,4-3-1 15,-2 1 1-15,3 1 2 0,10-1 2 0,-2 2-1 16,-10-3 3-16,17 4-4 0,-10-3 2 0,3 2-24 16,-13-1-27-16,1 1-32 0,4-1-27 0,-9-3-32 15,3 5-24-15,-5-1-27 0,-3 0-41 0,-7 1-45 16,1-3-45-16,1 1-84 0,-9-5-213 0,-5-5-676 15,12 16 300-15</inkml:trace>
          <inkml:trace contextRef="#ctx0" brushRef="#br0" timeOffset="39517.966">4556 6733 336 0,'0'-13'365'0,"0"13"-14"0,0 0-13 0,22-20-17 16,-8 10-8-16,7 3-24 0,-2 0-19 0,3-1-29 16,5 3-22-16,-4 3-16 0,-2-2-21 0,-1 4-26 15,-20 0-4-15,37 6-18 0,-17-1-20 0,-6 3-7 16,1 0-9-16,-4 4-8 0,-2 0-12 0,-2 3-2 16,-3-1-9-16,-1 5-9 0,-3-1-3 0,-1 1-11 0,-5 7 6 15,-4 1-19-15,-1-1 0 0,-3 0 3 16,0 0 2-16,-10 6-10 0,5-10-1 0,-10 7-2 15,6-8 9-15,-9 5-15 0,1 0-1 0,-3-3-3 0,7-6-3 16,1 0-3-16,0-1 4 0,-2-2-2 16,4-2-2-16,-4-1-2 0,10-2 5 0,-2-2-5 15,1-2 14-15,5 3-11 0,-2-4-5 0,16-4 2 0,-22 6-4 16,22-6 4-16,-18 4 1 0,18-4 4 0,0 0 8 16,-9 6 14-16,9-6 15 0,0 0 15 0,0 0-3 15,0 0 1-15,38 9-7 0,-38-9-3 0,46-9-2 16,-16 3 5-16,12-1 12 0,7 3 13 0,0-5 5 15,-1 3 1-15,-2 3-8 0,6-1-10 0,-7 1-7 16,4 1-6-16,-7-3-6 0,0 0-11 0,-9 0-20 16,-4 4-20-16,-7-4-43 0,-3 4-44 0,-2-2-33 15,2-3-33-15,-3 4-30 0,-16 2-27 0,29-7-30 16,-17 4-39-16,-12 3-42 0,22-11-57 0,-22 11-319 16,15-5-757-16,-4-2 336 0</inkml:trace>
          <inkml:trace contextRef="#ctx0" brushRef="#br0" timeOffset="40627.2964">5243 6131 59 0,'0'0'323'0,"0"0"-6"16,-27 2-15-16,27-2-11 0,0 0-15 0,-20 2-15 0,20-2-33 15,0 0-24-15,-18 3-10 0,18-3-18 0,0 0-14 16,0 0-10-16,0 0-9 0,0 0 5 0,-14 4 9 15,14-4 5-15,0 0 3 0,0 0 6 0,0 0 1 16,0 0-3-16,30 19-5 0,-14-16-7 0,-16-3-5 16,41 2-3-16,-19-2-4 0,7 1-11 0,5-1-5 15,9-7-10-15,3 3-7 0,5 2-28 0,-1 1-10 16,-1-3-1-16,0 0-9 0,5 1-4 0,-8 3-10 16,3 0-8-16,-8-2-4 0,1-4-3 0,-10 7-6 15,-4-1 0-15,-5-1-7 0,-3-2-8 0,-20 3-13 16,30 0-19-16,-30 0-17 0,16 2-25 0,-16-2-38 0,0 0-61 15,0 0-49-15,0 0-54 0,0 0-46 0,0 0-46 16,0 0-56-16,0 0-290 0,0 0-757 0,-77-5 334 16</inkml:trace>
          <inkml:trace contextRef="#ctx0" brushRef="#br0" timeOffset="40892.9029">5509 5847 287 0,'0'-16'288'0,"0"16"2"16,0-18-7-16,0 6-10 0,0 12-19 0,6-18-15 15,-3 10-17-15,-3 8-4 0,11-18-13 0,-6 14-12 16,-5 4 3-16,13-11-23 0,-13 11-12 0,0 0-15 0,12-6 6 16,-12 6 9-16,0 0 2 0,0 0-2 0,16 29 14 15,-11-11-8-15,-5 8 4 0,1 4-10 0,-1-1-10 16,0 16-13-16,2-1-8 0,-4 3-14 0,2-2-3 15,0 1-18-15,2 1-11 0,-2-2-7 16,0 1-9-16,3-1-7 0,-3-4-5 0,0 4-8 0,2-8-10 16,-2-8-25-16,1 1-39 0,-4-4-55 0,3-5-67 15,2-3-56-15,-2-3-53 0,-5 2-74 0,8-9-61 16,-3-8-356-16,0 16-811 0,0-16 359 0</inkml:trace>
          <inkml:trace contextRef="#ctx0" brushRef="#br0" timeOffset="41752.1865">6520 5978 166 0,'-24'-7'337'0,"24"7"-13"16,-23-7-17-16,15 1-14 0,8 6-18 0,-21-12-19 16,21 12-12-16,-14-10-25 0,14 10-9 0,-8-12-5 15,8 12-9-15,-5-12-4 0,5 12-23 0,0 0-8 16,0-17-4-16,0 17-19 0,10-12-13 0,-10 12-12 15,20-14-11-15,-5 7 3 0,-1 1-20 0,3-1-7 16,1 1-5-16,-1 2-10 0,0-2-5 0,4 4-4 16,1 2-14-16,-22 0 1 0,38 2-4 0,-21 4-3 0,1-3-11 15,-1 9 5-15,-3 0-3 0,1 4-5 0,2 4-3 16,-6-2 13-16,-5 0-16 0,1 4-14 16,-7 8 17-16,-2-7-6 0,-3 3-5 0,-1-1 0 0,-3 5 1 15,-6-7 3-15,-10 13-5 0,5 1 5 0,-4-3-9 16,-3-2 1-16,0-2 2 0,-1-1-1 15,-2-3 3-15,-4-3-6 0,0 2 3 0,-1-2 4 0,10-6 1 16,-10 7-5-16,10-12-1 0,-4 1-5 0,5-3 3 16,4 0-1-16,1-3 4 0,3-1-3 0,0-1 1 15,5 2 1-15,11-7 11 0,-17 7-10 0,17-7 6 16,0 0 7-16,0 0 8 0,0 0 13 0,0 0 5 16,0 0 3-16,0 0 6 0,0 0-6 0,74-19-3 15,-53 15-2-15,7-2-3 0,1 2-2 0,-1-3-4 0,5 3-5 16,2 0-3-16,12 1 1 0,-7-1-7 15,-7 1 1-15,0-1-2 0,-1 3-1 0,9-1-2 0,-11 2-10 16,3-3 4-16,2 3 0 0,-2-2-15 0,-4 3-29 16,-3-2-32-16,3-4-49 0,-4 3-52 0,-4-3-50 15,-1 5-64-15,-20 0-55 0,34-2-98 0,-34 2-244 16,22-4-738-16,-8-1 327 0</inkml:trace>
        </inkml:traceGroup>
        <inkml:traceGroup>
          <inkml:annotationXML>
            <emma:emma xmlns:emma="http://www.w3.org/2003/04/emma" version="1.0">
              <emma:interpretation id="{F1BE8C2E-05F4-4636-93AF-8DA9AAEC8A6F}" emma:medium="tactile" emma:mode="ink">
                <msink:context xmlns:msink="http://schemas.microsoft.com/ink/2010/main" type="inkWord" rotatedBoundingBox="28177,12784 29454,12771 29472,14672 28195,14684"/>
              </emma:interpretation>
              <emma:one-of disjunction-type="recognition" id="oneOf4">
                <emma:interpretation id="interp8" emma:lang="" emma:confidence="0.5">
                  <emma:literal>R,</emma:literal>
                </emma:interpretation>
                <emma:interpretation id="interp9" emma:lang="" emma:confidence="0">
                  <emma:literal>Ry</emma:literal>
                </emma:interpretation>
                <emma:interpretation id="interp10" emma:lang="" emma:confidence="0">
                  <emma:literal>Ry,</emma:literal>
                </emma:interpretation>
                <emma:interpretation id="interp11" emma:lang="" emma:confidence="0">
                  <emma:literal>RI,</emma:literal>
                </emma:interpretation>
                <emma:interpretation id="interp12" emma:lang="" emma:confidence="0">
                  <emma:literal>RT,</emma:literal>
                </emma:interpretation>
              </emma:one-of>
            </emma:emma>
          </inkml:annotationXML>
          <inkml:trace contextRef="#ctx0" brushRef="#br0" timeOffset="42502.1375">7366 5828 315 0,'1'-21'432'0,"1"13"3"0,-2 8 4 0,11-16-9 0,-8 9-31 15,-3 7-33-15,0 0-23 0,17-4-28 0,-17 4-13 16,0 0-20-16,16 17-13 0,-8-1-7 0,-1-1-14 16,0 12-20-16,-2 1-11 0,5 17-14 0,-7-13-9 15,0 10-17-15,-3-1-19 0,0 2-18 0,0-2-8 16,0 7-13-16,0-3-9 0,-3 0-11 0,0 0-6 16,-5-4-13-16,1 1-6 0,0-4-12 0,0 0-5 15,4-9-4-15,-3 0-5 0,-1-1-6 0,1-4-6 16,0-1-4-16,-1-5-3 0,6-4-2 0,-4 1-1 15,2-6-6-15,3-9 2 0,-6 17-1 0,6-17-4 0,-8 9-5 16,8-9 3-16,0 0-4 0,0 0 2 16,0 0-4-16,0 0 0 0,-22-43-5 0,15 18 10 15,-4-12-10-15,6-3 2 0,-4-6 3 0,3-2-5 0,-2-3-5 16,0-1 3-16,2-19 2 0,2 24 6 0,4-1-10 16,4 3-3-16,-4 1-4 0,6 2 6 15,-5 3 3-15,9 0 1 0,1 4-5 0,2-4 0 0,1 13-4 16,0-2 7-16,8-4 3 0,-1 6 9 0,6-1-12 15,6-2-4-15,3 3 9 0,0 5-4 0,6-2-4 16,-4 8 6-16,4 1-3 0,-9 5-3 0,-3 6-2 16,11-2-3-16,-9 8 7 0,-3 2-4 0,-4 4-2 15,0 1-4-15,-3 8 12 0,-1 0-9 0,-5 8-5 16,-4-4 12-16,-4 3-10 0,-3 1 4 0,-4 2-6 16,-2 1-3-16,-10 8-7 0,-3-2-8 0,-7 0-2 15,-1 7-8-15,-5-10 0 0,10-10-3 0,-17 10-6 16,0 1 1-16,-9-2 10 0,7-5-6 0,-5 4 7 0,-4-7 3 15,6-4 5-15,-1-2 0 0,-1 1 4 16,10-9 4-16,1 1 2 0,-4 2 0 0,6-3 5 16,4 0 8-16,-1-7-5 0,3 3 2 0,8-3-2 0,14-2 3 15,-21 6-3-15,21-6 5 0,-20 2 0 0,20-2 0 16,0 0 2-16,0 0 4 0,0 0-2 0,0 0 3 16,0 0-1-16,41 24 1 0,-22-21-1 0,9 1 6 15,2 4 5-15,17-1 3 0,-9 1 4 0,5 2-3 16,3 1-2-16,-8 0 0 0,11 1 0 0,-14-1 1 15,10 4-2-15,-5 3-4 0,3 0-1 0,-2 1-2 16,0-2 1-16,-2 7-1 0,1-10-10 0,-5 7-30 16,-9-3-52-16,3-2-65 0,-2-3-79 0,3 0-46 15,-3-1-60-15,-5-1-62 0,-2-4-89 0,2-3-321 16,-1 4-877-16,0-12 387 0</inkml:trace>
          <inkml:trace contextRef="#ctx0" brushRef="#br0" timeOffset="42767.7375">8504 6371 230 0,'-5'-14'450'0,"5"-1"-4"0,-3 2 13 16,3-4 13-16,0 17-1 0,-3-18-9 0,3 18-31 15,3-11-40-15,-3 11-38 0,0 0-30 0,0 0-28 16,0 0-15-16,0 0-16 0,0 0-16 0,0 0-9 16,16 51-11-16,-15-23-11 0,-1 15-16 0,0 0-11 15,-1 2-18-15,-6 9-13 0,2-3-8 0,1 21-10 16,-1-20-29-16,-1 4-2 0,-1-4-5 0,-4 22-7 15,2-22-4-15,2 2-20 0,0 2-7 0,-1-5-5 16,1-2-6-16,-1 1-6 0,5-1-8 0,-6-7-9 16,6-4-24-16,-2-8-45 0,3-4-46 0,-2-6-36 0,-3 2-78 15,6-6-70-15,1-6-73 0,-2 1-69 0,2-11-84 16,-6 16-130-16,6-16-316 0,0 0-1016 0,0 0 449 16</inkml:trace>
        </inkml:traceGroup>
      </inkml:traceGroup>
    </inkml:traceGroup>
  </inkml:traceGroup>
</inkml:ink>
</file>

<file path=ppt/ink/ink14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7T08:34:51.098"/>
    </inkml:context>
    <inkml:brush xml:id="br0">
      <inkml:brushProperty name="width" value="0.06667" units="cm"/>
      <inkml:brushProperty name="height" value="0.06667" units="cm"/>
      <inkml:brushProperty name="color" value="#FF0000"/>
    </inkml:brush>
  </inkml:definitions>
  <inkml:trace contextRef="#ctx0" brushRef="#br0">85 9 339 0,'0'0'332'0,"-30"-3"-15"0,19-1-13 15,11 4-22-15,-22-3-25 0,22 3-19 0,0 0-21 16,-23 0-22-16,23 0-2 0,0 0 10 0,0 0 8 16,0 0 4-16,35 21 4 0,-2-13-5 0,13-4-6 15,14 3-11-15,27 2-10 0,10-5-12 0,-3 2-12 0,4-4-15 16,0 5-13-16,-1-3-14 0,-4 1-11 15,4-3-13-15,-11 4-8 0,0-5-11 0,-2 0-4 16,-7 4-8-16,-22-5-5 0,5 6-5 0,-8-6-5 0,-1 0-1 16,-4 1-1-16,-2 1 2 0,-12-1 2 0,-3 3-3 15,3-1-4-15,-14 1 2 0,5 2 6 0,-4 1-4 16,2 10-2-16,-4-1 10 0,-4 8 5 0,2 6 13 16,-2 14 14-16,-1 5-7 0,1 17 7 0,-6 16-5 15,0 6 6-15,-2 5-2 0,-4 39-4 0,9-3-1 16,-2-5-4-16,-2 4-6 0,-9-5 13 0,4 5-5 0,-1 1 7 15,4 2 2-15,1-6 6 0,1 10 9 0,-4-7 8 16,-2 7 10-16,6-3-22 0,-7 0-102 0,-7-3 0 16,14 0 0-16,-7 6 0 0,-7-12 0 0,7 3 0 15,-1-2 0-15,-6-35 0 0,-1 37 0 0,7-37 0 16,-1 0 0-16,-1 3 0 0,0-4 0 0,-2 34 0 16,4-37 0-16,2 1 0 0,-4-5 0 0,-3 4 0 15,1-6 0-15,0-2 0 0,-4-7 0 0,1-18 0 0,2 3 0 16,-4-8 0-16,-3-2 0 0,2-5 0 0,2-5 0 15,-2-5 0-15,3-2 0 0,6-4 0 0,-4-5 0 16,3-3 0-16,0 0 0 0,0-6 0 0,-2 2 0 16,2-2 0-16,3-10 0 0,-5 12 0 0,5-12 0 15,0 0 0-15,-6 15 0 0,6-15 0 0,0 0 0 16,0 0 0-16,-4 11 0 0,4-11 0 0,0 0 0 16,0 0 0-16,0 0 0 0,0 0 0 0,0 0 0 15,-23 0 0-15,23 0 0 0,-30-4 0 0,3 3 0 16,-5-3 0-16,-12 4 0 0,-7-2 0 0,-6 1 0 15,-1-3 0-15,-26 1 0 0,-6-3 0 0,0 6 0 0,-2 2 0 16,1 2 0-16,4-1 0 0,-2 1 0 0,-4-1 0 16,5-3 0-16,-7 2 0 0,-2-2-1366 15,34-2-1478-15</inkml:trace>
</inkml:ink>
</file>

<file path=ppt/ink/ink142.xml><?xml version="1.0" encoding="utf-8"?>
<inkml:ink xmlns:inkml="http://www.w3.org/2003/InkML">
  <inkml:definitions/>
  <inkml:traceGroup>
    <inkml:annotationXML>
      <emma:emma xmlns:emma="http://www.w3.org/2003/04/emma" version="1.0">
        <emma:interpretation id="{3269A820-C8A8-4808-BF8E-FCE4956D9924}" emma:medium="tactile" emma:mode="ink">
          <msink:context xmlns:msink="http://schemas.microsoft.com/ink/2010/main" type="writingRegion" rotatedBoundingBox="300,438 18651,271 18801,16745 450,16912"/>
        </emma:interpretation>
      </emma:emma>
    </inkml:annotationXML>
    <inkml:traceGroup>
      <inkml:annotationXML>
        <emma:emma xmlns:emma="http://www.w3.org/2003/04/emma" version="1.0">
          <emma:interpretation id="{F37283BF-8716-4C76-AFE9-45847A26778E}" emma:medium="tactile" emma:mode="ink">
            <msink:context xmlns:msink="http://schemas.microsoft.com/ink/2010/main" type="paragraph" rotatedBoundingBox="280,452 4775,330 4824,2135 329,2257" alignmentLevel="1"/>
          </emma:interpretation>
        </emma:emma>
      </inkml:annotationXML>
      <inkml:traceGroup>
        <inkml:annotationXML>
          <emma:emma xmlns:emma="http://www.w3.org/2003/04/emma" version="1.0">
            <emma:interpretation id="{5C07AC9B-E179-4D32-8664-1016046856FF}" emma:medium="tactile" emma:mode="ink">
              <msink:context xmlns:msink="http://schemas.microsoft.com/ink/2010/main" type="line" rotatedBoundingBox="280,452 4775,330 4824,2135 329,2257">
                <msink:destinationLink direction="with" ref="{E43D9B97-70D7-400E-97F0-AD1FE66C0BF0}"/>
              </msink:context>
            </emma:interpretation>
          </emma:emma>
        </inkml:annotationXML>
        <inkml:traceGroup>
          <inkml:annotationXML>
            <emma:emma xmlns:emma="http://www.w3.org/2003/04/emma" version="1.0">
              <emma:interpretation id="{0991EDE6-9187-4E1E-AC10-D80494284FFE}" emma:medium="tactile" emma:mode="ink">
                <msink:context xmlns:msink="http://schemas.microsoft.com/ink/2010/main" type="inkWord" rotatedBoundingBox="280,452 4775,330 4824,2135 329,2257"/>
              </emma:interpretation>
              <emma:one-of disjunction-type="recognition" id="oneOf0">
                <emma:interpretation id="interp0" emma:lang="" emma:confidence="0.5">
                  <emma:literal>DAE</emma:literal>
                </emma:interpretation>
                <emma:interpretation id="interp1" emma:lang="" emma:confidence="0.5">
                  <emma:literal>DA =</emma:literal>
                </emma:interpretation>
                <emma:interpretation id="interp2" emma:lang="" emma:confidence="0">
                  <emma:literal>OA =</emma:literal>
                </emma:interpretation>
                <emma:interpretation id="interp3" emma:lang="" emma:confidence="0">
                  <emma:literal>@As</emma:literal>
                </emma:interpretation>
                <emma:interpretation id="interp4" emma:lang="" emma:confidence="0">
                  <emma:literal>@AF</emma:literal>
                </emma:interpretation>
              </emma:one-of>
            </emma:emma>
          </inkml:annotationXML>
        </inkml:traceGroup>
      </inkml:traceGroup>
    </inkml:traceGroup>
    <inkml:traceGroup>
      <inkml:annotationXML>
        <emma:emma xmlns:emma="http://www.w3.org/2003/04/emma" version="1.0">
          <emma:interpretation id="{B788269E-FCCA-4550-A096-E3E6ED5D0C85}" emma:medium="tactile" emma:mode="ink">
            <msink:context xmlns:msink="http://schemas.microsoft.com/ink/2010/main" type="paragraph" rotatedBoundingBox="5525,526 17860,425 17871,1749 5536,1850" alignmentLevel="3"/>
          </emma:interpretation>
        </emma:emma>
      </inkml:annotationXML>
      <inkml:traceGroup>
        <inkml:annotationXML>
          <emma:emma xmlns:emma="http://www.w3.org/2003/04/emma" version="1.0">
            <emma:interpretation id="{A30FAC2A-10B4-4145-B41D-2F5A263F7A03}" emma:medium="tactile" emma:mode="ink">
              <msink:context xmlns:msink="http://schemas.microsoft.com/ink/2010/main" type="inkBullet" rotatedBoundingBox="5525,526 6736,517 6738,770 5527,780"/>
            </emma:interpretation>
            <emma:one-of disjunction-type="recognition" id="oneOf1">
              <emma:interpretation id="interp5" emma:lang="" emma:confidence="0">
                <emma:literal>-</emma:literal>
              </emma:interpretation>
            </emma:one-of>
          </emma:emma>
        </inkml:annotationXML>
      </inkml:traceGroup>
      <inkml:traceGroup>
        <inkml:annotationXML>
          <emma:emma xmlns:emma="http://www.w3.org/2003/04/emma" version="1.0">
            <emma:interpretation id="{92E0B9D0-E53E-4D6C-9CEE-A8A6FE7F0AE1}" emma:medium="tactile" emma:mode="ink">
              <msink:context xmlns:msink="http://schemas.microsoft.com/ink/2010/main" type="line" rotatedBoundingBox="6849,670 17862,579 17871,1749 6858,1839">
                <msink:destinationLink direction="with" ref="{E43D9B97-70D7-400E-97F0-AD1FE66C0BF0}"/>
                <msink:destinationLink direction="with" ref="{4B9D27F3-A042-48DA-AA69-0CFB8B388081}"/>
              </msink:context>
            </emma:interpretation>
          </emma:emma>
        </inkml:annotationXML>
        <inkml:traceGroup>
          <inkml:annotationXML>
            <emma:emma xmlns:emma="http://www.w3.org/2003/04/emma" version="1.0">
              <emma:interpretation id="{46903F68-B9C8-4874-943E-5B0B8BB600CF}" emma:medium="tactile" emma:mode="ink">
                <msink:context xmlns:msink="http://schemas.microsoft.com/ink/2010/main" type="inkWord" rotatedBoundingBox="6852,1035 7486,1030 7492,1834 6858,1839"/>
              </emma:interpretation>
              <emma:one-of disjunction-type="recognition" id="oneOf2">
                <emma:interpretation id="interp6" emma:lang="" emma:confidence="0.5">
                  <emma:literal>O</emma:literal>
                </emma:interpretation>
                <emma:interpretation id="interp7" emma:lang="" emma:confidence="0">
                  <emma:literal>o</emma:literal>
                </emma:interpretation>
                <emma:interpretation id="interp8" emma:lang="" emma:confidence="0">
                  <emma:literal>0</emma:literal>
                </emma:interpretation>
                <emma:interpretation id="interp9" emma:lang="" emma:confidence="0">
                  <emma:literal>°</emma:literal>
                </emma:interpretation>
                <emma:interpretation id="interp10" emma:lang="" emma:confidence="0">
                  <emma:literal>,</emma:literal>
                </emma:interpretation>
              </emma:one-of>
            </emma:emma>
          </inkml:annotationXML>
        </inkml:traceGroup>
        <inkml:traceGroup>
          <inkml:annotationXML>
            <emma:emma xmlns:emma="http://www.w3.org/2003/04/emma" version="1.0">
              <emma:interpretation id="{3C6CE99D-F5D8-418C-AF1E-0E8616264716}" emma:medium="tactile" emma:mode="ink">
                <msink:context xmlns:msink="http://schemas.microsoft.com/ink/2010/main" type="inkWord" rotatedBoundingBox="9490,954 9569,954 9576,1718 9496,1718"/>
              </emma:interpretation>
              <emma:one-of disjunction-type="recognition" id="oneOf3">
                <emma:interpretation id="interp11" emma:lang="" emma:confidence="0.5">
                  <emma:literal>l</emma:literal>
                </emma:interpretation>
                <emma:interpretation id="interp12" emma:lang="" emma:confidence="0">
                  <emma:literal>.</emma:literal>
                </emma:interpretation>
                <emma:interpretation id="interp13" emma:lang="" emma:confidence="0">
                  <emma:literal>,</emma:literal>
                </emma:interpretation>
                <emma:interpretation id="interp14" emma:lang="" emma:confidence="0">
                  <emma:literal>1</emma:literal>
                </emma:interpretation>
                <emma:interpretation id="interp15" emma:lang="" emma:confidence="0">
                  <emma:literal>|</emma:literal>
                </emma:interpretation>
              </emma:one-of>
            </emma:emma>
          </inkml:annotationXML>
        </inkml:traceGroup>
        <inkml:traceGroup>
          <inkml:annotationXML>
            <emma:emma xmlns:emma="http://www.w3.org/2003/04/emma" version="1.0">
              <emma:interpretation id="{B40CD628-CC89-4157-8696-954582DF6C9B}" emma:medium="tactile" emma:mode="ink">
                <msink:context xmlns:msink="http://schemas.microsoft.com/ink/2010/main" type="inkWord" rotatedBoundingBox="11410,836 12508,827 12515,1651 11417,1660"/>
              </emma:interpretation>
              <emma:one-of disjunction-type="recognition" id="oneOf4">
                <emma:interpretation id="interp16" emma:lang="" emma:confidence="0.5">
                  <emma:literal>2</emma:literal>
                </emma:interpretation>
                <emma:interpretation id="interp17" emma:lang="" emma:confidence="0">
                  <emma:literal>z</emma:literal>
                </emma:interpretation>
                <emma:interpretation id="interp18" emma:lang="" emma:confidence="0">
                  <emma:literal>Z</emma:literal>
                </emma:interpretation>
                <emma:interpretation id="interp19" emma:lang="" emma:confidence="0">
                  <emma:literal>L</emma:literal>
                </emma:interpretation>
                <emma:interpretation id="interp20" emma:lang="" emma:confidence="0">
                  <emma:literal>.</emma:literal>
                </emma:interpretation>
              </emma:one-of>
            </emma:emma>
          </inkml:annotationXML>
        </inkml:traceGroup>
        <inkml:traceGroup>
          <inkml:annotationXML>
            <emma:emma xmlns:emma="http://www.w3.org/2003/04/emma" version="1.0">
              <emma:interpretation id="{C2B7F01A-9882-43D0-9641-53721956091A}" emma:medium="tactile" emma:mode="ink">
                <msink:context xmlns:msink="http://schemas.microsoft.com/ink/2010/main" type="inkWord" rotatedBoundingBox="16366,592 17862,579 17871,1664 16375,1676"/>
              </emma:interpretation>
              <emma:one-of disjunction-type="recognition" id="oneOf5">
                <emma:interpretation id="interp21" emma:lang="" emma:confidence="0.5">
                  <emma:literal>0-1</emma:literal>
                </emma:interpretation>
                <emma:interpretation id="interp22" emma:lang="" emma:confidence="0">
                  <emma:literal>01</emma:literal>
                </emma:interpretation>
                <emma:interpretation id="interp23" emma:lang="" emma:confidence="0">
                  <emma:literal>011</emma:literal>
                </emma:interpretation>
                <emma:interpretation id="interp24" emma:lang="" emma:confidence="0">
                  <emma:literal>o-I</emma:literal>
                </emma:interpretation>
                <emma:interpretation id="interp25" emma:lang="" emma:confidence="0">
                  <emma:literal>O-I</emma:literal>
                </emma:interpretation>
              </emma:one-of>
            </emma:emma>
          </inkml:annotationXML>
        </inkml:traceGroup>
      </inkml:traceGroup>
    </inkml:traceGroup>
    <inkml:traceGroup>
      <inkml:annotationXML>
        <emma:emma xmlns:emma="http://www.w3.org/2003/04/emma" version="1.0">
          <emma:interpretation id="{220A1B31-C839-46AF-8196-1443FC611BD9}" emma:medium="tactile" emma:mode="ink">
            <msink:context xmlns:msink="http://schemas.microsoft.com/ink/2010/main" type="paragraph" rotatedBoundingBox="5984,2571 18667,2389 18680,3296 5998,3478" alignmentLevel="3"/>
          </emma:interpretation>
        </emma:emma>
      </inkml:annotationXML>
      <inkml:traceGroup>
        <inkml:annotationXML>
          <emma:emma xmlns:emma="http://www.w3.org/2003/04/emma" version="1.0">
            <emma:interpretation id="{24637111-C27F-41D3-A838-944CF0AAF247}" emma:medium="tactile" emma:mode="ink">
              <msink:context xmlns:msink="http://schemas.microsoft.com/ink/2010/main" type="inkBullet" rotatedBoundingBox="5989,2874 6615,2865 6616,2917 5990,2926"/>
            </emma:interpretation>
            <emma:one-of disjunction-type="recognition" id="oneOf6">
              <emma:interpretation id="interp26" emma:lang="" emma:confidence="0">
                <emma:literal>-</emma:literal>
              </emma:interpretation>
            </emma:one-of>
          </emma:emma>
        </inkml:annotationXML>
      </inkml:traceGroup>
      <inkml:traceGroup>
        <inkml:annotationXML>
          <emma:emma xmlns:emma="http://www.w3.org/2003/04/emma" version="1.0">
            <emma:interpretation id="{F37C9D35-EC60-4CEE-867E-6A77A9AA2751}" emma:medium="tactile" emma:mode="ink">
              <msink:context xmlns:msink="http://schemas.microsoft.com/ink/2010/main" type="line" rotatedBoundingBox="6781,2560 18667,2389 18680,3296 6795,3467">
                <msink:destinationLink direction="with" ref="{E43D9B97-70D7-400E-97F0-AD1FE66C0BF0}"/>
                <msink:destinationLink direction="with" ref="{4B9D27F3-A042-48DA-AA69-0CFB8B388081}"/>
              </msink:context>
            </emma:interpretation>
          </emma:emma>
        </inkml:annotationXML>
        <inkml:traceGroup>
          <inkml:annotationXML>
            <emma:emma xmlns:emma="http://www.w3.org/2003/04/emma" version="1.0">
              <emma:interpretation id="{26B1F62D-B010-4740-8C3E-5679A3BFBBDF}" emma:medium="tactile" emma:mode="ink">
                <msink:context xmlns:msink="http://schemas.microsoft.com/ink/2010/main" type="inkWord" rotatedBoundingBox="6781,2560 7709,2546 7720,3313 6793,3327"/>
              </emma:interpretation>
              <emma:one-of disjunction-type="recognition" id="oneOf7">
                <emma:interpretation id="interp27" emma:lang="" emma:confidence="0.5">
                  <emma:literal>2</emma:literal>
                </emma:interpretation>
                <emma:interpretation id="interp28" emma:lang="" emma:confidence="0">
                  <emma:literal>z</emma:literal>
                </emma:interpretation>
                <emma:interpretation id="interp29" emma:lang="" emma:confidence="0">
                  <emma:literal>.</emma:literal>
                </emma:interpretation>
                <emma:interpretation id="interp30" emma:lang="" emma:confidence="0">
                  <emma:literal>Z</emma:literal>
                </emma:interpretation>
                <emma:interpretation id="interp31" emma:lang="" emma:confidence="0">
                  <emma:literal>I</emma:literal>
                </emma:interpretation>
              </emma:one-of>
            </emma:emma>
          </inkml:annotationXML>
        </inkml:traceGroup>
        <inkml:traceGroup>
          <inkml:annotationXML>
            <emma:emma xmlns:emma="http://www.w3.org/2003/04/emma" version="1.0">
              <emma:interpretation id="{A510048A-9FB9-4066-83E3-F2A3DA3A21A8}" emma:medium="tactile" emma:mode="ink">
                <msink:context xmlns:msink="http://schemas.microsoft.com/ink/2010/main" type="inkWord" rotatedBoundingBox="9487,2631 12528,2587 12540,3384 9498,3428"/>
              </emma:interpretation>
              <emma:one-of disjunction-type="recognition" id="oneOf8">
                <emma:interpretation id="interp32" emma:lang="" emma:confidence="0.5">
                  <emma:literal>20</emma:literal>
                </emma:interpretation>
                <emma:interpretation id="interp33" emma:lang="" emma:confidence="0">
                  <emma:literal>200</emma:literal>
                </emma:interpretation>
                <emma:interpretation id="interp34" emma:lang="" emma:confidence="0">
                  <emma:literal>2</emma:literal>
                </emma:interpretation>
                <emma:interpretation id="interp35" emma:lang="" emma:confidence="0">
                  <emma:literal>00</emma:literal>
                </emma:interpretation>
                <emma:interpretation id="interp36" emma:lang="" emma:confidence="0">
                  <emma:literal>2S</emma:literal>
                </emma:interpretation>
              </emma:one-of>
            </emma:emma>
          </inkml:annotationXML>
        </inkml:traceGroup>
        <inkml:traceGroup>
          <inkml:annotationXML>
            <emma:emma xmlns:emma="http://www.w3.org/2003/04/emma" version="1.0">
              <emma:interpretation id="{12D06422-0215-4CF7-AE4A-195C6E091B18}" emma:medium="tactile" emma:mode="ink">
                <msink:context xmlns:msink="http://schemas.microsoft.com/ink/2010/main" type="inkWord" rotatedBoundingBox="14760,2458 15421,2449 15433,3304 14772,3314"/>
              </emma:interpretation>
              <emma:one-of disjunction-type="recognition" id="oneOf9">
                <emma:interpretation id="interp37" emma:lang="" emma:confidence="0.5">
                  <emma:literal>3</emma:literal>
                </emma:interpretation>
                <emma:interpretation id="interp38" emma:lang="" emma:confidence="0">
                  <emma:literal>5</emma:literal>
                </emma:interpretation>
                <emma:interpretation id="interp39" emma:lang="" emma:confidence="0">
                  <emma:literal>b</emma:literal>
                </emma:interpretation>
                <emma:interpretation id="interp40" emma:lang="" emma:confidence="0">
                  <emma:literal>z</emma:literal>
                </emma:interpretation>
                <emma:interpretation id="interp41" emma:lang="" emma:confidence="0">
                  <emma:literal>}</emma:literal>
                </emma:interpretation>
              </emma:one-of>
            </emma:emma>
          </inkml:annotationXML>
        </inkml:traceGroup>
        <inkml:traceGroup>
          <inkml:annotationXML>
            <emma:emma xmlns:emma="http://www.w3.org/2003/04/emma" version="1.0">
              <emma:interpretation id="{96EDD89C-77BB-4A2C-BC87-58D2D8A85EFC}" emma:medium="tactile" emma:mode="ink">
                <msink:context xmlns:msink="http://schemas.microsoft.com/ink/2010/main" type="inkWord" rotatedBoundingBox="16988,2423 18667,2398 18679,3222 17000,3246"/>
              </emma:interpretation>
              <emma:one-of disjunction-type="recognition" id="oneOf10">
                <emma:interpretation id="interp42" emma:lang="" emma:confidence="0.5">
                  <emma:literal>z</emma:literal>
                </emma:interpretation>
                <emma:interpretation id="interp43" emma:lang="" emma:confidence="0">
                  <emma:literal>2</emma:literal>
                </emma:interpretation>
                <emma:interpretation id="interp44" emma:lang="" emma:confidence="0">
                  <emma:literal>Z</emma:literal>
                </emma:interpretation>
                <emma:interpretation id="interp45" emma:lang="" emma:confidence="0">
                  <emma:literal>L</emma:literal>
                </emma:interpretation>
                <emma:interpretation id="interp46" emma:lang="" emma:confidence="0">
                  <emma:literal>.</emma:literal>
                </emma:interpretation>
              </emma:one-of>
            </emma:emma>
          </inkml:annotationXML>
        </inkml:traceGroup>
      </inkml:traceGroup>
    </inkml:traceGroup>
    <inkml:traceGroup>
      <inkml:annotationXML>
        <emma:emma xmlns:emma="http://www.w3.org/2003/04/emma" version="1.0">
          <emma:interpretation id="{A6BD02BD-4732-4394-AC6C-204E6A21C4EC}" emma:medium="tactile" emma:mode="ink">
            <msink:context xmlns:msink="http://schemas.microsoft.com/ink/2010/main" type="paragraph" rotatedBoundingBox="6611,3925 18665,3822 18676,5154 6623,5257" alignmentLevel="3"/>
          </emma:interpretation>
        </emma:emma>
      </inkml:annotationXML>
      <inkml:traceGroup>
        <inkml:annotationXML>
          <emma:emma xmlns:emma="http://www.w3.org/2003/04/emma" version="1.0">
            <emma:interpretation id="{DBF99CE9-74C8-48AF-A92A-590DD00A9767}" emma:medium="tactile" emma:mode="ink">
              <msink:context xmlns:msink="http://schemas.microsoft.com/ink/2010/main" type="line" rotatedBoundingBox="6611,3925 18665,3822 18676,5154 6623,5257">
                <msink:destinationLink direction="with" ref="{E43D9B97-70D7-400E-97F0-AD1FE66C0BF0}"/>
                <msink:destinationLink direction="with" ref="{4B9D27F3-A042-48DA-AA69-0CFB8B388081}"/>
              </msink:context>
            </emma:interpretation>
          </emma:emma>
        </inkml:annotationXML>
        <inkml:traceGroup>
          <inkml:annotationXML>
            <emma:emma xmlns:emma="http://www.w3.org/2003/04/emma" version="1.0">
              <emma:interpretation id="{08FA6CD4-0B8B-4880-B1C3-C442814910DD}" emma:medium="tactile" emma:mode="ink">
                <msink:context xmlns:msink="http://schemas.microsoft.com/ink/2010/main" type="inkWord" rotatedBoundingBox="6614,4183 7707,4174 7713,4823 6619,4832"/>
              </emma:interpretation>
              <emma:one-of disjunction-type="recognition" id="oneOf11">
                <emma:interpretation id="interp47" emma:lang="" emma:confidence="0.5">
                  <emma:literal>2</emma:literal>
                </emma:interpretation>
                <emma:interpretation id="interp48" emma:lang="" emma:confidence="0">
                  <emma:literal>z</emma:literal>
                </emma:interpretation>
                <emma:interpretation id="interp49" emma:lang="" emma:confidence="0">
                  <emma:literal>I</emma:literal>
                </emma:interpretation>
                <emma:interpretation id="interp50" emma:lang="" emma:confidence="0">
                  <emma:literal>Z</emma:literal>
                </emma:interpretation>
                <emma:interpretation id="interp51" emma:lang="" emma:confidence="0">
                  <emma:literal>s</emma:literal>
                </emma:interpretation>
              </emma:one-of>
            </emma:emma>
          </inkml:annotationXML>
        </inkml:traceGroup>
        <inkml:traceGroup>
          <inkml:annotationXML>
            <emma:emma xmlns:emma="http://www.w3.org/2003/04/emma" version="1.0">
              <emma:interpretation id="{5E8F97DD-5883-4B7E-9AD0-7E85D22223DD}" emma:medium="tactile" emma:mode="ink">
                <msink:context xmlns:msink="http://schemas.microsoft.com/ink/2010/main" type="inkWord" rotatedBoundingBox="9594,4215 10196,4210 10205,5226 9603,5232"/>
              </emma:interpretation>
              <emma:one-of disjunction-type="recognition" id="oneOf12">
                <emma:interpretation id="interp52" emma:lang="" emma:confidence="0.5">
                  <emma:literal>8</emma:literal>
                </emma:interpretation>
                <emma:interpretation id="interp53" emma:lang="" emma:confidence="0">
                  <emma:literal>0</emma:literal>
                </emma:interpretation>
                <emma:interpretation id="interp54" emma:lang="" emma:confidence="0">
                  <emma:literal>@</emma:literal>
                </emma:interpretation>
                <emma:interpretation id="interp55" emma:lang="" emma:confidence="0">
                  <emma:literal>O</emma:literal>
                </emma:interpretation>
                <emma:interpretation id="interp56" emma:lang="" emma:confidence="0">
                  <emma:literal>.</emma:literal>
                </emma:interpretation>
              </emma:one-of>
            </emma:emma>
          </inkml:annotationXML>
        </inkml:traceGroup>
        <inkml:traceGroup>
          <inkml:annotationXML>
            <emma:emma xmlns:emma="http://www.w3.org/2003/04/emma" version="1.0">
              <emma:interpretation id="{A8E4855F-34B8-443A-95C7-1A2551BF7357}" emma:medium="tactile" emma:mode="ink">
                <msink:context xmlns:msink="http://schemas.microsoft.com/ink/2010/main" type="inkWord" rotatedBoundingBox="11931,4202 13524,4189 13531,4943 11938,4957"/>
              </emma:interpretation>
              <emma:one-of disjunction-type="recognition" id="oneOf13">
                <emma:interpretation id="interp57" emma:lang="" emma:confidence="0.5">
                  <emma:literal>20</emma:literal>
                </emma:interpretation>
                <emma:interpretation id="interp58" emma:lang="" emma:confidence="0">
                  <emma:literal>200</emma:literal>
                </emma:interpretation>
                <emma:interpretation id="interp59" emma:lang="" emma:confidence="0">
                  <emma:literal>2</emma:literal>
                </emma:interpretation>
                <emma:interpretation id="interp60" emma:lang="" emma:confidence="0">
                  <emma:literal>00</emma:literal>
                </emma:interpretation>
                <emma:interpretation id="interp61" emma:lang="" emma:confidence="0">
                  <emma:literal>2S</emma:literal>
                </emma:interpretation>
              </emma:one-of>
            </emma:emma>
          </inkml:annotationXML>
        </inkml:traceGroup>
        <inkml:traceGroup>
          <inkml:annotationXML>
            <emma:emma xmlns:emma="http://www.w3.org/2003/04/emma" version="1.0">
              <emma:interpretation id="{974D9AA8-9287-4EC4-B5B7-6EBF664AE96F}" emma:medium="tactile" emma:mode="ink">
                <msink:context xmlns:msink="http://schemas.microsoft.com/ink/2010/main" type="inkWord" rotatedBoundingBox="15504,4205 16149,4200 16155,4907 15510,4912"/>
              </emma:interpretation>
              <emma:one-of disjunction-type="recognition" id="oneOf14">
                <emma:interpretation id="interp62" emma:lang="" emma:confidence="0.5">
                  <emma:literal>O</emma:literal>
                </emma:interpretation>
                <emma:interpretation id="interp63" emma:lang="" emma:confidence="0">
                  <emma:literal>o</emma:literal>
                </emma:interpretation>
                <emma:interpretation id="interp64" emma:lang="" emma:confidence="0">
                  <emma:literal>0</emma:literal>
                </emma:interpretation>
                <emma:interpretation id="interp65" emma:lang="" emma:confidence="0">
                  <emma:literal>°</emma:literal>
                </emma:interpretation>
                <emma:interpretation id="interp66" emma:lang="" emma:confidence="0">
                  <emma:literal>,</emma:literal>
                </emma:interpretation>
              </emma:one-of>
            </emma:emma>
          </inkml:annotationXML>
        </inkml:traceGroup>
        <inkml:traceGroup>
          <inkml:annotationXML>
            <emma:emma xmlns:emma="http://www.w3.org/2003/04/emma" version="1.0">
              <emma:interpretation id="{BBC78553-2BFC-4326-82AF-6DB61CB881FB}" emma:medium="tactile" emma:mode="ink">
                <msink:context xmlns:msink="http://schemas.microsoft.com/ink/2010/main" type="inkWord" rotatedBoundingBox="18093,3827 18665,3822 18674,4960 18103,4965"/>
              </emma:interpretation>
              <emma:one-of disjunction-type="recognition" id="oneOf15">
                <emma:interpretation id="interp67" emma:lang="" emma:confidence="0.5">
                  <emma:literal>6</emma:literal>
                </emma:interpretation>
                <emma:interpretation id="interp68" emma:lang="" emma:confidence="0">
                  <emma:literal>G</emma:literal>
                </emma:interpretation>
                <emma:interpretation id="interp69" emma:lang="" emma:confidence="0">
                  <emma:literal>.</emma:literal>
                </emma:interpretation>
                <emma:interpretation id="interp70" emma:lang="" emma:confidence="0">
                  <emma:literal>E</emma:literal>
                </emma:interpretation>
                <emma:interpretation id="interp71" emma:lang="" emma:confidence="0">
                  <emma:literal>f</emma:literal>
                </emma:interpretation>
              </emma:one-of>
            </emma:emma>
          </inkml:annotationXML>
        </inkml:traceGroup>
      </inkml:traceGroup>
    </inkml:traceGroup>
    <inkml:traceGroup>
      <inkml:annotationXML>
        <emma:emma xmlns:emma="http://www.w3.org/2003/04/emma" version="1.0">
          <emma:interpretation id="{96840711-76E6-42AB-BA77-5330802B38E1}" emma:medium="tactile" emma:mode="ink">
            <msink:context xmlns:msink="http://schemas.microsoft.com/ink/2010/main" type="paragraph" rotatedBoundingBox="3059,6467 16775,6342 16787,7642 3071,7767" alignmentLevel="2"/>
          </emma:interpretation>
        </emma:emma>
      </inkml:annotationXML>
      <inkml:traceGroup>
        <inkml:annotationXML>
          <emma:emma xmlns:emma="http://www.w3.org/2003/04/emma" version="1.0">
            <emma:interpretation id="{40461167-CABD-40E2-8532-88A8354B143B}" emma:medium="tactile" emma:mode="ink">
              <msink:context xmlns:msink="http://schemas.microsoft.com/ink/2010/main" type="inkBullet" rotatedBoundingBox="3064,6978 3871,6971 3874,7297 3067,7304"/>
            </emma:interpretation>
            <emma:one-of disjunction-type="recognition" id="oneOf16">
              <emma:interpretation id="interp72" emma:lang="" emma:confidence="0">
                <emma:literal>→</emma:literal>
              </emma:interpretation>
            </emma:one-of>
          </emma:emma>
        </inkml:annotationXML>
      </inkml:traceGroup>
      <inkml:traceGroup>
        <inkml:annotationXML>
          <emma:emma xmlns:emma="http://www.w3.org/2003/04/emma" version="1.0">
            <emma:interpretation id="{D871053A-F27C-4A69-85A3-0A03A1AE8AAF}" emma:medium="tactile" emma:mode="ink">
              <msink:context xmlns:msink="http://schemas.microsoft.com/ink/2010/main" type="line" rotatedBoundingBox="5001,6450 16775,6342 16787,7642 5013,7750">
                <msink:destinationLink direction="with" ref="{3B230B26-2351-4868-A7D6-8C6778AC80AC}"/>
              </msink:context>
            </emma:interpretation>
          </emma:emma>
        </inkml:annotationXML>
        <inkml:traceGroup>
          <inkml:annotationXML>
            <emma:emma xmlns:emma="http://www.w3.org/2003/04/emma" version="1.0">
              <emma:interpretation id="{6234A424-7A0A-46FA-9C9C-5CE2385408CE}" emma:medium="tactile" emma:mode="ink">
                <msink:context xmlns:msink="http://schemas.microsoft.com/ink/2010/main" type="inkWord" rotatedBoundingBox="5003,6727 6402,6714 6410,7665 5012,7678"/>
              </emma:interpretation>
              <emma:one-of disjunction-type="recognition" id="oneOf17">
                <emma:interpretation id="interp73" emma:lang="" emma:confidence="0.5">
                  <emma:literal>°</emma:literal>
                </emma:interpretation>
                <emma:interpretation id="interp74" emma:lang="" emma:confidence="0">
                  <emma:literal>.</emma:literal>
                </emma:interpretation>
                <emma:interpretation id="interp75" emma:lang="" emma:confidence="0">
                  <emma:literal>o</emma:literal>
                </emma:interpretation>
                <emma:interpretation id="interp76" emma:lang="" emma:confidence="0">
                  <emma:literal>X</emma:literal>
                </emma:interpretation>
                <emma:interpretation id="interp77" emma:lang="" emma:confidence="0">
                  <emma:literal>T</emma:literal>
                </emma:interpretation>
              </emma:one-of>
            </emma:emma>
          </inkml:annotationXML>
        </inkml:traceGroup>
        <inkml:traceGroup>
          <inkml:annotationXML>
            <emma:emma xmlns:emma="http://www.w3.org/2003/04/emma" version="1.0">
              <emma:interpretation id="{3FFA5197-D565-4362-9BEE-B49895710F98}" emma:medium="tactile" emma:mode="ink">
                <msink:context xmlns:msink="http://schemas.microsoft.com/ink/2010/main" type="inkWord" rotatedBoundingBox="8079,7055 8197,7053 8204,7721 8085,7722"/>
              </emma:interpretation>
              <emma:one-of disjunction-type="recognition" id="oneOf18">
                <emma:interpretation id="interp78" emma:lang="" emma:confidence="0.5">
                  <emma:literal>,</emma:literal>
                </emma:interpretation>
                <emma:interpretation id="interp79" emma:lang="" emma:confidence="0">
                  <emma:literal>l</emma:literal>
                </emma:interpretation>
                <emma:interpretation id="interp80" emma:lang="" emma:confidence="0">
                  <emma:literal>|</emma:literal>
                </emma:interpretation>
                <emma:interpretation id="interp81" emma:lang="" emma:confidence="0">
                  <emma:literal>1</emma:literal>
                </emma:interpretation>
                <emma:interpretation id="interp82" emma:lang="" emma:confidence="0">
                  <emma:literal>.</emma:literal>
                </emma:interpretation>
              </emma:one-of>
            </emma:emma>
          </inkml:annotationXML>
        </inkml:traceGroup>
        <inkml:traceGroup>
          <inkml:annotationXML>
            <emma:emma xmlns:emma="http://www.w3.org/2003/04/emma" version="1.0">
              <emma:interpretation id="{D13A4B7C-EC4E-4601-834F-0297812AC99B}" emma:medium="tactile" emma:mode="ink">
                <msink:context xmlns:msink="http://schemas.microsoft.com/ink/2010/main" type="inkWord" rotatedBoundingBox="10040,6852 11087,6843 11094,7607 10047,7617"/>
              </emma:interpretation>
              <emma:one-of disjunction-type="recognition" id="oneOf19">
                <emma:interpretation id="interp83" emma:lang="" emma:confidence="0.5">
                  <emma:literal>2</emma:literal>
                </emma:interpretation>
                <emma:interpretation id="interp84" emma:lang="" emma:confidence="0">
                  <emma:literal>s</emma:literal>
                </emma:interpretation>
                <emma:interpretation id="interp85" emma:lang="" emma:confidence="0">
                  <emma:literal>z</emma:literal>
                </emma:interpretation>
                <emma:interpretation id="interp86" emma:lang="" emma:confidence="0">
                  <emma:literal>L</emma:literal>
                </emma:interpretation>
                <emma:interpretation id="interp87" emma:lang="" emma:confidence="0">
                  <emma:literal>e</emma:literal>
                </emma:interpretation>
              </emma:one-of>
            </emma:emma>
          </inkml:annotationXML>
        </inkml:traceGroup>
        <inkml:traceGroup>
          <inkml:annotationXML>
            <emma:emma xmlns:emma="http://www.w3.org/2003/04/emma" version="1.0">
              <emma:interpretation id="{3A4C149F-A67B-4DA2-A1DE-4D241565A363}" emma:medium="tactile" emma:mode="ink">
                <msink:context xmlns:msink="http://schemas.microsoft.com/ink/2010/main" type="inkWord" rotatedBoundingBox="12897,6890 13550,6884 13557,7616 12904,7622"/>
              </emma:interpretation>
              <emma:one-of disjunction-type="recognition" id="oneOf20">
                <emma:interpretation id="interp88" emma:lang="" emma:confidence="0.5">
                  <emma:literal>o</emma:literal>
                </emma:interpretation>
                <emma:interpretation id="interp89" emma:lang="" emma:confidence="0">
                  <emma:literal>O</emma:literal>
                </emma:interpretation>
                <emma:interpretation id="interp90" emma:lang="" emma:confidence="0">
                  <emma:literal>0</emma:literal>
                </emma:interpretation>
                <emma:interpretation id="interp91" emma:lang="" emma:confidence="0">
                  <emma:literal>°</emma:literal>
                </emma:interpretation>
                <emma:interpretation id="interp92" emma:lang="" emma:confidence="0">
                  <emma:literal>,</emma:literal>
                </emma:interpretation>
              </emma:one-of>
            </emma:emma>
          </inkml:annotationXML>
        </inkml:traceGroup>
        <inkml:traceGroup>
          <inkml:annotationXML>
            <emma:emma xmlns:emma="http://www.w3.org/2003/04/emma" version="1.0">
              <emma:interpretation id="{DB941C8B-2B10-4481-8716-82AB0730220B}" emma:medium="tactile" emma:mode="ink">
                <msink:context xmlns:msink="http://schemas.microsoft.com/ink/2010/main" type="inkWord" rotatedBoundingBox="15468,6354 16775,6342 16787,7609 15480,7621"/>
              </emma:interpretation>
              <emma:one-of disjunction-type="recognition" id="oneOf21">
                <emma:interpretation id="interp93" emma:lang="" emma:confidence="0.5">
                  <emma:literal>-1</emma:literal>
                </emma:interpretation>
                <emma:interpretation id="interp94" emma:lang="" emma:confidence="0">
                  <emma:literal>+1</emma:literal>
                </emma:interpretation>
                <emma:interpretation id="interp95" emma:lang="" emma:confidence="0">
                  <emma:literal>+</emma:literal>
                </emma:interpretation>
                <emma:interpretation id="interp96" emma:lang="" emma:confidence="0">
                  <emma:literal>t</emma:literal>
                </emma:interpretation>
                <emma:interpretation id="interp97" emma:lang="" emma:confidence="0">
                  <emma:literal>t/</emma:literal>
                </emma:interpretation>
              </emma:one-of>
            </emma:emma>
          </inkml:annotationXML>
        </inkml:traceGroup>
      </inkml:traceGroup>
    </inkml:traceGroup>
    <inkml:traceGroup>
      <inkml:annotationXML>
        <emma:emma xmlns:emma="http://www.w3.org/2003/04/emma" version="1.0">
          <emma:interpretation id="{781C7542-171C-4247-B3BE-85C545559786}" emma:medium="tactile" emma:mode="ink">
            <msink:context xmlns:msink="http://schemas.microsoft.com/ink/2010/main" type="paragraph" rotatedBoundingBox="4729,6545 17762,6201 17871,10349 4838,10693" alignmentLevel="3"/>
          </emma:interpretation>
        </emma:emma>
      </inkml:annotationXML>
      <inkml:traceGroup>
        <inkml:annotationXML>
          <emma:emma xmlns:emma="http://www.w3.org/2003/04/emma" version="1.0">
            <emma:interpretation id="{1B825134-0782-4C57-B31C-D3D521F5C2A7}" emma:medium="tactile" emma:mode="ink">
              <msink:context xmlns:msink="http://schemas.microsoft.com/ink/2010/main" type="line" rotatedBoundingBox="4729,6545 17762,6201 17871,10349 4838,10693">
                <msink:destinationLink direction="with" ref="{3B230B26-2351-4868-A7D6-8C6778AC80AC}"/>
              </msink:context>
            </emma:interpretation>
          </emma:emma>
        </inkml:annotationXML>
        <inkml:traceGroup>
          <inkml:annotationXML>
            <emma:emma xmlns:emma="http://www.w3.org/2003/04/emma" version="1.0">
              <emma:interpretation id="{3FE40147-E96A-4D68-92D6-F4276B6F9528}" emma:medium="tactile" emma:mode="ink">
                <msink:context xmlns:msink="http://schemas.microsoft.com/ink/2010/main" type="inkWord" rotatedBoundingBox="4729,6545 17762,6201 17871,10349 4838,10693"/>
              </emma:interpretation>
              <emma:one-of disjunction-type="recognition" id="oneOf22">
                <emma:interpretation id="interp98" emma:lang="" emma:confidence="0.5">
                  <emma:literal>(22032</emma:literal>
                </emma:interpretation>
                <emma:interpretation id="interp99" emma:lang="" emma:confidence="0.5">
                  <emma:literal>(2203 2</emma:literal>
                </emma:interpretation>
                <emma:interpretation id="interp100" emma:lang="" emma:confidence="0.5">
                  <emma:literal>to 2032</emma:literal>
                </emma:interpretation>
                <emma:interpretation id="interp101" emma:lang="" emma:confidence="0">
                  <emma:literal>[2203 2</emma:literal>
                </emma:interpretation>
                <emma:interpretation id="interp102" emma:lang="" emma:confidence="0">
                  <emma:literal>22203 2</emma:literal>
                </emma:interpretation>
              </emma:one-of>
            </emma:emma>
          </inkml:annotationXML>
        </inkml:traceGroup>
      </inkml:traceGroup>
    </inkml:traceGroup>
    <inkml:traceGroup>
      <inkml:annotationXML>
        <emma:emma xmlns:emma="http://www.w3.org/2003/04/emma" version="1.0">
          <emma:interpretation id="{A8C2980A-2850-4952-8E32-91CB0197A0DF}" emma:medium="tactile" emma:mode="ink">
            <msink:context xmlns:msink="http://schemas.microsoft.com/ink/2010/main" type="paragraph" rotatedBoundingBox="5975,9680 17081,9686 17080,10721 5974,10715" alignmentLevel="3"/>
          </emma:interpretation>
        </emma:emma>
      </inkml:annotationXML>
      <inkml:traceGroup>
        <inkml:annotationXML>
          <emma:emma xmlns:emma="http://www.w3.org/2003/04/emma" version="1.0">
            <emma:interpretation id="{FFAA3BDA-D44F-43C0-8B6B-42ECA0A416D9}" emma:medium="tactile" emma:mode="ink">
              <msink:context xmlns:msink="http://schemas.microsoft.com/ink/2010/main" type="line" rotatedBoundingBox="5975,9680 17081,9686 17080,10721 5974,10715">
                <msink:destinationLink direction="with" ref="{3B230B26-2351-4868-A7D6-8C6778AC80AC}"/>
              </msink:context>
            </emma:interpretation>
          </emma:emma>
        </inkml:annotationXML>
        <inkml:traceGroup>
          <inkml:annotationXML>
            <emma:emma xmlns:emma="http://www.w3.org/2003/04/emma" version="1.0">
              <emma:interpretation id="{B58A7F4C-EEC6-4125-BA4F-C71432591B87}" emma:medium="tactile" emma:mode="ink">
                <msink:context xmlns:msink="http://schemas.microsoft.com/ink/2010/main" type="inkWord" rotatedBoundingBox="5975,9684 6032,9685 6031,10514 5974,10513"/>
              </emma:interpretation>
              <emma:one-of disjunction-type="recognition" id="oneOf23">
                <emma:interpretation id="interp103" emma:lang="" emma:confidence="0.5">
                  <emma:literal>.</emma:literal>
                </emma:interpretation>
                <emma:interpretation id="interp104" emma:lang="" emma:confidence="0">
                  <emma:literal>,</emma:literal>
                </emma:interpretation>
                <emma:interpretation id="interp105" emma:lang="" emma:confidence="0">
                  <emma:literal>I</emma:literal>
                </emma:interpretation>
                <emma:interpretation id="interp106" emma:lang="" emma:confidence="0">
                  <emma:literal>|</emma:literal>
                </emma:interpretation>
                <emma:interpretation id="interp107" emma:lang="" emma:confidence="0">
                  <emma:literal>l</emma:literal>
                </emma:interpretation>
              </emma:one-of>
            </emma:emma>
          </inkml:annotationXML>
        </inkml:traceGroup>
        <inkml:traceGroup>
          <inkml:annotationXML>
            <emma:emma xmlns:emma="http://www.w3.org/2003/04/emma" version="1.0">
              <emma:interpretation id="{3184F796-E389-4C02-8E89-51532E31889D}" emma:medium="tactile" emma:mode="ink">
                <msink:context xmlns:msink="http://schemas.microsoft.com/ink/2010/main" type="inkWord" rotatedBoundingBox="8428,9700 9370,9701 9369,10717 8427,10716"/>
              </emma:interpretation>
              <emma:one-of disjunction-type="recognition" id="oneOf24">
                <emma:interpretation id="interp108" emma:lang="" emma:confidence="0.5">
                  <emma:literal>,</emma:literal>
                </emma:interpretation>
                <emma:interpretation id="interp109" emma:lang="" emma:confidence="0">
                  <emma:literal>4</emma:literal>
                </emma:interpretation>
                <emma:interpretation id="interp110" emma:lang="" emma:confidence="0">
                  <emma:literal>"</emma:literal>
                </emma:interpretation>
                <emma:interpretation id="interp111" emma:lang="" emma:confidence="0">
                  <emma:literal>.</emma:literal>
                </emma:interpretation>
                <emma:interpretation id="interp112" emma:lang="" emma:confidence="0">
                  <emma:literal>u</emma:literal>
                </emma:interpretation>
              </emma:one-of>
            </emma:emma>
          </inkml:annotationXML>
        </inkml:traceGroup>
        <inkml:traceGroup>
          <inkml:annotationXML>
            <emma:emma xmlns:emma="http://www.w3.org/2003/04/emma" version="1.0">
              <emma:interpretation id="{8D8211FE-5122-4FF1-A375-AABF8A80742F}" emma:medium="tactile" emma:mode="ink">
                <msink:context xmlns:msink="http://schemas.microsoft.com/ink/2010/main" type="inkWord" rotatedBoundingBox="10917,9682 12310,9683 12309,10434 10916,10433"/>
              </emma:interpretation>
              <emma:one-of disjunction-type="recognition" id="oneOf25">
                <emma:interpretation id="interp113" emma:lang="" emma:confidence="0.5">
                  <emma:literal>10</emma:literal>
                </emma:interpretation>
                <emma:interpretation id="interp114" emma:lang="" emma:confidence="0">
                  <emma:literal>00</emma:literal>
                </emma:interpretation>
                <emma:interpretation id="interp115" emma:lang="" emma:confidence="0">
                  <emma:literal>0</emma:literal>
                </emma:interpretation>
                <emma:interpretation id="interp116" emma:lang="" emma:confidence="0">
                  <emma:literal>1</emma:literal>
                </emma:interpretation>
                <emma:interpretation id="interp117" emma:lang="" emma:confidence="0">
                  <emma:literal>to</emma:literal>
                </emma:interpretation>
              </emma:one-of>
            </emma:emma>
          </inkml:annotationXML>
        </inkml:traceGroup>
        <inkml:traceGroup>
          <inkml:annotationXML>
            <emma:emma xmlns:emma="http://www.w3.org/2003/04/emma" version="1.0">
              <emma:interpretation id="{7B25C70E-26DE-4AD9-BEF2-1038A8ADB357}" emma:medium="tactile" emma:mode="ink">
                <msink:context xmlns:msink="http://schemas.microsoft.com/ink/2010/main" type="inkWord" rotatedBoundingBox="14032,9749 14669,9750 14668,10375 14031,10374"/>
              </emma:interpretation>
              <emma:one-of disjunction-type="recognition" id="oneOf26">
                <emma:interpretation id="interp118" emma:lang="" emma:confidence="0.5">
                  <emma:literal>O</emma:literal>
                </emma:interpretation>
                <emma:interpretation id="interp119" emma:lang="" emma:confidence="0">
                  <emma:literal>o</emma:literal>
                </emma:interpretation>
                <emma:interpretation id="interp120" emma:lang="" emma:confidence="0">
                  <emma:literal>0</emma:literal>
                </emma:interpretation>
                <emma:interpretation id="interp121" emma:lang="" emma:confidence="0">
                  <emma:literal>°</emma:literal>
                </emma:interpretation>
                <emma:interpretation id="interp122" emma:lang="" emma:confidence="0">
                  <emma:literal>,</emma:literal>
                </emma:interpretation>
              </emma:one-of>
            </emma:emma>
          </inkml:annotationXML>
        </inkml:traceGroup>
        <inkml:traceGroup>
          <inkml:annotationXML>
            <emma:emma xmlns:emma="http://www.w3.org/2003/04/emma" version="1.0">
              <emma:interpretation id="{78221AA4-A0A7-4B15-A946-1D39484C3650}" emma:medium="tactile" emma:mode="ink">
                <msink:context xmlns:msink="http://schemas.microsoft.com/ink/2010/main" type="inkWord" rotatedBoundingBox="16375,9721 17081,9722 17080,10635 16374,10634"/>
              </emma:interpretation>
              <emma:one-of disjunction-type="recognition" id="oneOf27">
                <emma:interpretation id="interp123" emma:lang="" emma:confidence="0.5">
                  <emma:literal>3</emma:literal>
                </emma:interpretation>
                <emma:interpretation id="interp124" emma:lang="" emma:confidence="0">
                  <emma:literal>b</emma:literal>
                </emma:interpretation>
                <emma:interpretation id="interp125" emma:lang="" emma:confidence="0">
                  <emma:literal>}</emma:literal>
                </emma:interpretation>
                <emma:interpretation id="interp126" emma:lang="" emma:confidence="0">
                  <emma:literal>,</emma:literal>
                </emma:interpretation>
                <emma:interpretation id="interp127" emma:lang="" emma:confidence="0">
                  <emma:literal>z</emma:literal>
                </emma:interpretation>
              </emma:one-of>
            </emma:emma>
          </inkml:annotationXML>
        </inkml:traceGroup>
      </inkml:traceGroup>
    </inkml:traceGroup>
    <inkml:traceGroup>
      <inkml:annotationXML>
        <emma:emma xmlns:emma="http://www.w3.org/2003/04/emma" version="1.0">
          <emma:interpretation id="{B293E3E3-8B37-4045-B6A2-388C22B8CFCA}" emma:medium="tactile" emma:mode="ink">
            <msink:context xmlns:msink="http://schemas.microsoft.com/ink/2010/main" type="paragraph" rotatedBoundingBox="5149,11894 17391,11992 17380,13360 5138,13263" alignmentLevel="3"/>
          </emma:interpretation>
        </emma:emma>
      </inkml:annotationXML>
      <inkml:traceGroup>
        <inkml:annotationXML>
          <emma:emma xmlns:emma="http://www.w3.org/2003/04/emma" version="1.0">
            <emma:interpretation id="{580165FB-9028-4D55-801E-04F34B1B1F76}" emma:medium="tactile" emma:mode="ink">
              <msink:context xmlns:msink="http://schemas.microsoft.com/ink/2010/main" type="inkBullet" rotatedBoundingBox="5149,11967 5683,11971 5682,12004 5149,11999"/>
            </emma:interpretation>
            <emma:one-of disjunction-type="recognition" id="oneOf28">
              <emma:interpretation id="interp128" emma:lang="" emma:confidence="0">
                <emma:literal>-</emma:literal>
              </emma:interpretation>
            </emma:one-of>
          </emma:emma>
        </inkml:annotationXML>
      </inkml:traceGroup>
      <inkml:traceGroup>
        <inkml:annotationXML>
          <emma:emma xmlns:emma="http://www.w3.org/2003/04/emma" version="1.0">
            <emma:interpretation id="{5BAE8AA3-DA68-478F-9501-BFB48C9858E3}" emma:medium="tactile" emma:mode="ink">
              <msink:context xmlns:msink="http://schemas.microsoft.com/ink/2010/main" type="line" rotatedBoundingBox="6066,11901 17391,11992 17380,13360 6055,13270">
                <msink:destinationLink direction="with" ref="{818A2677-8629-416B-B30C-4C7F485FFE17}"/>
              </msink:context>
            </emma:interpretation>
          </emma:emma>
        </inkml:annotationXML>
        <inkml:traceGroup>
          <inkml:annotationXML>
            <emma:emma xmlns:emma="http://www.w3.org/2003/04/emma" version="1.0">
              <emma:interpretation id="{334A2129-D7BF-49AE-A09F-98EA1995C2D1}" emma:medium="tactile" emma:mode="ink">
                <msink:context xmlns:msink="http://schemas.microsoft.com/ink/2010/main" type="inkWord" rotatedBoundingBox="6065,12040 6116,12041 6108,13017 6057,13016"/>
              </emma:interpretation>
              <emma:one-of disjunction-type="recognition" id="oneOf29">
                <emma:interpretation id="interp129" emma:lang="" emma:confidence="0.5">
                  <emma:literal>.</emma:literal>
                </emma:interpretation>
                <emma:interpretation id="interp130" emma:lang="" emma:confidence="0">
                  <emma:literal>,</emma:literal>
                </emma:interpretation>
                <emma:interpretation id="interp131" emma:lang="" emma:confidence="0">
                  <emma:literal>l</emma:literal>
                </emma:interpretation>
                <emma:interpretation id="interp132" emma:lang="" emma:confidence="0">
                  <emma:literal>|</emma:literal>
                </emma:interpretation>
                <emma:interpretation id="interp133" emma:lang="" emma:confidence="0">
                  <emma:literal>I</emma:literal>
                </emma:interpretation>
              </emma:one-of>
            </emma:emma>
          </inkml:annotationXML>
        </inkml:traceGroup>
        <inkml:traceGroup>
          <inkml:annotationXML>
            <emma:emma xmlns:emma="http://www.w3.org/2003/04/emma" version="1.0">
              <emma:interpretation id="{75C8D9B0-CD20-426F-A5B9-6E0B7AA6B0C7}" emma:medium="tactile" emma:mode="ink">
                <msink:context xmlns:msink="http://schemas.microsoft.com/ink/2010/main" type="inkWord" rotatedBoundingBox="8543,12014 9550,12022 9540,13298 8533,13290"/>
              </emma:interpretation>
              <emma:one-of disjunction-type="recognition" id="oneOf30">
                <emma:interpretation id="interp134" emma:lang="" emma:confidence="0.5">
                  <emma:literal>,</emma:literal>
                </emma:interpretation>
                <emma:interpretation id="interp135" emma:lang="" emma:confidence="0">
                  <emma:literal>"</emma:literal>
                </emma:interpretation>
                <emma:interpretation id="interp136" emma:lang="" emma:confidence="0">
                  <emma:literal>4</emma:literal>
                </emma:interpretation>
                <emma:interpretation id="interp137" emma:lang="" emma:confidence="0">
                  <emma:literal>q</emma:literal>
                </emma:interpretation>
                <emma:interpretation id="interp138" emma:lang="" emma:confidence="0">
                  <emma:literal>.</emma:literal>
                </emma:interpretation>
              </emma:one-of>
            </emma:emma>
          </inkml:annotationXML>
        </inkml:traceGroup>
        <inkml:traceGroup>
          <inkml:annotationXML>
            <emma:emma xmlns:emma="http://www.w3.org/2003/04/emma" version="1.0">
              <emma:interpretation id="{D3E57D87-ADCD-4364-B393-95BB8D54CA0B}" emma:medium="tactile" emma:mode="ink">
                <msink:context xmlns:msink="http://schemas.microsoft.com/ink/2010/main" type="inkWord" rotatedBoundingBox="11850,12144 13000,12153 12992,13134 11842,13124"/>
              </emma:interpretation>
              <emma:one-of disjunction-type="recognition" id="oneOf31">
                <emma:interpretation id="interp139" emma:lang="" emma:confidence="0.5">
                  <emma:literal>10</emma:literal>
                </emma:interpretation>
                <emma:interpretation id="interp140" emma:lang="" emma:confidence="0">
                  <emma:literal>00</emma:literal>
                </emma:interpretation>
                <emma:interpretation id="interp141" emma:lang="" emma:confidence="0">
                  <emma:literal>0</emma:literal>
                </emma:interpretation>
                <emma:interpretation id="interp142" emma:lang="" emma:confidence="0">
                  <emma:literal>ID</emma:literal>
                </emma:interpretation>
                <emma:interpretation id="interp143" emma:lang="" emma:confidence="0">
                  <emma:literal>NO</emma:literal>
                </emma:interpretation>
              </emma:one-of>
            </emma:emma>
          </inkml:annotationXML>
        </inkml:traceGroup>
        <inkml:traceGroup>
          <inkml:annotationXML>
            <emma:emma xmlns:emma="http://www.w3.org/2003/04/emma" version="1.0">
              <emma:interpretation id="{BB27C860-5046-4E93-92ED-03CCBE10CF4A}" emma:medium="tactile" emma:mode="ink">
                <msink:context xmlns:msink="http://schemas.microsoft.com/ink/2010/main" type="inkWord" rotatedBoundingBox="14769,11971 17391,11992 17383,13090 14760,13069"/>
              </emma:interpretation>
              <emma:one-of disjunction-type="recognition" id="oneOf32">
                <emma:interpretation id="interp144" emma:lang="" emma:confidence="0.5">
                  <emma:literal>03</emma:literal>
                </emma:interpretation>
                <emma:interpretation id="interp145" emma:lang="" emma:confidence="0">
                  <emma:literal>0</emma:literal>
                </emma:interpretation>
                <emma:interpretation id="interp146" emma:lang="" emma:confidence="0">
                  <emma:literal>033</emma:literal>
                </emma:interpretation>
                <emma:interpretation id="interp147" emma:lang="" emma:confidence="0">
                  <emma:literal>o</emma:literal>
                </emma:interpretation>
                <emma:interpretation id="interp148" emma:lang="" emma:confidence="0">
                  <emma:literal>on</emma:literal>
                </emma:interpretation>
              </emma:one-of>
            </emma:emma>
          </inkml:annotationXML>
        </inkml:traceGroup>
      </inkml:traceGroup>
    </inkml:traceGroup>
    <inkml:traceGroup>
      <inkml:annotationXML>
        <emma:emma xmlns:emma="http://www.w3.org/2003/04/emma" version="1.0">
          <emma:interpretation id="{FE7DE2EE-82B3-4740-84D6-4C2066A16BE3}" emma:medium="tactile" emma:mode="ink">
            <msink:context xmlns:msink="http://schemas.microsoft.com/ink/2010/main" type="paragraph" rotatedBoundingBox="5403,13919 18332,13619 18355,14613 5426,14913" alignmentLevel="3"/>
          </emma:interpretation>
        </emma:emma>
      </inkml:annotationXML>
      <inkml:traceGroup>
        <inkml:annotationXML>
          <emma:emma xmlns:emma="http://www.w3.org/2003/04/emma" version="1.0">
            <emma:interpretation id="{C94EC8AA-D711-429D-885A-CBAADA369EF7}" emma:medium="tactile" emma:mode="ink">
              <msink:context xmlns:msink="http://schemas.microsoft.com/ink/2010/main" type="line" rotatedBoundingBox="5403,13919 18332,13619 18355,14613 5426,14913">
                <msink:destinationLink direction="with" ref="{818A2677-8629-416B-B30C-4C7F485FFE17}"/>
              </msink:context>
            </emma:interpretation>
          </emma:emma>
        </inkml:annotationXML>
        <inkml:traceGroup>
          <inkml:annotationXML>
            <emma:emma xmlns:emma="http://www.w3.org/2003/04/emma" version="1.0">
              <emma:interpretation id="{62A19FCE-AD42-4B61-A839-4E90AFBA8025}" emma:medium="tactile" emma:mode="ink">
                <msink:context xmlns:msink="http://schemas.microsoft.com/ink/2010/main" type="inkWord" rotatedBoundingBox="5620,13601 7479,14218 7208,15035 5349,14419"/>
              </emma:interpretation>
              <emma:one-of disjunction-type="recognition" id="oneOf33">
                <emma:interpretation id="interp149" emma:lang="" emma:confidence="0.5">
                  <emma:literal>-2</emma:literal>
                </emma:interpretation>
                <emma:interpretation id="interp150" emma:lang="" emma:confidence="0">
                  <emma:literal>-Z</emma:literal>
                </emma:interpretation>
                <emma:interpretation id="interp151" emma:lang="" emma:confidence="0">
                  <emma:literal>-a</emma:literal>
                </emma:interpretation>
                <emma:interpretation id="interp152" emma:lang="" emma:confidence="0">
                  <emma:literal>22</emma:literal>
                </emma:interpretation>
                <emma:interpretation id="interp153" emma:lang="" emma:confidence="0">
                  <emma:literal>-21</emma:literal>
                </emma:interpretation>
              </emma:one-of>
            </emma:emma>
          </inkml:annotationXML>
        </inkml:traceGroup>
        <inkml:traceGroup>
          <inkml:annotationXML>
            <emma:emma xmlns:emma="http://www.w3.org/2003/04/emma" version="1.0">
              <emma:interpretation id="{DE2F97BF-3941-4754-9376-8E9B7A7766D2}" emma:medium="tactile" emma:mode="ink">
                <msink:context xmlns:msink="http://schemas.microsoft.com/ink/2010/main" type="inkWord" rotatedBoundingBox="8913,13883 9908,14427 9526,15126 8531,14582"/>
              </emma:interpretation>
              <emma:one-of disjunction-type="recognition" id="oneOf34">
                <emma:interpretation id="interp154" emma:lang="" emma:confidence="0.5">
                  <emma:literal>2</emma:literal>
                </emma:interpretation>
                <emma:interpretation id="interp155" emma:lang="" emma:confidence="0">
                  <emma:literal>z</emma:literal>
                </emma:interpretation>
                <emma:interpretation id="interp156" emma:lang="" emma:confidence="0">
                  <emma:literal>Z</emma:literal>
                </emma:interpretation>
                <emma:interpretation id="interp157" emma:lang="" emma:confidence="0">
                  <emma:literal>L</emma:literal>
                </emma:interpretation>
                <emma:interpretation id="interp158" emma:lang="" emma:confidence="0">
                  <emma:literal>I</emma:literal>
                </emma:interpretation>
              </emma:one-of>
            </emma:emma>
          </inkml:annotationXML>
        </inkml:traceGroup>
        <inkml:traceGroup>
          <inkml:annotationXML>
            <emma:emma xmlns:emma="http://www.w3.org/2003/04/emma" version="1.0">
              <emma:interpretation id="{E5353AD8-82B4-4F3D-830D-6D96AE02A8CD}" emma:medium="tactile" emma:mode="ink">
                <msink:context xmlns:msink="http://schemas.microsoft.com/ink/2010/main" type="inkWord" rotatedBoundingBox="11598,14003 12405,13984 12423,14751 11615,14770"/>
              </emma:interpretation>
              <emma:one-of disjunction-type="recognition" id="oneOf35">
                <emma:interpretation id="interp159" emma:lang="" emma:confidence="0.5">
                  <emma:literal>o</emma:literal>
                </emma:interpretation>
                <emma:interpretation id="interp160" emma:lang="" emma:confidence="0">
                  <emma:literal>0</emma:literal>
                </emma:interpretation>
                <emma:interpretation id="interp161" emma:lang="" emma:confidence="0">
                  <emma:literal>O</emma:literal>
                </emma:interpretation>
                <emma:interpretation id="interp162" emma:lang="" emma:confidence="0">
                  <emma:literal>,</emma:literal>
                </emma:interpretation>
                <emma:interpretation id="interp163" emma:lang="" emma:confidence="0">
                  <emma:literal>°</emma:literal>
                </emma:interpretation>
              </emma:one-of>
            </emma:emma>
          </inkml:annotationXML>
        </inkml:traceGroup>
        <inkml:traceGroup>
          <inkml:annotationXML>
            <emma:emma xmlns:emma="http://www.w3.org/2003/04/emma" version="1.0">
              <emma:interpretation id="{C7642AEC-1B59-439E-88D5-A8EB7515DC62}" emma:medium="tactile" emma:mode="ink">
                <msink:context xmlns:msink="http://schemas.microsoft.com/ink/2010/main" type="inkWord" rotatedBoundingBox="14275,14621 14308,13689 15108,13717 15075,14649"/>
              </emma:interpretation>
              <emma:one-of disjunction-type="recognition" id="oneOf36">
                <emma:interpretation id="interp164" emma:lang="" emma:confidence="0.5">
                  <emma:literal>3</emma:literal>
                </emma:interpretation>
                <emma:interpretation id="interp165" emma:lang="" emma:confidence="0">
                  <emma:literal>z</emma:literal>
                </emma:interpretation>
                <emma:interpretation id="interp166" emma:lang="" emma:confidence="0">
                  <emma:literal>Z</emma:literal>
                </emma:interpretation>
                <emma:interpretation id="interp167" emma:lang="" emma:confidence="0">
                  <emma:literal>.</emma:literal>
                </emma:interpretation>
                <emma:interpretation id="interp168" emma:lang="" emma:confidence="0">
                  <emma:literal>J</emma:literal>
                </emma:interpretation>
              </emma:one-of>
            </emma:emma>
          </inkml:annotationXML>
        </inkml:traceGroup>
        <inkml:traceGroup>
          <inkml:annotationXML>
            <emma:emma xmlns:emma="http://www.w3.org/2003/04/emma" version="1.0">
              <emma:interpretation id="{649834CC-02A1-4EC9-A8DF-D93B063639EF}" emma:medium="tactile" emma:mode="ink">
                <msink:context xmlns:msink="http://schemas.microsoft.com/ink/2010/main" type="inkWord" rotatedBoundingBox="17212,13657 18432,14125 18145,14872 16926,14405"/>
              </emma:interpretation>
              <emma:one-of disjunction-type="recognition" id="oneOf37">
                <emma:interpretation id="interp169" emma:lang="" emma:confidence="0.5">
                  <emma:literal>2</emma:literal>
                </emma:interpretation>
                <emma:interpretation id="interp170" emma:lang="" emma:confidence="0">
                  <emma:literal>L</emma:literal>
                </emma:interpretation>
                <emma:interpretation id="interp171" emma:lang="" emma:confidence="0">
                  <emma:literal>z</emma:literal>
                </emma:interpretation>
                <emma:interpretation id="interp172" emma:lang="" emma:confidence="0">
                  <emma:literal>.</emma:literal>
                </emma:interpretation>
                <emma:interpretation id="interp173" emma:lang="" emma:confidence="0">
                  <emma:literal>Z</emma:literal>
                </emma:interpretation>
              </emma:one-of>
            </emma:emma>
          </inkml:annotationXML>
        </inkml:traceGroup>
      </inkml:traceGroup>
    </inkml:traceGroup>
    <inkml:traceGroup>
      <inkml:annotationXML>
        <emma:emma xmlns:emma="http://www.w3.org/2003/04/emma" version="1.0">
          <emma:interpretation id="{FE178798-3270-423B-9F71-C2DAFCAD4D15}" emma:medium="tactile" emma:mode="ink">
            <msink:context xmlns:msink="http://schemas.microsoft.com/ink/2010/main" type="paragraph" rotatedBoundingBox="9267,15676 17934,15219 17996,16403 9329,16860" alignmentLevel="4"/>
          </emma:interpretation>
        </emma:emma>
      </inkml:annotationXML>
      <inkml:traceGroup>
        <inkml:annotationXML>
          <emma:emma xmlns:emma="http://www.w3.org/2003/04/emma" version="1.0">
            <emma:interpretation id="{B2755ED2-5F35-49C9-AE41-DFD2D6BB6775}" emma:medium="tactile" emma:mode="ink">
              <msink:context xmlns:msink="http://schemas.microsoft.com/ink/2010/main" type="line" rotatedBoundingBox="9267,15676 17934,15219 17996,16403 9329,16860">
                <msink:destinationLink direction="with" ref="{818A2677-8629-416B-B30C-4C7F485FFE17}"/>
              </msink:context>
            </emma:interpretation>
          </emma:emma>
        </inkml:annotationXML>
        <inkml:traceGroup>
          <inkml:annotationXML>
            <emma:emma xmlns:emma="http://www.w3.org/2003/04/emma" version="1.0">
              <emma:interpretation id="{CCFFEA14-4122-4A49-9FD4-46EF9C7AE016}" emma:medium="tactile" emma:mode="ink">
                <msink:context xmlns:msink="http://schemas.microsoft.com/ink/2010/main" type="inkWord" rotatedBoundingBox="9267,15676 10192,15627 10254,16811 9329,16860"/>
              </emma:interpretation>
              <emma:one-of disjunction-type="recognition" id="oneOf38">
                <emma:interpretation id="interp174" emma:lang="" emma:confidence="0.5">
                  <emma:literal>,</emma:literal>
                </emma:interpretation>
                <emma:interpretation id="interp175" emma:lang="" emma:confidence="0">
                  <emma:literal>"</emma:literal>
                </emma:interpretation>
                <emma:interpretation id="interp176" emma:lang="" emma:confidence="0">
                  <emma:literal>4</emma:literal>
                </emma:interpretation>
                <emma:interpretation id="interp177" emma:lang="" emma:confidence="0">
                  <emma:literal>.</emma:literal>
                </emma:interpretation>
                <emma:interpretation id="interp178" emma:lang="" emma:confidence="0">
                  <emma:literal>U</emma:literal>
                </emma:interpretation>
              </emma:one-of>
            </emma:emma>
          </inkml:annotationXML>
        </inkml:traceGroup>
        <inkml:traceGroup>
          <inkml:annotationXML>
            <emma:emma xmlns:emma="http://www.w3.org/2003/04/emma" version="1.0">
              <emma:interpretation id="{6E70D7BF-5A02-44F1-9D7C-1473EC2DE9F7}" emma:medium="tactile" emma:mode="ink">
                <msink:context xmlns:msink="http://schemas.microsoft.com/ink/2010/main" type="inkWord" rotatedBoundingBox="12067,15665 13370,15596 13416,16479 12114,16548"/>
              </emma:interpretation>
              <emma:one-of disjunction-type="recognition" id="oneOf39">
                <emma:interpretation id="interp179" emma:lang="" emma:confidence="0.5">
                  <emma:literal>10</emma:literal>
                </emma:interpretation>
                <emma:interpretation id="interp180" emma:lang="" emma:confidence="0">
                  <emma:literal>00</emma:literal>
                </emma:interpretation>
                <emma:interpretation id="interp181" emma:lang="" emma:confidence="0">
                  <emma:literal>0</emma:literal>
                </emma:interpretation>
                <emma:interpretation id="interp182" emma:lang="" emma:confidence="0">
                  <emma:literal>1</emma:literal>
                </emma:interpretation>
                <emma:interpretation id="interp183" emma:lang="" emma:confidence="0">
                  <emma:literal>to</emma:literal>
                </emma:interpretation>
              </emma:one-of>
            </emma:emma>
          </inkml:annotationXML>
        </inkml:traceGroup>
        <inkml:traceGroup>
          <inkml:annotationXML>
            <emma:emma xmlns:emma="http://www.w3.org/2003/04/emma" version="1.0">
              <emma:interpretation id="{FE539745-1D59-4001-88D6-2078BA44521B}" emma:medium="tactile" emma:mode="ink">
                <msink:context xmlns:msink="http://schemas.microsoft.com/ink/2010/main" type="inkWord" rotatedBoundingBox="15194,15469 17939,15324 17992,16312 15246,16457"/>
              </emma:interpretation>
              <emma:one-of disjunction-type="recognition" id="oneOf40">
                <emma:interpretation id="interp184" emma:lang="" emma:confidence="0.5">
                  <emma:literal>03</emma:literal>
                </emma:interpretation>
                <emma:interpretation id="interp185" emma:lang="" emma:confidence="0">
                  <emma:literal>0</emma:literal>
                </emma:interpretation>
                <emma:interpretation id="interp186" emma:lang="" emma:confidence="0">
                  <emma:literal>033</emma:literal>
                </emma:interpretation>
                <emma:interpretation id="interp187" emma:lang="" emma:confidence="0">
                  <emma:literal>o</emma:literal>
                </emma:interpretation>
                <emma:interpretation id="interp188" emma:lang="" emma:confidence="0">
                  <emma:literal>on</emma:literal>
                </emma:interpretation>
              </emma:one-of>
            </emma:emma>
          </inkml:annotationXML>
        </inkml:traceGroup>
      </inkml:traceGroup>
    </inkml:traceGroup>
  </inkml:traceGroup>
</inkml:ink>
</file>

<file path=ppt/ink/ink14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7T08:33:05.303"/>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3B230B26-2351-4868-A7D6-8C6778AC80AC}" emma:medium="tactile" emma:mode="ink">
          <msink:context xmlns:msink="http://schemas.microsoft.com/ink/2010/main" type="inkDrawing" rotatedBoundingBox="18493,6141 19183,11044 17916,11222 17226,6319" semanticType="verticalRange" shapeName="Other">
            <msink:sourceLink direction="with" ref="{D871053A-F27C-4A69-85A3-0A03A1AE8AAF}"/>
            <msink:sourceLink direction="with" ref="{1B825134-0782-4C57-B31C-D3D521F5C2A7}"/>
            <msink:sourceLink direction="with" ref="{FFAA3BDA-D44F-43C0-8B6B-42ECA0A416D9}"/>
            <msink:sourceLink direction="with" ref="{61A4F64D-3EEE-4F65-B5DD-FC3187643048}"/>
          </msink:context>
        </emma:interpretation>
      </emma:emma>
    </inkml:annotationXML>
    <inkml:trace contextRef="#ctx0" brushRef="#br0">75 9 67 0,'-17'-2'384'0,"-2"-3"-22"15,19 5-10-15,-24-2-12 0,24 2-23 0,-17-1-37 16,17 1-21-16,0 0-20 0,0 0-10 0,0 0-26 16,0 0-6-16,0 0-19 0,0 0-12 0,66 10-12 15,-34-6-10-15,15 1-5 0,4-5-5 0,-2 2-13 16,6-2 0-16,-5-2-16 0,1 1-7 0,3 2-3 0,-4-2-4 16,-1 1-4-16,-6 1 6 0,3-6 2 15,-4 2-11-15,-10 3 4 0,0 3-3 0,-2-3-4 16,-2 4 8-16,-7-1 0 0,1-2 4 0,6 10 1 0,-6 1 1 15,-3-1 3-15,3 1 0 0,1 12 1 0,7 13 3 16,-11 1 7-16,4 12-3 0,1 14 3 0,-8 7 7 16,4-1 2-16,-7 7 0 0,0 5 5 0,1 2 7 15,2 5 6-15,4 39 5 0,-1-2 4 0,-1 1-1 16,2 10 4-16,-6-1 5 0,7-3-3 0,-2 8-150 16,-3-3 0-16,-4 2 0 0,9 1 0 0,-4-8 0 15,2 3 0-15,-3-2 0 0,-3 3 0 0,1-12 0 16,-6-33 0-16,6 31 0 0,-3-34 0 0,-1 0 0 15,-4 3 0-15,2-3 0 0,0 1 0 0,-2-3 0 16,2-1 0-16,-3-9 0 0,-4 0 0 0,6 1 0 0,-7-8 0 16,0-17 0-16,0 1 0 0,1-3 0 0,-1-1 0 15,-3-4 0-15,-2-4 0 0,5 1 0 0,-1-3 0 16,-1-12 0-16,-1 11 0 0,1-11 0 0,1-2 0 16,1 0 0-16,-5 0 0 0,5 0 0 0,0-2 0 0,5 3 0 15,-4-5 0-15,1-5 0 16,1 2 0-16,-1 0 0 0,-1 0 0 0,-1 0 0 15,0-2 0-15,5-4 0 0,-5 5 0 0,2-8 0 0,-2-10 0 16,0 23 0-16,0-16 0 0,0-7 0 0,-2 12 0 16,2-12 0-16,-5 13 0 0,5-13 0 0,-8 13 0 15,8-13 0-15,-14 11 0 0,1-9 0 0,13-2 0 16,-28 8 0-16,7-3 0 0,-4-1 0 0,-2-1 0 16,-6 1 0-16,3-1 0 0,-16 3 0 0,4-5 0 15,-7 7 0-15,0-7 0 0,-2-1 0 0,-6 2 0 16,-5 2 0-16,7-8 0 0,1 1 0 0,-2-1 0 15,2 0 0-15,5-4 0 0,-2 1-48 0,1-5-598 0,-3-1-604 16,8-1-1354-16,-3-8 599 0</inkml:trace>
  </inkml:traceGroup>
</inkml:ink>
</file>

<file path=ppt/ink/ink144.xml><?xml version="1.0" encoding="utf-8"?>
<inkml:ink xmlns:inkml="http://www.w3.org/2003/InkML">
  <inkml:definitions/>
  <inkml:traceGroup>
    <inkml:annotationXML>
      <emma:emma xmlns:emma="http://www.w3.org/2003/04/emma" version="1.0">
        <emma:interpretation id="{61A4F64D-3EEE-4F65-B5DD-FC3187643048}" emma:medium="tactile" emma:mode="ink">
          <msink:context xmlns:msink="http://schemas.microsoft.com/ink/2010/main" type="writingRegion" rotatedBoundingBox="3270,12177 4234,12177 4234,12606 3270,12606">
            <msink:destinationLink direction="with" ref="{3B230B26-2351-4868-A7D6-8C6778AC80AC}"/>
          </msink:context>
        </emma:interpretation>
      </emma:emma>
    </inkml:annotationXML>
    <inkml:traceGroup>
      <inkml:annotationXML>
        <emma:emma xmlns:emma="http://www.w3.org/2003/04/emma" version="1.0">
          <emma:interpretation id="{CFE0FAB9-D4A2-4DF8-9C10-E3C41E3C4A1C}" emma:medium="tactile" emma:mode="ink">
            <msink:context xmlns:msink="http://schemas.microsoft.com/ink/2010/main" type="paragraph" rotatedBoundingBox="3270,12177 4234,12177 4234,12606 3270,12606" alignmentLevel="1"/>
          </emma:interpretation>
        </emma:emma>
      </inkml:annotationXML>
      <inkml:traceGroup>
        <inkml:annotationXML>
          <emma:emma xmlns:emma="http://www.w3.org/2003/04/emma" version="1.0">
            <emma:interpretation id="{9C37B3D5-2934-4DE5-B53B-1E49A7AEFEC2}" emma:medium="tactile" emma:mode="ink">
              <msink:context xmlns:msink="http://schemas.microsoft.com/ink/2010/main" type="line" rotatedBoundingBox="3270,12177 4234,12177 4234,12606 3270,12606"/>
            </emma:interpretation>
          </emma:emma>
        </inkml:annotationXML>
        <inkml:traceGroup>
          <inkml:annotationXML>
            <emma:emma xmlns:emma="http://www.w3.org/2003/04/emma" version="1.0">
              <emma:interpretation id="{4DC20A88-654E-4769-B041-4DF419F007ED}" emma:medium="tactile" emma:mode="ink">
                <msink:context xmlns:msink="http://schemas.microsoft.com/ink/2010/main" type="inkWord" rotatedBoundingBox="3270,12177 4234,12177 4234,12606 3270,12606"/>
              </emma:interpretation>
              <emma:one-of disjunction-type="recognition" id="oneOf0">
                <emma:interpretation id="interp0" emma:lang="" emma:confidence="0.5">
                  <emma:literal>=</emma:literal>
                </emma:interpretation>
                <emma:interpretation id="interp1" emma:lang="" emma:confidence="0">
                  <emma:literal>_</emma:literal>
                </emma:interpretation>
                <emma:interpretation id="interp2" emma:lang="" emma:confidence="0">
                  <emma:literal>-</emma:literal>
                </emma:interpretation>
                <emma:interpretation id="interp3" emma:lang="" emma:confidence="0">
                  <emma:literal>.</emma:literal>
                </emma:interpretation>
                <emma:interpretation id="interp4" emma:lang="" emma:confidence="0">
                  <emma:literal>I</emma:literal>
                </emma:interpretation>
              </emma:one-of>
            </emma:emma>
          </inkml:annotationXML>
        </inkml:traceGroup>
      </inkml:traceGroup>
    </inkml:traceGroup>
  </inkml:traceGroup>
</inkml:ink>
</file>

<file path=ppt/ink/ink14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7T08:33:29.150"/>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818A2677-8629-416B-B30C-4C7F485FFE17}" emma:medium="tactile" emma:mode="ink">
          <msink:context xmlns:msink="http://schemas.microsoft.com/ink/2010/main" type="inkDrawing" rotatedBoundingBox="5988,11632 6365,16583 5233,16669 4856,11718" semanticType="verticalRange" shapeName="Other">
            <msink:sourceLink direction="with" ref="{5BAE8AA3-DA68-478F-9501-BFB48C9858E3}"/>
            <msink:sourceLink direction="with" ref="{C94EC8AA-D711-429D-885A-CBAADA369EF7}"/>
            <msink:sourceLink direction="with" ref="{B2755ED2-5F35-49C9-AE41-DFD2D6BB6775}"/>
          </msink:context>
        </emma:interpretation>
      </emma:emma>
    </inkml:annotationXML>
    <inkml:trace contextRef="#ctx0" brushRef="#br0">4864 11387 246 0,'-11'-18'388'0,"7"2"1"0,0 1-8 0,-3 1 9 16,1 0 5-16,3 5-5 0,3 9-9 0,-11-19-16 15,11 19-23-15,-3-10-27 0,3 10-26 0,-7-9-25 16,7 9-22-16,0 0-22 0,0 0-20 0,0 0-13 15,0 0 4-15,0 0 8 0,0 0-1 0,0 0-10 16,2 47-12-16,-1-19 6 0,4 12-5 0,-3 4 4 16,4 5-8-16,0 3-2 0,-1 26 4 0,0 0 12 15,-5 0-9-15,-2 5-11 0,9 7 3 0,5 35-76 0,-10-35-94 16,11 35 0-16,-12 1 0 0,-2-37 0 16,1 40 0-16,-5-4 0 0,-2-34 0 0,4 45 0 0,-1-3 0 0,2-4 0 15,0 2 0-15,-1-40 0 0,2 37 0 0,1-1 0 16,1-43 0-16,-2 8 0 0,2 31 0 0,-1-34 0 15,5 1 0-15,1 33 0 0,-4-40 0 0,-1-1 0 16,6 6 0-16,5-6 0 0,-7-5 0 0,0 5 0 16,8-3 0-16,-13-4 0 0,1 3 0 0,2 6 0 15,-7-12 0-15,4 0 0 0,0 0 0 0,1-17 0 16,2 12 0-16,-3-13 0 0,0 21 0 0,0-23 0 16,-3 0 0-16,6 0 0 0,-1-4 0 0,-1 0 0 15,3-3 0-15,-1-4 0 0,-3-1 0 0,-8-4 0 0,13-10 0 16,-5-11 0-16,1 7 0 0,-2-8 0 0,4 1 0 15,-3 1 0-15,0-5 0 0,6-3 0 0,-6-8 0 16,-2 18 0-16,2-18 0 0,2 15 0 0,-2-15 0 16,5 11 0-16,-5-11 0 0,0 0 0 0,0 0 0 15,0 0 0-15,-5 15 0 0,5-15 0 0,0 0 0 16,0 0 0-16,0 0 0 0,0 10 0 0,0-10 0 16,0 0 0-16,0 0 0 0,0 0 0 0,0 0 0 0,0 0 0 15,0 0 0-15,0 0 0 0,0 0 0 16,0 0 0-16,0 0 0 0,0 0 0 0,0 0 0 15,0 0 0-15,0 0 0 0,0 0 0 0,0 0 0 0,0 0 0 16,0 0 0-16,0 0 0 0,0 0 0 0,0 0 0 16,0 0 0-16,0 0 0 0,0 0 0 0,43-8 0 15,-43 8 0-15,35-6 0 0,-2 3 0 0,-5 3 0 16,18 0 0-16,3 3 0 0,9-2 0 0,1-1 0 16,-1 3 0-16,25-1 0 0,-6-1 0 0,-18-1 0 15,23-7-265-15,-21 1-192 0,-1 1-44 0,-4-7-48 16,21-6-73-16,-23 4-345 0,1-5-1046 0,2-4 463 0</inkml:trace>
  </inkml:traceGroup>
</inkml:ink>
</file>

<file path=ppt/ink/ink14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7T08:34:56.077"/>
    </inkml:context>
    <inkml:brush xml:id="br0">
      <inkml:brushProperty name="width" value="0.06667" units="cm"/>
      <inkml:brushProperty name="height" value="0.06667" units="cm"/>
      <inkml:brushProperty name="color" value="#FF0000"/>
      <inkml:brushProperty name="fitToCurve" value="1"/>
    </inkml:brush>
  </inkml:definitions>
  <inkml:trace contextRef="#ctx0" brushRef="#br0">120 38 217 0,'0'0'249'0,"0"0"-9"15,1-16-6-15,-1 16-8 0,0 0-9 0,-1-12-9 16,1 12-5-16,0 0-12 0,0 0-4 0,0 0-4 15,-5-12-13-15,5 12-8 0,0 0-16 0,0 0-6 16,0 0-5-16,0 0 0 0,0 0 3 0,0 0 13 0,-10 37 5 16,6-22 10-16,-1 10-3 0,-6-2-13 15,4 5 7-15,4 1 0 0,-8 10-7 0,3-1 5 16,0-3-7-16,2 9-15 0,1-14-4 0,4 8-11 0,1 2-9 16,1 1-9-16,3-9-10 0,-4-4-10 0,6 1-7 15,2 8-6-15,1-11-4 0,5 3-4 0,1-7-2 16,-1 1-4-16,6-4 2 0,-2-3-11 0,6-4 9 15,6 0 5-15,1-5-3 0,-2-3 1 0,1-4 7 16,-2-2 3-16,5-3-1 0,-1-3-2 0,-1 0 1 16,0-6-3-16,-3 0-4 0,-1-1 2 0,-3-6-8 15,2 0 4-15,-7-2-6 0,-1-3-7 0,-1-1-2 16,-4 1-7-16,-5-5 0 0,-5 2-2 0,3-12-5 16,-7 1 2-16,-6 2-7 0,-2-1-3 0,-10 1 1 15,-8 1-5-15,10 4-6 0,-9 3 0 0,3 8 5 16,-3 4-5-16,-2 2-4 0,1 4 4 0,-1-1 1 0,-4 6-15 15,0 3-16-15,1 4-30 0,-1 7-32 0,-9 1-28 16,-2 3-42-16,13-1-34 0,5 4-50 16,1-2-34-16,4 4-43 0,-7 0-57 0,3-2-66 0,5 7-421 15,10-9-929-15,2-2 411 0</inkml:trace>
</inkml:ink>
</file>

<file path=ppt/ink/ink14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7T08:34:56.764"/>
    </inkml:context>
    <inkml:brush xml:id="br0">
      <inkml:brushProperty name="width" value="0.06667" units="cm"/>
      <inkml:brushProperty name="height" value="0.06667" units="cm"/>
      <inkml:brushProperty name="color" value="#FF0000"/>
      <inkml:brushProperty name="fitToCurve" value="1"/>
    </inkml:brush>
  </inkml:definitions>
  <inkml:trace contextRef="#ctx0" brushRef="#br0">65 86 314 0,'-6'-15'453'0,"3"4"3"0,3 11 18 15,-13-15 6-15,7 4-13 0,6 11-5 0,-7-14-13 16,7 14-18-16,-8-9-24 0,8 9-22 0,0 0-36 15,-6-14-12-15,6 14-42 0,0 0-24 0,0 0-27 16,0 0-6-16,0 0-4 0,0 0 2 0,-3 49-13 16,0-22-16-16,6 12-19 0,-6 0 5 0,1-1-19 15,1 3-17-15,1 0-90 0,-5 7-67 0,10-3 0 0,-7-3 0 16,-1 0 0-16,3 3 0 0,0-2 0 16,3-3 0-16,-6 3 0 0,3-15 0 0,0-2 0 0,-2 1 0 15,2-3-201-15,2-7-262 0,-2-3-109 0,5 1-588 16,-5-15-1256-16,7 12 556 0</inkml:trace>
</inkml:ink>
</file>

<file path=ppt/ink/ink14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7T08:34:57.561"/>
    </inkml:context>
    <inkml:brush xml:id="br0">
      <inkml:brushProperty name="width" value="0.06667" units="cm"/>
      <inkml:brushProperty name="height" value="0.06667" units="cm"/>
      <inkml:brushProperty name="color" value="#FF0000"/>
      <inkml:brushProperty name="fitToCurve" value="1"/>
    </inkml:brush>
  </inkml:definitions>
  <inkml:trace contextRef="#ctx0" brushRef="#br0">151 254 81 0,'0'0'356'0,"0"0"-16"15,-35-4-15-15,35 4-5 0,-20-8-12 0,9 2-16 16,-2-1-26-16,-1-3-10 0,3 5 6 0,11 5 0 16,-16-16-22-16,8 8-1 0,2-2 3 0,-1-3-5 15,1 4-12-15,6 9-21 0,-6-24-12 0,9 10-17 0,0 0-14 16,3-1-11-16,2 0 1 0,0 1-13 0,5 2-10 15,1 1-12-15,3 1-10 0,1-1-10 0,-2 3-9 16,2 4-7-16,5-3-6 0,-3 7-8 0,-20 0-6 16,36 3-4-16,-15 1-6 0,4 5-7 0,-3 8-3 15,1 1-3-15,-3 2-5 0,2 1-4 0,-4 2-2 16,-4 3 0-16,-3-1-6 0,-2 3 0 0,2 9-2 16,-6-6-2-16,-3 7-1 0,-9-9-2 0,7 0-4 15,-7-4 0-15,-6 2-1 0,-4 10 0 0,2-11-3 16,-4 0 2-16,0 0-3 0,-6 3 3 0,3-5-1 15,-2 1-3-15,2-7 2 0,0-2-1 0,-3 1 0 16,9-7 0-16,-6 6 1 0,3-8 0 0,3-1-3 16,2 4 0-16,4-4 3 0,-1-3 1 0,11-4-4 15,-14 8 4-15,14-8 0 0,0 0 4 0,-14 7 8 16,14-7 18-16,0 0 6 0,0 0 1 0,28 11-4 0,-28-11-3 16,48 0-4-16,-18-2-5 0,16 2-2 0,-1 0 1 15,11-5-6-15,1 2 5 0,3-5-11 0,0 4-2 16,20-8-4-16,-1 5-24 0,-20 0-43 0,1-1-67 15,-8 2-95-15,3-6-105 0,-1 5-115 0,-8-4-152 16,1-3-312-16,-6-1-981 0,-12-1 435 0</inkml:trace>
</inkml:ink>
</file>

<file path=ppt/ink/ink14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7T08:34:58.233"/>
    </inkml:context>
    <inkml:brush xml:id="br0">
      <inkml:brushProperty name="width" value="0.06667" units="cm"/>
      <inkml:brushProperty name="height" value="0.06667" units="cm"/>
      <inkml:brushProperty name="color" value="#FF0000"/>
      <inkml:brushProperty name="fitToCurve" value="1"/>
    </inkml:brush>
  </inkml:definitions>
  <inkml:trace contextRef="#ctx0" brushRef="#br0">182-11 436 0,'0'0'487'0,"0"0"-42"15,5-7-35-15,-5 7-12 0,0 0-4 0,0 0-13 0,0 0-15 16,0 0-19-16,-13 52-19 0,5-27-16 16,1 2-11-16,-4 12-15 0,1-3-16 0,-3 3-8 15,5-2-21-15,-4 3-12 0,4-2-21 0,-6 2-23 0,7-1-18 16,7 0-14-16,-3-9-19 0,3 12-1 0,0-10-32 15,3 3 1-15,4 3-6 0,1 1-12 0,0-11-2 16,4-1-12-16,1-2 1 0,3 1 8 0,3-1-15 16,-2-10 12-16,8 4 11 0,-4-4 3 0,3-4-3 15,4-4-2-15,0-3-5 0,-1-2-16 0,3-5-64 16,2-8 0-16,-2-1 0 0,9-4 0 0,-4-3 0 16,-3-6 0-16,-4-2 0 0,-1-3 0 0,-5-3 0 0,-3-3 0 15,-5-2 0-15,-4-6 0 0,-1-3 0 0,-7-3 0 16,-7-5 0-16,-1 10 0 0,-4 5 0 15,-2-4 0-15,-9 6 0 0,-1 3 0 0,-6 2 0 0,-2 6 0 16,-8 3 0-16,1 3 0 0,-5 3 0 0,-1 5 0 16,0 0 0-16,-4 6 0 0,-4 7 0 0,17-1-217 15,0 4-61-15,4 1-46 0,0 3-51 0,2 1-52 16,-1 3-73-16,11 1-512 0,5-5-1096 0,7 0 485 16</inkml:trace>
</inkml:ink>
</file>

<file path=ppt/ink/ink15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7T08:34:58.749"/>
    </inkml:context>
    <inkml:brush xml:id="br0">
      <inkml:brushProperty name="width" value="0.06667" units="cm"/>
      <inkml:brushProperty name="height" value="0.06667" units="cm"/>
      <inkml:brushProperty name="color" value="#FF0000"/>
      <inkml:brushProperty name="fitToCurve" value="1"/>
    </inkml:brush>
  </inkml:definitions>
  <inkml:trace contextRef="#ctx0" brushRef="#br0">36 82 309 0,'-19'-4'426'16,"19"4"-27"-16,0 0 12 0,-22-1 0 0,22 1-10 0,0 0-13 15,0 0-16-15,0 0-15 0,0 0-6 0,0 0-20 16,0 0-18-16,0 0-25 0,0 0-19 0,86-7-27 16,-44 4-25-16,6-3-24 0,1 5-17 0,3 1-21 15,2-5-21-15,1 5-33 0,-3-3-55 0,3 3-68 16,-4-5-73-16,4 3-70 0,-7-5-56 0,-4 2-50 16,-9 0-62-16,-4-1-56 0,-1 4-410 0,0-10-867 15,-1 4 384-15</inkml:trace>
</inkml:ink>
</file>

<file path=ppt/ink/ink15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7T08:34:58.967"/>
    </inkml:context>
    <inkml:brush xml:id="br0">
      <inkml:brushProperty name="width" value="0.06667" units="cm"/>
      <inkml:brushProperty name="height" value="0.06667" units="cm"/>
      <inkml:brushProperty name="color" value="#FF0000"/>
      <inkml:brushProperty name="fitToCurve" value="1"/>
    </inkml:brush>
  </inkml:definitions>
  <inkml:trace contextRef="#ctx0" brushRef="#br0">-1 36 454 0,'0'0'461'0,"-3"-14"-16"0,3 14 11 0,2-15 16 16,-2 15 7-16,0 0 1 0,-2-11 12 0,2 11-8 16,0 0 8-16,0 0-13 0,0 0-18 0,0 0-30 15,0 0-16-15,43 33-18 0,-34-10-29 0,3 6-24 16,5 9-29-16,-6 6-49 0,-2 3-266 0,6 0 0 15,-4 6 0-15,0 18 0 0,-3-19 0 0,4 18 0 16,-5-14 0-16,1-1 0 0,-4 0 0 0,-2-3 0 0,3 1 0 16,-4-2 0-16,4 0 0 0,-8-6-266 0,3 0-1056 15,5-15-1430-15,-4-4 633 0</inkml:trace>
</inkml:ink>
</file>

<file path=ppt/ink/ink15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7T08:35:11.394"/>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C7631FFF-8FA3-4CF4-8C3F-2FA07C70F0A3}" emma:medium="tactile" emma:mode="ink">
          <msink:context xmlns:msink="http://schemas.microsoft.com/ink/2010/main" type="inkDrawing" rotatedBoundingBox="5552,611 6010,5570 5119,5653 4661,693" semanticType="verticalRange" shapeName="Other">
            <msink:sourceLink direction="with" ref="{01D532C0-4580-4BD4-8C6D-E765ED3F9FAB}"/>
            <msink:sourceLink direction="with" ref="{F47FFB6D-4BB9-4507-B4A5-E8755024AF44}"/>
            <msink:sourceLink direction="with" ref="{5F238AA5-E4B8-4464-ABA8-F3D770AAFCE6}"/>
          </msink:context>
        </emma:interpretation>
      </emma:emma>
    </inkml:annotationXML>
    <inkml:trace contextRef="#ctx0" brushRef="#br0">110 110 185 0,'-6'-15'395'16,"-3"0"-2"-16,-1 3 19 0,1-4-1 0,1 6 0 16,-5-1-4-16,0 1-6 0,5 2 10 0,8 8-28 15,-15-8-26-15,15 8-32 0,-13-7-27 0,13 7-28 16,0 0-19-16,0 0-3 0,0 0-8 0,-16 27-7 15,18-9 4-15,3 10-10 0,2 12-6 0,1 3 4 0,3 5 5 16,0 22-13-16,-3-18-3 0,10 23-2 16,-7 7-3-16,9 42-41 0,-5-36-168 0,-1 41 0 15,-2-42 0-15,4 50 0 0,-3-5 0 0,-2-2 0 0,-2-41 0 16,4 44 0-16,0 1 0 0,3 2 0 0,-1-4 0 16,-7 5 0-16,3-6 0 0,-1-1 0 15,2-2 0-15,-4-6 0 0,0-33 0 0,2 3 0 0,-1 34 0 16,4 8 0-16,-12-41 0 0,-2 31 0 0,4-40 0 15,2 6 0-15,-5-1 0 0,1 4 0 0,-2-9 0 16,-1-5 0-16,4-4 0 0,-2 2 0 0,-7-19 0 16,9 12 0-16,-5 1 0 0,4-23 0 0,-1 0 0 15,0 0 0-15,0 0 0 0,2-8 0 0,-2 1 0 16,0-4 0-16,3-8 0 0,-1-2 0 0,-2-2 0 16,0 0 0-16,0-6 0 0,1 5 0 0,-1-8 0 15,0 1 0-15,2-1 0 0,-2 0 0 0,-2-4 0 0,4 2 0 16,-2-14 0-16,0 25 0 0,3-15 0 15,-3-10 0-15,0 19 0 0,0-10 0 0,0-9 0 16,-6 15 0-16,6-15 0 0,-2 9 0 0,2-9 0 0,0 0 0 16,-5 13 0-16,5-13 0 0,0 0 0 0,-4 12 0 15,4-12 0-15,0 0 0 0,-3 14 0 0,3-14 0 16,0 0 0-16,-7 8 0 0,7-8 0 0,0 0 0 16,-6 11 0-16,6-11 0 0,0 0 0 0,0 0 0 15,-8 12 0-15,8-12 0 0,0 0 0 0,0 0 0 16,0 0 0-16,-5 10 0 0,5-10 0 0,0 0 0 15,0 0 0-15,0 0 0 0,0 0 0 0,0 0 0 16,0 0 0-16,0 0 0 0,0 0 0 0,0 0 0 16,0 0 0-16,0 0 0 0,0 0 0 0,11 17 0 15,-11-17 0-15,15 8 0 0,-1-4 0 0,13 0 0 16,12 6 0-16,2-3 0 0,-6-1 0 0,11 1 0 16,4 0 0-16,6-1 0 0,1-4 0 0,1 1 0 0,20-1 0 15,-15 0 0-15,-2-2-507 0,18-4-221 0,-22-3-432 16,0-4-1255-16,2-1 555 0</inkml:trace>
  </inkml:traceGroup>
</inkml:ink>
</file>

<file path=ppt/ink/ink15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7T08:35:10.394"/>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3AEE1806-AF22-427A-8A20-CEAD9BD8E70A}" emma:medium="tactile" emma:mode="ink">
          <msink:context xmlns:msink="http://schemas.microsoft.com/ink/2010/main" type="writingRegion" rotatedBoundingBox="2786,609 5351,609 5351,2090 2786,2090"/>
        </emma:interpretation>
      </emma:emma>
    </inkml:annotationXML>
    <inkml:traceGroup>
      <inkml:annotationXML>
        <emma:emma xmlns:emma="http://www.w3.org/2003/04/emma" version="1.0">
          <emma:interpretation id="{591154C4-A0C1-4957-80FA-8DF5551A9A7F}" emma:medium="tactile" emma:mode="ink">
            <msink:context xmlns:msink="http://schemas.microsoft.com/ink/2010/main" type="paragraph" rotatedBoundingBox="2786,609 5351,609 5351,2090 2786,2090" alignmentLevel="1"/>
          </emma:interpretation>
        </emma:emma>
      </inkml:annotationXML>
      <inkml:traceGroup>
        <inkml:annotationXML>
          <emma:emma xmlns:emma="http://www.w3.org/2003/04/emma" version="1.0">
            <emma:interpretation id="{B6E5E643-D9EB-42EB-B4FC-6CE73C9D2DF4}" emma:medium="tactile" emma:mode="ink">
              <msink:context xmlns:msink="http://schemas.microsoft.com/ink/2010/main" type="line" rotatedBoundingBox="2786,609 5351,609 5351,2090 2786,2090"/>
            </emma:interpretation>
          </emma:emma>
        </inkml:annotationXML>
        <inkml:traceGroup>
          <inkml:annotationXML>
            <emma:emma xmlns:emma="http://www.w3.org/2003/04/emma" version="1.0">
              <emma:interpretation id="{4C1FC18C-6CF0-4758-ABD6-2C655CA73F9E}" emma:medium="tactile" emma:mode="ink">
                <msink:context xmlns:msink="http://schemas.microsoft.com/ink/2010/main" type="inkWord" rotatedBoundingBox="2786,1517 3551,1517 3551,2090 2786,2090"/>
              </emma:interpretation>
              <emma:one-of disjunction-type="recognition" id="oneOf0">
                <emma:interpretation id="interp0" emma:lang="" emma:confidence="1">
                  <emma:literal/>
                </emma:interpretation>
              </emma:one-of>
            </emma:emma>
          </inkml:annotationXML>
          <inkml:trace contextRef="#ctx0" brushRef="#br0">376-442 135 0,'-17'-4'397'0,"1"-3"-5"16,16 7 9-16,-20-8 14 0,7 3 10 0,13 5-13 16,-16-9-10-16,16 9-28 0,-14-7-42 0,14 7-32 0,0 0-34 15,-8-10-25-15,8 10-22 0,0 0-23 0,0 0-16 16,36-9-15-16,-15 9-25 0,9-1-11 16,5-3-26-16,11 4-45 0,-1 0-49 0,3-2-61 0,-6 2-68 15,6-4-61-15,-5 10-91 0,-15-2-98 0,-1-1-413 16,-3-2-848-16,-4 4 375 0</inkml:trace>
          <inkml:trace contextRef="#ctx0" brushRef="#br0" timeOffset="171.8912">35 18 92 0,'-14'8'352'0,"4"0"-36"16,10-8-25-16,-11 10-30 0,11-10-17 0,0 0-17 15,5 13-17-15,-5-13-20 0,27 4-25 0,1-4-5 16,1-4-21-16,15 1-25 0,5-2-40 0,1 3-49 16,4-3-69-16,-3-3-72 0,4 0-104 0,-1 0-194 0,0-2-448 15,-2 2 199-15</inkml:trace>
        </inkml:traceGroup>
        <inkml:traceGroup>
          <inkml:annotationXML>
            <emma:emma xmlns:emma="http://www.w3.org/2003/04/emma" version="1.0">
              <emma:interpretation id="{D13A17D4-921C-4992-B6DF-6FB4EAB03DA9}" emma:medium="tactile" emma:mode="ink">
                <msink:context xmlns:msink="http://schemas.microsoft.com/ink/2010/main" type="inkWord" rotatedBoundingBox="4673,609 5351,609 5351,835 4673,835"/>
              </emma:interpretation>
              <emma:one-of disjunction-type="recognition" id="oneOf1">
                <emma:interpretation id="interp1" emma:lang="" emma:confidence="0.5">
                  <emma:literal>-</emma:literal>
                </emma:interpretation>
                <emma:interpretation id="interp2" emma:lang="" emma:confidence="0">
                  <emma:literal>.</emma:literal>
                </emma:interpretation>
                <emma:interpretation id="interp3" emma:lang="" emma:confidence="0">
                  <emma:literal>_</emma:literal>
                </emma:interpretation>
                <emma:interpretation id="interp4" emma:lang="" emma:confidence="0">
                  <emma:literal>,</emma:literal>
                </emma:interpretation>
                <emma:interpretation id="interp5" emma:lang="" emma:confidence="0">
                  <emma:literal>r</emma:literal>
                </emma:interpretation>
              </emma:one-of>
            </emma:emma>
          </inkml:annotationXML>
          <inkml:trace contextRef="#ctx0" brushRef="#br0" timeOffset="1598.7796">1925-1200 56 0,'-22'6'402'0,"22"-6"8"0,0 0 11 15,-16 0-10-15,16 0-16 0,0 0-23 0,0 0-26 16,0 0-25-16,0 0-16 0,0 0-26 0,54-30-23 16,-15 16-19-16,6-5-22 0,7 1-20 0,-6-1-21 15,7 1-17-15,-2 0-15 0,-4 1-15 0,6 0-27 16,-6 3-44-16,-4 3-55 0,-13 4-67 0,11-5-74 16,-16 8-66-16,-8 1-72 0,4 2-92 0,-7-3-350 15,-14 4-780-15,0 0 345 0</inkml:trace>
        </inkml:traceGroup>
      </inkml:traceGroup>
    </inkml:traceGroup>
  </inkml:traceGroup>
</inkml:ink>
</file>

<file path=ppt/ink/ink15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7T08:35:12.945"/>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CE675ADE-EFCD-47EB-A48F-E6F3FA95183F}" emma:medium="tactile" emma:mode="ink">
          <msink:context xmlns:msink="http://schemas.microsoft.com/ink/2010/main" type="writingRegion" rotatedBoundingBox="4930,668 21849,441 22005,12088 5086,12315"/>
        </emma:interpretation>
      </emma:emma>
    </inkml:annotationXML>
    <inkml:traceGroup>
      <inkml:annotationXML>
        <emma:emma xmlns:emma="http://www.w3.org/2003/04/emma" version="1.0">
          <emma:interpretation id="{58C7609C-A1E5-4AAD-9687-2FBF0470192A}" emma:medium="tactile" emma:mode="ink">
            <msink:context xmlns:msink="http://schemas.microsoft.com/ink/2010/main" type="paragraph" rotatedBoundingBox="6077,710 17280,459 17310,1776 6106,2027" alignmentLevel="1"/>
          </emma:interpretation>
        </emma:emma>
      </inkml:annotationXML>
      <inkml:traceGroup>
        <inkml:annotationXML>
          <emma:emma xmlns:emma="http://www.w3.org/2003/04/emma" version="1.0">
            <emma:interpretation id="{01D532C0-4580-4BD4-8C6D-E765ED3F9FAB}" emma:medium="tactile" emma:mode="ink">
              <msink:context xmlns:msink="http://schemas.microsoft.com/ink/2010/main" type="line" rotatedBoundingBox="6077,710 17280,459 17310,1776 6106,2027">
                <msink:destinationLink direction="with" ref="{C7631FFF-8FA3-4CF4-8C3F-2FA07C70F0A3}"/>
                <msink:destinationLink direction="with" ref="{09C90195-DFC3-499F-8982-50B2ECEDC42C}"/>
              </msink:context>
            </emma:interpretation>
          </emma:emma>
        </inkml:annotationXML>
        <inkml:traceGroup>
          <inkml:annotationXML>
            <emma:emma xmlns:emma="http://www.w3.org/2003/04/emma" version="1.0">
              <emma:interpretation id="{0BE43591-729C-43FE-B1C8-E5FE7090E989}" emma:medium="tactile" emma:mode="ink">
                <msink:context xmlns:msink="http://schemas.microsoft.com/ink/2010/main" type="inkWord" rotatedBoundingBox="6082,928 6163,926 6178,1586 6096,1588"/>
              </emma:interpretation>
              <emma:one-of disjunction-type="recognition" id="oneOf0">
                <emma:interpretation id="interp0" emma:lang="" emma:confidence="0.5">
                  <emma:literal>1</emma:literal>
                </emma:interpretation>
                <emma:interpretation id="interp1" emma:lang="" emma:confidence="0">
                  <emma:literal>,</emma:literal>
                </emma:interpretation>
                <emma:interpretation id="interp2" emma:lang="" emma:confidence="0">
                  <emma:literal>l</emma:literal>
                </emma:interpretation>
                <emma:interpretation id="interp3" emma:lang="" emma:confidence="0">
                  <emma:literal>|</emma:literal>
                </emma:interpretation>
                <emma:interpretation id="interp4" emma:lang="" emma:confidence="0">
                  <emma:literal>I</emma:literal>
                </emma:interpretation>
              </emma:one-of>
            </emma:emma>
          </inkml:annotationXML>
          <inkml:trace contextRef="#ctx0" brushRef="#br0">8 73 167 0,'0'-12'494'0,"0"12"12"0,0-25 52 0,0 25 11 16,-5-15-3-16,5 15 0 0,-2-14-20 0,2 14-34 16,0-11-40-16,0 11-33 0,0 0-28 0,0 0-25 15,0 0-18-15,0 0-16 0,0 0-9 0,0 0-21 16,0 0-17-16,-6 43-27 0,12-23-247 0,-4 3-31 16,3 2 0-16,-1 4 0 0,4 1 0 0,-5-4 0 15,4 6 0-15,-1 5 0 0,-1-1 0 0,-2-8 0 16,3 12 0-16,-4-10 0 0,4 4 0 0,-3-4 0 0,0-3 0 15,-1 0 0-15,3-2 0 0,-5-8 0 16,0 0 0-16,5 0 0 0,-2-2 0 0,1 1 0 16,-2-8 0-16,-2-8 0 0,5 18-354 0,-5-18-287 15,0 9-559-15,0-9-1299 0,0 0 575 0</inkml:trace>
        </inkml:traceGroup>
        <inkml:traceGroup>
          <inkml:annotationXML>
            <emma:emma xmlns:emma="http://www.w3.org/2003/04/emma" version="1.0">
              <emma:interpretation id="{AD3890F5-5414-4F16-AD03-B56A2091859F}" emma:medium="tactile" emma:mode="ink">
                <msink:context xmlns:msink="http://schemas.microsoft.com/ink/2010/main" type="inkWord" rotatedBoundingBox="8101,664 9078,642 9108,1960 8131,1982"/>
              </emma:interpretation>
              <emma:one-of disjunction-type="recognition" id="oneOf1">
                <emma:interpretation id="interp5" emma:lang="" emma:confidence="0.5">
                  <emma:literal>4</emma:literal>
                </emma:interpretation>
                <emma:interpretation id="interp6" emma:lang="" emma:confidence="0">
                  <emma:literal>,</emma:literal>
                </emma:interpretation>
                <emma:interpretation id="interp7" emma:lang="" emma:confidence="0">
                  <emma:literal>"</emma:literal>
                </emma:interpretation>
                <emma:interpretation id="interp8" emma:lang="" emma:confidence="0">
                  <emma:literal>m</emma:literal>
                </emma:interpretation>
                <emma:interpretation id="interp9" emma:lang="" emma:confidence="0">
                  <emma:literal>.</emma:literal>
                </emma:interpretation>
              </emma:one-of>
            </emma:emma>
          </inkml:annotationXML>
          <inkml:trace contextRef="#ctx0" brushRef="#br0" timeOffset="1750.1127">2200-230 226 0,'6'-8'396'0,"-6"8"2"0,11-15 20 16,-5 8 7-16,-6 7-2 0,8-12-13 0,-8 12-30 15,0 0-29-15,0 0-14 0,0 0 3 0,0 0-10 16,0 0-12-16,19 26-22 0,-19-10-26 0,0 3-21 15,-1 5-25-15,-4 3-18 0,2 0-23 0,-4 3-20 16,-5 12-13-16,2-4-28 0,-2-9 4 0,-1 0-5 16,0-2-28-16,-1 2-15 0,-2-3 4 0,0 0-3 15,-1-3-22-15,1-2 0 0,7-5-5 0,-4-2-8 16,1 0-4-16,4-2 0 0,0-5-7 0,8-7 1 16,-13 12-5-16,13-12-10 0,-6 15 1 0,6-15-2 15,0 0-5-15,0 0 3 0,0 0-10 0,0 0 2 16,0 0 0-16,41-1-1 0,-19 1 0 0,-22 0 0 15,63-5 1-15,-20 5-6 0,4 0-9 0,4 0 12 16,-1-2-1-16,6 4 4 0,-4-2-8 0,0 2 4 16,-1-4 1-16,-2 2 1 0,0 0 3 0,-2 0-6 15,-3-2-3-15,-9-2 3 0,-7 3 0 0,6-1-5 16,-6-3 2-16,1-1 10 0,-9 1-5 0,-1-3 5 16,-3 2 6-16,-3-1 8 0,-2-4 23 0,-5 3-2 15,2-6 10-15,-2 0 14 0,-1-3-3 0,-7-1-6 16,-1-3-36-16,2-2-24 0,-6 6 0 0,1 0 0 15,-2-8 0-15,2 8 0 0,-2 0 0 0,1 0 0 0,-2 4 0 16,4-4 0-16,-1 9 0 0,-2-3 0 0,8 11 0 16,-6-11 0-16,6 11 0 0,0 0 0 15,-13-6 0-15,13 6 0 0,0 0 0 0,-8 32 0 0,7-15 0 16,1 13 0-16,-5 7 0 0,3 2 0 0,2 5 0 16,0 3 0-16,0-2 0 0,0 6 0 0,5 1 0 15,-3 4 0-15,-4-8 0 0,-3 23 0 0,10-18 0 16,-10-2 0-16,4 1 0 0,1-5 0 0,-5 0 0 15,5-2 0-15,0-6 0 0,-3 0 0 0,4-8 0 16,-7 4 0-16,4-11-210 0,-2 1-270 0,-3-7-77 16,6-4-102-16,1-14-389 0,-2 20-1135 0,2-20 502 15</inkml:trace>
        </inkml:traceGroup>
        <inkml:traceGroup>
          <inkml:annotationXML>
            <emma:emma xmlns:emma="http://www.w3.org/2003/04/emma" version="1.0">
              <emma:interpretation id="{33297289-4245-4FFA-B2A7-3A479FA24FC8}" emma:medium="tactile" emma:mode="ink">
                <msink:context xmlns:msink="http://schemas.microsoft.com/ink/2010/main" type="inkWord" rotatedBoundingBox="10773,821 11915,795 11931,1520 10789,1546"/>
              </emma:interpretation>
              <emma:one-of disjunction-type="recognition" id="oneOf2">
                <emma:interpretation id="interp10" emma:lang="" emma:confidence="0.5">
                  <emma:literal>10</emma:literal>
                </emma:interpretation>
                <emma:interpretation id="interp11" emma:lang="" emma:confidence="0">
                  <emma:literal>00</emma:literal>
                </emma:interpretation>
                <emma:interpretation id="interp12" emma:lang="" emma:confidence="0">
                  <emma:literal>0</emma:literal>
                </emma:interpretation>
                <emma:interpretation id="interp13" emma:lang="" emma:confidence="0">
                  <emma:literal>1</emma:literal>
                </emma:interpretation>
                <emma:interpretation id="interp14" emma:lang="" emma:confidence="0">
                  <emma:literal>TO</emma:literal>
                </emma:interpretation>
              </emma:one-of>
            </emma:emma>
          </inkml:annotationXML>
          <inkml:trace contextRef="#ctx0" brushRef="#br0" timeOffset="2830.6495">4711-77 208 0,'-6'-17'479'0,"6"17"-12"0,-8-9-8 0,8 9-6 15,0 0-8-15,0 0 20 0,0 0-8 0,0 0-2 16,0 0-13-16,-8 36-22 0,6-11-20 0,4 0-12 16,-2 2-25-16,1 2-29 0,6 2-25 0,-1 7-20 15,-1 1-23-15,-1-9-26 0,8 7-22 0,-5 3-24 16,1-11-19-16,0 1-18 0,2 6-49 0,-2-11-108 16,0 7 0-16,-1-6 0 0,1-4 0 0,3 3-14 0,-4-6-246 15,2-4-125-15,-1 3-122 0,0-7-126 16,-3-6-433-16,-5-5-1154 0,0 0 511 0</inkml:trace>
          <inkml:trace contextRef="#ctx0" brushRef="#br0" timeOffset="3221.2549">5337-86 5890 0,'8'-10'235'0,"3"1"-171"15,-11 9-38-15,14-9-17 0,-14 9 4 0,9-12 16 16,-9 12 42-16,0 0 36 0,0 0 0 0,0 0 14 15,0 0 2-15,-7 37 8 0,0-18 3 0,-1 6 0 16,-4-3 9-16,4 4-9 0,0 0-10 0,-6 11-7 16,6-9-7-16,0 0-15 0,0 2-11 0,-2 9-4 15,6-12-10-15,-1 12-30 0,-1-2-40 0,10-10 0 16,0 1 0-16,0 0 0 0,4 9 0 0,0-11 0 16,6 0 0-16,-1-1 0 0,1-3 0 0,5 0 0 15,0-5 0-15,-2-4 0 0,7 0 0 0,-3-6 0 0,7 2 0 16,-3-7 0-16,1-2 0 0,7-2 0 15,-5-3 0-15,-1-4 0 0,2-2 0 0,7-8 0 16,-14 4 0-16,3-7 0 0,-2 4 0 0,-1-5 0 0,-8-2 0 16,5-1 0-16,-2-7 0 0,-1-4 0 0,-6 2 0 15,-9-5 0-15,-1 0 0 0,-3-4 0 0,-10 4 0 16,-1 2 0-16,0 1 0 0,0 11 0 0,-12-4 0 16,9 5 0-16,-16-5 0 0,12 12 0 0,-6-1 0 15,-6-3 0-15,6 10-81 0,0 3-144 0,1 3-34 16,-3 0-46-16,2 6-49 0,2 0-56 0,1 5-63 15,7 1-93-15,-4-4-354 0,2 4-997 0,4-2 442 16</inkml:trace>
        </inkml:traceGroup>
        <inkml:traceGroup>
          <inkml:annotationXML>
            <emma:emma xmlns:emma="http://www.w3.org/2003/04/emma" version="1.0">
              <emma:interpretation id="{CF9A57D4-8227-4D73-8B68-8FEBA0B2DDBB}" emma:medium="tactile" emma:mode="ink">
                <msink:context xmlns:msink="http://schemas.microsoft.com/ink/2010/main" type="inkWord" rotatedBoundingBox="14128,733 14660,721 14675,1398 14143,1410"/>
              </emma:interpretation>
              <emma:one-of disjunction-type="recognition" id="oneOf3">
                <emma:interpretation id="interp15" emma:lang="" emma:confidence="0.5">
                  <emma:literal>O</emma:literal>
                </emma:interpretation>
                <emma:interpretation id="interp16" emma:lang="" emma:confidence="0">
                  <emma:literal>o</emma:literal>
                </emma:interpretation>
                <emma:interpretation id="interp17" emma:lang="" emma:confidence="0">
                  <emma:literal>0</emma:literal>
                </emma:interpretation>
                <emma:interpretation id="interp18" emma:lang="" emma:confidence="0">
                  <emma:literal>°</emma:literal>
                </emma:interpretation>
                <emma:interpretation id="interp19" emma:lang="" emma:confidence="0">
                  <emma:literal>,</emma:literal>
                </emma:interpretation>
              </emma:one-of>
            </emma:emma>
          </inkml:annotationXML>
          <inkml:trace contextRef="#ctx0" brushRef="#br0" timeOffset="4066.3728">8268-130 211 0,'0'0'394'0,"0"0"0"0,0 0 11 16,0 0-1-16,0 0-1 0,0 0 4 0,0 0-4 16,-58 25-9-16,45-9-17 0,1-4-13 0,-4 8-21 15,0-1-24-15,-1 2-20 0,2-1-22 0,6-2-34 16,-7 1-10-16,7 0-23 0,-2 2-16 0,3 6-23 15,-3-8-14-15,7 5-22 0,1 0-7 0,3-4-16 16,0-1-9-16,0-1-12 0,7 8-7 0,4 0-6 16,0-5-9-16,1 3-13 0,3-3-4 0,5-5 3 15,-1 0 4-15,0 1-20 0,6 1-5 0,4-1-1 16,-2-4 0-16,3 2-4 0,-3-10 3 0,-5-2-6 16,-3 0 0-16,1-6-5 0,2-1-3 0,2-8 6 15,-2-1 5-15,2 1-9 0,-4-6-2 0,-2 1 5 16,1-3 1-16,-3-3 4 0,-2-2 5 0,0-1 3 15,-1-11-3-15,-5 0-25 0,-4-1-8 0,-7-2 0 16,2-5 0-16,-7 4 0 0,0-2 0 0,-11 6 0 16,5-4 0-16,-1 14 0 0,-4 2 0 0,-3 4 0 0,2 0 0 15,-2 5 0-15,-2 3 0 0,-8 3 0 16,4 4-91-16,-1 1-34 0,1 5-40 0,1 3-40 16,-1 2-40-16,2 8-55 0,1-5-39 0,3 7-44 0,-5 0-55 15,7 1-90-15,-3 5-368 0,8-6-969 0,2 1 428 16</inkml:trace>
        </inkml:traceGroup>
        <inkml:traceGroup>
          <inkml:annotationXML>
            <emma:emma xmlns:emma="http://www.w3.org/2003/04/emma" version="1.0">
              <emma:interpretation id="{EA8AB619-85F8-4114-BDF7-021C70269E25}" emma:medium="tactile" emma:mode="ink">
                <msink:context xmlns:msink="http://schemas.microsoft.com/ink/2010/main" type="inkWord" rotatedBoundingBox="16446,518 17281,499 17304,1515 16469,1534"/>
              </emma:interpretation>
              <emma:one-of disjunction-type="recognition" id="oneOf4">
                <emma:interpretation id="interp20" emma:lang="" emma:confidence="0.5">
                  <emma:literal>3</emma:literal>
                </emma:interpretation>
                <emma:interpretation id="interp21" emma:lang="" emma:confidence="0">
                  <emma:literal>,</emma:literal>
                </emma:interpretation>
                <emma:interpretation id="interp22" emma:lang="" emma:confidence="0">
                  <emma:literal>}</emma:literal>
                </emma:interpretation>
                <emma:interpretation id="interp23" emma:lang="" emma:confidence="0">
                  <emma:literal>T</emma:literal>
                </emma:interpretation>
                <emma:interpretation id="interp24" emma:lang="" emma:confidence="0">
                  <emma:literal>s</emma:literal>
                </emma:interpretation>
              </emma:one-of>
            </emma:emma>
          </inkml:annotationXML>
          <inkml:trace contextRef="#ctx0" brushRef="#br0" timeOffset="5206.9506">10641-185 25 0,'0'0'368'0,"0"0"0"16,-38-26-3-16,38 26 6 0,-8-16-12 0,5 5-7 0,-2 3-10 15,5 8-10-15,-6-26-31 0,6 17-25 0,0 9-20 16,6-27-22-16,-5 13-16 0,11 0-16 0,-3 1-15 16,5-1-2-16,7-4-18 0,-5 13-10 0,9-9-11 15,-3 5-11-15,6 0-13 0,-2 4-10 0,4 5-5 16,-10 0-10-16,7 4-3 0,-3 4-11 0,-4-1-6 16,6 8 0-16,-9 4-8 0,1 0-3 0,-7 6-4 15,1-4-12-15,-4 5 2 0,-2 1-2 0,-4-1-10 16,-2 3-1-16,-8 2-4 0,2-1-9 0,-2-1 3 15,2 1-6-15,-9-2 2 0,7-3 1 0,-11-2-8 16,2-1 1-16,-2-1-7 0,3-2 3 0,2-5-3 16,1 2-1-16,1-8 0 0,2 3-5 0,1-3-1 15,9-8 2-15,-11 11 0 0,11-11-1 0,-10 11-3 16,10-11 11-16,0 0-11 0,0 0 0 0,0 0-3 16,0 0 2-16,0 0-4 0,0 0 4 0,0 0 0 15,0 0 4-15,64-22-7 0,-47 18 3 0,2-2-2 16,9 5-1-16,-6-3-3 0,5 4 5 0,2 4-1 0,-6 3 8 15,9-2-1-15,-5 4-1 0,-2 4 0 0,2 0-1 16,-5 4 2-16,-1 0 1 0,-5 1-3 0,-4 0 3 16,1 2 1-16,-12 5-1 0,3-2-3 15,-4 1 0-15,-7 0 1 0,-10-2-2 0,1 0-1 0,-6 1-6 16,-14 9-7-16,-4-10-22 0,-4 1-21 0,-10-1-17 16,7-7-25-16,-4 6-33 0,2-8-21 0,3-3-52 15,-7 1-44-15,4 1-39 0,-4-5-45 0,0-4-56 16,4-5-76-16,-3 2-293 0,6-1-817 0,1-6 363 15</inkml:trace>
        </inkml:traceGroup>
      </inkml:traceGroup>
    </inkml:traceGroup>
    <inkml:traceGroup>
      <inkml:annotationXML>
        <emma:emma xmlns:emma="http://www.w3.org/2003/04/emma" version="1.0">
          <emma:interpretation id="{9C1E750E-A8BC-4E19-A4C3-3E45F274D608}" emma:medium="tactile" emma:mode="ink">
            <msink:context xmlns:msink="http://schemas.microsoft.com/ink/2010/main" type="paragraph" rotatedBoundingBox="5759,2546 16908,2397 16922,3437 5773,3586" alignmentLevel="1"/>
          </emma:interpretation>
        </emma:emma>
      </inkml:annotationXML>
      <inkml:traceGroup>
        <inkml:annotationXML>
          <emma:emma xmlns:emma="http://www.w3.org/2003/04/emma" version="1.0">
            <emma:interpretation id="{F47FFB6D-4BB9-4507-B4A5-E8755024AF44}" emma:medium="tactile" emma:mode="ink">
              <msink:context xmlns:msink="http://schemas.microsoft.com/ink/2010/main" type="line" rotatedBoundingBox="5759,2546 16908,2397 16922,3437 5773,3586">
                <msink:destinationLink direction="with" ref="{C7631FFF-8FA3-4CF4-8C3F-2FA07C70F0A3}"/>
                <msink:destinationLink direction="with" ref="{09C90195-DFC3-499F-8982-50B2ECEDC42C}"/>
              </msink:context>
            </emma:interpretation>
          </emma:emma>
        </inkml:annotationXML>
        <inkml:traceGroup>
          <inkml:annotationXML>
            <emma:emma xmlns:emma="http://www.w3.org/2003/04/emma" version="1.0">
              <emma:interpretation id="{94C1D9C0-1C7F-4C36-BC50-A4193B177239}" emma:medium="tactile" emma:mode="ink">
                <msink:context xmlns:msink="http://schemas.microsoft.com/ink/2010/main" type="inkWord" rotatedBoundingBox="5761,2680 6474,2670 6484,3400 5771,3410"/>
              </emma:interpretation>
            </emma:emma>
          </inkml:annotationXML>
          <inkml:trace contextRef="#ctx0" brushRef="#br0" timeOffset="19334.5328">33 1822 152 0,'0'0'312'0,"-11"-12"-2"0,11 12 4 15,-14-10-18-15,4 6-18 0,10 4-4 0,-17-6-11 16,17 6-8-16,0 0-5 0,-29 0 1 0,29 0-15 16,-23 2-2-16,8 6 11 0,-4 3 13 0,4 7 7 15,-4-4-10-15,-2 3-10 0,0 4-11 0,1 2-5 16,-2 7-8-16,4-8-10 0,4 7-16 0,2-2-5 15,-7 8-27-15,9-10-16 0,-1 6-12 0,2 4 3 16,4-6-15-16,8 1-10 0,0 9-7 0,3-13-11 16,2 0-9-16,-1 0 2 0,12-4-8 0,-2 0-3 15,8-1-12-15,2-1 8 0,8 0-3 0,3-2-11 16,3-8-6-16,0 2 16 0,-9-5-24 0,9-1 5 16,-6-5-6-16,-2-2 7 0,-3-1-13 0,12-5-2 15,-13 0 5-15,-1-2 18 0,1-1-19 0,-2-5 1 0,-5-2-8 16,-2 1-33-16,-4-4 0 0,2-3 0 0,-4-1 0 15,-5-5 0-15,2-9 0 0,-9 10 0 16,3-15 0-16,-5 7 0 0,-10-7 0 0,1 1 0 0,-6 0 0 16,-4 6 0-16,4 6 0 0,-6-6 0 0,-3 6 0 15,-2 0 0-15,-6 3 0 0,0 1 0 0,5 12 0 16,-1-3 0-16,1 6 0 0,-1-1 0 0,-1 7 0 16,-1 2 0-16,-1 3 0 0,8 1 0 0,3 1 0 15,-1 3-220-15,-2 7-72 0,4-3-48 0,3 3-53 16,2 2-52-16,-1 2-56 0,3-5-499 0,4 4-1084 15,3 0 480-15</inkml:trace>
        </inkml:traceGroup>
        <inkml:traceGroup>
          <inkml:annotationXML>
            <emma:emma xmlns:emma="http://www.w3.org/2003/04/emma" version="1.0">
              <emma:interpretation id="{6090AA46-5D69-4085-9AF6-33AD192F06E4}" emma:medium="tactile" emma:mode="ink">
                <msink:context xmlns:msink="http://schemas.microsoft.com/ink/2010/main" type="inkWord" rotatedBoundingBox="8115,2719 11953,2667 11962,3376 8125,3427"/>
              </emma:interpretation>
              <emma:one-of disjunction-type="recognition" id="oneOf5">
                <emma:interpretation id="interp25" emma:lang="" emma:confidence="1">
                  <emma:literal/>
                </emma:interpretation>
              </emma:one-of>
            </emma:emma>
          </inkml:annotationXML>
          <inkml:trace contextRef="#ctx0" brushRef="#br0" timeOffset="21878.3754">2571 1911 324 0,'3'-11'463'0,"-3"11"-45"16,0 0-37-16,0-11-25 0,0 11 0 0,0 0 5 15,0 0 2-15,0 0-9 0,0 0-11 0,0 0-5 16,-9 41-33-16,4-19-11 0,3-7-17 0,1 4-25 16,-4 2-14-16,5 2-27 0,-2 2-9 0,-1 1-19 15,2 1-11-15,1-1-28 0,0-1-9 0,4 5-10 16,0-8-16-16,2 4-5 0,0-1-18 0,2-1-3 16,3-1-15-16,-1 0-6 0,2-2 0 0,1 0-5 0,-4-6-12 15,6 1-1-15,-1-2-5 0,0-1-3 16,0 0-4-16,5-4-2 0,-4 0 7 0,0-2-10 15,0 1 0-15,4-2 9 0,-4-5 4 0,-15-1 8 0,37 0 1 16,-37 0-8-16,34-5 4 0,-19-3-1 0,4-1-1 16,-4-3-1-16,4-6 1 0,-9 8 2 15,4-7 5-15,-1 3 2 0,-4-2 6 0,4-9-46 0,-8-1-12 16,-4-4 0-16,6 2 0 0,-7-9 0 0,-7 10 0 16,1-13 0-16,-4-1 0 0,-7 1 0 0,1 6 0 15,-4 0 0-15,-7 5 0 0,5 6 0 0,-7-4 0 16,2 10 0-16,-3 3 0 0,7-1 0 0,-4 4-57 15,0 4-71-15,0 3-40 0,-1 0-26 0,5 1-22 16,23 3-31-16,-37 7-46 0,18-1-31 0,0 2-40 16,3 1-46-16,2 1-53 0,1 1-426 0,5-3-961 15,2 7 426-15</inkml:trace>
          <inkml:trace contextRef="#ctx0" brushRef="#br0" timeOffset="21472.1754">2031 2047 3574 0,'1'-25'198'15,"-1"-1"-56"-15,2-1-50 0,-2 6 36 0,4 1 77 16,-2 1 23-16,0 0-15 0,2 2-2 0,-4 0 6 15,0 6 26-15,0 11-4 0,2-19-10 0,-2 19-6 16,3-11-27-16,-3 11-16 0,0 0-8 0,0 0-15 16,0 0 5-16,0 0-3 0,0 0 5 0,0 0-12 15,6 45-5-15,-4-19-10 0,-4 0-12 0,4 4-11 16,-4 2-10-16,2 8-24 0,0-2-80 0,2 1 0 16,0 3 0-16,-4-1 0 0,0-5 0 0,-1 4 0 15,3-12 0-15,0-3 0 0,5-1 0 0,-3 2-220 16,5-9-140-16,-2 5-79 0,-3-8-81 0,4 2-99 15,2-9-387-15,-2 1-1090 0,-6-8 483 0</inkml:trace>
          <inkml:trace contextRef="#ctx0" brushRef="#br0" timeOffset="24269.7754">4535 2015 36 0,'0'0'244'0,"0"0"-1"0,0 0-1 15,0 0-1-15,0 0-6 0,0 0-11 0,0 0-8 16,0 0-11-16,0 0-14 0,0 0-9 0,0 0-13 15,0 0-11-15,0 0-15 0,0 0-13 0,0 0-16 16,0 0-2-16,0 0-2 0,0 0-8 0,0 0-11 16,-12-4-3-16,12 4-6 0,0 0 6 0,-19-4-1 15,19 4 1-15,0 0-11 0,-14-7 0 0,14 7-8 16,-15-8 6-16,15 8-2 0,0 0 6 0,-12-10 5 16,12 10-1-16,0 0 6 0,-8-13-4 0,8 13-1 15,0 0 1-15,-5-16 5 0,5 16 3 0,0-17-6 16,0 17-4-16,2-13-2 0,6 1 3 0,-8 12-8 15,9-16 5-15,-3 7 2 0,-6 9-3 0,15-13-6 0,-12 3-1 16,5 3-1-16,-2-1-1 0,7-3-5 16,-13 11-5-16,22-11-4 0,-10 8-4 0,1-3-5 15,3 4-1-15,-16 2-6 0,22-4-4 0,-22 4-4 0,25 6-4 16,-10 0 1-16,-4 3-1 0,1 2-4 0,-1 3-2 16,-3 2-5-16,-1 3-3 0,-4 0-2 0,-5 5-2 15,2 1 1-15,-8 3 4 0,2-2-11 0,-5 4-2 16,1-2-1-16,-5-2-6 0,-11 10 0 0,3-4-14 15,4-8-5-15,-8 4-7 0,-2 2-3 0,7-9 1 16,-5-2-2-16,5 2-1 0,2-5 2 0,-3-5 4 16,4 3 4-16,4-6 2 0,-7 8 2 0,3-9 7 15,6 1-3-15,-3 1 6 0,10-4-2 0,6-5 6 16,-18 7-2-16,18-7 0 0,-11 4-1 0,11-4 7 16,0 0 3-16,0 0 0 0,0 0 6 0,0 0 5 15,0 0 0-15,0 0 9 0,0 0 8 0,51-16 14 16,-24 6 17-16,1-1 13 0,18-3 11 0,-6 2-9 0,7 4-11 15,-4-8-6-15,6 7-4 0,0-3-8 0,0 5-6 16,-2 0-13-16,-3 0-34 0,-1 2-45 16,-8 5-57-16,-2-4-66 0,-1 2-63 0,-2 1-58 0,-5 1-63 15,-5-4-74-15,-20 4-426 0,35-2-932 0,-16 1 413 16</inkml:trace>
          <inkml:trace contextRef="#ctx0" brushRef="#br0" timeOffset="24707.2212">5405 1904 74 0,'3'-14'588'0,"-3"14"-34"0,6-11-31 16,-6 11-25-16,0 0-29 0,0-13-34 0,0 13-34 16,0 0-38-16,0 0-37 0,0 0-23 0,0 0-16 15,0 0-18-15,0 0-18 0,0 0-29 0,0 0-10 16,-9 46-8-16,6-29-27 0,1 2-18 0,-1-4-12 0,3 7-15 15,-5 5-7-15,5-2-6 0,-5 1-17 0,8 0-9 16,-3-3-3-16,2 3-14 0,4-7-13 16,-2 5-5-16,5 2-4 0,1-4-1 0,-3 0-7 0,8 0-1 15,-1 0 10-15,5 1-21 0,-5-9 0 0,2 2 2 16,4-1 0-16,6-2-7 0,-3-3 12 16,-4 0 4-16,2-3 8 0,-1-5 11 0,6-2 15 0,1 0 7 15,-8-3-5-15,-2-3-81 0,3-2 0 0,3-6 0 16,2-2 0-16,-8 1 0 0,-4-2 0 0,1-6 0 15,0 1 0-15,-3 0 0 0,-3-7 0 0,-6 0 0 16,-2-9 0-16,-6-1 0 0,-2-4 0 0,-2 7 0 16,-2-4 0-16,-9-3 0 0,0 7 0 0,-5-4 0 15,-4 7 0-15,9 12 0 0,-14-5 0 0,5 0 0 16,3 12 0-16,-1 4 0 0,-2 1 0 0,-2 6 0 16,9 0 0-16,0 3 0 0,-5 6 0 0,1 3-2 0,8-2-357 15,2 1-49-15,-1 5-62 0,3 0-68 0,0 7-102 16,7-7-323-16,4 2-1043 0,2 0 463 15</inkml:trace>
        </inkml:traceGroup>
        <inkml:traceGroup>
          <inkml:annotationXML>
            <emma:emma xmlns:emma="http://www.w3.org/2003/04/emma" version="1.0">
              <emma:interpretation id="{01E5E40F-BD78-464D-B9FE-9D0CACF82E0A}" emma:medium="tactile" emma:mode="ink">
                <msink:context xmlns:msink="http://schemas.microsoft.com/ink/2010/main" type="inkWord" rotatedBoundingBox="13621,2441 14341,2431 14353,3350 13633,3360"/>
              </emma:interpretation>
              <emma:one-of disjunction-type="recognition" id="oneOf6">
                <emma:interpretation id="interp26" emma:lang="" emma:confidence="1">
                  <emma:literal/>
                </emma:interpretation>
              </emma:one-of>
            </emma:emma>
          </inkml:annotationXML>
          <inkml:trace contextRef="#ctx0" brushRef="#br0" timeOffset="27035.1791">7688 1671 292 0,'0'0'315'0,"0"0"-12"0,-6-15-11 0,6 15-8 16,-5-15 3-16,5 15-24 0,2-13-9 0,-2 13-23 15,6-16-2-15,-6 16-12 0,13-17-17 0,-2 7 0 16,-2 0-8-16,6-2-13 0,-3 4-13 0,4-2-9 16,-2 2-7-16,1 0-10 0,0-2-15 0,3 3-8 15,-2 4-12-15,-1-1-7 0,6 4-9 0,-21 0-8 16,35 4-5-16,-21-1-11 0,3 3-2 0,-2 5-7 0,0-3-11 15,-2 8-3-15,-4-1 0 0,-1 1-4 0,3 5-11 16,-7 4 1-16,-1-6-4 0,-2 6-1 16,-2-2-2-16,-2 2 4 0,-5 0-4 0,-2-2-8 0,-1 3-7 15,0-4 5-15,-2 0 3 0,1-6-6 0,-1-1 0 16,2-1-4-16,-2 1 3 0,-1-3-3 0,2 2 1 16,2-5-2-16,-1 0 1 0,3 0-2 0,8-9 1 15,-14 9-1-15,14-9 3 0,-8 7 3 0,8-7-4 16,-11 8 2-16,11-8 2 0,0 0-3 0,0 0 1 15,0 0-1-15,0 0-1 0,0 0-4 0,0 0 3 16,0 0 1-16,0 0-2 0,46-28 13 0,-32 20 22 16,3 2 13-16,2 1 5 0,3 3 7 0,5 0-1 15,-3 2 2-15,-24 0 2 0,52 2-2 0,-23-1-17 16,-6 6-1-16,6 1-2 0,-9 0-7 0,-1 0-3 16,3 6-4-16,1 0 0 0,-5 6-1 0,-5-6-3 15,-8 3-1-15,4 2-4 0,-5 4 1 0,-6 1 6 0,-3 4-15 16,-4-2 3-16,-10 0-5 0,3-1-4 15,-5-1 1-15,-12 4-20 0,3-2-17 0,-11 0-27 16,6-1-35-16,-7-6-30 0,1 0-24 0,1-4-29 16,-1-4-8-16,0 0-7 0,0-2-6 0,9-7-3 0,-1-1-14 15,-2-1-22-15,5 0-25 0,-3-3-36 0,3-6-50 16,5-2-303-16,1 3-702 0,7-3 311 16</inkml:trace>
        </inkml:traceGroup>
        <inkml:traceGroup>
          <inkml:annotationXML>
            <emma:emma xmlns:emma="http://www.w3.org/2003/04/emma" version="1.0">
              <emma:interpretation id="{F2D20DD9-7534-46FC-886A-2DB8D3B8122A}" emma:medium="tactile" emma:mode="ink">
                <msink:context xmlns:msink="http://schemas.microsoft.com/ink/2010/main" type="inkWord" rotatedBoundingBox="16299,2445 16909,2437 16922,3437 16313,3445"/>
              </emma:interpretation>
              <emma:one-of disjunction-type="recognition" id="oneOf7">
                <emma:interpretation id="interp27" emma:lang="" emma:confidence="0.5">
                  <emma:literal>8</emma:literal>
                </emma:interpretation>
                <emma:interpretation id="interp28" emma:lang="" emma:confidence="0">
                  <emma:literal>O</emma:literal>
                </emma:interpretation>
                <emma:interpretation id="interp29" emma:lang="" emma:confidence="0">
                  <emma:literal>%</emma:literal>
                </emma:interpretation>
                <emma:interpretation id="interp30" emma:lang="" emma:confidence="0">
                  <emma:literal>.</emma:literal>
                </emma:interpretation>
                <emma:interpretation id="interp31" emma:lang="" emma:confidence="0">
                  <emma:literal>0</emma:literal>
                </emma:interpretation>
              </emma:one-of>
            </emma:emma>
          </inkml:annotationXML>
          <inkml:trace contextRef="#ctx0" brushRef="#br0" timeOffset="28035.1091">10405 1579 318 0,'-22'-4'325'15,"22"4"-12"-15,-22-4-12 0,22 4-14 0,-29-3-3 16,29 3 2-16,-31 0-1 0,31 0-18 0,-24 7-17 16,12-4-4-16,12-3-8 0,-23 15 2 0,14-4-8 15,-1 4 0-15,6 1-6 0,1 3-13 0,1 0-10 16,4-3-2-16,2 2-10 0,6 8-12 0,4 1-3 16,7 5-13-16,-1-7-12 0,8 6-20 0,6 0-1 15,0 1-11-15,4-2-15 0,2 3-11 0,-2-2-7 16,3-3-10-16,-5 2-5 0,5-1-6 0,-6 1-8 15,0-2-3-15,-2-1-10 0,-9-7 0 0,-2 0-4 16,-2 0-4-16,-5 2-5 0,-3-7-5 0,-4-1-1 16,0 5-2-16,-3-4 2 0,-7 2-15 0,-1 0 7 0,-5 1-2 15,-1-3-1-15,-2-1-6 0,-7 1-1 0,-1 4 2 16,-8-4-2-16,-1-1 0 0,0-3 1 16,-1-3-5-16,1 2-1 0,-7-6 3 0,2 4-1 0,-10-7-4 15,15 1 5-15,-2-5-2 0,-4-5 2 0,9 4-6 16,-2-3 6-16,0-3-1 0,0 2 1 0,10 0-2 15,3 0 1-15,1-1 7 0,1 1 12 0,4-4 3 16,3 1 7-16,2-1 4 0,3-8 1 0,3 4-3 16,5-7-3-16,5-1 17 0,1 0-18 0,13-9 9 15,3 1 24-15,3-1 24 0,0-5 16 0,2 5 17 16,-4-4-2-16,3 0-15 0,0-1-104 0,-4-1 0 16,-1-2 0-16,-1-1 0 0,-2 0 0 0,-9 2 0 0,3 0 0 15,-2 1 0-15,-15 9 0 0,5 3 0 0,-5 2 0 16,-1-1 0-16,-4 7 0 0,2 3 0 15,-6-3 0-15,-2 6 0 0,-3 1 0 0,1 2 0 0,-7-1 0 16,1 6 0-16,-3-1 0 0,2 5 0 0,17 1 0 16,-48-2-194-16,21 5-117 0,4 0-43 0,2 0-49 15,-6 6-59-15,1-1-60 0,-3-6-470 0,13 6-1072 16,-3-2 474-16</inkml:trace>
        </inkml:traceGroup>
      </inkml:traceGroup>
    </inkml:traceGroup>
    <inkml:traceGroup>
      <inkml:annotationXML>
        <emma:emma xmlns:emma="http://www.w3.org/2003/04/emma" version="1.0">
          <emma:interpretation id="{C8EBE57B-760C-4E88-8BF7-CAE4E465278D}" emma:medium="tactile" emma:mode="ink">
            <msink:context xmlns:msink="http://schemas.microsoft.com/ink/2010/main" type="paragraph" rotatedBoundingBox="6003,4448 17054,4297 17068,5316 6016,5466" alignmentLevel="1"/>
          </emma:interpretation>
        </emma:emma>
      </inkml:annotationXML>
      <inkml:traceGroup>
        <inkml:annotationXML>
          <emma:emma xmlns:emma="http://www.w3.org/2003/04/emma" version="1.0">
            <emma:interpretation id="{5F238AA5-E4B8-4464-ABA8-F3D770AAFCE6}" emma:medium="tactile" emma:mode="ink">
              <msink:context xmlns:msink="http://schemas.microsoft.com/ink/2010/main" type="line" rotatedBoundingBox="6003,4448 17054,4297 17068,5316 6016,5466">
                <msink:destinationLink direction="with" ref="{C7631FFF-8FA3-4CF4-8C3F-2FA07C70F0A3}"/>
                <msink:destinationLink direction="with" ref="{09C90195-DFC3-499F-8982-50B2ECEDC42C}"/>
              </msink:context>
            </emma:interpretation>
          </emma:emma>
        </inkml:annotationXML>
        <inkml:traceGroup>
          <inkml:annotationXML>
            <emma:emma xmlns:emma="http://www.w3.org/2003/04/emma" version="1.0">
              <emma:interpretation id="{22818B1E-F39E-42C3-A528-B93E20C34070}" emma:medium="tactile" emma:mode="ink">
                <msink:context xmlns:msink="http://schemas.microsoft.com/ink/2010/main" type="inkWord" rotatedBoundingBox="6003,4448 6567,4440 6578,5246 6014,5254"/>
              </emma:interpretation>
            </emma:emma>
          </inkml:annotationXML>
          <inkml:trace contextRef="#ctx0" brushRef="#br0" timeOffset="31941.0993">132 3598 67 0,'0'0'237'0,"7"-10"-7"0,-7 10-9 0,0 0-9 15,9-13-9-15,-9 13-13 0,5-7-6 0,-5 7-8 16,9-8-7-16,-9 8 5 0,0 0-4 0,12-14 0 0,-12 14-1 16,3-8 1-16,-3 8-1 0,0 0-9 15,0 0 7-15,6-15-6 0,-6 15-4 0,0 0 3 16,0 0-7-16,0 0-12 0,0 0 0 0,-19-10-18 0,19 10-1 15,0 0 7-15,0 0-3 0,-30 1-7 0,30-1-3 16,-24 13 0-16,12-6-3 0,-3 1 0 0,1 7-6 16,-5 3 0-16,5 4 0 0,-5-1-2 0,5 3-13 15,3 1-2-15,0-2-9 0,0 4-10 0,0-2 0 16,1 2-4-16,-1 0-5 0,5 0-10 0,3 5-3 16,-2-5-7-16,3 3 1 0,1 11-9 0,2-15-5 15,1 0 1-15,3 6-4 0,1-2-6 0,2-3 2 16,3 1-2-16,8 6-6 0,-5-8 1 0,2-2 0 15,4-3-3-15,-1 0-1 0,0-2 1 0,-1-8 0 16,4 3 1-16,-3-6 2 0,-3-2 10 0,3 0 8 16,1 0 11-16,1-5 3 0,-21-1 0 0,38-3 13 15,-19-6 7-15,3 1-6 0,0-1 4 0,-5-2 8 16,2-4 8-16,2-3-5 0,-1-1 0 0,-6-4 1 16,7-3-9-16,-7 2-2 0,4-3-5 0,-7-7-4 15,1-7-8-15,-2 6-1 0,-4-7-5 0,-1-1-5 0,-7 1-3 16,-1 4-2-16,0-4 8 0,-8 1-28 0,1 2 10 15,-2 15-3-15,-1-5 5 0,2 5-6 16,-8 1 0-16,3 0-10 0,-4 4-5 0,-1 5 6 0,-4-3-6 16,3 6-4-16,4 3 0 0,-1 0 0 0,0 6-25 15,2 1-16-15,17 1-17 0,-41 3-33 0,22 5-29 16,-2-4-36-16,6 3-46 0,-6 4-45 0,7 0-38 16,0 1-37-16,-1-1-28 0,3 0-39 0,1 3-33 15,3-2-54-15,-3-1-359 0,4-2-904 0,7-9 400 16</inkml:trace>
        </inkml:traceGroup>
        <inkml:traceGroup>
          <inkml:annotationXML>
            <emma:emma xmlns:emma="http://www.w3.org/2003/04/emma" version="1.0">
              <emma:interpretation id="{8DA1E01D-CD12-4962-A301-9219591F346F}" emma:medium="tactile" emma:mode="ink">
                <msink:context xmlns:msink="http://schemas.microsoft.com/ink/2010/main" type="inkWord" rotatedBoundingBox="8507,4585 8593,4584 8604,5431 8519,5432"/>
              </emma:interpretation>
              <emma:one-of disjunction-type="recognition" id="oneOf8">
                <emma:interpretation id="interp32" emma:lang="" emma:confidence="0.5">
                  <emma:literal>&amp;</emma:literal>
                </emma:interpretation>
                <emma:interpretation id="interp33" emma:lang="" emma:confidence="0">
                  <emma:literal>*</emma:literal>
                </emma:interpretation>
                <emma:interpretation id="interp34" emma:lang="" emma:confidence="0">
                  <emma:literal>.</emma:literal>
                </emma:interpretation>
                <emma:interpretation id="interp35" emma:lang="" emma:confidence="0">
                  <emma:literal>H</emma:literal>
                </emma:interpretation>
                <emma:interpretation id="interp36" emma:lang="" emma:confidence="0">
                  <emma:literal>"</emma:literal>
                </emma:interpretation>
              </emma:one-of>
            </emma:emma>
          </inkml:annotationXML>
          <inkml:trace contextRef="#ctx0" brushRef="#br0" timeOffset="49356.3735">2476 3710 5 0,'0'0'224'0,"0"0"-4"0,0 0-7 16,0 0-5-16,0 0-5 0,0 0-8 0,0 0-7 15,0 0-9-15,0 0-7 0,0 0-7 0,0 0-2 0,0 0-4 16,0 0-5-16,0 0-4 0,13-5-6 16,-13 5-3-16,0 0-9 0,0 0-4 0,0 0-1 15,0 0-3-15,0 0-7 0,-10-21-8 0,10 21 8 0,0 0-3 16,-9-12-9-16,9 12 7 0,0 0 4 15,-8-12-8-15,8 12-3 0,0 0-8 0,0 0-14 16,0 0-3-16,-11-7-5 0,11 7-8 0,0 0-6 0,0 0-8 16,0 0-5-16,0 0 4 0,-3 37 0 0,3-19 3 15,0 5 7-15,6 7-8 0,-6-2 3 0,6-2-3 16,-6 14-4-16,10 2-8 0,-4-5 6 0,-6 7 3 16,7-4-4-16,-1-1-6 0,-6 0 1 0,6 1-2 15,-4-5-7-15,-4-6-2 0,1 10-1 0,-3-11-2 16,3-2-1-16,-1 3 0 0,2-2-2 0,-4-1-2 15,4-8-2-15,0 1 1 0,-4 1-3 0,1-8-2 16,3 0-1-16,0-12 0 0,0 18 1 0,-1-10-4 16,1-8 7-16,0 0 15 0,0 18 12 0,0-18 14 15,0 0 10-15,0 0 2 0,0 0 7 0,0 0-5 16,0 0-6-16,0 0-6 0,0 0-9 0,0 0-6 16,0 0-7-16,1-52 1 0,-1 29-2 0,5-2-7 0,-3-1-1 15,-1-4-3-15,2-2-9 0,0-6 2 0,1 12-2 16,-3 0-1-16,-1-2-4 0,2 2-4 15,-1 2-1-15,4 0 3 0,0 0-4 0,-8-2 3 0,3-2 0 16,0 3-8-16,-2 8 6 0,2-8-6 0,0 10 3 16,5-6 8-16,-5 3-13 0,0 1 3 0,0-2 0 15,0 1-3-15,-3 3 1 0,3-1 3 0,0 0-5 16,0 16-1-16,-2-19 5 0,0 11-4 0,2 8 0 16,0-18 1-16,0 18 1 0,-4-12 8 0,4 12-9 15,0 0-1-15,-2-14 2 0,2 14-6 0,0 0 6 16,0 0-6-16,-5-13 3 0,5 13-2 0,0 0 1 15,0 0 1-15,0 0-1 0,0 0-3 0,0 0 3 16,0 0 5-16,0 0-2 0,-1-13 1 0,1 13-4 0,0 0 0 16,0 0 3-16,0 0 1 0,0 0-3 15,0 0 3-15,0 0-4 0,0 0-1 0,0 0 2 16,0 0-2-16,0 0 3 0,0 0 3 0,0 0-4 0,0 0 4 16,0 0-7-16,0 0 5 0,0 0-5 0,0 0 2 15,0 0 1-15,0 0-2 0,0 0 1 0,0 0 1 16,0 0 3-16,0 0-7 0,0 0 6 0,0 0-1 15,0 0 0-15,0 0 6 0,0 0-8 0,-6-10-2 16,6 10-1-16,0 0 6 0,0 0 7 0,0 0-10 16,0 0-3-16,0 0-1 0,0 0 2 0,0 0 1 15,0 0 1-15,0 0 0 0,0 0-2 0,0 0 5 16,0 0 1-16,0 0-4 0,0 0 6 0,0 0-8 16,0 0-1-16,0 0 5 0,0 0-1 0,0 0-4 15,0 0 5-15,0 0-2 0,0 0 2 0,0 0-3 16,0 0 2-16,0 0-2 0,0 0 0 0,0 0-4 15,0 0 6-15,0 0-3 0,0 0 3 0,0 0-3 0,0 0 2 16,0 0-1-16,0 0 0 0,0 0-1 0,0 0 6 16,0 0-3-16,0 0 0 0,0 0 0 15,0 0-1-15,0 0 2 0,0 0-1 0,0 0-1 0,0 0 1 16,0 0 0-16,0 0-2 0,0 0 0 0,0 0 1 16,0 0-1-16,0 0 3 0,0 0 0 0,0 0-3 15,0 0 3-15,-27 0-2 0,27 0 0 0,0 0-1 16,0 0 4-16,0 0-4 0,0 0 0 0,0 0-1 15,0 0 1-15,-18-3 5 0,18 3-5 0,0 0-1 16,0 0 1-16,0 0 4 0,0 0-6 0,0 0 5 16,0 0-1-16,0 0-4 0,0 0 5 0,0 0 0 15,0 0-1-15,0 0 0 0,0 0 1 0,0 0 0 16,0 0-7-16,0 0 10 0,0 0-6 0,0 0-2 16,0 0 6-16,0 0-4 0,0 0 1 0,0 0 0 15,0 0 0-15,0 0-4 0,0 0-1 0,0 0 0 16,0 0 5-16,0 0-4 0,-12 14 5 0,12-14-3 0,-5 19 1 15,8-1 1-15,-1-3-1 0,-2 10 2 0,4-3 0 16,0 7 0-16,0 1 0 0,-1 0-3 16,4-1 4-16,-3 14 1 0,4-15-3 0,-3 4 0 0,0 2 0 15,0-2 1-15,-4-5 3 0,6 0-2 0,-6-1 4 16,-1 0-4-16,3-5 0 0,-1-3-4 0,-1 0-2 16,3 1 2-16,-3-5-3 0,1 2-4 0,-2-6-4 15,1 0-5-15,4 0-7 0,-5-10-16 0,0 17-21 16,0-17-36-16,2 16-33 0,-2-16-46 0,0 11-39 15,0-11-34-15,0 0-35 0,0 15-41 0,0-15-42 16,0 0-44-16,-7 11-370 0,7-11-846 0,0 0 374 16</inkml:trace>
        </inkml:traceGroup>
        <inkml:traceGroup>
          <inkml:annotationXML>
            <emma:emma xmlns:emma="http://www.w3.org/2003/04/emma" version="1.0">
              <emma:interpretation id="{D32C7EA0-21EA-49E3-A0C9-FDA183052700}" emma:medium="tactile" emma:mode="ink">
                <msink:context xmlns:msink="http://schemas.microsoft.com/ink/2010/main" type="inkWord" rotatedBoundingBox="11120,4411 12189,4397 12199,5159 11131,5173"/>
              </emma:interpretation>
              <emma:one-of disjunction-type="recognition" id="oneOf9">
                <emma:interpretation id="interp37" emma:lang="" emma:confidence="1">
                  <emma:literal/>
                </emma:interpretation>
              </emma:one-of>
            </emma:emma>
          </inkml:annotationXML>
          <inkml:trace contextRef="#ctx0" brushRef="#br0" timeOffset="38940.8282">5400 3708 97 0,'-55'12'276'0,"55"-12"-12"0,0 0-12 0,-29-4-7 16,29 4-5-16,-24-3-7 0,12 0-9 0,12 3-4 15,-24-5-12-15,24 5 4 0,-25-7-12 0,15 2 9 0,-2-2-1 16,12 7-16-16,-19-12-9 0,11 5 0 0,8 7-11 16,-6-14-11-16,-1 3 4 0,7 11-10 15,-3-19-9-15,3 7-7 0,0 12-4 0,8-25-6 0,-6 17-2 16,4-5-10-16,2 1-9 0,4 0-8 0,-1-1-12 15,1 1-6-15,2 4-7 0,-2-3-6 0,4 4-9 16,2 4-4-16,-4-3-6 0,2 1-5 0,-16 5-4 16,30 0-7-16,-30 0-4 0,31 11-1 0,-13-3-2 15,-1 5-3-15,-7 1 2 0,5 10-8 0,-2-2-3 16,-5 4-4-16,-2 3 2 0,-4-3 0 0,4 2-1 16,-12 14-4-16,1-16-2 0,-4 15 0 0,-6-8-1 15,-2 3 0-15,-4-2 2 0,-1 4-2 0,-6-4-2 16,1-2 4-16,0-1-3 0,-3-4-2 0,8-7 3 15,-3-2-3-15,3 1 2 0,-1-1-3 0,1-3 1 16,2 0 0-16,2-3-1 0,4 2 3 0,-2-7-1 16,5-2 2-16,2 4-5 0,9-9 0 0,-13 8 3 0,13-8 4 15,0 0 4-15,-6 12 8 0,6-12 23 0,0 0 12 16,20 14 12-16,-2-12 13 0,2 0 4 16,10-3 16-16,13 0 16 0,4-1 25 0,6-3 15 0,2-4 1 15,6-1 9-15,-5 1-4 0,18-5-12 0,-19 6-11 16,1-3-17-16,-12 4-9 0,13 2-18 15,-2-5-77-15,-6-1-17 0,-1 3 0 0,-6 4 0 0,-12-2 0 16,3 1 0-16,-10 4 0 0,-4-3 0 0,-4 2 0 16,-15 2 0-16,29-5 0 0,-29 5 0 0,14-2 0 15,-14 2 0-15,0 0 0 0,21-1 0 0,-21 1 0 16,0 0 0-16,0 0 0 0,0 0-264 0,0 0-83 16,0 0-52-16,0 0-40 0,0 0-47 0,0 0-59 15,0 0-408-15,0 0-1030 0,0 0 456 0</inkml:trace>
        </inkml:traceGroup>
        <inkml:traceGroup>
          <inkml:annotationXML>
            <emma:emma xmlns:emma="http://www.w3.org/2003/04/emma" version="1.0">
              <emma:interpretation id="{3D318DF8-E4AB-47F3-A6B4-62D8D5395B99}" emma:medium="tactile" emma:mode="ink">
                <msink:context xmlns:msink="http://schemas.microsoft.com/ink/2010/main" type="inkWord" rotatedBoundingBox="13996,4407 14540,4400 14551,5213 14007,5220"/>
              </emma:interpretation>
            </emma:emma>
          </inkml:annotationXML>
          <inkml:trace contextRef="#ctx0" brushRef="#br0" timeOffset="40253.3043">8061 3565 111 0,'-11'-8'358'0,"11"8"-8"0,0 0-17 0,0 0-20 16,-20-4 5-16,20 4-40 0,0 0-10 0,0 0-9 15,0 0-11-15,-35 12-2 0,27-2 3 0,0 3 8 16,0 3-10-16,0 3-10 0,1-7-17 0,0 13-3 15,-1 2-17-15,2-1-10 0,-2-1-15 0,2 1-15 16,3 0-16-16,-2 0-15 0,6 3-13 0,1 8-11 16,-2-10-9-16,0 1-10 0,5 2-5 0,1-4-10 15,2 4-6-15,1-4-7 0,3 0-6 0,-1 0-3 0,6 0 2 16,-3-1-12-16,4-6-4 0,-6 2-1 16,7 0 4-16,-1-2-1 0,-4-6-2 0,3-1 1 15,-1-3 19-15,0-4 4 0,-2-2 4 0,5 3 2 0,-3-1 11 16,-16-5 0-16,36-6 3 0,-17 1-8 0,2-2 5 15,-6-1-5-15,3-3-7 0,-2-3 9 0,4-5-13 16,1-2-1-16,1 4 1 0,-6-6-13 0,4-10 1 16,-4-2 6-16,-2-2-15 0,-4-3-4 0,-1-1-5 15,-3-2-16-15,-4-1 10 0,-2 4-4 0,-6 0 2 16,-2 1-2-16,0-3-4 0,0 2-5 0,-5 13-5 16,-1 4 4-16,-2 0 1 0,-1-3-6 0,0 5 7 15,-4 0-13-15,1 4 0 0,-4 3 0 0,0 0-2 16,5 7-10-16,-1-4-12 0,-1 7-26 0,1 4-15 15,20 0-16-15,-42 7-35 0,20-3-43 0,-5 3-43 16,8 1-52-16,4 2-49 0,0-2-48 0,1 6-41 0,2 2-55 16,4-2-92-16,6 0-295 0,2 3-904 0,2-4 400 15</inkml:trace>
        </inkml:traceGroup>
        <inkml:traceGroup>
          <inkml:annotationXML>
            <emma:emma xmlns:emma="http://www.w3.org/2003/04/emma" version="1.0">
              <emma:interpretation id="{1D1F9907-4998-4147-B274-BAFAB515DA69}" emma:medium="tactile" emma:mode="ink">
                <msink:context xmlns:msink="http://schemas.microsoft.com/ink/2010/main" type="inkWord" rotatedBoundingBox="15755,4324 17055,4306 17066,5161 15766,5178"/>
              </emma:interpretation>
            </emma:emma>
          </inkml:annotationXML>
          <inkml:trace contextRef="#ctx0" brushRef="#br0" timeOffset="41987.7187">9836 3756 188 0,'-16'-4'336'15,"16"4"1"-15,-33 1-6 0,33-1 5 0,-25-4-12 16,8 4 1-16,17 0-9 0,-32-4-5 0,32 4-15 16,-21 0-6-16,21 0-16 0,0 0-16 0,-20-2-13 15,20 2-15-15,0 0-10 0,0 0-6 0,0 0-12 16,0 0-10-16,0 0-14 0,0 0-18 0,0 0-13 16,0 0-14-16,49-14-14 0,-21 9-14 0,2 4-9 0,3-3-7 15,12 1-12-15,-10-1-7 0,10 0-24 16,0 2-6-16,4-3-4 0,-2 2-20 0,-1-1-32 15,0 3-49-15,-4-5-57 0,3-1-74 0,-15 4-56 0,3 0-57 16,-5 1-64-16,1-4-70 0,-10 0-351 0,1 4-860 16,-2 1 381-16</inkml:trace>
          <inkml:trace contextRef="#ctx0" brushRef="#br0" timeOffset="42331.4157">10905 3436 334 0,'-8'-7'460'0,"8"7"15"0,-7-18 16 0,4 9 6 0,3 9 0 15,-8-15-28-15,8 15-39 0,-3-11-46 0,3 11-34 16,0 0-39-16,0 0-18 0,0 0-18 0,0 0-20 15,0 0-15-15,11 48-21 0,-4-26-10 0,2 7-24 16,0 10-13-16,4 0-6 0,-2-1-35 0,-4 2-7 16,-3 3-8-16,9-1-11 0,-12 4-12 0,6-7-5 15,-4 5-15-15,0-7-12 0,-3 4 1 0,0-11-5 16,0 8-2-16,-1-3-18 0,-4-4 0 0,2 0-13 16,-2-7-25-16,2-6-42 0,0 4-51 0,-1-6-53 15,-2-1-61-15,0 2-85 0,1-9-64 0,5-8-57 16,-11 18-72-16,11-18-470 0,-11 4-1034 0,11-4 457 15</inkml:trace>
        </inkml:traceGroup>
      </inkml:traceGroup>
    </inkml:traceGroup>
    <inkml:traceGroup>
      <inkml:annotationXML>
        <emma:emma xmlns:emma="http://www.w3.org/2003/04/emma" version="1.0">
          <emma:interpretation id="{CAE68C7D-4629-4087-AFF6-12CC746B7454}" emma:medium="tactile" emma:mode="ink">
            <msink:context xmlns:msink="http://schemas.microsoft.com/ink/2010/main" type="paragraph" rotatedBoundingBox="5017,7092 18396,7068 18399,8593 5020,8618" alignmentLevel="1"/>
          </emma:interpretation>
        </emma:emma>
      </inkml:annotationXML>
      <inkml:traceGroup>
        <inkml:annotationXML>
          <emma:emma xmlns:emma="http://www.w3.org/2003/04/emma" version="1.0">
            <emma:interpretation id="{7ADB2967-36B2-4C2D-8342-907728332B89}" emma:medium="tactile" emma:mode="ink">
              <msink:context xmlns:msink="http://schemas.microsoft.com/ink/2010/main" type="inkBullet" rotatedBoundingBox="5017,7140 5548,7139 5549,7195 5018,7196"/>
            </emma:interpretation>
            <emma:one-of disjunction-type="recognition" id="oneOf10">
              <emma:interpretation id="interp38" emma:lang="" emma:confidence="0">
                <emma:literal>-</emma:literal>
              </emma:interpretation>
            </emma:one-of>
          </emma:emma>
        </inkml:annotationXML>
        <inkml:trace contextRef="#ctx0" brushRef="#br0" timeOffset="131178.2906">-1070 6264 248 0,'0'0'270'0,"17"-7"-11"0,0 0-13 16,1 2-18-16,1 1-15 0,11-1-23 0,-3 0-15 15,3-3-25-15,5 4-12 0,-4 0-15 0,1-1-17 0,1 4-25 16,2 0-27-16,-5 2-37 0,5-1-40 0,-7 1-51 16,0 1-54-16,1-2-82 0,-9 0-135 15,1 3-372-15,-5-2 166 0</inkml:trace>
      </inkml:traceGroup>
      <inkml:traceGroup>
        <inkml:annotationXML>
          <emma:emma xmlns:emma="http://www.w3.org/2003/04/emma" version="1.0">
            <emma:interpretation id="{A9E886E2-E91F-44BE-9CD3-34671605BA35}" emma:medium="tactile" emma:mode="ink">
              <msink:context xmlns:msink="http://schemas.microsoft.com/ink/2010/main" type="line" rotatedBoundingBox="5896,7091 18396,7068 18399,8593 5899,8616">
                <msink:destinationLink direction="with" ref="{6C4C04DE-8BDE-4461-BF61-CBF2A369A6CB}"/>
              </msink:context>
            </emma:interpretation>
          </emma:emma>
        </inkml:annotationXML>
        <inkml:traceGroup>
          <inkml:annotationXML>
            <emma:emma xmlns:emma="http://www.w3.org/2003/04/emma" version="1.0">
              <emma:interpretation id="{B55999FD-8309-4B02-B50E-65D62BFE9D18}" emma:medium="tactile" emma:mode="ink">
                <msink:context xmlns:msink="http://schemas.microsoft.com/ink/2010/main" type="inkWord" rotatedBoundingBox="5896,7091 5990,7090 5992,8087 5898,8088"/>
              </emma:interpretation>
              <emma:one-of disjunction-type="recognition" id="oneOf11">
                <emma:interpretation id="interp39" emma:lang="" emma:confidence="1">
                  <emma:literal/>
                </emma:interpretation>
              </emma:one-of>
            </emma:emma>
          </inkml:annotationXML>
          <inkml:trace contextRef="#ctx0" brushRef="#br0" timeOffset="131546.8531">-97 6186 3349 0,'0'0'155'0,"0"0"-35"0,-9-20 39 0,9 20 33 0,0 0 32 15,-13-7 3-15,13 7-7 0,0 0-20 0,0 0-37 16,0 0-14-16,0 0-9 0,0 0 7 0,0 0 11 16,0 0 5-16,-27 31-8 0,26-12 13 0,-6 5-5 15,6 3 12-15,-4 3-8 0,3 17 0 0,-2-5-13 16,2 5 4-16,2 1-5 0,-3 2-7 0,0-3-12 0,-4 1-15 15,7-1-8-15,-1 0-12 0,-7 2-8 16,10-6-7-16,-2 3-10 0,-2-6-4 0,2 2-33 0,2-12-37 16,-2-1 0-16,0-1 0 0,1-2 0 0,2-2 0 15,-1-8 0-15,-2 2 0 0,1-4-102 16,-1-2-116-16,7-3-70 0,-7-9-64 0,3 17-67 0,-3-17-87 16,0 0-545-16,0 0-1140 0,0 0 505 0</inkml:trace>
        </inkml:traceGroup>
        <inkml:traceGroup>
          <inkml:annotationXML>
            <emma:emma xmlns:emma="http://www.w3.org/2003/04/emma" version="1.0">
              <emma:interpretation id="{B3051840-A063-4624-82CE-F27873AFFC8A}" emma:medium="tactile" emma:mode="ink">
                <msink:context xmlns:msink="http://schemas.microsoft.com/ink/2010/main" type="inkWord" rotatedBoundingBox="7849,7109 8825,7107 8828,8611 7852,8612"/>
              </emma:interpretation>
              <emma:one-of disjunction-type="recognition" id="oneOf12">
                <emma:interpretation id="interp40" emma:lang="" emma:confidence="1">
                  <emma:literal/>
                </emma:interpretation>
              </emma:one-of>
            </emma:emma>
          </inkml:annotationXML>
          <inkml:trace contextRef="#ctx0" brushRef="#br0" timeOffset="132570.9448">2299 6182 126 0,'0'0'481'15,"10"-6"-39"-15,-10 6-18 0,0 0-13 0,0 0-11 16,0 0-24-16,0 0-11 0,0 0 0 0,25 16-13 16,-23 0-29-16,-2-8-27 0,0 7-21 0,-4 4-26 15,-2 6-22-15,-11 11-23 0,1 1-20 0,-5 0-16 16,-2-1-18-16,-9 3-14 0,2 1-14 0,-5 1-10 0,0 1-13 15,-3-3-11-15,-1 1-13 0,-2-5-7 0,5 2-3 16,-2-4-11-16,0-9-10 0,6-1-4 0,7-5-1 16,3-1-4-16,7-7-2 0,1 1-2 0,5-3-5 15,2-2-4-15,7-6 4 0,0 0 1 0,0 0-7 16,32 5 2-16,-4-9-5 0,14 0 2 0,3-2-4 16,4-4 3-16,2 4 0 0,4 2 3 0,5-2 1 15,2-3-5-15,-5 7 5 0,3-3 6 0,-10 3 4 16,-1-3 10-16,-1 4-1 0,-2-1 5 0,-13 2 3 15,-3 0 14-15,2-5 4 0,-13 5 7 0,-1-2 14 16,-18 2 7-16,35-4 16 0,-35 4 5 0,22-5 10 0,-22 5-84 16,19-3-42-16,-19 3 0 0,15-8 0 0,-15 8 0 15,9-15 0-15,-6 6 0 0,-3 9 0 16,3-24 0-16,-3 10 0 0,-1-2 0 0,-4-9 0 0,3 10 0 16,-2-1 0-16,2 2 0 0,-1-1 0 0,-2 1 0 15,1 3 0-15,4 11 0 0,-7-18 0 0,7 18 0 16,-3-14 0-16,3 14 0 0,0 0 0 0,-5-8 0 15,5 8 0-15,0 0 0 0,0 0 0 0,0 0 0 16,-14 48 0-16,14-23 0 0,-2 15 0 0,-2 2 0 16,7 7 0-16,-6 2 0 0,3 3 0 0,0 19 0 15,4-3 0-15,-2-16 0 0,-2 2 0 0,5 12 0 0,-4-15 0 16,-1-2 0-16,5 1 0 0,-3-1 0 0,-2-1 0 16,1-5 0-16,6-4-163 0,-1 1-331 15,-4-12-69-15,4-3-122 0,0-9-363 0,5-4-1135 0,-3-7 502 16</inkml:trace>
        </inkml:traceGroup>
        <inkml:traceGroup>
          <inkml:annotationXML>
            <emma:emma xmlns:emma="http://www.w3.org/2003/04/emma" version="1.0">
              <emma:interpretation id="{98C0EBB8-4EA0-460C-B0E9-F2028399A472}" emma:medium="tactile" emma:mode="ink">
                <msink:context xmlns:msink="http://schemas.microsoft.com/ink/2010/main" type="inkWord" rotatedBoundingBox="11247,7129 12320,7127 12321,7964 11249,7966"/>
              </emma:interpretation>
              <emma:one-of disjunction-type="recognition" id="oneOf13">
                <emma:interpretation id="interp41" emma:lang="" emma:confidence="1">
                  <emma:literal/>
                </emma:interpretation>
              </emma:one-of>
            </emma:emma>
          </inkml:annotationXML>
          <inkml:trace contextRef="#ctx0" brushRef="#br0" timeOffset="133133.3774">5258 6239 354 0,'-7'-20'547'16,"7"20"2"-16,-4-11-3 0,4 11-8 0,-2-11-20 0,2 11-45 16,0 0-40-16,0 0-37 0,0 0-34 15,0 0-20-15,0 0-33 0,0 0-5 0,0 0-23 0,-20 39-20 16,12-18-23-16,1 5-15 0,1 2-15 0,3 14-15 16,-2-5-22-16,-3 4-15 0,2 2-17 0,0 2-10 15,4 0-15-15,-4-1-10 0,4 4-10 0,0-2 3 16,-1 0-23-16,6-1-36 0,-1-1-38 0,1-6 0 15,4-10-62-15,0 3-68 0,-2-2-73 0,3-5-75 16,5-10-71-16,-1 3-60 0,-1-8-69 0,8-2-97 16,-19-7-377-16,30-5-1030 0,-11-4 456 0</inkml:trace>
          <inkml:trace contextRef="#ctx0" brushRef="#br0" timeOffset="133508.9054">5724 6460 270 0,'11'-16'471'0,"-2"2"-36"0,4-2-27 0,-5 3-24 15,0 5-15-15,-3 0-12 0,-5 8-11 0,12-11-25 16,-12 11-25-16,0 0-23 0,0 0-11 0,0 0-10 16,0 0-10-16,0 0-9 0,0 0-18 0,-3 42-11 15,-3-25-12-15,1-1-19 0,-4 10-14 0,-1 0-15 16,-3 3-12-16,6-2-11 0,-3-1-17 0,4 1-5 0,-1-1-14 16,3 4-7-16,2-7-6 0,4 6 2 15,-5-3-23-15,4 2-1 0,1-2-1 0,4-1-11 16,2 1 7-16,0 0-7 0,4-5-1 0,3 0-5 0,-1 2 4 15,3-8 10-15,2 1 1 0,2 0 6 0,-2-9 17 16,0 0 2-16,-2-4-9 0,12 1-7 0,-3-5 7 16,3-7 4-16,-4 0 9 0,0-6-1 0,2 4 3 15,0-9 4-15,-5-2-5 16,8-10 4-16,-3 0-43 0,-6-2-38 0,-2-3 0 0,-5-5 0 0,0-2 0 0,-6-5 0 16,-6 3 0-16,1-4 0 0,-8 5 0 0,-1 0 0 15,-8 3 0-15,-1 7 0 0,-4-2 0 0,-3 2 0 16,2 9 0-16,-9 1 0 0,2 5 0 0,2 2 0 15,-2 4 0-15,-1 0 0 0,-2 7-9 0,-2 2-205 16,2 3-59-16,3-2-43 0,0 6-58 0,2-1-72 16,9 1-101-16,16-3-455 0,-23 13-1086 0,16-8 480 15</inkml:trace>
        </inkml:traceGroup>
        <inkml:traceGroup>
          <inkml:annotationXML>
            <emma:emma xmlns:emma="http://www.w3.org/2003/04/emma" version="1.0">
              <emma:interpretation id="{247EA45E-D987-4FBA-9E12-160F67EBF20F}" emma:medium="tactile" emma:mode="ink">
                <msink:context xmlns:msink="http://schemas.microsoft.com/ink/2010/main" type="inkWord" rotatedBoundingBox="14572,7253 15086,7252 15087,7908 14573,7909"/>
              </emma:interpretation>
              <emma:one-of disjunction-type="recognition" id="oneOf14">
                <emma:interpretation id="interp42" emma:lang="" emma:confidence="1">
                  <emma:literal/>
                </emma:interpretation>
              </emma:one-of>
            </emma:emma>
          </inkml:annotationXML>
          <inkml:trace contextRef="#ctx0" brushRef="#br0" timeOffset="134193.4087">8716 6393 362 0,'0'0'373'0,"0"0"-16"15,0 0 4-15,0 0 2 0,-54 19 6 0,40-12-6 16,-2 4-21-16,0-3-23 0,-1 2-22 0,3 5-24 15,-2-4-23-15,1 4-16 0,1 6-23 0,2-7-23 16,4-1-17-16,-2 2-12 0,-1 3-12 0,5-3-15 16,4 8-9-16,-2-1-14 0,2 4-13 0,4-1-8 15,-2 2-10-15,4 1 4 0,3 1-5 0,0-3-8 0,1 1-6 16,0-1-1-16,7 0 2 0,3-7 4 16,-2 3 1-16,5-4-6 0,-7-3 5 0,7 0 8 15,-1-7 4-15,-4-4-5 0,4 2 14 0,9-6 1 0,-2-6-10 16,-3 2 2-16,2-8 13 0,0 0-6 15,-3-3-3-15,3-2 7 0,-4-1-5 0,-2-4 1 0,-4-1-4 16,5-2-9-16,-6-13 3 0,4 2 0 0,-9-1-9 16,-4-3-9-16,1 1-4 0,-9 0-7 0,-3 2-10 15,-3 7-8-15,0-8-32 0,-6 13 0 0,-2-1 0 16,-1 2 0-16,-5 3 0 0,0 2-6 0,0 1-71 16,-10 7-32-16,2 1-42 0,-5 3-35 0,5 2-39 0,3 3-56 15,0 3-56-15,-1 4-61 0,8-2-75 0,5 8-519 16,1-6-1073-16,14-5 474 0</inkml:trace>
        </inkml:traceGroup>
        <inkml:traceGroup>
          <inkml:annotationXML>
            <emma:emma xmlns:emma="http://www.w3.org/2003/04/emma" version="1.0">
              <emma:interpretation id="{C6833622-6E81-4443-BA58-0C411719E0CA}" emma:medium="tactile" emma:mode="ink">
                <msink:context xmlns:msink="http://schemas.microsoft.com/ink/2010/main" type="inkWord" rotatedBoundingBox="17383,7074 18396,7073 18398,8144 17385,8146"/>
              </emma:interpretation>
              <emma:one-of disjunction-type="recognition" id="oneOf15">
                <emma:interpretation id="interp43" emma:lang="" emma:confidence="0.5">
                  <emma:literal>3</emma:literal>
                </emma:interpretation>
                <emma:interpretation id="interp44" emma:lang="" emma:confidence="0">
                  <emma:literal>,</emma:literal>
                </emma:interpretation>
                <emma:interpretation id="interp45" emma:lang="" emma:confidence="0">
                  <emma:literal>s</emma:literal>
                </emma:interpretation>
                <emma:interpretation id="interp46" emma:lang="" emma:confidence="0">
                  <emma:literal>}</emma:literal>
                </emma:interpretation>
                <emma:interpretation id="interp47" emma:lang="" emma:confidence="0">
                  <emma:literal>S</emma:literal>
                </emma:interpretation>
              </emma:one-of>
            </emma:emma>
          </inkml:annotationXML>
          <inkml:trace contextRef="#ctx0" brushRef="#br0" timeOffset="134880.9097">11657 6203 134 0,'0'-14'447'0,"0"14"-15"0,6-12-21 15,5 4-19-15,-11 8 6 0,18-8-8 0,-7 4-19 16,6-1-23-16,4 3-19 0,4-3-26 0,0 2-29 0,7 6-29 16,-4 1-26-16,1-1-14 0,-1 4-24 0,-6 2-14 15,5 5-19-15,-5-3-13 0,-1 5-15 16,-1 1-9-16,-4 2-12 0,-3 3-11 0,-7-6-7 0,-4 3-8 15,-2 7-5-15,-7-1-2 0,-4-4-8 0,-6 2-6 16,1-1-6-16,-3 3 0 0,-9 6-7 0,1-12-5 16,-5 6-6-16,5-11-3 0,1 2 0 0,-5-1 1 15,5-2-7-15,5-5-8 0,1 3-5 0,4-6 0 16,3 2-1-16,13-7-6 0,-20 7 2 0,20-7 3 16,0 0 3-16,-16 1-8 0,16-1 1 0,0 0-1 15,0 0 4-15,0 0 8 0,0 0-5 0,44-22 1 0,-25 13 6 16,0 6 4-16,6-3 10 0,2-2 12 0,2 0 7 15,-3 5 17-15,8 3 14 0,-4-5 7 0,12 5-1 16,1 4 2-16,-15-1 2 0,4 2-9 0,-2 2-12 16,-3 4-2-16,0 3 2 0,-2 0-6 0,0 6-9 15,2 9 3-15,-3 4-9 0,-10-10-1 0,-1 6-4 16,-4 1 1-16,-4 0-12 0,-3 10 2 0,-4-9 0 16,-11 4-5-16,-1 0-5 0,-6-3-2 0,-4 2 1 0,-5-5 5 15,-5-2 0-15,-4 2-5 0,0-7-9 16,-6-4-5-16,-4 2-6 0,1-7-3 0,1 0-22 15,-3-5-24-15,-3 0-30 0,1-3-35 0,1 3-42 0,-4-5-51 16,-1-3-56-16,4 0-55 0,0 0-73 0,-2-5-87 16,1-6-540-16,1 1-1104 0,4-12 489 0</inkml:trace>
        </inkml:traceGroup>
      </inkml:traceGroup>
    </inkml:traceGroup>
    <inkml:traceGroup>
      <inkml:annotationXML>
        <emma:emma xmlns:emma="http://www.w3.org/2003/04/emma" version="1.0">
          <emma:interpretation id="{721FB755-5789-47B5-B096-D90D888EF3F5}" emma:medium="tactile" emma:mode="ink">
            <msink:context xmlns:msink="http://schemas.microsoft.com/ink/2010/main" type="paragraph" rotatedBoundingBox="5879,8386 20846,8869 20796,10403 5829,9920" alignmentLevel="1"/>
          </emma:interpretation>
        </emma:emma>
      </inkml:annotationXML>
      <inkml:traceGroup>
        <inkml:annotationXML>
          <emma:emma xmlns:emma="http://www.w3.org/2003/04/emma" version="1.0">
            <emma:interpretation id="{DF5D7C47-F4C0-49E2-9653-A909EC77AB9A}" emma:medium="tactile" emma:mode="ink">
              <msink:context xmlns:msink="http://schemas.microsoft.com/ink/2010/main" type="inkBullet" rotatedBoundingBox="5862,8916 6551,8938 6526,9718 5836,9695"/>
            </emma:interpretation>
          </emma:emma>
        </inkml:annotationXML>
        <inkml:trace contextRef="#ctx0" brushRef="#br0" timeOffset="136200.4579">6 8110 305 0,'0'0'415'0,"0"0"11"0,-11-12-3 0,11 12 4 16,-11-7-10-16,11 7-23 0,0 0-28 0,-25-4-20 16,25 4-16-16,0 0-13 0,-35 9-26 0,35-9-17 15,-21 10-25-15,12-3-15 0,-4 4-20 0,-3 1-20 0,4 2-13 16,-1 0-18-16,2 5 0 0,0 1-16 15,-3 2-16-15,4 3-24 0,-1 0-10 0,5 2-10 16,-4 2-4-16,6-2-13 0,2 5-3 0,2 6-7 0,2-10-8 16,1 9-4-16,2-1-4 0,4-8-8 0,-1 1 2 15,0 0-1-15,4-3-3 0,4 0 7 0,0-1 2 16,5-2 10-16,-1-6-1 0,2-4 1 0,4-2 12 16,-6 0 18-16,4-7 3 0,4-3 1 0,1-4-2 15,-1-6 4-15,5 0 3 0,-4-5-3 0,7-3-83 16,-7 1-6-16,5-9 0 0,1-1 0 0,-5 0 0 15,0-2 0-15,-5-7 0 0,9 0 0 0,-11-1 0 16,-2-7 0-16,-7 3 0 0,-1-6 0 0,-5 5 0 16,-5-1 0-16,-6-1 0 0,-5 13 0 0,-6-6 0 0,-1 9 0 15,-12-5 0-15,7 10 0 0,-4 4 0 0,-11-4 0 16,-4 6 0-16,1 0 0 0,-3 4 0 0,-3 3 0 16,-4 6 0-16,1 3 0 0,3 7-233 0,-1-4-72 15,11 5-43-15,-6 6-50 0,-1 3-66 0,19-3-104 16,-5 1-412-16,11-2-1061 0,7-3 470 0</inkml:trace>
      </inkml:traceGroup>
      <inkml:traceGroup>
        <inkml:annotationXML>
          <emma:emma xmlns:emma="http://www.w3.org/2003/04/emma" version="1.0">
            <emma:interpretation id="{9E93FA16-50C6-4995-8CB1-B474A43D2E40}" emma:medium="tactile" emma:mode="ink">
              <msink:context xmlns:msink="http://schemas.microsoft.com/ink/2010/main" type="line" rotatedBoundingBox="8555,8472 20846,8869 20796,10403 8505,10006">
                <msink:destinationLink direction="with" ref="{6C4C04DE-8BDE-4461-BF61-CBF2A369A6CB}"/>
              </msink:context>
            </emma:interpretation>
          </emma:emma>
        </inkml:annotationXML>
        <inkml:traceGroup>
          <inkml:annotationXML>
            <emma:emma xmlns:emma="http://www.w3.org/2003/04/emma" version="1.0">
              <emma:interpretation id="{9BF8CF8F-F318-4322-8F17-FC2B91E798C0}" emma:medium="tactile" emma:mode="ink">
                <msink:context xmlns:msink="http://schemas.microsoft.com/ink/2010/main" type="inkWord" rotatedBoundingBox="8535,9084 9567,9118 9542,9882 8511,9849"/>
              </emma:interpretation>
              <emma:one-of disjunction-type="recognition" id="oneOf16">
                <emma:interpretation id="interp48" emma:lang="" emma:confidence="1">
                  <emma:literal/>
                </emma:interpretation>
              </emma:one-of>
            </emma:emma>
          </inkml:annotationXML>
          <inkml:trace contextRef="#ctx0" brushRef="#br0" timeOffset="136747.3288">2462 8253 430 0,'-2'-15'484'0,"2"15"12"0,-1-16 17 0,1 16 16 0,-5-10 10 16,5 10-20-16,0 0-29 0,-3-14-34 0,3 14-45 15,0 0-36-15,0 0-33 0,0 0-25 0,0 0-14 16,0 0-6-16,0 0-14 0,0 0-17 0,-6 40-8 16,7-14-13-16,1-3-18 0,-2 4-21 0,-2 1-18 15,4 1-171-15,-2 10-17 0,0 1 0 0,0-11 0 0,6 11 0 16,-6-3 0-16,2-7 0 0,2 10 0 15,-2-1 0-15,1 0 0 0,-3-8 0 0,0-4 0 0,3-3 0 16,-1 1 0-16,1-1 0 0,0-6-237 0,0-1-267 16,-3-7-86-16,4-1-554 0,-4-9-1238 0,6 11 547 15</inkml:trace>
          <inkml:trace contextRef="#ctx0" brushRef="#br0" timeOffset="137137.9264">2968 8331 6540 0,'14'-8'127'0,"-6"3"-89"0,-8 5-16 16,20-10-11-16,-9 8 11 0,-11 2 13 0,0 0 6 0,0 0 0 15,0 0 5-15,0 0 4 0,23 15 2 0,-23-5-2 16,0-10 6-16,-7 30-1 0,1-14 5 0,-4 1-7 16,4 5-5-16,-7 4-1 0,6-3-2 0,-6 2-6 15,5 1-2-15,2 0-7 0,-1 0 2 0,1-4 1 16,1 7-13-16,-1-7 2 0,1 4 7 0,5 4-12 15,0-4 0-15,0 2-7 0,2-8 7 0,7 7-7 0,1-1 3 16,-1-3-5-16,9-2 2 0,-3-2-2 0,6-1 2 16,-7-8 3-16,7 1-6 0,-2-6 3 0,-2 1-3 15,12-3 3-15,-9-3-1 0,9-7 12 0,-1-5-13 16,-1 3 8-16,1-2-9 0,-1-3-2 0,-3-5 4 16,3 4 5-16,1-14 9 0,-7 7-3 0,-2-5 6 15,-2-6-3-15,2-1 0 0,-6 4-4 0,-4-9-4 16,-2-1 0-16,-9 2 0 0,2 0-4 0,-5 8-4 0,-7-6 8 15,1-3-13-15,-2 12-8 0,-8-6-6 16,-4-2-13-16,6 14-20 0,-13-5-26 0,-2 3-27 0,-3 1-36 16,1 8-35-16,-5 0-48 0,8 6-45 0,3-4-65 15,-4 9-73-15,4-2-97 0,-11 1-485 0,18 4-1063 16,2 0 471-16</inkml:trace>
        </inkml:traceGroup>
        <inkml:traceGroup>
          <inkml:annotationXML>
            <emma:emma xmlns:emma="http://www.w3.org/2003/04/emma" version="1.0">
              <emma:interpretation id="{5663C2E2-E570-4258-8F7E-65F0EA8E7BD5}" emma:medium="tactile" emma:mode="ink">
                <msink:context xmlns:msink="http://schemas.microsoft.com/ink/2010/main" type="inkWord" rotatedBoundingBox="11164,8982 12957,9040 12927,9978 11134,9921"/>
              </emma:interpretation>
              <emma:one-of disjunction-type="recognition" id="oneOf17">
                <emma:interpretation id="interp49" emma:lang="" emma:confidence="1">
                  <emma:literal/>
                </emma:interpretation>
              </emma:one-of>
            </emma:emma>
          </inkml:annotationXML>
          <inkml:trace contextRef="#ctx0" brushRef="#br0" timeOffset="137893.4546">5158 8470 192 0,'-3'-17'352'0,"6"2"-5"0,0 1-2 0,4-1-13 15,-1-4-6-15,3 0-19 0,3 5-17 0,3-8-18 16,0 8-14-16,2 1-24 0,5 3-15 0,0-6-16 16,0 8-18-16,-6 2-10 0,3 2-11 0,2 1-16 15,-1 3-12-15,-20 0-12 0,37 7-11 0,-23-1-1 16,2 2-8-16,-4 9-11 0,6 2-1 0,-11-3-8 0,1 8-7 16,-6 4-6-16,4-2-3 0,-10 4-7 15,-4 2-10-15,0 4-2 0,-5 1-2 0,-1-2-5 0,-7-1-8 16,4 7 0-16,-2-6-3 0,-9 1-4 0,-1 0-3 15,1-5 1-15,-2 0-3 0,-4-3-5 0,6-2 1 16,-5-1-2-16,9-10-2 0,2 3 1 0,-2-4-4 16,8-3-1-16,-1-4-4 0,4 0 0 0,1-4-1 15,12-3 1-15,-16 9-4 0,16-9-1 0,0 0 5 16,0 0 3-16,0 0 15 0,0 0 15 0,0 0 13 16,0 0 15-16,0 0 2 0,73-18 3 0,-45 15 14 0,13-2 12 15,2-6 5-15,3 0 7 0,-2 1 3 0,0 5 0 0,-9 0-13 16,8 4-5-16,-1 0-4 0,4-3-14 0,-3 1-6 0,-2-1-8 15,-2 1-5-15,-7-1-7 0,-5 4-5 16,-2-1-17-16,-4-3-15 0,-1 2-26 0,-4-3-35 0,3 3-45 16,-3-4-59-16,-16 6-75 0,20-11-75 0,-9 4-93 15,-4 0-106-15,-2-7-489 0,-1 3-1070 0,3-4 473 16</inkml:trace>
          <inkml:trace contextRef="#ctx0" brushRef="#br0" timeOffset="138301.3639">6242 8276 119 0,'10'-5'748'0,"4"-5"-80"0,-4 2-78 0,-10 8-59 16,11-8-50-16,-11 8-48 0,12-7-52 0,-12 7-35 16,0 0-35-16,0 0-31 0,0 0-31 0,0 0-23 15,0 0-20-15,0 0-24 0,-14 41-15 16,5-22-18-16,-3 1-13 0,-5 1-16 0,4 5-7 0,-1-1-11 0,2-3-3 15,5 8-14-15,-2-5-3 0,2 6-4 0,1-5-8 16,5 4-6-16,-4 10 1 0,6-9-11 0,4 1-4 16,3 3-1-16,-2-7-10 0,7 0 5 0,1-1-7 15,0 0-10-15,2-5 30 0,5-2-25 0,1-3 4 16,0 1 17-16,5-8-2 0,-2 2 2 0,-1-5 2 16,4-1 6-16,-1-1 10 0,2-10 8 0,-1 3-3 15,2-5 3-15,2-2 10 0,-2-1-71 0,1-5-18 0,6-3 0 16,-1-7 0-16,-3 2 0 0,-4-5 0 0,-6-1 0 15,6-7 0-15,-12-3 0 0,-1-3 0 0,-8-6 0 16,-13 0 0-16,2-1 0 0,-10-2 0 0,-6 2 0 16,0 4 0-16,-7 5 0 0,-6 5 0 0,-4-2 0 15,-2 9 0-15,-2-5 0 0,-2 12 0 0,-9 5 0 16,2-2 0-16,-2 11-96 0,2-1-214 0,0 1-48 0,4 7-59 16,-1 2-77-16,13 7-130 0,-2-6-358 0,5-2-1065 15,3 2 471-15</inkml:trace>
        </inkml:traceGroup>
        <inkml:traceGroup>
          <inkml:annotationXML>
            <emma:emma xmlns:emma="http://www.w3.org/2003/04/emma" version="1.0">
              <emma:interpretation id="{920891C4-A5EE-4D12-AE41-40B258F70293}" emma:medium="tactile" emma:mode="ink">
                <msink:context xmlns:msink="http://schemas.microsoft.com/ink/2010/main" type="inkWord" rotatedBoundingBox="14458,9089 15269,9115 15241,9988 14429,9961"/>
              </emma:interpretation>
              <emma:one-of disjunction-type="recognition" id="oneOf18">
                <emma:interpretation id="interp50" emma:lang="" emma:confidence="1">
                  <emma:literal/>
                </emma:interpretation>
              </emma:one-of>
            </emma:emma>
          </inkml:annotationXML>
          <inkml:trace contextRef="#ctx0" brushRef="#br0" timeOffset="139103.471">8676 8301 351 0,'0'-9'417'0,"0"9"0"0,6-20-13 0,-1 12-4 0,-2-6-5 16,4 2-19-16,-1-1-25 0,2 5-27 0,5-6-25 15,-1 6-27-15,2 0-24 0,1 1-28 0,0 2-20 16,1 1-23-16,-16 4-16 0,33 1-18 0,-18 7-12 16,1-1-15-16,1 1-9 0,-3 3-15 0,-4 2-7 15,1 2-11-15,-2 1-15 0,-7 8-13 0,-4 4-13 16,1-3-9-16,-7 2-8 0,-3-3-8 0,-4 2-11 15,0-2-8-15,-4 1-5 0,-4-4-3 0,3 3-10 0,-2-3-7 16,-3-5 1-16,2 2-1 0,3-2-4 0,-2-3-2 16,7 2 0-16,1-6 2 0,6-3 0 0,8-6 5 15,-19 8 5-15,19-8 6 0,0 0-2 0,-11 5 4 16,11-5 8-16,0 0 8 0,0 0 9 0,0 0 8 16,0 0 12-16,0 0 11 0,0 0 7 0,37-28 8 15,-28 24 13-15,5-3 8 0,1 1 0 0,2 2 1 16,-17 4 3-16,38-1 4 0,-18 1 3 0,-20 0 5 15,43 5-2-15,-16 5 11 0,3 1 4 0,-3-3-2 16,1 8-4-16,1 0 2 0,6 8-17 0,-9-4-4 0,8 4-6 16,-11-3-14-16,-1 2 0 0,-4 2-7 0,-1-3-5 15,-4 1 1-15,-10-5-9 0,2 1 0 0,-7 1-5 16,-4 4-4-16,-5-8-13 0,-8 5-23 0,-6-2-25 16,-17 1-34-16,-7-1-45 0,-1-10-49 0,-9 6-15 15,-2-6-29-15,1-3-18 0,0-6-20 0,-2 1-29 16,4-2-37-16,2-3-26 0,6 0-20 0,4-2-55 15,0-3-314-15,16-2-787 0,5 3 348 0</inkml:trace>
        </inkml:traceGroup>
        <inkml:traceGroup>
          <inkml:annotationXML>
            <emma:emma xmlns:emma="http://www.w3.org/2003/04/emma" version="1.0">
              <emma:interpretation id="{ED058660-0C7F-4C0B-A8C7-B73BE1BAAA08}" emma:medium="tactile" emma:mode="ink">
                <msink:context xmlns:msink="http://schemas.microsoft.com/ink/2010/main" type="inkWord" rotatedBoundingBox="17364,8757 18087,8780 18051,9893 17328,9870"/>
              </emma:interpretation>
              <emma:one-of disjunction-type="recognition" id="oneOf19">
                <emma:interpretation id="interp51" emma:lang="" emma:confidence="1">
                  <emma:literal/>
                </emma:interpretation>
              </emma:one-of>
            </emma:emma>
          </inkml:annotationXML>
          <inkml:trace contextRef="#ctx0" brushRef="#br0" timeOffset="139744.0486">11477 8079 281 0,'-3'-18'450'0,"3"18"-8"0,-2-10-1 16,2 10-5-16,0 0-6 0,-6-9-18 0,6 9-30 0,0 0-27 16,0 0-31-16,0 0-31 0,-21-7-22 0,21 7-26 15,0 0-15-15,-24 18-22 0,13-6-10 0,3 2-21 16,2 0-13-16,0 3-5 0,-2 9-18 0,6 1-8 16,1 1-15-16,-2 0-10 0,6 8-2 0,0-8-19 15,10 12-5-15,-1-5-7 0,6 4-7 0,2-2-7 16,1 1-5-16,5-5-9 0,-2 4 8 0,1-3-20 0,2 3-1 15,-1-2 1-15,-1-1-8 0,-1-1-2 16,-7-11-9-16,-3 1-12 0,0-1-12 0,-6-6-13 16,-1 4-9-16,-4-4-16 0,-5-2-12 0,-4-1-18 0,-4 1-11 15,-4 0-15-15,-3-2-15 0,-5 1-3 0,-7-7-2 16,-1 4-5-16,2-7 0 0,-7 1 8 0,2 0 9 16,0-1 8-16,-1-3 10 0,3-3 11 0,4 0 11 15,3-4 9-15,5 2 12 0,2-1 37 0,0 0 37 16,5 0 31-16,1-6 24 0,2 3 12 0,6-3 12 15,3 12 8-15,5-22-4 0,1 6 5 0,6-5 3 0,6-3 9 16,10-6 16-16,10 0 26 0,2-5 35 0,7 3 25 16,16-14 37-16,5 2 36 0,-4-8 2 0,-4 1-119 15,-3 2-183-15,-16 9 0 0,12-16 0 0,-16 12 0 16,-7 2 0-16,-3 2 0 0,-2 0 0 0,-8 3 0 16,-6 0 0-16,-8 10 0 0,-3 0 0 0,-1 1 0 15,-12 0 0-15,1 5 0 0,-4 0 0 0,-8 2 0 16,-1 1 0-16,-4 4 0 0,-5 0 0 0,0 2 0 0,-4 1 0 15,4 4 0-15,1 2 0 0,-12 4 0 16,4-1 0-16,10 4-295 0,-11 3-246 0,9 2-102 0,3 0-476 16,-3-2-1212-16,3 7 536 0</inkml:trace>
        </inkml:traceGroup>
        <inkml:traceGroup>
          <inkml:annotationXML>
            <emma:emma xmlns:emma="http://www.w3.org/2003/04/emma" version="1.0">
              <emma:interpretation id="{CA1D4FFE-BA3E-4A5C-BAC2-3A6DB095C739}" emma:medium="tactile" emma:mode="ink">
                <msink:context xmlns:msink="http://schemas.microsoft.com/ink/2010/main" type="inkWord" rotatedBoundingBox="19896,10087 20805,10117 20796,10403 19887,10374"/>
              </emma:interpretation>
              <emma:one-of disjunction-type="recognition" id="oneOf20">
                <emma:interpretation id="interp52" emma:lang="" emma:confidence="0.5">
                  <emma:literal>-9</emma:literal>
                </emma:interpretation>
                <emma:interpretation id="interp53" emma:lang="" emma:confidence="0">
                  <emma:literal>-99</emma:literal>
                </emma:interpretation>
                <emma:interpretation id="interp54" emma:lang="" emma:confidence="0.5">
                  <emma:literal>-- 9</emma:literal>
                </emma:interpretation>
                <emma:interpretation id="interp55" emma:lang="" emma:confidence="0">
                  <emma:literal>-- q</emma:literal>
                </emma:interpretation>
                <emma:interpretation id="interp56" emma:lang="" emma:confidence="0">
                  <emma:literal>#9</emma:literal>
                </emma:interpretation>
              </emma:one-of>
            </emma:emma>
          </inkml:annotationXML>
          <inkml:trace contextRef="#ctx0" brushRef="#br0" timeOffset="182572.4702">13893 9359 7 0,'-14'11'299'15,"0"1"-11"-15,6-3-15 0,-2-1-17 0,4 1-2 0,6-9-1 16,-9 10 14-16,9-10 9 0,-4 15 11 16,4-15-13-16,0 0-8 0,0 0-10 0,21 11-20 0,-21-11-13 15,28 0-13-15,-12 0-22 0,-16 0-17 0,41-4-15 16,-19-2-16-16,5 1-22 0,2-2-34 0,-2 0-42 16,1 2-46-16,0-6-59 0,1 3-57 0,-1 1-55 15,-1 0-58-15,-2-4-85 0,-10 4-335 0,2-2-705 16,-3 0 313-16</inkml:trace>
          <inkml:trace contextRef="#ctx0" brushRef="#br0" timeOffset="182744.3313">14347 9218 133 0,'0'0'399'0,"0"0"-28"15,16 26-10-15,-16-26-12 0,0 0-14 0,34 0-17 16,-34 0-29-16,35-5-30 0,-35 5-31 0,40 0-40 0,-15-2-53 15,6-4-71-15,-2 1-75 0,-5 0-71 0,3-1-86 16,1-2-101-16,-1 1-215 0,1 0-523 16,-1-1 232-16</inkml:trace>
          <inkml:trace contextRef="#ctx0" brushRef="#br0" timeOffset="182400.6631">13839 9259 270 0,'0'0'367'0,"0"0"-5"15,-17-4 6-15,17 4-2 0,0 0 0 0,0 0-4 0,0 0-10 16,0 0-15-16,0 0-23 0,0 0-19 0,0 0-12 16,-16-7-23-16,16 7-10 0,0 0-11 0,0 0-15 15,0 0-10-15,0 0-18 0,0 0-14 0,0 0-19 16,48-10-15-16,-33 5-17 0,1 2-12 0,5-1-9 15,-1 1-14-15,2 1-6 0,4-1-17 0,2-4-18 16,-1 0-25-16,-3 2-39 0,-2 1-38 0,-2 2-43 0,1-3-47 16,0 2-52-16,-6 0-49 0,-15 3-43 0,21-3-42 15,-21 3-38-15,0 0-38 0,0 0-359 0,0 0-822 16,0 0 364-16</inkml:trace>
        </inkml:traceGroup>
      </inkml:traceGroup>
    </inkml:traceGroup>
    <inkml:traceGroup>
      <inkml:annotationXML>
        <emma:emma xmlns:emma="http://www.w3.org/2003/04/emma" version="1.0">
          <emma:interpretation id="{3310D497-B5B0-4C19-95FD-F315BE0358A0}" emma:medium="tactile" emma:mode="ink">
            <msink:context xmlns:msink="http://schemas.microsoft.com/ink/2010/main" type="paragraph" rotatedBoundingBox="5835,10178 21963,9799 22015,12031 5888,12410" alignmentLevel="1"/>
          </emma:interpretation>
        </emma:emma>
      </inkml:annotationXML>
      <inkml:traceGroup>
        <inkml:annotationXML>
          <emma:emma xmlns:emma="http://www.w3.org/2003/04/emma" version="1.0">
            <emma:interpretation id="{848EAB9A-D2FA-430D-AE1F-6A42C9D89FD4}" emma:medium="tactile" emma:mode="ink">
              <msink:context xmlns:msink="http://schemas.microsoft.com/ink/2010/main" type="line" rotatedBoundingBox="5835,10178 21963,9799 22015,12031 5888,12410">
                <msink:destinationLink direction="with" ref="{6C4C04DE-8BDE-4461-BF61-CBF2A369A6CB}"/>
              </msink:context>
            </emma:interpretation>
          </emma:emma>
        </inkml:annotationXML>
        <inkml:traceGroup>
          <inkml:annotationXML>
            <emma:emma xmlns:emma="http://www.w3.org/2003/04/emma" version="1.0">
              <emma:interpretation id="{B6AE9FE1-4DB0-4B3D-B2F1-9A7E9DEDA759}" emma:medium="tactile" emma:mode="ink">
                <msink:context xmlns:msink="http://schemas.microsoft.com/ink/2010/main" type="inkWord" rotatedBoundingBox="5848,10702 6450,10688 6469,11481 5866,11495"/>
              </emma:interpretation>
              <emma:one-of disjunction-type="recognition" id="oneOf21">
                <emma:interpretation id="interp57" emma:lang="" emma:confidence="1">
                  <emma:literal/>
                </emma:interpretation>
              </emma:one-of>
            </emma:emma>
          </inkml:annotationXML>
          <inkml:trace contextRef="#ctx0" brushRef="#br0" timeOffset="141165.8559">1 9804 198 0,'0'0'337'0,"0"0"0"0,-6-8 7 15,6 8 0-15,0 0-4 0,0 0-8 0,0 0-13 16,-8-11-7-16,8 11-9 0,0 0-6 0,0 0-16 16,0 0-11-16,0 0-8 0,-33 19-8 0,23-12-12 15,1 4-11-15,-5 8-15 0,-4 1-13 0,4 0-12 16,0 5-18-16,0-1-9 0,1 1-16 0,2 4-15 16,-2-1-11-16,1 7-10 0,2-6-12 0,-3 9-11 0,7-3-9 15,0-8-8-15,3 3-7 0,0 2-8 0,6-1-5 16,0-1-4-16,3 10-6 0,2-15-1 15,5 6-9-15,-1-6-1 0,4 1-2 0,0-4 2 0,3-3-3 16,3-1 15-16,-1 0 3 0,4-6 13 0,-1-2 1 16,4-3 1-16,0-2 13 0,1-5 5 0,-2 0 5 15,0-3-7-15,0-6 5 0,-2-3-4 0,2 2-4 16,-5-6 11-16,3 0-58 0,-1-2-27 0,-4-2 0 0,1-5 0 16,-5 3 0-16,3-5 0 0,-5 2 0 15,2-12 0-15,-7-2 0 0,-4 0 0 0,0-1 0 0,-10-4 0 16,-3-1 0-16,-5-2 0 0,-2 4 0 0,-1-1 0 15,-10 5 0-15,4 2 0 0,-8 4 0 0,2 3 0 16,-1 14 0-16,4-2 0 0,-11 0 0 0,7 10 0 16,1 1 0-16,-2 3 0 0,-2 3-143 0,4 2-90 15,-1 3-34-15,6 3-27 0,2-2-38 0,1 5-44 16,1 1-45-16,-2 6-74 0,7-8-444 0,4 5-1017 16,2-3 451-16</inkml:trace>
        </inkml:traceGroup>
        <inkml:traceGroup>
          <inkml:annotationXML>
            <emma:emma xmlns:emma="http://www.w3.org/2003/04/emma" version="1.0">
              <emma:interpretation id="{0C9277E2-E8FA-4C5D-94F0-880BA71146DD}" emma:medium="tactile" emma:mode="ink">
                <msink:context xmlns:msink="http://schemas.microsoft.com/ink/2010/main" type="inkWord" rotatedBoundingBox="8589,10785 9361,10767 9382,11661 8610,11679"/>
              </emma:interpretation>
              <emma:one-of disjunction-type="recognition" id="oneOf22">
                <emma:interpretation id="interp58" emma:lang="" emma:confidence="1">
                  <emma:literal/>
                </emma:interpretation>
              </emma:one-of>
            </emma:emma>
          </inkml:annotationXML>
          <inkml:trace contextRef="#ctx0" brushRef="#br0" timeOffset="142217.748">2859 9925 130 0,'0'0'445'16,"-11"-11"0"-16,11 11-13 0,-8-7 10 0,8 7-6 0,-15-8-16 15,15 8-17-15,-19-4-26 0,19 4-19 0,0 0-15 16,-31 15-26-16,12-7-19 0,0 13-15 0,2-3-15 16,-4 4-2-16,-6 6-31 0,0 11-36 0,7-5 2 15,2 0-20-15,-2 0-10 0,4 5-9 0,-3-2-19 16,6-1-17-16,6 3-19 0,0-10-5 0,1 7-12 15,3 6-1-15,3-6-19 0,0-5-12 0,3-2 0 16,8 0-5-16,-2-1-6 0,4 0-2 0,1-2 2 16,7-1-4-16,-2-2 5 0,4-3 6 0,3-4 7 15,-1 1-1-15,2-8 9 0,3-1-60 0,2-1-9 0,-1-4 0 16,4-5 0-16,6-2 0 0,2-3 0 0,-1-1 0 16,1-8 0-16,-2 2 0 0,-12-1 0 0,7-5 0 15,-9 0 0-15,1-6 0 0,-1-5 0 0,-2-2 0 16,-6-3 0-16,-1 0 0 0,-6-2 0 0,-4-2 0 15,-1-7 0-15,-4 1 0 0,-5-5 0 0,-4-1 0 16,-4 0 0-16,-5 3 0 0,-4-2 0 0,-8 8 0 0,0 9 0 16,-6 1 0-16,-4 6 0 0,-4 5 0 0,2 3 0 15,-7 5 0-15,3 7 0 0,1 3 0 0,0 7 0 16,-2 3 0-16,3 3 0 0,0 3 0 0,13 1-370 16,-1 4-160-16,7-1-88 0,0 7-495 0,-3-3-1204 15,2-3 532-15</inkml:trace>
        </inkml:traceGroup>
        <inkml:traceGroup>
          <inkml:annotationXML>
            <emma:emma xmlns:emma="http://www.w3.org/2003/04/emma" version="1.0">
              <emma:interpretation id="{F903A1AA-70E5-4B61-8807-9C2BFF6FC466}" emma:medium="tactile" emma:mode="ink">
                <msink:context xmlns:msink="http://schemas.microsoft.com/ink/2010/main" type="inkWord" rotatedBoundingBox="11812,10889 12431,10875 12452,11799 11833,11814"/>
              </emma:interpretation>
              <emma:one-of disjunction-type="recognition" id="oneOf23">
                <emma:interpretation id="interp59" emma:lang="" emma:confidence="1">
                  <emma:literal/>
                </emma:interpretation>
              </emma:one-of>
            </emma:emma>
          </inkml:annotationXML>
          <inkml:trace contextRef="#ctx0" brushRef="#br0" timeOffset="147783.5272">6012 10100 518 0,'0'0'486'16,"-7"-20"-16"-16,6 12 1 0,1 8 8 0,-7-16-7 16,7 16-26-16,-12-10-19 0,12 10-31 0,-16-2-29 15,16 2-19-15,0 0-18 0,-35 21-19 0,15-2-10 0,5 0-26 16,-7 2-15-16,2 3-18 0,5 0-12 0,0 3-18 16,-11 6-16-16,11 6-17 0,2-11-16 0,2 8-13 15,-2-1-18-15,8-3-12 0,-2-2-9 0,7 10-12 16,0-5-99-16,4-6 0 0,-1 1 0 0,9 7 0 15,2-1 0-15,-6-7 0 0,6-2 0 0,8 6 0 16,5 0 0-16,-7-11 0 0,-2 2 0 0,9-5 0 0,-2-5 0 16,-1-1 0-16,-2-1 0 0,-2-5 0 15,1-4 0-15,7-3 0 0,-2-3 0 0,-3-8 0 0,6 1 0 16,-2-6 0-16,-5-3 0 0,0-3 0 0,10-12 0 16,-9 2 0-16,6-6 0 0,-9-2 0 0,-4 0 0 15,-3-8 0-15,-1-1 0 0,-5 1 0 0,-4-3 0 16,0 0 0-16,-8-3 0 0,-1 3 0 0,-2 3 0 15,-11-1 0-15,0 4 0 0,-6 13 0 0,4 0 0 16,-9 3 0-16,3 9 0 0,0 5 0 0,-1 3 0 16,-13 1 0-16,11 1 0 0,0 6 0 0,-2 4 0 0,2 2 0 15,0 3 0-15,2 9 0 0,-1 2 0 0,-2 6-576 16,4-4-694-16,5 0-1374 0,7 1 608 0</inkml:trace>
        </inkml:traceGroup>
        <inkml:traceGroup>
          <inkml:annotationXML>
            <emma:emma xmlns:emma="http://www.w3.org/2003/04/emma" version="1.0">
              <emma:interpretation id="{1E88FAB8-4C6B-48E4-8218-F9EAB843EE3D}" emma:medium="tactile" emma:mode="ink">
                <msink:context xmlns:msink="http://schemas.microsoft.com/ink/2010/main" type="inkWord" rotatedBoundingBox="14100,10688 16642,10628 16677,12157 14136,12216"/>
              </emma:interpretation>
              <emma:one-of disjunction-type="recognition" id="oneOf24">
                <emma:interpretation id="interp60" emma:lang="" emma:confidence="1">
                  <emma:literal/>
                </emma:interpretation>
              </emma:one-of>
            </emma:emma>
          </inkml:annotationXML>
          <inkml:trace contextRef="#ctx0" brushRef="#br0" timeOffset="156236.1326">9470 9804 435 0,'0'-22'468'0,"0"13"-22"0,0 9 2 0,-7-19 12 15,7 19 12-15,0-18-6 0,0 18-13 0,0 0-28 16,0-14-25-16,0 14-22 0,0 0-27 0,0 0-12 16,0 0-12-16,0 0-8 0,0 0-11 0,0 0-12 0,8 53-8 15,-11-17-4-15,-2 6-11 0,4 4-8 16,-4 1-15-16,0 6-210 0,2 2-40 0,0 15 0 0,-3 1 0 16,-6 5 0-16,16-3 0 0,-11-1 0 0,4 5 0 15,2-8 0-15,1-18 0 0,-4 5 0 0,1 13 0 16,-3-19 0-16,4-4 0 0,1-1 0 0,-4-1 0 15,2-3 0-15,-2-11-160 0,4-2-406 0,1-5-88 16,-2-6-482-16,-1-1-1230 0,8-11 545 0</inkml:trace>
          <inkml:trace contextRef="#ctx0" brushRef="#br0" timeOffset="156470.4842">9724 10294 440 0,'6'-16'633'0,"-3"3"-60"0,1 0-52 16,4 5-44-16,-8 8-18 0,0 0-8 0,0 0-2 16,0 0-3-16,0 0-25 0,12 29-29 0,-10-1-26 15,1 14-19-15,-3 5-26 0,0 2-22 0,0-1-27 16,2 4-15-16,-1 3-37 0,-7-3-24 0,6 4-23 0,-7-3-23 16,6 1-38-16,-2-3-56 0,6-2-70 0,-3-5-66 15,0 0-83-15,-2-2-79 0,4-13-85 0,6 0-78 16,-8-3-86-16,6-11-117 0,-1-7-343 0,1-1-1029 15,-6-7 456-15</inkml:trace>
          <inkml:trace contextRef="#ctx0" brushRef="#br0" timeOffset="156832.2219">10178 10575 6279 0,'6'-16'135'0,"-3"4"-81"0,-3 0-30 15,0 12 6-15,5-12 21 0,-5 12 40 0,1-14 34 16,-1 14 23-16,0 0-2 15,0 0 0-15,0 0-13 0,0 0-6 0,0 0 3 0,-41 26 4 0,27-7 1 0,0 3-2 16,-2 1 2-16,-3 13-100 0,5-2-35 0,0 6 0 16,6-1 0-16,1 3 0 0,1 1 0 0,6-3 0 15,0 3 0-15,3-3 0 0,5 0 0 0,5-3 0 16,-2 3 0-16,9-7 0 0,-5-7 0 0,5-2 0 16,2-5 0-16,-1 3 0 0,1-12 0 0,2 2 0 15,1-5 0-15,2-1 0 0,0-6 0 0,0-2 0 0,-2-4 0 16,2-2 0-16,0-8 0 0,-4 0 0 15,3-1 0-15,-6-4 0 0,-2-3 0 0,8-9 0 0,-8 8 0 16,-2-10 0-16,-1-4 0 0,-7-6 0 0,-1-3 0 16,-7-7 0-16,-4 1 0 0,-7 4 0 0,5-5 0 15,-8 8 0-15,-2 3 0 0,-3 4 0 0,3 5 0 16,-7 5 0-16,-9 3 0 0,2 2 0 0,1 7 0 16,4 7 0-16,-16-5 0 0,3 7 0 0,3 4-167 15,-6 0-106-15,10-1-48 0,-1 5-38 0,-11 2-48 16,12 3-50-16,4-8-74 0,-5 4-415 0,9 5-1026 0,2-3 454 15</inkml:trace>
          <inkml:trace contextRef="#ctx0" brushRef="#br0" timeOffset="155454.9293">8156 10037 214 0,'-23'-1'358'0,"23"1"-5"15,0 0-9-15,-21 3 5 0,21-3-5 0,0 0 0 16,-27 0 7-16,27 0 2 0,-17 3-2 0,17-3-4 0,0 0-15 15,-27 2-3-15,27-2-16 0,0 0-14 0,-22 2-15 16,22-2-20-16,0 0-28 0,0 0-10 0,0 0-24 16,0 0-12-16,0 0-16 0,0 0-13 0,0 0-9 15,0 0-20-15,0 0-17 0,0 0-2 0,0 0-23 16,60-13-6-16,-32 8-8 0,13-2-12 0,2-2-23 16,3 3-27-16,-15 4-39 0,17-3-44 0,-5-3-58 15,-1 1-53-15,1 6-55 0,-2-5-47 0,2 1-50 0,-15-2-46 16,1 7-56-16,-1-3-63 0,-14-1-343 0,7-1-910 15,-7 2 402-15</inkml:trace>
          <inkml:trace contextRef="#ctx0" brushRef="#br0" timeOffset="155908.0341">8705 9932 90 0,'0'0'410'0,"0"0"-32"0,0 0-37 0,-43-7-22 0,43 7-17 15,0 0-3-15,0 0-9 0,0 0-15 16,0 0-12-16,25-19-18 0,-25 19-18 0,21-7-19 0,-5 1-25 15,-2 0-19-15,-14 6-19 0,28-6-5 0,-9 6-22 16,-19 0-10-16,26 4-11 0,-26-4-8 0,25 7-8 16,-17-4-15-16,-8-3-2 0,14 18-11 0,-9-11-10 15,-4 6 1-15,-1-13-5 0,-4 29-5 0,0-15-7 0,-7 1-5 16,3 1-3-16,-4 0-2 0,-4 3 1 16,2 0-3-16,-1-4 0 0,0 7-5 0,-3-5 2 0,2-4-6 15,2-1 5-15,5-2-3 0,-2 5-5 16,-2-8 1-16,8 1-4 0,5-8 6 0,-11 12-4 0,11-12-2 15,-6 7 3-15,6-7 3 0,0 0-1 0,0 0 5 16,0 0 5-16,0 0 6 0,28 12 6 0,-28-12 4 16,32-1 4-16,-15 2-1 0,4 1-2 0,-2 2 0 15,1-1 4-15,3 1-5 0,-6-3 4 0,10 6 0 0,-8 4-6 16,3-3 5-16,-2 1-2 0,-1 0 4 16,-3 0-3-16,-2 7 6 0,-1-4 3 0,-3 3-2 0,5 3-1 15,-8 0-10-15,-1-3 0 0,-1 8 1 0,-4-1-2 16,-1 3-3-16,-4-1-1 0,-1-7-3 0,-5 5-4 15,-1 4 0-15,-3-7-6 0,-5 1-8 0,-1 2-8 16,-4-2-17-16,-1-1-18 0,-2-5-16 0,-2 3-13 16,4-4-12-16,-2 0-22 0,0-6-14 0,-1 0-12 15,6-5-18-15,1-2-14 0,-6-2-23 0,11-3-34 16,-4-2-28-16,1-7-71 0,8 0-64 0,-3-10-283 0,3-1-718 16,4-3 317-16</inkml:trace>
        </inkml:traceGroup>
        <inkml:traceGroup>
          <inkml:annotationXML>
            <emma:emma xmlns:emma="http://www.w3.org/2003/04/emma" version="1.0">
              <emma:interpretation id="{EC698FB1-917B-4A04-BCC4-266403F964C3}" emma:medium="tactile" emma:mode="ink">
                <msink:context xmlns:msink="http://schemas.microsoft.com/ink/2010/main" type="inkWord" rotatedBoundingBox="17543,9903 21963,9799 22008,11740 17588,11844"/>
              </emma:interpretation>
              <emma:one-of disjunction-type="recognition" id="oneOf25">
                <emma:interpretation id="interp61" emma:lang="" emma:confidence="1">
                  <emma:literal/>
                </emma:interpretation>
              </emma:one-of>
            </emma:emma>
          </inkml:annotationXML>
          <inkml:trace contextRef="#ctx0" brushRef="#br0" timeOffset="168665.2243">13871 10054 543 0,'0'0'507'16,"0"0"-57"-16,6-12-42 0,-6 12-36 0,0 0-16 0,0 0-7 16,0 0-10-16,0 0-9 0,0 0-15 0,0 0-18 15,0 0-20-15,-9 46-10 0,3-24-22 0,-2 3-17 16,3 1-16-16,-1 4-17 0,2-1-15 0,-2-2-16 15,1 4-12-15,4-2-17 0,-1 3-16 0,4 8-9 16,-2-9-9-16,5-1-13 0,-2 2-8 0,5 3-12 16,-2-7-1-16,5-2-11 0,-3-1-3 0,1-1-4 0,2-7-4 15,-1-1-9-15,3-2-1 0,-4-2 1 16,5 0-5-16,0-5 0 0,1 0-4 0,2-5 1 0,-17-2-9 16,36-2 7-16,-20-3-8 0,5-3 2 0,-2-2-3 15,3-1-4-15,-2-7-2 0,-4 0 1 0,3 2-1 16,-3-8-3-16,-2-4 2 0,-1 2-6 0,-1-14-2 15,-4-4-16-15,-4 0-26 0,-4 3-19 0,-4-7-15 16,-2 9-10-16,-5-2-8 0,3 12-2 0,-6 4-6 16,1 0-17-16,-3 2-11 0,-4 6-24 0,-1 1-19 15,6 6-36-15,-12-2-20 0,-2 4-26 0,1 0-25 0,-1 6-37 16,1-1-39-16,-1 3-69 0,-4 0-306 0,5 3-789 16,-1-1 349-16</inkml:trace>
          <inkml:trace contextRef="#ctx0" brushRef="#br0" timeOffset="166996.5155">11600 9899 190 0,'0'0'371'0,"-32"-6"-15"0,32 6-3 0,-23 0 1 0,23 0-6 16,-22 1-3-16,22-1-2 0,0 0-2 0,-27 0-15 16,27 0-24-16,0 0-23 0,-19-1-23 0,19 1-19 15,0 0-25-15,0 0-13 0,0 0-17 0,0 0-21 16,0 0-12-16,0 0-18 0,47-12-11 0,-20 8-15 15,1 0-23-15,6 0-32 0,-4 1-40 0,4-3-50 16,0 1-43-16,7-2-51 0,3 0-52 0,-14 3-46 0,11-4-58 16,-9 4-45-16,-2-4-93 0,0-5-251 15,-2 7-737-15,-1-8 326 0</inkml:trace>
          <inkml:trace contextRef="#ctx0" brushRef="#br0" timeOffset="167199.6562">12229 9630 271 0,'-11'-19'431'15,"11"19"-34"-15,-3-12-18 0,3 12-5 0,0 0-19 16,-7-11-6-16,7 11-12 0,0 0-12 0,0 0-4 16,0 0-11-16,0 0-28 0,0 0-15 0,0 0-20 0,-9 33-26 15,12-16-24-15,0-3-16 0,2 4-19 0,-3 1-13 16,4 2-15-16,5 4-15 0,0-1-12 0,-3 1-25 16,1 2-36-16,-4-2-40 0,5 0-63 0,-6 6-60 15,7-6-65-15,-3-2-60 0,-3 2-62 0,-2-6-82 16,4-1-408-16,-9-6-860 0,8 2 381 0</inkml:trace>
          <inkml:trace contextRef="#ctx0" brushRef="#br0" timeOffset="167699.592">12561 9630 218 0,'-2'-12'359'16,"2"12"-22"-16,-3-20-14 0,-5 11-19 0,8 9-8 15,-1-15 7-15,1 15-13 0,0 0-17 0,-8-8-23 16,8 8-26-16,0 0-17 0,0 0-22 0,0 0-9 16,-24 27-10-16,19-14-12 0,1 6-8 0,-3 2-6 0,7 3-14 15,0 2-11-15,5 3-8 0,-3 0-8 0,4-1-4 16,3 10-10-16,6 1-4 0,-3-4-11 0,2 7-3 16,7-8-9-16,-5-8-7 0,3 8-4 0,3-3-7 15,-8-3-5-15,5-7-3 0,-3 5 3 0,3-1-16 16,-3-6-12-16,-1 2-15 0,-7-4-11 0,5-3-15 15,-7 1-5-15,-1-5-16 0,-3 2 4 0,-2-12-11 0,-5 18-9 16,5-18 0-16,-8 15 5 0,0-8 4 0,8-7-7 16,-19 12 1-16,8-9 5 0,-3 4 3 0,-4-3 5 15,18-4 5-15,-28 2 8 0,28-2 8 0,-28-2 2 16,28 2 5-16,-29-4 12 0,29 4 10 0,-20-8 16 16,13 2 5-16,7 6 26 0,-11-15 12 0,6 8 6 15,5 7 7-15,-1-20 21 0,2 5 2 0,4 0 3 16,-2-3 2-16,8 3-4 0,0-5 0 0,4-4-2 15,4-4 4-15,-5 3 6 0,8-8-6 0,-1-2-2 16,-1 2-9-16,-1 7-4 0,-3 1-8 0,3-11-5 0,-5 9-7 16,0-7-9-16,-6 5-7 0,-2 2-3 0,-2 1-8 15,0-1-3-15,-4 3-3 0,-1 5-7 0,-2-6-12 16,-4 6-4-16,-1 7-6 0,1-2-8 0,-1 0-18 16,-5 3-15-16,-1 3-13 0,0 0-18 0,1 4-36 15,13 4-29-15,-30-4-37 0,30 4-22 0,-33 8-35 16,17 0-40-16,2-1-40 0,-1 1-75 0,-4 4-319 0,8 1-766 15,0-1 339-15</inkml:trace>
          <inkml:trace contextRef="#ctx0" brushRef="#br0" timeOffset="168090.2097">13272 9638 331 0,'0'0'412'15,"0"-17"6"-15,0 17 1 0,2-15 8 0,-2 15-1 16,0-11 1-16,0 11-10 0,0 0-14 0,0-14-22 15,0 14-32-15,0 0-33 0,0 0-23 0,0 0-29 0,0 0-15 16,0 0-13-16,0 0-7 0,-16 40 3 0,9-15-13 16,-2 6 0-16,1 9-12 0,-5 2-4 0,7 3 4 15,-6 10-27-15,4-4-19 0,-7 18-14 0,6-20-13 16,-1 5-15-16,7-1-4 0,-1-1-64 0,4 0-51 16,-2 3 0-16,2-5 0 0,0 1 0 0,5 0 0 15,-2-6 0-15,5-5 0 0,-4 1-136 0,0-11-123 16,7-7-62-16,-2-5-59 0,-4 1-59 0,-2-6-71 15,7 0-85-15,-6-6-331 0,-4-7-1002 0,0 0 444 0</inkml:trace>
          <inkml:trace contextRef="#ctx0" brushRef="#br0" timeOffset="168290.2252">13392 10084 393 0,'5'-15'468'15,"-2"0"-24"-15,8-2-23 0,-5 5-6 0,4-1-11 0,-4 4-18 0,-6 9-19 0,10-12-17 0,-10 12-12 16,0 0-17-16,0 0-25 0,0 0-20 0,20 25-26 15,-15-8-14-15,-3 8-21 0,-1 1-15 0,-1 5-17 16,-1 8-17-16,2-1-17 0,-4-2-5 0,1 5-27 16,-1-1-10-16,3-1-14 0,3 1-21 0,-6-1-33 0,6 0-47 15,-6-11-63-15,6-1-72 0,-1-1-77 0,0-1-81 16,4-6-84-16,0-5-114 0,-3 0-372 16,2-4-943-16,-5-10 417 0</inkml:trace>
          <inkml:trace contextRef="#ctx0" brushRef="#br0" timeOffset="183449.8732">14742 9799 123 0,'-16'5'364'0,"16"-5"-18"0,-13 6-12 16,13-6 2-16,0 0 10 0,0 0 10 0,0 0 5 16,0 0-6-16,0 0-11 0,57-9-11 0,-14 0-3 0,3-2 10 15,-2 0 4-15,11-2-4 0,2 3-23 0,0-4-25 16,0 3-35-16,-2-2-25 0,5-1-24 0,-1 1-38 16,-7 1-46-16,0 0-34 0,-8 1-65 0,-9 8-53 15,-5-3-62-15,-6 1-61 0,-5 2-56 0,-5-2-53 16,-14 5-51-16,13-6-64 0,-13 6-77 0,0 0-348 15,0 0-864-15,0 0 382 0</inkml:trace>
          <inkml:trace contextRef="#ctx0" brushRef="#br0" timeOffset="183231.1141">15074 8927 269 0,'-8'-12'432'16,"8"12"-9"-16,0 0-2 0,-8-11 2 0,8 11-4 0,-13-8-10 16,13 8-18-16,0 0-26 0,-22-8-26 0,22 8-31 15,-20 1-19-15,20-1-23 0,0 0-15 0,-35 12-18 16,21-5-19-16,4-1-18 0,-9 6-13 0,5-1-14 16,-2-1-16-16,2 0-8 0,1 3-18 0,-1-1-10 15,5 3-14-15,-2-4-6 0,4 3-11 0,4-3-8 16,-3 4-10-16,1 1-8 0,2-2-4 0,4-3-6 0,-1-11-4 15,7 20-9-15,-4-11-2 0,8 7-16 0,2-9-13 16,1 4-18 0,-5-7-12-16,10 3-4 0,-3-1-5 15,3-6-5-15,-19 0-1 0,38 0-2 0,-21 0-1 16,-17 0 1-16,32-6 12 0,-12 2-6 0,-8-2 5 0,-1-3 6 16,3 1 2-16,-3-2 2 0,-2-5 5 0,-1 4 5 15,-1-3 5-15,-6 0 12 0,4-1 13 0,0 1 14 16,-4 1 11-16,1 2 22 0,-2 11 15 0,0-15 5 15,0 15 12-15,3-12 5 0,-3 12 9 0,0 0-16 16,3-14-3-16,-3 14-9 0,0 0-5 0,0 0-10 16,0 0-14-16,0 0 0 0,0 0-2 0,0 0-10 15,0 0 7-15,0 0-3 0,8 33-45 0,-3-14-3 0,-4 7 0 16,6 1 0-16,-1 1 0 0,0 13 0 16,4-4 0-16,-2 2 0 0,-4 0 0 0,3-8 0 0,1 5 0 15,-2 1 0-15,0-10 0 0,1 1 0 0,-4-2 0 16,5 0 0-16,-2-2 0 0,-4-8-181 0,-2 2-54 15,3 1-40-15,-2-4-40 0,-1-4-34 0,0-11-34 16,-6 19-37-16,4-8-33 0,2-11-52 0,-12 14-342 16,5-6-915-16,-4-2 405 0</inkml:trace>
          <inkml:trace contextRef="#ctx0" brushRef="#br0" timeOffset="183934.1829">14993 10358 90 0,'10'-15'417'0,"7"-5"-10"16,4 1 28-16,4 0 18 0,10-2 28 0,1 1 18 15,10 0 17-15,0 1 16 0,1 1 7 0,2 6-30 16,0-1-40-16,-2 5-44 0,4-3-45 0,0 3-39 0,-4-1-34 16,-4-2-33-16,-1 2-30 0,1 1-41 0,-15-1-43 15,-1 2-39-15,-6 5-36 0,1-3-36 0,-3-1-45 16,5-4-40-16,-10 7-35 0,-14 3-50 0,20-4-56 16,-20 4-54-16,19-5-68 0,-19 5-79 0,0 0-107 15,11-3-539-15,-11 3-1109 0,0 0 491 0</inkml:trace>
          <inkml:trace contextRef="#ctx0" brushRef="#br0" timeOffset="183746.7332">15007 10014 265 0,'-4'16'516'0,"-4"0"-56"0,6-1-38 0,2 1-28 15,-1 2-5-15,-3 8 1 0,8-7-7 16,-4 3-12-16,1 0-28 0,5-1-25 0,-2 2-28 16,7 3-24-16,-2 0-22 0,4 0-17 0,1-1-22 0,2-1-17 15,3 2-17-15,-2-1-14 0,4-3-18 0,2 0-10 16,0 3-15-16,-6-1-10 0,3-2-14 0,-2 0-3 16,-1-1-14-16,-3 0-7 0,4 0-6 0,-4 0-10 15,-6-3-6-15,0 1-7 0,-2-7-8 0,-4 6-18 16,-1-6-10-16,-2 4-22 0,-4-3-15 0,2 2-17 15,-10-3-20-15,4 4-32 0,-4-6-44 0,-6 4-42 0,5-6-42 16,-3-2-38-16,-2 1-28 0,-8-4-29 16,-2-2-33-16,29-1-47 0,-46-13-344 0,18 6-812 0,3-10 359 15</inkml:trace>
        </inkml:traceGroup>
      </inkml:traceGroup>
    </inkml:traceGroup>
  </inkml:traceGroup>
</inkml:ink>
</file>

<file path=ppt/ink/ink15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7T08:35:56.346"/>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09C90195-DFC3-499F-8982-50B2ECEDC42C}" emma:medium="tactile" emma:mode="ink">
          <msink:context xmlns:msink="http://schemas.microsoft.com/ink/2010/main" type="inkDrawing" rotatedBoundingBox="18349,226 18736,5529 17301,5634 16914,331" semanticType="verticalRange" shapeName="Other">
            <msink:sourceLink direction="with" ref="{01D532C0-4580-4BD4-8C6D-E765ED3F9FAB}"/>
            <msink:sourceLink direction="with" ref="{F47FFB6D-4BB9-4507-B4A5-E8755024AF44}"/>
            <msink:sourceLink direction="with" ref="{5F238AA5-E4B8-4464-ABA8-F3D770AAFCE6}"/>
          </msink:context>
        </emma:interpretation>
      </emma:emma>
    </inkml:annotationXML>
    <inkml:trace contextRef="#ctx0" brushRef="#br0">224 40 170 0,'0'0'324'0,"0"0"-8"0,0 0-5 16,-20 1-9-16,20-1-10 0,0 0-5 0,0 0-14 16,0 0-2-16,0 0 4 0,0 0-10 0,0 0-3 0,0 0-13 15,0 0-11-15,0 0-7 0,64 0-20 0,-37 0-16 16,5-3-16-16,0-1-16 0,1 1-12 15,9 1-10-15,-12-3-10 0,4 3 1 0,7-6-12 0,-7 4-7 16,11 4-9-16,-17 0-4 0,2-3 0 0,-3 1-6 16,-6-3-1-16,1 6-8 0,-22-1-10 0,41 2 1 15,-19 0-9-15,-3 1-5 0,-2 6-2 16,2 3-9-16,0 3 5 0,-1 5-4 0,4 17 3 0,-2 5 5 16,1 7 4-16,4 17 10 0,-4 16 4 0,-4 2 19 15,-3 7 3-15,7 33 3 0,-13-33 13 0,4 48 11 16,-1-4 14-16,0 3 7 0,4 3-8 0,-3 5 19 0,-4 5-107 0,5 3-52 15,-5-5 0-15,3 3 0 0,-3 5 0 0,0-8 0 16,11-6 0-16,-11 6 0 0,-2-9 0 0,5 4 0 16,2-6 0-16,2-4 0 0,6-8 0 0,-8 2 0 15,-7-39 0-15,10 35 0 0,-8-37 0 0,-2-1 0 16,-5 5 0-16,4-6 0 0,0-3 0 0,-2-5 0 0,0-7 0 16,-3-18 0-16,3 20 0 0,-3-20 0 0,0-3 0 15,-1-1 0-15,-1 1 0 0,2-5 0 16,-4-3 0-16,2-1 0 0,-3 1 0 0,4-5 0 0,-4 2 0 15,2-9 0-15,-2 10 0 0,0-9 0 0,2 9 0 16,3-12 0-16,-1 0 0 0,-3-1 0 0,3 0 0 16,-1-6 0-16,-3-2 0 0,5 1 0 0,-1-1 0 15,-1-2 0-15,2-16 0 0,-4 28 0 0,4-18 0 16,0-10 0-16,0 0 0 0,-2 20 0 0,2-20 0 16,2 8 0-16,-2-8 0 0,0 0 0 0,-7 12 0 15,7-12 0-15,0 0 0 0,0 0 0 0,0 0 0 16,-6 11 0-16,6-11 0 0,0 0 0 0,0 0 0 15,-27 16 0-15,11-6 0 0,-11-4 0 0,-11 1 0 16,-12 3 0-16,-10 2 0 0,-27-4 0 0,2 8 0 16,-10-6 0-16,0-4 0 0,-2 3 0 0,-2-2 0 15,4-3 0-15,2 8-52 0,1-3-609 0,5-1-586 0,7-1-1350 16,23 0 597-16</inkml:trace>
  </inkml:traceGroup>
</inkml:ink>
</file>

<file path=ppt/ink/ink15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7T08:36:50.205"/>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60575347-5880-46D3-9F25-19BA59DCD634}" emma:medium="tactile" emma:mode="ink">
          <msink:context xmlns:msink="http://schemas.microsoft.com/ink/2010/main" type="writingRegion" rotatedBoundingBox="20566,3174 28971,3429 28907,5561 20502,5306"/>
        </emma:interpretation>
      </emma:emma>
    </inkml:annotationXML>
    <inkml:traceGroup>
      <inkml:annotationXML>
        <emma:emma xmlns:emma="http://www.w3.org/2003/04/emma" version="1.0">
          <emma:interpretation id="{B9A87C9A-4477-4EE2-AD18-2AE374D2EBC4}" emma:medium="tactile" emma:mode="ink">
            <msink:context xmlns:msink="http://schemas.microsoft.com/ink/2010/main" type="paragraph" rotatedBoundingBox="20566,3174 28971,3429 28907,5561 20502,5306" alignmentLevel="1"/>
          </emma:interpretation>
        </emma:emma>
      </inkml:annotationXML>
      <inkml:traceGroup>
        <inkml:annotationXML>
          <emma:emma xmlns:emma="http://www.w3.org/2003/04/emma" version="1.0">
            <emma:interpretation id="{12265F2B-AB72-41E0-9101-FF0115EF552E}" emma:medium="tactile" emma:mode="ink">
              <msink:context xmlns:msink="http://schemas.microsoft.com/ink/2010/main" type="line" rotatedBoundingBox="20566,3174 28971,3429 28907,5561 20502,5306"/>
            </emma:interpretation>
          </emma:emma>
        </inkml:annotationXML>
        <inkml:traceGroup>
          <inkml:annotationXML>
            <emma:emma xmlns:emma="http://www.w3.org/2003/04/emma" version="1.0">
              <emma:interpretation id="{B0822989-EDBF-4257-BFD6-2953B0ABDF88}" emma:medium="tactile" emma:mode="ink">
                <msink:context xmlns:msink="http://schemas.microsoft.com/ink/2010/main" type="inkWord" rotatedBoundingBox="20566,3174 28971,3429 28907,5561 20502,5306"/>
              </emma:interpretation>
              <emma:one-of disjunction-type="recognition" id="oneOf0">
                <emma:interpretation id="interp0" emma:lang="" emma:confidence="1">
                  <emma:literal/>
                </emma:interpretation>
              </emma:one-of>
            </emma:emma>
          </inkml:annotationXML>
          <inkml:trace contextRef="#ctx0" brushRef="#br0">1149 644 107 0,'-19'-1'409'0,"19"1"-13"16,-31-3-16-16,31 3-3 0,-26-1-8 0,26 1-17 15,0 0-31-15,-19-2-30 0,19 2-29 0,0 0-27 16,0 0-15-16,0 0-18 0,0 0-10 0,0 0-3 0,0 0-6 16,0 0-10-16,0 0-11 0,0 0-15 0,83 2-15 15,-55-4-14-15,5 4-11 0,11-6-8 0,-1 4-11 16,5-3-7-16,1-1-7 0,-1 4-10 0,3-1-6 16,-2 0-3-16,-2 2-10 0,-2-2-2 0,4-1-4 15,0-2-3-15,-8 1-4 0,-11-1-5 0,1 1-5 16,-5 2-4-16,1 1-8 0,-8-3-24 0,-19 3-19 15,23-4-17-15,-23 4-16 0,21-4-34 0,-21 4-40 16,14-7-31-16,-14 7-40 0,0 0-46 0,8-5-46 0,-8 5-44 16,0 0-67-16,0 0-255 0,-21-22-723 15,13 12 320-15</inkml:trace>
          <inkml:trace contextRef="#ctx0" brushRef="#br0" timeOffset="359.3809">1644 269 271 0,'-21'-7'365'0,"6"-1"-20"16,2 6-9-16,13 2-20 0,-16-7-23 0,16 7-29 16,-14-5-26-16,14 5-20 0,0 0-29 0,0 0-11 15,0 0-14-15,0 0 6 0,0 0-16 0,0 0-11 16,0 0-10-16,30 39-15 0,-16-26-16 0,3 0-5 0,6 3-8 16,-3 1-10-16,4-3-6 0,3 0-7 15,-2 0-14-15,0 1 2 0,2-4-9 0,2 1 3 0,-1-1-27 16,5 3 18-16,-4-9-8 0,1 5 0 0,-3-1-6 15,-1-2-10-15,-2-5-3 0,3 5 10 0,-6-3-8 16,1-3-1-16,-3 1 16 0,-19-2-18 0,34 4 2 16,-18-3-1-16,0 4-4 0,-16-5 3 0,21 1 3 15,-21-1-5-15,17 1-7 0,-17-1 5 0,0 0 4 16,11 18 3-16,-11-10-5 0,0-8 0 0,-6 29 1 16,-4-7 1-16,-4 1 0 0,0 2-5 0,-7 11 1 15,-1-5 2-15,-3 6-5 0,0-3 2 0,-2-1-1 0,1 8-8 16,4-4 4-16,2 3 3 0,-4-3-37 15,13-7-47-15,-3-3-64 0,-1 9-77 0,9-9-66 0,5-7-104 16,-6-4-259-16,15 2-704 0,-2-5 312 0</inkml:trace>
          <inkml:trace contextRef="#ctx0" brushRef="#br0" timeOffset="2370.8525">2366 421 2 0,'-6'-17'222'16,"6"17"-10"-16,0-9-4 0,0 9-1 0,0 0 3 15,0-15 4-15,0 15 3 0,0 0 1 0,1-18-9 16,-1 18-3-16,0-12-7 0,0 12 8 0,0 0 11 15,-1-12-1-15,1 12 3 0,0 0-10 0,0 0-14 16,-8-9-7-16,8 9-13 0,0 0-16 0,0 0-8 0,0 0-6 16,0 0 1-16,0 0 5 0,-33 25 10 0,26-10 9 15,-1 5-9-15,1-4-3 0,-1 10 0 16,1 4-13-16,1 10-15 0,3-9-13 0,0 7-7 0,6-6-9 31,-3 6-9-31,3 1-9 0,2 3-8 0,-4-16-8 0,6 10 0 0,1 3-16 0,-1-10-5 16,0 0-3-16,-2-2-7 0,2 1 0 0,0-2-10 15,-4-8-15-15,3 0-30 0,1-3-35 0,-6 1-46 16,2-7-49-16,-3-9-46 0,2 17-36 0,-2-17-29 16,0 0-44-16,0 9-45 0,0-9-53 0,0 0-388 0,0 0-853 15,0 0 379-15</inkml:trace>
          <inkml:trace contextRef="#ctx0" brushRef="#br0" timeOffset="1097.956">2719 239 287 0,'1'-14'490'0,"-1"3"-31"0,0 11-33 0,5-19-28 0,-5 12-24 15,0 7-20-15,0 0-30 0,16-7-27 0,-16 7-16 16,0 0-15-16,20 21-26 0,-6-2-21 0,-7 5-17 16,1 3-15-16,3 10-13 0,-8-8-11 0,3 11-9 15,2 0-16-15,-8 3-4 0,6 3-17 0,-6 0-7 16,0-3-9-16,0 4-2 0,-3-7-14 0,0 6-3 15,2-2-3-15,-6-2-3 0,1 1-5 0,3-3-8 16,-2-13-7-16,2 2 0 0,-2-4-8 0,0 1-4 16,4-7-5-16,1-1-3 0,-3-4-6 0,-2-5-3 15,5-9 1-15,-2 17 9 0,2-17 10 0,0 0 7 16,0 0 8-16,0 0-2 0,0 0-12 0,0 0 1 0,0 0-3 16,10-43-8-16,-10 16-6 0,0 1-5 15,-2-14 2-15,2 1-3 0,-1-3-2 0,-3-1-7 16,3 0 1-16,-1 0-4 0,-1 1 2 0,0-1 10 0,5 5-15 15,-1-5-2-15,2 5 1 0,0 0-2 16,1 1-3-16,-8 8-3 0,15 0 1 0,-7 3 4 16,2 3-3-16,0 1 2 0,2-3-4 0,-1 7 0 0,4-5-4 15,-7 7 16-15,9-2-16 0,0 4 2 0,1 0-3 16,2 5 0-16,-2-5-1 0,0 7-1 0,3 2 8 16,-1 2-11-16,-16 3 0 0,22-6 2 0,-22 6-7 15,27 1 3-15,-27-1 0 0,27 13-14 0,-19-6-2 16,2 5 1-16,1 2 2 0,-4 2-7 0,0 0 2 15,-4 1-2-15,2 3 1 0,-4 4 2 0,-2 4 3 16,-1-9 2-16,-3 7 0 0,-1-3 2 0,-2 3 1 0,-1 3 2 16,-2-2 5-16,-4 0-5 0,1-1 2 0,-6-5 5 15,5 1 2-15,0 3 0 0,0-3-2 0,-4-2-1 16,2-4 5-16,4-1 1 0,-4 6-1 0,3-7 4 16,3-4-3-16,-2 0 1 0,0 2 1 0,1-4 1 15,4 4-1-15,0-4 2 0,8-8-2 0,-14 13 1 16,7-7 1-16,7-6 3 0,-9 9-3 0,9-9-1 15,-11 14 1-15,11-14-3 0,-8 14 2 0,8-14 2 16,-2 15 1-16,2-15-2 0,0 14 1 0,0-14 1 0,7 19 1 16,-6-10-3-16,6 0 5 0,-3 4 1 15,7-2-3-15,4 1-1 0,-4 2 2 0,6-3-1 16,4 7 2-16,1-5-3 0,5 1-1 0,12 5 1 0,-1-2 3 16,3 0-3-16,-12-7-2 0,21 1 2 0,-2 4-1 15,-6-5 0-15,4-2-2 0,-6 3-18 0,-6-6-25 16,-5 3-36-16,-9-6-28 0,-1 4-33 0,-1-5-27 15,-1 6-29-15,-17-7-23 0,22 0-19 0,-22 0-29 16,0 0-38-16,0 0-47 0,0 0-49 0,0 0-340 16,0 0-806-16,0 0 357 0</inkml:trace>
          <inkml:trace contextRef="#ctx0" brushRef="#br0" timeOffset="-1371.9342">-9 10 345 0,'0'-12'339'0,"0"12"-7"15,0 0-12-15,1-11-11 0,-1 11-12 0,0 0-15 0,0 0-20 16,0 0-24-16,0 0 4 0,0 0 26 16,0 0 3-16,18 37-8 0,-17-11-2 0,1 4-9 0,6 8-13 15,1 1-12-15,-7 6-10 0,4 4-9 0,-3-1-14 16,2 0-22-16,-3 23-8 0,-2-22-14 0,-2 20-14 16,4-15-11-16,-2-1-14 0,-2 17-9 0,-3-18-7 15,4 0-6-15,1 0-16 0,0-1-6 0,0 1-9 16,-2-4-3-16,2-3-5 0,-3-1-9 0,3-3-3 15,-2-11 1-15,2-2-12 0,0-4-5 0,2-4-18 16,-2-4-32-16,5-1-21 0,-7-4-47 0,2-11-32 16,-3 17-43-16,3-17-39 0,0 0-44 0,-3 9-50 15,3-9-45-15,0 0-53 0,0 0-78 0,-27-31-273 16,21 14-814-16,-5-6 360 0</inkml:trace>
          <inkml:trace contextRef="#ctx0" brushRef="#br0" timeOffset="-903.2091">-115 348 278 0,'16'-34'276'0,"4"0"-14"0,5 1-21 0,4 7-12 16,1 0-18-16,3 0-11 0,3 5-15 0,-1 2-19 15,-5 6-16-15,11 3-16 0,-11-3-11 0,2 12-13 16,3 1-6-16,-7 5-13 0,2 4-12 0,-1 1-1 15,5 11-11-15,-7-2-4 0,-3 1-6 0,-3 3-5 16,-7 3-7-16,5 7 0 0,-10 2-2 0,-2 7-8 0,-3-6-4 16,-2 4-6-16,-2-10 4 0,-8 12-6 0,-5 2-2 15,-2-6 5-15,-6 3-5 0,2-3 4 16,-5-3 8-16,-3-4 1 0,-6 1 3 0,3-1 0 0,3-3 7 16,-1-10 7-16,6-5-3 0,-5 3 8 0,5 0 1 15,4-11 11-15,3 7 5 0,-3-2-2 0,2-6 1 16,-1 3 4-16,3-1 0 0,1 0 6 0,13-6-2 15,-19 4 3-15,19-4-4 0,-14 3-1 0,14-3-14 16,0 0-10-16,0 0 0 0,-19 6-12 0,19-6 1 16,0 0 3-16,0 0-11 0,0 0-5 0,0 0 3 15,0 0-5-15,28 23-3 0,-12-15 0 0,2 2-5 16,5 0-3-16,3 5 3 0,2-4-3 0,10 5-3 16,-3 1 1-16,7 2 0 0,-5-5 0 0,4 5-6 15,0-1-9-15,-5-1 5 0,-1 5-8 0,-6-5-21 16,7 0-30-16,-4-3-31 0,-6-2-31 0,0 6-22 0,2-10-17 15,-1 5-22-15,0-5-21 0,-11-1-26 0,3 1-21 16,-4-1-40-16,1-3-44 0,-3 0-231 0,-13-4-604 16,17 3 267-16</inkml:trace>
          <inkml:trace contextRef="#ctx0" brushRef="#br0" timeOffset="4026.9619">3886 769 70 0,'-14'-6'481'0,"14"6"-7"0,-17-2-19 0,17 2-26 15,0 0-26-15,-19-7-42 0,19 7-33 0,0 0-32 16,0 0-32-16,27-18-27 0,-11 13-24 0,10-4-23 0,3 3-24 16,14-1-37-16,-13 0-69 0,15-1-77 15,0-6-77-15,-3 7-70 0,-1 2-76 0,10-4-99 16,-10-4-278-16,0 4-669 0,-11-7 295 0</inkml:trace>
          <inkml:trace contextRef="#ctx0" brushRef="#br0" timeOffset="4531.2872">4185 1070 239 0,'0'0'375'16,"-12"9"-18"-16,12-9 4 0,0 0 7 0,0 0-16 16,0 0-25-16,44 10-26 0,-9-9-25 0,12-4-23 15,10-1-25-15,22-9-23 0,-3 0-21 0,6-2-10 16,2-3-20-16,-5 4-14 0,0-3-11 0,-19 7-21 0,-6-1-4 15,1-1-12-15,-8 2-3 0,-3 2-17 0,-12 0-12 16,-7-2-7-16,2 4-1 0,-8 1-24 0,-3 1-16 16,-16 4-20-16,21-2-25 0,-21 2-33 0,0 0-41 15,0 0-50-15,0 0-40 0,0 0-46 0,0 0-75 16,-15 27-343-16,-7-15-716 0,3 2 317 0</inkml:trace>
          <inkml:trace contextRef="#ctx0" brushRef="#br0" timeOffset="4277.0643">4756 144 136 0,'-22'-14'459'0,"4"2"-13"16,4 7-12-16,6 1-29 16,8 4-30-16,-14-10-32 0,14 10-28 0,0 0-21 0,0 0-11 15,0 0-6-15,0 0-15 0,-2 35-20 0,5-19-17 16,10 7-15-16,0 4-23 0,-5 1-16 0,6 10-17 15,-2 1-14-15,-2-9-16 0,3 6-9 0,1 3-12 0,-2-1-9 16,-2 8-9-16,-2-6-9 0,-2 0-9 16,0 0-8-16,-6 0-10 0,2 0-15 15,-4 1-34-15,-1-13-35 0,-6 11-63 0,4-14-59 0,-4 1-68 0,1 1-58 0,-3-5-64 0,1-4-81 16,-7 0-338-16,6-3-828 0,-3-4 366 0</inkml:trace>
          <inkml:trace contextRef="#ctx0" brushRef="#br0" timeOffset="-451.0494">869 1233 138 0,'0'-9'312'0,"0"9"-2"0,0-16-3 0,0 16-8 16,2-14-6-16,-2 14-15 0,6-18-11 0,-1 10-29 15,-5 8-17-15,14-14-25 0,-4 6-18 0,2-3-17 16,3 5-11-16,-1 0-21 0,5 3-20 0,-3-3-6 0,-16 6-11 0,28 0-19 16,-28 0-5-16,29 8-6 0,-17-3-6 0,-2-1-6 15,1 8-13-15,-3 1 3 16,-7 0-6-16,4 4-6 0,-5 2-3 0,-5 7-5 16,2-4-3-16,-2-3 2 0,-3 6 1 0,-4 0-8 15,-2 2-1-15,-9 9 21 0,8-12-31 0,-4 1 8 0,-8 4-8 16,5-11 1-16,1 5 2 0,1-3-1 0,-3 0-1 15,3-1 19-15,4-9-25 0,3 7 11 16,4-10-7-16,-2 0-5 0,11-7 5 0,-14 12 11 0,14-12 11 16,-3 7-15-16,3-7-3 0,0 0 0 0,0 0 4 15,0 0-5-15,0 0-6 0,0 0 3 0,50-13 5 16,-34 7-10-16,-2 2 5 0,7 1 6 0,-1-1 1 16,-1 3 12-16,-19 1-17 0,46-2 9 0,-25 2-14 15,-1 3 1-15,2 1-4 0,-3 0 0 0,0 5 0 16,-1-2 8-16,1 6-3 0,-5 2 0 0,2 4 0 15,3 2 2-15,-5-2 3 0,-3 6 1 0,-5-1-7 16,0 2 3-16,-6 0-3 0,0 1 3 0,-1-1 1 0,-10 4 5 16,3-4 3-16,-6 1-3 0,-1-2-9 15,-2-2 17-15,-7-4-14 0,1 3 3 0,-11 1-5 16,-2-5-9-16,8-4 8 0,-13 0 4 0,-5-6 9 0,0-2-16 16,3-4-13-16,2-4-31 0,-2-4-32 0,1-5-44 15,4 0-49-15,-3-12-52 0,4-3-73 0,-2 0-298 16,-2-6-646-16,12 4 286 0</inkml:trace>
          <inkml:trace contextRef="#ctx0" brushRef="#br0" timeOffset="3683.2347">3306 1294 191 0,'-4'-16'386'0,"4"16"-29"0,1-14-22 15,-1 14-19-15,13-19-23 0,-5 7-20 0,3 5-25 0,-11 7-21 16,27-11-26-16,-10 9-21 0,-3-2-17 0,-14 4-19 16,35 3-18-16,-16 0-2 0,-5 6-20 0,1-2-13 15,0 3-7-15,-4 6-17 0,0-1-3 0,-4-1-2 16,-2 5-7-16,-2-1-9 0,-3 5-3 0,-2 2 0 16,-4 1-11-16,-2 0-7 0,-5 0 3 0,-1 0-5 15,-3-3-4-15,-2 0-1 0,-10 5-2 0,10-6-5 16,-11 4 2-16,5-6-2 0,6-1-14 0,-5-5-1 15,2 0-9-15,2 1-5 0,5-1-5 0,0-5 6 16,2 0-3-16,3-1-2 0,3 0 0 0,7-8-2 16,-13 3-5-16,13-3-3 0,0 0-1 0,0 0-1 15,0 0 4-15,0 0 3 0,0 0 4 0,0 0 4 0,0 0 9 16,36-34-3-16,-22 27 2 0,2-3 12 0,8-2 6 16,-7 4 1-16,4 1 0 0,4 0 0 15,-4 3 2-15,4-1 2 0,-6 5 1 0,-19 0 2 0,47 4 6 16,-28-1 2-16,5-1 0 0,-3 1 6 0,4 6-1 15,-1 8 0-15,-9-8 2 0,1 3-9 0,-2 1-4 16,-1 2-1-16,-5 3 7 0,0-3 2 0,-5 4-9 16,-1-1-4-16,-4-4 3 0,-3 10-2 0,-1-8-2 15,-10 2-1-15,5-2-2 0,-11 4 3 0,8-4-7 16,-13 0-1-16,3 1-9 0,-3-8-31 0,-3 7-26 16,-9-6-26-16,4-3-35 0,5-2-26 0,-5-1-16 15,0-4-32-15,-7-4-37 0,9-4-64 0,-10-6-217 0,15-2-559 16,-9-6 247-16</inkml:trace>
          <inkml:trace contextRef="#ctx0" brushRef="#br0" timeOffset="4735.7278">4498 1337 3100 0,'-22'12'216'0,"8"-1"-134"0,0-3-43 0,1 2-8 16,5 2 34-16,2 3 1 0,-1 1 7 0,6 3 6 0,-6 4-17 16,12 3 5-16,1-3 2 0,-2 7-2 0,7 6-6 15,-5-4-2-15,2-2-3 0,5 8-14 0,-2 0 4 16,-3 2-5-16,4-3-12 0,-5-7-11 0,0-1-25 15,-2-3-35-15,-2-1-55 0,2 2-65 0,-5-9-75 16,2-2-95-16,-2-2-251 0,0-3-629 0,0-11 279 16</inkml:trace>
          <inkml:trace contextRef="#ctx0" brushRef="#br0" timeOffset="5095.9954">4849 1534 185 0,'6'-8'422'16,"-6"8"-34"-16,0 0-33 0,0 0-19 0,0 0-5 16,0 0 1-16,0 0-16 0,0 0-16 0,0 0-18 15,8 37-12-15,-8-22-13 0,0 3-19 0,-1 5-15 16,1 1-20-16,-5 4-16 0,3-2-9 0,2 4-12 16,0-4-11-16,2 2-6 0,4 2-2 0,-1-3-6 15,1 2-1-15,4-2-10 0,1 1-3 0,0-2-6 0,3-3-3 16,5-2-8-16,-5-5 5 0,12 3 6 15,-3-5 4-15,-1 0 1 0,5-3-11 0,2-3 5 0,-7-6-17 16,3 0-5-16,-4-2 11 0,4-4-2 0,2-4-3 16,-5-5-15-16,5-3 3 0,-5 2-15 0,-2-5 2 15,-2-2-6-15,-2-6-11 0,-4-2-3 0,-1-7-7 16,-4-10-9-16,-3 6-28 0,-8-9-15 0,-4 9 0 16,-5-7 0-16,-7 5 0 0,-1 7 0 0,-4 2 0 15,3 16 0-15,-10-10 0 0,4 12 0 0,-9-3 0 16,4 11-46-16,1 4-23 0,-13-5-19 0,2 8-36 15,-1 4-49-15,3 1-74 0,12-3-57 0,1 5-56 16,-1 0-68-16,4 4-85 0,8-6-461 0,2 2-1054 16,4-4 467-16</inkml:trace>
          <inkml:trace contextRef="#ctx0" brushRef="#br0" timeOffset="5814.9932">5521 207 205 0,'8'-7'428'0,"-8"7"-17"32,7-16-22-32,0 13-21 0,-7 3-30 0,0 0-25 0,0 0-27 15,14-8-12-15,-14 8-10 0,0 0-10 0,17 20-16 16,-7-7-8-16,-2 6-10 0,-2 3-7 0,2 8-12 15,1 7-13-15,-1 3-17 0,-1-2-12 0,-3 6-15 16,-2 1-10-16,0 2-12 0,4 1-14 0,-8 2-8 16,2-3-13-16,2 3-5 0,-2-5-11 0,-2 0 4 15,-2 0-7-15,7-5-6 0,0 1-9 0,-3-3-3 16,-3-6-6-16,-2-7-6 0,5 1-1 0,0 1-5 16,-3-13-5-16,0-2 1 0,3-3-2 0,0-9-1 0,-7 16-7 15,7-16-1-15,0 0 1 0,0 0-1 0,0 0-4 16,0 0 0-16,-39-35-2 0,26 11-6 15,-7-18 2-15,-1-4-5 0,1-1 1 0,-1-5 1 0,-7-18-2 16,13 21 0-16,1 4 8 0,0 0-6 0,1 2 0 16,5 3 1-16,0 0-2 0,2 4 2 0,0 7 2 15,11 1 3-15,-5 0 0 0,4 2-7 0,4 2-2 16,2-1 2-16,1-1-2 0,0 5 0 0,1-4-1 16,3 2 0-16,0 5 2 0,0 0 0 0,4 3 0 15,3-3-3-15,-8 7 0 0,3-1 1 0,1 5-3 16,2 0 3-16,-1 1 2 0,2 4-6 0,-4-2 3 0,-17 4-2 15,41 5 0-15,-15 2 0 0,-9 0 0 16,8 4 0-16,-9 3-3 0,6 9-1 0,-6-6 5 16,5 6 1-16,-10-2 1 0,-2 6-3 0,-1-4-5 0,-3 4 2 15,-4 1 3-15,-2-1 1 0,-4 1-3 0,-3 0 2 16,-6 7 1-16,4-9 3 0,-1 3-4 0,-9 2 5 16,4-5-4-16,-5 0 2 0,-1 2-2 0,2-5 4 15,-15 7-3-15,19-13-2 0,-4 2 2 0,1-7-2 16,1 6 3-16,-2-3 3 0,7-2-5 0,0-3 3 15,6 0 3-15,-1 1-2 0,0 2-4 0,3-4-1 16,5-9 0-16,-2 22 6 0,2-22 0 0,7 18-3 16,2-6 3-16,5-4-1 0,4 2 5 0,6 2-3 15,1-4-1-15,6 4 1 0,11-4-1 0,0 0-1 16,1 1 3-16,6-2-3 0,-2 2-1 0,1-2-16 16,-2 3-23-16,-1-8-37 0,1 3-50 0,0 2-51 15,-3-3-50-15,-12-1-39 0,-2-2-33 0,2-1-54 0,-4 0-44 16,-8 0-51-16,-19 0-273 0,33-4-779 0,-20 0 345 15</inkml:trace>
          <inkml:trace contextRef="#ctx0" brushRef="#br0" timeOffset="6205.6257">6372 978 216 0,'-14'-10'298'0,"8"0"-18"0,6 10-1 0,-14-14 21 16,9 4 15-16,5 10 29 0,-8-16 4 0,6 6-7 16,2 10-19-16,2-21-23 0,4 8-29 0,1 4-27 15,2-3-21-15,5 2-20 0,7-1-25 0,-4 1-13 0,4 3-16 16,3-3-9-16,-4 3-22 0,1 4-11 15,-1 2-7-15,-2 1-10 0,-18 0-13 0,39 4-5 16,-23 4-6-16,-2-1-6 0,4 5-12 0,-9 4-1 0,-1 7-6 16,6 3-3-16,-12 0-10 0,-4 11 7 0,-6 1-6 15,-4 1-3-15,8 3-1 0,-10 0-2 0,-5-2 0 16,-8 4-3-16,4-4-1 0,-4 0-1 0,0-2 5 16,-2-1 3-16,1 0 0 0,1-6 6 0,-4 2 6 15,12-8 3-15,3-3-1 0,-2-2 6 0,7-7 0 16,0 2 6-16,8-5 16 0,0 1 22 0,3-11 22 15,6 22 16-15,2-13-1 0,6 7 4 0,5-10-3 16,11 1-6-16,4 1-9 0,13-8 26 0,10 0 11 16,20-6 12-16,7-3 21 0,9-2 14 0,7-8-196 15,47-4 0-15,-13-5 0 0,-33 10 0 0,42-8 0 16,-3 3 0-16,-40 9 0 0,37-2 0 0,-43 5 0 0,-1 4 0 16,-16-3 0-16,-21 7 0 0,-7-2 0 15,-19 0 0-15,1 3 0 0,-2 2 0 0,-12-4 0 16,0 3 0-16,-17 1 0 0,18-4 0 0,-18 4 0 0,0 0 0 15,0 0 0-15,0 0 0 0,0 0-1366 0,-44-21-1478 16,10 13 654-16</inkml:trace>
        </inkml:traceGroup>
      </inkml:traceGroup>
    </inkml:traceGroup>
  </inkml:traceGroup>
</inkml:ink>
</file>

<file path=ppt/ink/ink15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7T08:37:57.620"/>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2E84D69A-C248-49F6-9547-4D53FA950E31}" emma:medium="tactile" emma:mode="ink">
          <msink:context xmlns:msink="http://schemas.microsoft.com/ink/2010/main" type="writingRegion" rotatedBoundingBox="27177,8121 30374,9397 29664,11174 26468,9899"/>
        </emma:interpretation>
      </emma:emma>
    </inkml:annotationXML>
    <inkml:traceGroup>
      <inkml:annotationXML>
        <emma:emma xmlns:emma="http://www.w3.org/2003/04/emma" version="1.0">
          <emma:interpretation id="{59AA986E-8F53-401C-A966-313A3B309F82}" emma:medium="tactile" emma:mode="ink">
            <msink:context xmlns:msink="http://schemas.microsoft.com/ink/2010/main" type="paragraph" rotatedBoundingBox="27177,8121 30374,9397 29664,11174 26468,9899" alignmentLevel="1"/>
          </emma:interpretation>
        </emma:emma>
      </inkml:annotationXML>
      <inkml:traceGroup>
        <inkml:annotationXML>
          <emma:emma xmlns:emma="http://www.w3.org/2003/04/emma" version="1.0">
            <emma:interpretation id="{90883CC6-1FE7-4F15-A809-F248434B62A2}" emma:medium="tactile" emma:mode="ink">
              <msink:context xmlns:msink="http://schemas.microsoft.com/ink/2010/main" type="line" rotatedBoundingBox="27177,8121 30374,9397 29664,11174 26468,9899"/>
            </emma:interpretation>
          </emma:emma>
        </inkml:annotationXML>
        <inkml:traceGroup>
          <inkml:annotationXML>
            <emma:emma xmlns:emma="http://www.w3.org/2003/04/emma" version="1.0">
              <emma:interpretation id="{E1344F37-D74E-408B-BC93-376AD231D03B}" emma:medium="tactile" emma:mode="ink">
                <msink:context xmlns:msink="http://schemas.microsoft.com/ink/2010/main" type="inkWord" rotatedBoundingBox="27177,8121 30374,9397 29664,11174 26468,9899"/>
              </emma:interpretation>
              <emma:one-of disjunction-type="recognition" id="oneOf0">
                <emma:interpretation id="interp0" emma:lang="" emma:confidence="0.5">
                  <emma:literal>;</emma:literal>
                </emma:interpretation>
                <emma:interpretation id="interp1" emma:lang="" emma:confidence="0">
                  <emma:literal>¥</emma:literal>
                </emma:interpretation>
                <emma:interpretation id="interp2" emma:lang="" emma:confidence="0">
                  <emma:literal>&amp;</emma:literal>
                </emma:interpretation>
                <emma:interpretation id="interp3" emma:lang="" emma:confidence="0">
                  <emma:literal>:</emma:literal>
                </emma:interpretation>
                <emma:interpretation id="interp4" emma:lang="" emma:confidence="0">
                  <emma:literal>k</emma:literal>
                </emma:interpretation>
              </emma:one-of>
            </emma:emma>
          </inkml:annotationXML>
          <inkml:trace contextRef="#ctx0" brushRef="#br0">2563-344 166 0,'-7'-11'295'0,"7"11"-5"0,-8-16-4 15,8 16-10-15,-9-9-17 0,9 9-14 0,-13-6-20 16,13 6-23-16,0 0-23 0,0 0-9 0,0 0-8 15,0 0-12-15,0 0-10 0,-19 31-10 0,16-17 3 16,6 2-14-16,-3 1-6 0,8 10-5 0,2-1-15 16,1 1-10-16,6 8-2 0,0 2-4 0,-2-12-14 0,5 6-2 15,6 2-6-15,-4-3-1 0,-5-4-15 16,8 4-1-16,-6-4 1 0,7 6-4 0,-9-10-4 16,-1 2-5-16,0-3-9 0,-2 2-12 0,-5-12-2 0,-1 4-8 15,-2 3-13-15,-2-2-6 0,-4-6-12 0,0-10-7 16,-10 25-5-16,-2-13-4 0,-4-2-3 0,1-1 11 15,-3-3-5-15,-1 1-3 0,-7 1 5 16,6-4 1-16,1-4 4 0,19 0 5 0,-41-4 6 0,20 4 3 16,4-3 3-16,3-6 1 0,14 9 6 0,-27-13 0 15,17 6 7-15,1-8 7 0,6 3 6 0,-1-3 18 16,8-3 5-16,-1 2 7 0,1-2 3 0,6 3 9 16,4-8 3-16,5 3-1 0,2 0 0 0,-1 0 7 15,2-4-6-15,2 3-5 0,9-5 3 0,-4-5 0 16,-7 9-2-16,5-7-12 0,1 0 12 0,-6-4 9 15,2 2-20-15,-8 3-5 0,3-7-4 0,-5 10 2 16,-5-1-5-16,-1 0-10 0,0 2 5 0,-8 5-3 16,7 3-16-16,-7-2 3 0,-2 4-10 0,2 2-12 15,0 12-14-15,-13-14-18 0,4 8-13 0,9 6-17 16,-35-6-20-16,35 6-18 0,-43 14-24 0,18-3-35 16,-3 3-39-16,4 1-55 0,-14 5-261 0,14-2-580 15,-9 7 258-15</inkml:trace>
          <inkml:trace contextRef="#ctx0" brushRef="#br0" timeOffset="-515.604">1878-37 61 0,'0'0'285'0,"-25"0"-6"0,25 0 0 16,0 0-3-16,-21-7-8 0,21 7-7 0,0 0-10 16,-28 0-3-16,28 0-3 0,-21 0 3 0,21 0-12 15,0 0-8-15,-23 0-3 0,23 0-23 0,0 0-10 16,-19-4-16-16,19 4-14 0,0 0-24 0,0 0-11 15,0 0-12-15,0 0-9 0,0 0-12 0,0 0-8 16,0 0-10-16,0 0-7 0,0 0-10 0,0 0-4 16,77-7-11-16,-48 7-25 0,2 0-26 0,1-1-34 15,11-5-37-15,-9 5-40 0,1-1-30 0,6 0-46 16,-11 1-50-16,11 2-44 0,-8-2-67 0,-12-1-252 16,3-2-656-16,3 1 290 0</inkml:trace>
          <inkml:trace contextRef="#ctx0" brushRef="#br0" timeOffset="-1406.1625">39 123 98 0,'-10'-8'318'0,"10"8"-14"0,-11-8-6 0,11 8-13 15,0 0-3-15,0 0-1 0,-14-8-3 0,14 8-1 16,0 0-12-16,0 0-3 0,-6-9-20 0,6 9-12 16,0 0-17-16,0 0-14 0,0 0-19 0,0 0-11 15,0 0-11-15,0 0-9 0,22-12-10 0,-22 12-14 16,27-4-8-16,-10 1-11 0,5-1-11 0,6 3-8 15,3-1-10-15,2-3-10 0,9 3-10 0,3-3-29 0,-3 4-34 16,1-3-41-16,1 4-46 0,0-6-41 16,1 3-30-16,-3-1-36 0,-7 3-32 0,-6-3-33 15,4 1-31-15,-3-4-21 0,-3-1-289 0,1 2-656 0,-7 1 291 16</inkml:trace>
          <inkml:trace contextRef="#ctx0" brushRef="#br0" timeOffset="-1156.1815">938-317 208 0,'-5'-17'302'0,"5"17"-7"15,5-13 0-15,-5 13 0 0,0 0-7 0,1-13 0 16,-1 13-23-16,0 0-10 0,0 0-12 0,0 0-10 16,0 0-2-16,0 0 3 0,0 0-9 0,5 42-13 15,-6-16-4-15,-4 0-8 0,5 4-14 0,1 10-9 16,-1 4-13-16,5 1-14 0,-3-6-13 0,3 3-14 0,-2 3-13 15,3-1-9-15,2-1-8 0,-2-1-11 16,1-4-15-16,0 2-13 0,1-4-17 0,-1-6-33 0,4 7-31 16,-2-12-46-16,2 2-57 0,-1-5-37 0,-1 1-44 15,2-1-55-15,-6-4-53 0,6-4-58 0,-3-3-322 16,5 1-757-16,-5-7 335 0</inkml:trace>
          <inkml:trace contextRef="#ctx0" brushRef="#br0" timeOffset="295.6916">2058 712 325 0,'-1'11'333'0,"1"-11"-12"0,0 0-24 16,28 9-11-16,-7-8 1 0,1-1-8 0,10 0 0 15,13-3 3-15,4 1 2 0,5-3-8 0,-2-4-20 16,4 5-23-16,0-1-24 0,5 3-29 0,-6-4-11 16,-1 4-20-16,-2-5-24 0,-3 2-41 0,-3 6-54 15,-13-4-33-15,11 1-19 0,-17 2-49 0,-11-2-31 16,-16 2-25-16,25-1-34 0,-25 1-43 0,9-6-61 15,-9 6-34-15,0 0-273 0,0 0-620 0,0 0 275 16</inkml:trace>
          <inkml:trace contextRef="#ctx0" brushRef="#br0" timeOffset="472.1397">2490 817 182 0,'-11'15'312'15,"1"1"-12"-15,4 2-19 16,1 4-8-16,-3-2-15 0,2 4-11 0,3 1-15 0,-2 1-11 0,5-2-7 0,-1 6-20 15,-4-3-24-15,3 5-10 0,1-4-2 0,-3 15-32 16,9-5-16-16,-6-1-28 0,-3-7-29 0,8-7-28 16,-8 7-39-16,9-4-43 0,-3-2-57 0,-2 2-56 15,5-11-80-15,-4 0-250 0,1 0-539 0,2-7 238 16</inkml:trace>
          <inkml:trace contextRef="#ctx0" brushRef="#br0" timeOffset="825.8443">2759 1163 230 0,'7'-10'329'0,"-7"10"-35"0,11-6-24 15,-11 6-20-15,0 0-5 0,0 0-9 0,0 0-13 16,0 0 14-16,0 0-17 0,0 0-3 0,2 33-12 16,-4-20-10-16,-1 3 1 0,0 1-8 0,0-1-10 15,8 4-11-15,-5 3-11 0,1-7-7 0,6 14-12 16,-1-9-11-16,2-2-10 0,3-2-12 0,0-3-9 15,2 0-10-15,1 1-9 0,0 0-3 0,8-4-8 16,-3-4-6-16,2-3-6 0,-4-2-3 0,4 2-6 16,2-4-11-16,-4 4 4 0,2-10-3 0,4-5 0 15,-1 3-6-15,-4-4 0 0,7-6-3 0,0 0 6 16,-6 1-5-16,-4 0-7 0,-3-8 5 0,1 4-5 16,-1-17 3-16,-8 12-8 0,2-15-1 0,-2 3-6 15,-12 2 0-15,4 6-5 0,-4-7-4 0,0 14-9 16,-4 4-12-16,-2-5-18 0,-3 3-13 0,-2 1-15 15,0 5-15-15,-1-1-35 0,-7 3-25 0,-3 5-33 0,-1 0-39 16,-1 1-67-16,2 1-86 0,-4 5-312 0,4 1-736 16,-1 0 327-16</inkml:trace>
        </inkml:traceGroup>
      </inkml:traceGroup>
    </inkml:traceGroup>
  </inkml:traceGroup>
</inkml:ink>
</file>

<file path=ppt/ink/ink15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7T08:37:22.770"/>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75327054-4242-4A37-8856-4D44900F22AE}" emma:medium="tactile" emma:mode="ink">
          <msink:context xmlns:msink="http://schemas.microsoft.com/ink/2010/main" type="writingRegion" rotatedBoundingBox="4703,6989 10334,13869 8017,15765 2386,8885"/>
        </emma:interpretation>
      </emma:emma>
    </inkml:annotationXML>
    <inkml:traceGroup>
      <inkml:annotationXML>
        <emma:emma xmlns:emma="http://www.w3.org/2003/04/emma" version="1.0">
          <emma:interpretation id="{8D5C0C86-D412-42D6-9B03-B725E1B0A37A}" emma:medium="tactile" emma:mode="ink">
            <msink:context xmlns:msink="http://schemas.microsoft.com/ink/2010/main" type="paragraph" rotatedBoundingBox="4703,6989 10334,13869 8017,15765 2386,8885" alignmentLevel="1"/>
          </emma:interpretation>
        </emma:emma>
      </inkml:annotationXML>
      <inkml:traceGroup>
        <inkml:annotationXML>
          <emma:emma xmlns:emma="http://www.w3.org/2003/04/emma" version="1.0">
            <emma:interpretation id="{EA29D532-C71C-4269-B82A-4972B9A19418}" emma:medium="tactile" emma:mode="ink">
              <msink:context xmlns:msink="http://schemas.microsoft.com/ink/2010/main" type="line" rotatedBoundingBox="4703,6989 10334,13869 8017,15765 2386,8885"/>
            </emma:interpretation>
          </emma:emma>
        </inkml:annotationXML>
        <inkml:traceGroup>
          <inkml:annotationXML>
            <emma:emma xmlns:emma="http://www.w3.org/2003/04/emma" version="1.0">
              <emma:interpretation id="{F4288814-71B3-4D8D-A3BA-C2F1BFD9573D}" emma:medium="tactile" emma:mode="ink">
                <msink:context xmlns:msink="http://schemas.microsoft.com/ink/2010/main" type="inkWord" rotatedBoundingBox="4703,6989 7634,10570 5317,12467 2386,8885"/>
              </emma:interpretation>
              <emma:one-of disjunction-type="recognition" id="oneOf0">
                <emma:interpretation id="interp0" emma:lang="" emma:confidence="1">
                  <emma:literal/>
                </emma:interpretation>
              </emma:one-of>
            </emma:emma>
          </inkml:annotationXML>
          <inkml:trace contextRef="#ctx0" brushRef="#br0">-2929 7413 153 0,'-16'-8'415'15,"16"8"-26"-15,-14-11-5 0,14 11-8 0,0 0 6 16,-13-7-4-16,13 7-12 0,-6-7-20 0,6 7-32 16,0 0-29-16,0 0-27 0,1-19-24 0,-1 19-23 15,19-9-22-15,-4 4-20 0,4-2-15 0,5 2-18 0,4-1-13 16,7 3-11-16,-5-1-16 0,3 3-21 16,10-1-27-16,-8 2-42 0,-3 3-54 0,0-3-56 15,-4 3-49-15,-1 0-48 0,-8-2-56 0,-1 6-56 0,-1-2-54 16,-9 1-326-16,-8-6-751 0,10 14 332 0</inkml:trace>
          <inkml:trace contextRef="#ctx0" brushRef="#br0" timeOffset="156.9379">-3091 7651 5 0,'-43'10'375'0,"0"4"-43"0,16-3-23 0,4-4-25 16,4 2-18-16,1-1-13 0,7-4-11 0,11-4-9 15,-19 8-17-15,19-8 0 0,0 0-5 0,0 0-8 16,0 0-18-16,38 10-18 0,-8-13-18 0,19 6-12 0,2-6-21 15,10 0-40-15,18 3-42 0,-20-4-59 0,23 3-60 16,-23 1-75-16,18 0-87 0,-15-2-335 16,21-3-631-16,-24 1 279 0</inkml:trace>
          <inkml:trace contextRef="#ctx0" brushRef="#br0" timeOffset="897.646">-1138 6494 304 0,'-7'-27'360'0,"0"1"-19"0,-1 3-10 0,-3-2 8 16,3 3-15-16,1-1-11 0,-1 2 4 0,1 3 4 15,-3 4-11-15,4-3-11 0,-1 8-4 0,3 0-10 16,4 9-15-16,-7-15-25 0,7 15-22 0,-4-9-24 16,4 9-18-16,0 0-19 0,0 0-12 0,0 0 1 15,0 0 2-15,0 0-1 0,1 39-8 0,2-12 9 16,7 17 27-16,-5 3-16 0,1 4-18 0,7 29 27 15,-9 0-15-15,1 5 4 0,6 40-9 0,-6-36 5 0,-2 4-6 16,2 40-6-16,-2-10-1 0,-3-30-13 0,-2 40-132 16,-2-2 0-16,0-2 0 0,-3-3 0 0,2 5 0 15,-2 2 0-15,0-11 0 0,-1 4 0 0,1-37 0 16,1 40 0-16,3-3 0 0,-2-38 0 0,4 0 0 16,2 42 0-16,-2-41 0 0,1-2 0 0,1 2 0 15,5 2 0-15,1 0 0 0,-6-6 0 0,7 3 0 16,-3-3 0-16,3 4 0 0,0-6 0 0,-7 2 0 0,6-7 0 15,-4-1 0-15,2 0 0 0,-1-3 0 0,-2-3 0 16,1 3 0-16,0-6 0 0,-3-16 0 0,0 1 0 16,0-7 0-16,0 2 0 0,-1-4 0 0,2-6 0 15,-2 0 0-15,-1-11 0 0,-1-1 0 0,3-4 0 16,-2-4 0-16,-2 0 0 0,2-6 0 0,2 0 0 16,0-12 0-16,-6 16 0 0,4-4 0 0,2-12 0 15,-1 12 0-15,1-12 0 0,0 0 0 0,-4 11 0 0,4-11 0 16,0 0 0-16,0 0 0 0,0 15 0 15,0-15 0-15,0 0 0 0,0 0 0 0,0 0 0 0,0 0 0 16,0 0 0-16,0 0 0 0,0 0 0 0,0 0 0 16,0 0 0-16,0 0 0 0,0 0 0 0,0 0 0 15,13 11 0-15,-13-11 0 0,0 0 0 0,16 1 0 16,-16-1 0-16,27 0 0 0,-7 0 0 0,7 7 0 16,6-8 0-16,13 5 0 0,5 2 0 0,2-4 0 15,3 3 0-15,2-2 0 0,23-3 0 0,-24 7 0 16,1-7 0-16,4-4 0 0,18-7 0 0,-18 7-373 15,15-10-175-15,-20 2-62 0,-1-3-500 0,1-3-1203 16,-4-1 532-16</inkml:trace>
        </inkml:traceGroup>
        <inkml:traceGroup>
          <inkml:annotationXML>
            <emma:emma xmlns:emma="http://www.w3.org/2003/04/emma" version="1.0">
              <emma:interpretation id="{9BD2A8EA-38FC-4E6C-81A0-C8123F0B221F}" emma:medium="tactile" emma:mode="ink">
                <msink:context xmlns:msink="http://schemas.microsoft.com/ink/2010/main" type="inkWord" rotatedBoundingBox="8503,12039 9918,13767 7833,15474 6418,13746"/>
              </emma:interpretation>
              <emma:one-of disjunction-type="recognition" id="oneOf1">
                <emma:interpretation id="interp1" emma:lang="" emma:confidence="1">
                  <emma:literal/>
                </emma:interpretation>
              </emma:one-of>
            </emma:emma>
          </inkml:annotationXML>
          <inkml:trace contextRef="#ctx0" brushRef="#br0" timeOffset="93254.0382">1928 12810 8 0,'-23'-4'429'0,"1"2"-38"16,2-4-25-16,20 6-19 0,-25-3-16 16,25 3-2-16,-10-9 12 0,10 9 0 0,0 0-14 0,0 0-15 15,22-26-26-15,0 16-25 16,5-6-22-16,14-1-28 0,3-1-23 0,10 0-16 16,-4-1-34-16,5 4-63 0,2 2-74 0,-2-6-77 0,-4 9-76 15,2-3-82-15,-4 5-85 0,0 4-400 0,-6-4-779 16,-13 2 345-1</inkml:trace>
          <inkml:trace contextRef="#ctx0" brushRef="#br0" timeOffset="92914.463">1918 12863 336 0,'-4'-12'514'0,"-4"-2"-38"0,6 5-34 0,2 9-17 15,-13-18-10-15,12 11-9 0,1 7-13 0,0 0-8 16,-19-8-15-16,19 8-30 0,0 0-20 0,0 0-12 16,0 0-2-16,-13 25-24 0,13-6-14 0,5-4-8 15,-5 11-24-15,2 0-10 0,2 1-20 0,-2 1-8 16,-2 2-20-16,5-3-18 0,-5 1-14 0,1 4-16 16,-2 6-20-16,-4-8 0 0,5-4-10 0,-2 4-14 0,-2-2-27 0,-4 2-59 15,4-4 0-15,0 0 0 0,-3-8 0 0,3 5 0 16,1-5 0-16,-4 1 0 0,1-1 0 0,4-1 0 15,-2-1 0-15,4-4 0 0,-2 3 0 0,2-15 0 0,-6 15 0 16,6-15 0-16,0 14 0 0,0-14 0 0,0 0 0 16,8 14 0-16,-8-14 0 0,14 9 0 0,-6-2 0 15,-8-7 0-15,27 2 0 0,-8-1 0 0,-2 3 0 16,-17-4 0-16,52 1 0 0,-25 2 0 0,3-3 0 16,2 0 0-16,1 0 0 0,13-8 0 0,-18 6 0 15,4 2 0-15,2-1 0 0,-5-4 0 0,2-1-179 16,-1-2-65-16,-1 1-34 0,-2-5-41 0,-3-1-33 15,-7 5-30-15,-3-7-41 0,0 1-46 0,-4 0-51 16,-5-2-318-16,-5-1-908 0,-5-2 403 0</inkml:trace>
          <inkml:trace contextRef="#ctx0" brushRef="#br0" timeOffset="93630.0285">2756 12606 364 0,'0'0'413'0,"6"11"-33"15,-6-11-17-15,7 15 12 0,-4-4 40 0,9 4 32 16,-4 0 20-16,0 0-11 0,5 8 3 0,-5-2-26 16,4 5-24-16,3 2-29 0,-4 0-31 0,6 12-30 15,-3 1-23-15,-3-3-27 0,-1 2-18 0,1 0-23 16,-6 4-19-16,1 0-17 0,0-1-19 0,-6-4-18 15,5-1-16-15,-8 4-14 0,1 0-13 0,-1-7-99 16,-2-6-13-16,-1 12 0 0,4-13 0 0,-4 2 0 0,0-4 0 16,-2-4 0-16,2-3 0 0,-1-1 0 15,1-2 0-15,3 0 0 0,-4-4 0 0,3-2 0 0,4-10 0 16,-2 12 0-16,2-12 0 0,0 0 0 0,-8 11 0 16,8-11 0-16,0 0 0 0,0 0 0 0,0 0 0 15,-6-49 0-15,6 6 0 0,-5 0 0 0,5-9 0 16,-1-25 0-16,-1-3 0 0,10-8 0 0,-13-2 0 15,5-3 0-15,5 6 0 0,3 12 0 0,0 20 0 16,6 4 0-16,3-2 0 0,5 7 0 0,5 3 0 16,3 0 0-16,0 9 0 0,7-3 0 0,4 5 0 15,-2 6 0-15,2 5 0 0,-3 0 0 0,3 7 0 16,2 2 0-16,-13 9 0 0,-1-1 0 0,2 8 0 0,-1 1 0 16,0 8 0-16,0 3 0 0,-11 8 0 0,7 8 0 15,-12-5-114-15,-5 11-355 0,-4 1-52 0,-3 1-55 16,-10 0-510-16,0-2-1175 0,-5-1 520 0</inkml:trace>
          <inkml:trace contextRef="#ctx0" brushRef="#br0" timeOffset="93086.3424">2166 13235 67 0,'-17'-1'382'16,"17"1"-18"-16,-41 1-23 0,22 1-15 0,19-2 2 15,-30 0-5-15,30 0 20 0,-19 0 19 0,19 0 9 16,0 0-11-16,0 0-15 0,0 0-13 0,0 0-12 15,0 0-16-15,0 0-28 0,0 0-28 0,0 0-27 0,0 0-23 16,68-14-20-16,-38 7-34 0,-2-4-36 0,7 4-68 16,5-7-62-16,-12 2-69 0,2-2-71 15,-1 2-61-15,-3-4-56 0,-3 2-52 0,-1 0-65 0,-10-1-74 16,-4-4-249-16,-1 3-776 0,-3-2 343 0</inkml:trace>
          <inkml:trace contextRef="#ctx0" brushRef="#br0" timeOffset="92548.3131">942 12402 6610 0,'-7'-14'6'0,"1"0"-33"0,3 3-3 15,0-1 4-15,3 12 3 0,-8-15 8 0,8 15 13 16,0 0 30-16,0 0 30 0,0 0 22 0,-7 37 21 0,7-8 12 16,0 13 2-16,0 5 10 0,0 5 13 0,4 0-15 15,-1 1 0-15,1 24-1 0,-2-5-1 0,0-18-6 16,1 17-8-16,-3-17-7 0,1-4-7 0,-1 0-57 15,-1-1-36-15,1-2 0 0,-3 4 0 0,-1-9 0 16,0-2 0-16,-3-8 0 0,4-5 0 0,-1-1 0 16,-3-7 0-16,6 4 0 0,-6-9 0 0,7-1 0 15,-4-3 0-15,4-10 0 0,-5 13 0 0,5-13 0 16,0 0 0-16,0 0 0 0,0 0 0 0,-19-48 0 16,11 13 0-16,0-11 0 0,0-9 0 0,3-20 0 0,-1-2 0 15,6-1 0-15,2 2 0 0,4 1 0 0,2 4 0 16,3 2 0-16,-2 20 0 0,6 1 0 0,2 2 0 15,7-4 0-15,1 2 0 0,3 8 0 0,7 2 0 16,-3-1 0-16,3 8 0 0,-1 3 0 0,1 2 0 16,-6 8 0-16,-1 3 0 0,5 6 0 0,-6 2 0 15,2 5 0-15,-6 6 0 0,3 3 0 0,-4 6 0 16,-2 4 0-16,1 3 0 0,-4 6 0 0,-3 3 0 16,-6 5 0-16,-1 5 0 0,-4-1 0 0,-8 1 0 15,-6 1 0-15,1-4 0 0,-5 4 0 0,-7-6 0 0,-4 1 0 16,-1 0 0-16,-4-2-23 0,-2-5-59 0,-4-2 7 15,-2 0 6-15,-2-1 7 0,4-3 8 0,-1-2 5 16,2-1 4-16,-4-1 9 0,14-5 1 0,2-2 7 16,-1 3 0-16,4-6 8 0,5-1 6 0,0 4 3 15,4-2 1-15,4 4 1 0,2-2 2 0,1 1 6 16,5-12 5-16,6 30 6 0,2-11-3 0,9 1 2 16,1 0 2-16,17 1-3 0,-2 9 0 0,0-8-1 0,5 2-3 15,6 0 0-15,-3-3-1 0,5-5 2 16,-3 5 3-16,1-8-7 0,-1 3 2 0,-1 2-9 0,-2-4-23 15,-2-4-32-15,-7-1-36 0,-1-3-48 0,4-2-56 16,-3 0-51-16,2-4-37 0,-3-4-48 0,4 1-51 16,-4-8-50-16,-3-2-54 0,-1-3-323 0,-3-2-884 15,3-13 392-15</inkml:trace>
        </inkml:traceGroup>
        <inkml:traceGroup>
          <inkml:annotationXML>
            <emma:emma xmlns:emma="http://www.w3.org/2003/04/emma" version="1.0">
              <emma:interpretation id="{257FA8A8-E745-4CB2-9BAB-CAECE2DF82F7}" emma:medium="tactile" emma:mode="ink">
                <msink:context xmlns:msink="http://schemas.microsoft.com/ink/2010/main" type="inkWord" rotatedBoundingBox="9639,13605 10048,14104 9265,14744 8857,14246"/>
              </emma:interpretation>
              <emma:one-of disjunction-type="recognition" id="oneOf2">
                <emma:interpretation id="interp2" emma:lang="" emma:confidence="0.5">
                  <emma:literal>.</emma:literal>
                </emma:interpretation>
                <emma:interpretation id="interp3" emma:lang="" emma:confidence="0">
                  <emma:literal>/</emma:literal>
                </emma:interpretation>
                <emma:interpretation id="interp4" emma:lang="" emma:confidence="0">
                  <emma:literal>,</emma:literal>
                </emma:interpretation>
                <emma:interpretation id="interp5" emma:lang="" emma:confidence="0">
                  <emma:literal>I</emma:literal>
                </emma:interpretation>
                <emma:interpretation id="interp6" emma:lang="" emma:confidence="0">
                  <emma:literal>^</emma:literal>
                </emma:interpretation>
              </emma:one-of>
            </emma:emma>
          </inkml:annotationXML>
          <inkml:trace contextRef="#ctx0" brushRef="#br0" timeOffset="93801.9151">2911 13217 245 0,'-35'20'641'0,"8"-3"-54"0,5-3-54 16,6-2-37-16,2 1-32 0,3-1-7 0,5-4-3 15,4 2 13-15,2-10-9 0,11 15 8 0,5-6-26 16,12 1-30-16,20-6-32 0,10-4-25 0,20-2-28 15,12-5-31-15,-3-5-22 0,4-2-38 0,4-3-25 16,-2 1-201-16,-7 2-8 0,-4-4 0 0,-24 4 0 16,-4 1-66-16,-3-1-315 0,-7-1-131 0,-3 7-157 15,-9 1-426-15,-9-5-1184 0,-7 6 524 0</inkml:trace>
        </inkml:traceGroup>
      </inkml:traceGroup>
    </inkml:traceGroup>
  </inkml:traceGroup>
</inkml:ink>
</file>

<file path=ppt/ink/ink15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7T08:38:02.954"/>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6C4C04DE-8BDE-4461-BF61-CBF2A369A6CB}" emma:medium="tactile" emma:mode="ink">
          <msink:context xmlns:msink="http://schemas.microsoft.com/ink/2010/main" type="inkDrawing" rotatedBoundingBox="21447,6332 22325,12498 19706,12870 18829,6704" semanticType="verticalRange" shapeName="Other">
            <msink:sourceLink direction="with" ref="{A9E886E2-E91F-44BE-9CD3-34671605BA35}"/>
            <msink:sourceLink direction="with" ref="{9E93FA16-50C6-4995-8CB1-B474A43D2E40}"/>
            <msink:sourceLink direction="with" ref="{848EAB9A-D2FA-430D-AE1F-6A42C9D89FD4}"/>
          </msink:context>
        </emma:interpretation>
      </emma:emma>
    </inkml:annotationXML>
    <inkml:trace contextRef="#ctx0" brushRef="#br0">107 14 121 0,'-29'-3'377'0,"9"2"-24"15,20 1-19-15,-35 1-22 0,35-1-27 0,-19 0-23 0,19 0-17 16,0 0-2-16,0 0-10 0,0 0-15 16,0 0-13-16,63 11-6 0,-14-5-11 0,6-5-10 15,28 1-12-15,4 1-2 0,4-1-7 0,6 3-2 16,1-5-6-16,1 2-4 0,-2-5-6 0,4 3-9 0,-2 0-12 15,4 0-9-15,-10 0-9 0,-1 4-10 0,-4-1-9 16,-9 0-3-16,-22-1-4 0,-1 6-6 0,-9 0-6 16,-4 1-1-16,-5 8 13 0,-10-4 6 0,-7 7-6 15,-1 4 22-15,-4 10 6 0,1 6 11 0,-7 12 4 16,-2-3 7-16,4 28 10 0,-5 4 12 0,1 8 4 16,-4 41 12-16,4 0 4 0,-5 13 12 0,7 4 12 15,1 10 10-15,3-2 10 0,7 10-134 0,-1 2-76 16,2 8 0-16,5 8 0 0,-5-1 0 0,5 0 0 15,-1-8 0-15,2-1 0 0,-4-3 0 0,-2-4 0 0,-5 0 0 16,-3-6 0-16,1-1 0 0,-9-14 0 0,2-7 0 16,0-3 0-16,0-46 0 0,-7 44 0 0,6-48 0 15,-7 8 0-15,-2-6 0 0,4 0 0 0,-2-3 0 16,0 9 0-16,-2-19 0 0,0 0 0 0,2-18 0 16,-6 14 0-16,1-21 0 0,4 5 0 0,-4-3 0 15,2-6 0-15,-2-1 0 0,5-2 0 0,-6-2 0 16,4-9 0-16,-2-4 0 0,0-1 0 0,0 4 0 0,-3 8 0 15,6-16 0-15,-1 4 0 0,-3-1 0 16,4-2 0-16,1 2 0 0,-5-5 0 0,5-2 0 16,0-3 0-16,-1 3 0 0,1-3 0 0,0 1 0 0,0-2 0 15,0-14 0-15,-2 20 0 0,-1-11 0 0,3-9 0 16,0 18 0-16,0-18 0 0,0 18 0 16,0-18 0-16,-2 14 0 0,2-14 0 0,-1 11 0 0,1-11 0 15,-7 12 0-15,-2-4 0 0,-2 0 0 0,-13 7 0 16,-11 3 0-16,-11 1 0 0,-10 2 0 0,-28-2 0 15,-14 0 0-15,-44 6 0 0,-9-5 0 0,-8-6 0 16,-4-3 0-16,-14-4 0 0,-9 0 0 0,-12 0 0 16,-4 0-1366-16,-2-2-1478 0,-6 2 654 0</inkml:trace>
  </inkml:traceGroup>
</inkml:ink>
</file>

<file path=ppt/ink/ink16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7T08:41:40.045"/>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55B641C6-1C8B-4FFA-90BD-6D85EE527378}" emma:medium="tactile" emma:mode="ink">
          <msink:context xmlns:msink="http://schemas.microsoft.com/ink/2010/main" type="writingRegion" rotatedBoundingBox="368,1074 7361,604 7455,1997 461,2467"/>
        </emma:interpretation>
      </emma:emma>
    </inkml:annotationXML>
    <inkml:traceGroup>
      <inkml:annotationXML>
        <emma:emma xmlns:emma="http://www.w3.org/2003/04/emma" version="1.0">
          <emma:interpretation id="{CF48FF05-82D8-4459-B97E-5986CBB39925}" emma:medium="tactile" emma:mode="ink">
            <msink:context xmlns:msink="http://schemas.microsoft.com/ink/2010/main" type="paragraph" rotatedBoundingBox="368,1074 7361,604 7455,1997 461,2467" alignmentLevel="1"/>
          </emma:interpretation>
        </emma:emma>
      </inkml:annotationXML>
      <inkml:traceGroup>
        <inkml:annotationXML>
          <emma:emma xmlns:emma="http://www.w3.org/2003/04/emma" version="1.0">
            <emma:interpretation id="{CBBC50E7-CCD4-4316-8F35-68F65E605CD0}" emma:medium="tactile" emma:mode="ink">
              <msink:context xmlns:msink="http://schemas.microsoft.com/ink/2010/main" type="line" rotatedBoundingBox="368,1074 7361,604 7455,1997 461,2467"/>
            </emma:interpretation>
          </emma:emma>
        </inkml:annotationXML>
        <inkml:traceGroup>
          <inkml:annotationXML>
            <emma:emma xmlns:emma="http://www.w3.org/2003/04/emma" version="1.0">
              <emma:interpretation id="{FB23D010-286D-4359-A2D8-80808D4CACCC}" emma:medium="tactile" emma:mode="ink">
                <msink:context xmlns:msink="http://schemas.microsoft.com/ink/2010/main" type="inkWord" rotatedBoundingBox="368,1074 3322,876 3416,2268 461,2467"/>
              </emma:interpretation>
              <emma:one-of disjunction-type="recognition" id="oneOf0">
                <emma:interpretation id="interp0" emma:lang="" emma:confidence="1">
                  <emma:literal/>
                </emma:interpretation>
              </emma:one-of>
            </emma:emma>
          </inkml:annotationXML>
          <inkml:trace contextRef="#ctx0" brushRef="#br0">-189 819 467 0,'-11'-16'286'0,"3"6"55"0,0 0-2 16,3-2-32-16,5 12-32 0,-3-12-24 0,3 12 7 15,8-14 4-15,-8 14 26 0,27-7 19 0,-10 3 6 16,10-4 4-16,8 2-2 0,7-1-4 0,7 1-3 15,0-4-22-15,5-1-9 0,0-4-10 0,22 2-16 16,-16 2-22-16,14-5-20 0,-17 2-25 0,-2-3-21 16,0-1-8-16,1 0-12 0,-6 0-27 0,-1 0-4 15,-8-6-13-15,2-2 7 0,-7-2-18 0,-2-6-15 16,-7-6-5-16,-7-5-13 0,2 0 1 0,-6-3-5 0,-2-2-7 16,-3 6-2-16,-1 2 10 0,-5 5 3 0,-2 6-5 15,1 3-35-15,-4 2-15 0,-4 1 0 16,-3 6 0-16,6 4 0 0,-4 2 0 0,3 3 0 0,2 10 0 15,-7-14 0-15,7 14 0 0,-10-8 0 0,10 8 0 16,0 0 0-16,-27 32 0 0,19-7 0 0,-6 10 0 16,0 9 0-16,4 2 0 0,1 24 0 0,4 4 0 15,2-4 0-15,-10 3 0 0,12-5 0 0,-4 7 0 16,3-7 0-16,1 9 0 0,2-3 0 0,-1-5 0 16,2-16 0-16,-2 3 0 0,2-4 0 0,4 0 0 15,-6 1 0-15,0-13 0 0,5 0 0 0,-4-2 0 16,-1-9 0-16,5-8 0 0,-3 2 0 0,-1-8-526 15,2-3-145-15,-1 1-495 0,-2-13-1263 0,8 7 558 16</inkml:trace>
          <inkml:trace contextRef="#ctx0" brushRef="#br0" timeOffset="128.1079">1069 1088 104 0,'8'-10'473'0,"-8"10"-26"16,12-13-35-16,-5 7-22 15,-7 6 2-15,0 0 5 0,4-11-4 0,-4 11-20 0,0 0-41 0,10-10-40 0,-10 10-56 16,0 0-68-16,0 0-65 0,8-8-83 0,-8 8-87 15,8-11-96-15,-8 11-127 0,6-15-379 0,-3 4-725 16,5-3 321-16</inkml:trace>
          <inkml:trace contextRef="#ctx0" brushRef="#br0" timeOffset="-359.3646">149 101 6871 0,'-5'-18'-56'0,"4"3"24"0,-6-2 31 0,6 0 10 15,-6 3 25-15,3 7 30 0,4 7 37 0,-4-14 34 16,4 14 7-16,0 0 16 0,0 0 17 0,0 0 9 16,0 0 3-16,-20 28 14 0,18 2-182 0,-2 17-19 15,0 2 0-15,4 0 0 16,4 2 0-16,2 19 0 0,-1-15 0 0,4 13 0 0,-1 2 0 0,5-15 0 0,-5 16 0 16,-1-20 0-16,1 1 0 0,3 19 0 0,-4-23 0 15,-6 0 0-15,7-5 0 0,-8 2 0 0,-1-4 0 16,-1-12 0-16,-1-3 0 0,1-8 0 0,-6 5 0 15,2-10 0-15,-3-2 0 0,-2-5-105 0,11-6-494 16,-35 1-38-16,35-1-40 0,-45-25-353 0,12-3-1114 16,3-5 493-16</inkml:trace>
          <inkml:trace contextRef="#ctx0" brushRef="#br0" timeOffset="721.4458">1604 298 6425 0,'0'0'377'0,"5"-18"-256"16,-5 18-68-16,3-14-20 0,-3 14 11 0,0 0 72 0,8-9 78 16,-8 9 29-16,0 0 7 0,0 0 4 0,0 0-93 15,33 23-141-15,-23-9 0 0,-4 1 0 16,7 7 0-16,-1 3 0 0,-4 2 0 0,0-1 0 0,-1 3 0 16,7 5 0-16,-8 8 0 0,-3-7 0 0,0 4 0 15,-1-1 0-15,-2-1 0 0,-2-7 0 0,4 0 0 16,-2-3 0-16,-2-1 0 0,2-1 0 0,-4-6 0 15,4-3 0-15,0 0 0 0,0-6 0 16,1 6 0-16,-1-16 0 0,3 11 0 0,-3-11 0 0,0 0 0 16,0 0 0-16,0 0 0 0,0 0 0 0,42-23 0 15,-31 9 0-15,3-4 0 0,0-4 0 0,7 3 0 16,-7-6 0-16,6 2 0 0,-1-2 0 0,2-1 0 16,-1 3 0-16,4-10 0 0,-3 14 0 0,-7-3 0 15,8 4 0-15,-8 6 0 0,-1-1-12 0,0 5-13 0,-4-1 12 16,-9 9 17-16,19-7 13 0,-19 7 12 0,0 0-29 15,0 0 0-15,0 0 0 0,32 16 0 0,-21-8 0 16,-8 5 0-16,6 2 0 0,-6 4 0 0,5 6 0 16,-1 0 0-16,-1-2 0 0,7 0 0 0,-5-1 0 15,4 0 0-15,2 0 0 0,-4-7 0 0,4 3 0 16,-1-5 0-16,3 0 0 0,3-2 0 0,-4-3 0 16,4-3 0-16,2-3 0 0,-4-1 0 0,7-1 0 0,-24 0 0 15,46-11 0-15,-19 0 0 0,0-1 0 16,-4-6 0-16,10-3 0 0,-10-2 0 0,3-7 0 15,-3-7 0-15,-1-2 0 0,-2-3 0 0,-4-7 0 0,-3-2 0 16,6-20 0-16,-11 15 0 0,-7 2 0 0,-1-2 0 16,-1 8 0-16,-12-2 0 0,0 7 0 0,-3 1 0 15,-1 2 0-15,-7 4 0 0,2 7 0 0,2 6 0 16,-15-1 0-16,3 0 0 0,1 11 0 0,1 3 0 16,-11 0 0-16,-2 9 0 0,10 1-105 0,0 5-381 15,-13 1-72-15,5 2-107 0,11 3-399 0,1-6-1150 16,2 6 508-16</inkml:trace>
        </inkml:traceGroup>
        <inkml:traceGroup>
          <inkml:annotationXML>
            <emma:emma xmlns:emma="http://www.w3.org/2003/04/emma" version="1.0">
              <emma:interpretation id="{36663DD3-3A16-4A75-8A22-0FC0FB5F4D56}" emma:medium="tactile" emma:mode="ink">
                <msink:context xmlns:msink="http://schemas.microsoft.com/ink/2010/main" type="inkWord" rotatedBoundingBox="4682,874 7367,694 7438,1751 4753,1932"/>
              </emma:interpretation>
              <emma:one-of disjunction-type="recognition" id="oneOf1">
                <emma:interpretation id="interp1" emma:lang="" emma:confidence="0.5">
                  <emma:literal>A</emma:literal>
                </emma:interpretation>
                <emma:interpretation id="interp2" emma:lang="" emma:confidence="0">
                  <emma:literal>H</emma:literal>
                </emma:interpretation>
                <emma:interpretation id="interp3" emma:lang="" emma:confidence="0">
                  <emma:literal>*</emma:literal>
                </emma:interpretation>
                <emma:interpretation id="interp4" emma:lang="" emma:confidence="0">
                  <emma:literal>a</emma:literal>
                </emma:interpretation>
                <emma:interpretation id="interp5" emma:lang="" emma:confidence="0">
                  <emma:literal>#</emma:literal>
                </emma:interpretation>
              </emma:one-of>
            </emma:emma>
          </inkml:annotationXML>
          <inkml:trace contextRef="#ctx0" brushRef="#br0" timeOffset="1626.994">4079 385 329 0,'0'0'459'16,"0"0"17"-16,64-10 38 0,-22 1 30 0,7 4-9 16,7-3-8-16,23 5-37 0,-2-7-46 0,-17 3-41 15,21-7-48-15,1 7-46 0,-5-4-83 0,-20 3-105 16,0 1-107-16,3-4-132 0,-6 3-118 0,0-2-116 15,4 3-139-15,-3-5-268 0,1 4-821 0,-1-5 364 16</inkml:trace>
          <inkml:trace contextRef="#ctx0" brushRef="#br0" timeOffset="1424.5506">4579-132 7070 0,'0'0'50'15,"6"-14"-52"-15,-6 14-19 0,8-11 2 0,-8 11 10 16,0 0 17-16,0 0 36 0,0 0 23 0,13 27 19 0,-15-8 13 15,4 7 3-15,-9 2 20 0,1 14-5 16,-8-2 2-16,1 3-4 0,-3 2-5 0,2-3-5 0,-2 1-77 16,2 5-28-16,0-3 0 0,0 3 0 0,-4-4 0 15,9 2 0-15,-5-4 0 0,2 1 0 0,1-9 0 16,3-4 0-16,2-3 0 0,1-2 0 0,-1-6 0 16,6-10 0-16,-6 4 0 0,6-13 0 0,-2 18 0 15,2-18 0-15,0 11 0 0,0-11 0 0,0 0 0 16,0 0 0-16,11-49 0 0,3 7 0 0,-4-11 0 15,3 1 0-15,9-18 0 0,-2-1 0 0,2-1 0 16,7 2 0-16,-9 20 0 0,1 2 0 0,3-4 0 16,-1 1 0-16,3 6 0 0,5 2 0 0,-7 3 0 15,4 2 0-15,-2 1 0 0,-1 8 0 0,-4 6 0 16,-1 2 0-16,-3 2 0 0,-1 8 0 0,0 3 0 0,-8 3 0 16,-8 5 0-16,0 0 0 0,43 19 0 0,-31-2 0 15,9 18 0-15,-7 2 0 0,0 4 0 16,1 9 0-16,-4-1 0 0,0 4 0 0,1 16 0 0,1 2 0 15,-5-19 0-15,1 19 0 0,1-19 0 0,-4-1 0 16,-3-3 0-16,-1 0 0 0,1-3 0 0,-3-5 0 16,-3-1 0-16,1-11 0 0,-4 3 0 0,0-10-274 15,-2 4-168-15,-7-3-67 0,3-6-76 0,-4-4-479 16,0-5-1152-16,-3-1 510 0</inkml:trace>
          <inkml:trace contextRef="#ctx0" brushRef="#br0" timeOffset="2010.4057">5807 410 485 0,'-21'15'551'0,"2"-4"-36"0,16-2-11 0,-3 3 12 0,4 0 15 15,2-12 13-15,10 19-31 0,4-12-42 16,13 2-41 0,8-4-38-16,21 2-38 0,1-1-31 0,22-6-34 0,-1 0-21 0,6-2-23 15,-4-3-23-15,-1 6-20 0,-20-8-24 0,-2-1-30 16,-5 1-69-16,-6 1-81 0,-5-6-89 0,-11 8-84 15,-4-3-102-15,6-1-71 0,-13 3-84 0,0-1-82 16,-3 2-77-16,-16 4-298 0,19-8-962 0,-11 0 426 16</inkml:trace>
          <inkml:trace contextRef="#ctx0" brushRef="#br0" timeOffset="1829.7048">5747 106 543 0,'0'0'573'0,"0"0"-24"0,20 17 7 0,-1-12 36 16,0-3 12-16,10 2-17 0,10 1-39 0,4 0-53 16,4-2-49-16,1-8-42 0,2 7-48 0,1 0-56 0,-4-4-96 15,1-3-90-15,-4 12-103 0,-14-9-112 0,17-3-128 16,-21 3-104-16,-11 4-109 0,-15-2-121 0,22-2-306 16,-22 2-942-16,0 0 416 0</inkml:trace>
        </inkml:traceGroup>
      </inkml:traceGroup>
    </inkml:traceGroup>
  </inkml:traceGroup>
</inkml:ink>
</file>

<file path=ppt/ink/ink16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7T08:41:45.683"/>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FBC8BE23-95ED-4DCB-9895-2305AC10EDED}" emma:medium="tactile" emma:mode="ink">
          <msink:context xmlns:msink="http://schemas.microsoft.com/ink/2010/main" type="writingRegion" rotatedBoundingBox="7941,284 18392,214 18464,10982 8013,11052"/>
        </emma:interpretation>
      </emma:emma>
    </inkml:annotationXML>
    <inkml:traceGroup>
      <inkml:annotationXML>
        <emma:emma xmlns:emma="http://www.w3.org/2003/04/emma" version="1.0">
          <emma:interpretation id="{EC336DFF-015C-4D59-A367-4FA70AD07697}" emma:medium="tactile" emma:mode="ink">
            <msink:context xmlns:msink="http://schemas.microsoft.com/ink/2010/main" type="paragraph" rotatedBoundingBox="8666,260 15021,482 14976,1758 8621,1536" alignmentLevel="1"/>
          </emma:interpretation>
        </emma:emma>
      </inkml:annotationXML>
      <inkml:traceGroup>
        <inkml:annotationXML>
          <emma:emma xmlns:emma="http://www.w3.org/2003/04/emma" version="1.0">
            <emma:interpretation id="{95E7DD10-7CDE-4B14-AF5A-C5DFB3F7FF46}" emma:medium="tactile" emma:mode="ink">
              <msink:context xmlns:msink="http://schemas.microsoft.com/ink/2010/main" type="inkBullet" rotatedBoundingBox="8666,260 9173,278 9167,437 8660,419"/>
            </emma:interpretation>
            <emma:one-of disjunction-type="recognition" id="oneOf0">
              <emma:interpretation id="interp0" emma:lang="" emma:confidence="0">
                <emma:literal>-</emma:literal>
              </emma:interpretation>
            </emma:one-of>
          </emma:emma>
        </inkml:annotationXML>
        <inkml:trace contextRef="#ctx0" brushRef="#br0">555 391 214 0,'0'0'337'0,"0"0"-8"0,-1-14-6 16,1 14-12-16,0 0-17 0,3-14-16 0,-3 14-22 15,9-12-10-15,-9 12-30 0,18-11-24 0,-6 3-10 16,7 2-21-16,-1 1-16 0,13-5 3 0,-2-1-35 15,2 3-12-15,12-4-44 0,-2 5-41 0,6-3-48 16,-15 7-76-16,12-2-89 0,-4-2-107 0,-7 7-243 16,-3 0-592-16,2 3 263 0</inkml:trace>
      </inkml:traceGroup>
      <inkml:traceGroup>
        <inkml:annotationXML>
          <emma:emma xmlns:emma="http://www.w3.org/2003/04/emma" version="1.0">
            <emma:interpretation id="{C4B44874-E860-4FEB-A989-4808C3C0E81B}" emma:medium="tactile" emma:mode="ink">
              <msink:context xmlns:msink="http://schemas.microsoft.com/ink/2010/main" type="line" rotatedBoundingBox="9403,343 15019,539 14976,1758 9361,1562">
                <msink:destinationLink direction="with" ref="{BF508693-CEBD-4E4B-B51A-511BAD55DFFB}"/>
                <msink:destinationLink direction="with" ref="{BE6B2458-44EE-4677-9DE4-7B6B6EA673A7}"/>
              </msink:context>
            </emma:interpretation>
          </emma:emma>
        </inkml:annotationXML>
        <inkml:traceGroup>
          <inkml:annotationXML>
            <emma:emma xmlns:emma="http://www.w3.org/2003/04/emma" version="1.0">
              <emma:interpretation id="{7F699382-419F-4B64-81F5-6C1B8A9AE2DE}" emma:medium="tactile" emma:mode="ink">
                <msink:context xmlns:msink="http://schemas.microsoft.com/ink/2010/main" type="inkWord" rotatedBoundingBox="9394,606 9475,609 9441,1564 9361,1562"/>
              </emma:interpretation>
              <emma:one-of disjunction-type="recognition" id="oneOf1">
                <emma:interpretation id="interp1" emma:lang="" emma:confidence="1">
                  <emma:literal/>
                </emma:interpretation>
              </emma:one-of>
            </emma:emma>
          </inkml:annotationXML>
          <inkml:trace contextRef="#ctx0" brushRef="#br0" timeOffset="359.3448">1368 587 495 0,'0'0'569'0,"0"0"-23"0,0 0-6 16,-18-7 0-16,18 7 4 0,0 0 6 0,0 0-21 15,0 0-34-15,0 0-32 0,0 0-21 0,0 0-18 16,-9 18-21-16,2-3-12 0,7 3-21 0,-6 20-13 15,4-8-25-15,-2 11-131 0,-3-1-201 0,-1 6 0 16,2-4 0-16,-2 2 0 0,2 1 0 0,4 0 0 16,-4-1 0-16,3 4 0 0,-2-7 0 0,4 3 0 15,-4 3 0-15,5-1 0 0,0-2 0 0,0-6 0 16,0-9 0-16,5 0 0 0,-5-3 0 0,1-11 0 0,-1 3 0 16,0-3 0-16,0-2 0 0,2-4 0 0,-2-9 0 15,4 19 0-15,-4-19 0 0,4 7 0 16,-4-7-184-16,0 0-339 0,0 0-49 0,0 0-44 0,0 0-434 15,14-30-1137-15,-9 20 503 0</inkml:trace>
        </inkml:traceGroup>
        <inkml:traceGroup>
          <inkml:annotationXML>
            <emma:emma xmlns:emma="http://www.w3.org/2003/04/emma" version="1.0">
              <emma:interpretation id="{0427CD2A-6E98-40BC-8629-DF6A872C0A0E}" emma:medium="tactile" emma:mode="ink">
                <msink:context xmlns:msink="http://schemas.microsoft.com/ink/2010/main" type="inkWord" rotatedBoundingBox="11197,553 13172,621 13148,1303 11173,1234"/>
              </emma:interpretation>
              <emma:one-of disjunction-type="recognition" id="oneOf2">
                <emma:interpretation id="interp2" emma:lang="" emma:confidence="0.5">
                  <emma:literal>2</emma:literal>
                </emma:interpretation>
                <emma:interpretation id="interp3" emma:lang="" emma:confidence="0">
                  <emma:literal>z</emma:literal>
                </emma:interpretation>
                <emma:interpretation id="interp4" emma:lang="" emma:confidence="0">
                  <emma:literal>Z</emma:literal>
                </emma:interpretation>
                <emma:interpretation id="interp5" emma:lang="" emma:confidence="0">
                  <emma:literal>L</emma:literal>
                </emma:interpretation>
                <emma:interpretation id="interp6" emma:lang="" emma:confidence="0">
                  <emma:literal>.</emma:literal>
                </emma:interpretation>
              </emma:one-of>
            </emma:emma>
          </inkml:annotationXML>
          <inkml:trace contextRef="#ctx0" brushRef="#br0" timeOffset="2078.0061">4154 774 408 0,'-10'-9'379'0,"2"-2"-18"16,2 3-3-16,6 8-9 0,-13-21 1 0,9 13-8 16,-3-5-23-16,7 13-23 0,0-21-30 0,4 11-17 15,-4 10-23-15,11-22-17 0,1 9-16 0,2 4-19 16,1-2-20-16,5 3-10 0,-1-3-19 0,2 3-12 15,2-3-7-15,6 8-13 0,-4-5-13 0,-4 7-7 16,-1 1-6-16,-20 0-7 0,38 1-7 0,-17 7-7 16,-5-1-2-16,4 7-3 0,-4 1-4 0,-3 3 0 15,-6 6-5-15,3 4-2 0,-7 3-5 0,-3 4-2 16,-1 4 2-16,-11 1-7 0,3 0 0 0,-4-2-4 16,-7-2-5-16,-2-2 3 0,-8 0-7 0,-4-1 9 15,1-4-12-15,3 1 0 0,-5-4-1 0,5 0 1 16,4-13 3-16,-1 4-6 0,-2-3 2 0,6-5 2 15,2 0 2-15,7-5 0 0,-4 3 4 0,7-3 3 16,11-4 5-16,-17 8 6 0,17-8-2 0,0 0 13 0,0 0 15 16,0 0 7-16,0 0-6 0,0 0-1 0,60-6-6 15,-28 1-8-15,15 1-6 0,0-3 2 0,6 1-4 16,3 0-4-16,6 3-2 0,-2 1-12 0,0-1-32 16,-3 3-48-16,5 0-59 0,-2-4-73 0,-3 5-64 15,1 3-97-15,4 3-131 0,-2-5-337 0,0 2-900 16,2-4 398-16</inkml:trace>
          <inkml:trace contextRef="#ctx0" brushRef="#br0" timeOffset="1656.1317">3134 877 282 0,'-23'0'528'0,"23"0"-29"0,0 0-18 16,0 0-9-16,-33-5-15 0,33 5-24 0,0 0-29 15,0 0-38-15,0 0-38 0,0 0-39 0,0 0-24 16,0 0-27-16,0 0-26 0,0 0-34 0,83-6-61 16,-40 5-72-16,0 2-71 0,12-1-95 0,-4-1-66 15,2 2-78-15,-1 1-83 0,2 2-112 0,-10-4-239 16,7-4-755-16,-4 4 334 0</inkml:trace>
        </inkml:traceGroup>
        <inkml:traceGroup>
          <inkml:annotationXML>
            <emma:emma xmlns:emma="http://www.w3.org/2003/04/emma" version="1.0">
              <emma:interpretation id="{BD804FCE-36CC-4DE5-9590-3B55C3065072}" emma:medium="tactile" emma:mode="ink">
                <msink:context xmlns:msink="http://schemas.microsoft.com/ink/2010/main" type="inkWord" rotatedBoundingBox="14927,536 15019,539 14984,1526 14892,1522"/>
              </emma:interpretation>
              <emma:one-of disjunction-type="recognition" id="oneOf3">
                <emma:interpretation id="interp7" emma:lang="" emma:confidence="0.5">
                  <emma:literal>l</emma:literal>
                </emma:interpretation>
                <emma:interpretation id="interp8" emma:lang="" emma:confidence="0">
                  <emma:literal>|</emma:literal>
                </emma:interpretation>
                <emma:interpretation id="interp9" emma:lang="" emma:confidence="0">
                  <emma:literal>,</emma:literal>
                </emma:interpretation>
                <emma:interpretation id="interp10" emma:lang="" emma:confidence="0">
                  <emma:literal>.</emma:literal>
                </emma:interpretation>
                <emma:interpretation id="interp11" emma:lang="" emma:confidence="0">
                  <emma:literal>1</emma:literal>
                </emma:interpretation>
              </emma:one-of>
            </emma:emma>
          </inkml:annotationXML>
          <inkml:trace contextRef="#ctx0" brushRef="#br0" timeOffset="2437.3936">6817 599 59 0,'9'-12'595'15,"4"-1"-31"-15,-5 0-2 0,6 0 2 0,-6 1 26 0,3 5 9 16,-11 7-8-16,13-10-21 0,-13 10-30 0,8-9-36 16,-8 9-24-16,0 0-28 0,0 0-14 0,0 0-23 15,0 0-23-15,9 40-116 0,-9-13-276 0,-6 0 0 16,4 5 0-16,-1 9 0 0,0 3 0 0,3-2 0 15,-3 5 0-15,-2 1 0 0,3-1 0 0,4-2 0 16,-2 3 0-16,-2-3 0 0,2-5 0 0,0 8 0 16,0-5 0-16,0-1 0 0,0-5 0 0,-4 1 0 15,4-10 0-15,0-2 0 0,-4 5 0 0,-2-4 0 16,0-3 0-16,1-5-99 0,2-1-481 0,-2-3-59 16,-1-6-507-16,3-1-1241 0,3-8 550 0</inkml:trace>
        </inkml:traceGroup>
      </inkml:traceGroup>
    </inkml:traceGroup>
    <inkml:traceGroup>
      <inkml:annotationXML>
        <emma:emma xmlns:emma="http://www.w3.org/2003/04/emma" version="1.0">
          <emma:interpretation id="{2353BABC-A62B-4A59-9DFA-EAD9A7C1418C}" emma:medium="tactile" emma:mode="ink">
            <msink:context xmlns:msink="http://schemas.microsoft.com/ink/2010/main" type="paragraph" rotatedBoundingBox="9225,1958 15517,2230 15478,3122 9186,2849" alignmentLevel="2"/>
          </emma:interpretation>
        </emma:emma>
      </inkml:annotationXML>
      <inkml:traceGroup>
        <inkml:annotationXML>
          <emma:emma xmlns:emma="http://www.w3.org/2003/04/emma" version="1.0">
            <emma:interpretation id="{FA403027-C3EE-4C46-A1C7-88BC26F88626}" emma:medium="tactile" emma:mode="ink">
              <msink:context xmlns:msink="http://schemas.microsoft.com/ink/2010/main" type="line" rotatedBoundingBox="9225,1958 15517,2230 15478,3122 9186,2849">
                <msink:destinationLink direction="with" ref="{BF508693-CEBD-4E4B-B51A-511BAD55DFFB}"/>
                <msink:destinationLink direction="with" ref="{BE6B2458-44EE-4677-9DE4-7B6B6EA673A7}"/>
              </msink:context>
            </emma:interpretation>
          </emma:emma>
        </inkml:annotationXML>
        <inkml:traceGroup>
          <inkml:annotationXML>
            <emma:emma xmlns:emma="http://www.w3.org/2003/04/emma" version="1.0">
              <emma:interpretation id="{2AFDA124-213E-4EA7-9645-E87D327400FA}" emma:medium="tactile" emma:mode="ink">
                <msink:context xmlns:msink="http://schemas.microsoft.com/ink/2010/main" type="inkWord" rotatedBoundingBox="9219,2097 9276,2099 9243,2851 9186,2849"/>
              </emma:interpretation>
              <emma:one-of disjunction-type="recognition" id="oneOf4">
                <emma:interpretation id="interp12" emma:lang="" emma:confidence="1">
                  <emma:literal/>
                </emma:interpretation>
              </emma:one-of>
            </emma:emma>
          </inkml:annotationXML>
          <inkml:trace contextRef="#ctx0" brushRef="#br0" timeOffset="4123.5234">1167 2121 483 0,'-8'-7'516'0,"8"7"-25"16,-8-18-5-16,2 11 12 0,6 7 7 0,-7-10 1 15,7 10-10-15,0 0-40 0,-12-10-42 0,12 10-41 16,0 0-39-16,0 0-33 0,0 0-11 0,0 0-11 16,-15 34-21-16,15-15-15 0,0 11-34 0,-1 7-13 15,1-8-23-15,0 3-18 0,0 9-13 0,1 0-13 0,-1 0-17 16,0 0-12-16,7 5-54 0,-7-3-46 0,0-13 0 15,-2 12-5-15,1-14-124 0,-3 10-75 16,3-6-74-16,-2-7-77 0,-4 13-88 0,3-12-101 0,-3 0-496 16,7-8-1124-16,2-3 497 0</inkml:trace>
        </inkml:traceGroup>
        <inkml:traceGroup>
          <inkml:annotationXML>
            <emma:emma xmlns:emma="http://www.w3.org/2003/04/emma" version="1.0">
              <emma:interpretation id="{E4218D3C-07C2-4929-AE82-A02BE5C67EAC}" emma:medium="tactile" emma:mode="ink">
                <msink:context xmlns:msink="http://schemas.microsoft.com/ink/2010/main" type="inkWord" rotatedBoundingBox="11128,2112 12126,2156 12092,2945 11094,2902"/>
              </emma:interpretation>
              <emma:one-of disjunction-type="recognition" id="oneOf5">
                <emma:interpretation id="interp13" emma:lang="" emma:confidence="1">
                  <emma:literal/>
                </emma:interpretation>
              </emma:one-of>
            </emma:emma>
          </inkml:annotationXML>
          <inkml:trace contextRef="#ctx0" brushRef="#br0" timeOffset="4467.2113">3030 2444 48 0,'0'0'613'0,"0"0"-78"0,-24 0-45 16,24 0-31-16,0 0-15 0,0 0-4 0,0 0-1 16,0 0-43-16,0 0-21 0,0 0-23 0,0 0-38 0,0 0-16 15,0 0-34-15,0 0-24 0,0 0-29 0,62-5-13 16,-37 3-20-16,10 1-30 0,-3-2-41 0,-2-1-54 16,3 2-55-16,2 1-60 0,-4 0-71 0,17-3-61 15,-4 3-40-15,-12 0-63 0,-1 0-54 0,2-3-62 16,-3 1-407-16,-1-1-887 0,-1-3 392 0</inkml:trace>
          <inkml:trace contextRef="#ctx0" brushRef="#br0" timeOffset="4682.3867">3958 2159 163 0,'0'0'487'15,"3"-12"-6"-15,-3 12-16 0,5-10-10 0,-5 10-3 0,0 0-11 16,6-12-10-16,-6 12-11 0,0 0-12 0,0 0 3 15,0 0-20-15,0 0-7 0,0 0-20 0,0 0-17 16,19 38-19-16,-17-20-20 0,2 9-29 0,-2 1-26 16,3 12-26-16,-9-5-25 0,8 7-21 0,-8 4-18 15,4-5-20-15,4 5-136 0,-9-2-7 0,-1 1 0 16,4-6 0-16,-4 2-91 0,-7 3-151 0,10-4-104 16,-8-2-102-16,0 3-116 0,-7-3-520 0,4-4-1173 15,5-11 518-15</inkml:trace>
        </inkml:traceGroup>
        <inkml:traceGroup>
          <inkml:annotationXML>
            <emma:emma xmlns:emma="http://www.w3.org/2003/04/emma" version="1.0">
              <emma:interpretation id="{3AA9BEE8-C58D-45D4-ABAA-28EEF3F9DD14}" emma:medium="tactile" emma:mode="ink">
                <msink:context xmlns:msink="http://schemas.microsoft.com/ink/2010/main" type="inkWord" rotatedBoundingBox="13960,2163 15517,2230 15483,3012 13926,2945"/>
              </emma:interpretation>
              <emma:one-of disjunction-type="recognition" id="oneOf6">
                <emma:interpretation id="interp14" emma:lang="" emma:confidence="0.5">
                  <emma:literal>L</emma:literal>
                </emma:interpretation>
                <emma:interpretation id="interp15" emma:lang="" emma:confidence="0">
                  <emma:literal>n</emma:literal>
                </emma:interpretation>
                <emma:interpretation id="interp16" emma:lang="" emma:confidence="0">
                  <emma:literal>s</emma:literal>
                </emma:interpretation>
                <emma:interpretation id="interp17" emma:lang="" emma:confidence="0">
                  <emma:literal>2</emma:literal>
                </emma:interpretation>
                <emma:interpretation id="interp18" emma:lang="" emma:confidence="0">
                  <emma:literal>a</emma:literal>
                </emma:interpretation>
              </emma:one-of>
            </emma:emma>
          </inkml:annotationXML>
          <inkml:trace contextRef="#ctx0" brushRef="#br0" timeOffset="5526.0846">6077 2400 188 0,'-11'-19'347'0,"5"11"-11"0,3-3-15 16,3 11-4-16,-8-21-1 0,8 10-16 0,-3-2-30 15,1-1-11-15,0 0-15 0,6-1-30 0,-4-2-7 0,3 3-23 16,0 0-19-16,5 2-10 0,-2 2-14 0,0-1-17 16,2 4-17-16,-8 7-13 0,18-17-12 0,-10 10-5 15,-8 7-11-15,17-9-2 0,-9 5-8 0,-8 4-8 16,19-5-8-16,-19 5-7 0,0 0 1 0,0 0-14 15,27 7 5-15,-27-7-1 0,9 17 1 0,-6-7-3 16,1 7-1-16,-4 7 2 0,0 1 0 0,-2 2-3 16,-3 0 8-16,-3 2 7 0,2 0-2 0,-8-2 1 0,4 8 3 15,-9 4 4-15,2-3 1 0,-4-2 1 16,1 1 2-16,1-2 5 0,-5 2 8 0,5-13 4 16,-1 3-3-16,2-2 5 0,-2 1 3 0,1-1 1 0,3-2 3 15,-3 0-3-15,3 1-4 0,-1-4 3 0,7-6 0 16,1 1-1-16,-2-1-2 0,4-5 3 0,7-7-1 15,-6 14 0-15,6-14 12 0,0 13 11 0,0-13 4 16,13 11 1-16,-13-11-1 0,39 3 1 0,-10 0-9 16,2-3-3-16,12-4-1 0,11 2 0 0,-2-2 7 15,8-2 19-15,22-10 30 0,0 5 32 0,2-1 29 16,5 5 0-16,-6 3-198 0,3-10 0 0,1 6 0 16,-5 1 0-16,-3-1 0 0,-22 4 0 0,3-2 0 15,-3 3 0-15,-7-2 0 0,-1-2 0 0,-1 0 0 16,-4 0 0-16,-16 2 0 0,-7 1 0 0,-2 4 0 0,-5-7 0 15,-14 7 0-15,22-4 0 0,-22 4 0 0,14-7 0 16,-14 7 0-16,8-6 0 0,-8 6 0 0,0 0-153 16,-3-14-257-16,3 14-72 0,0 0-62 0,-27-13-88 15,8 8-363-15,4 2-1079 0,-4-1 478 0</inkml:trace>
        </inkml:traceGroup>
      </inkml:traceGroup>
    </inkml:traceGroup>
    <inkml:traceGroup>
      <inkml:annotationXML>
        <emma:emma xmlns:emma="http://www.w3.org/2003/04/emma" version="1.0">
          <emma:interpretation id="{64A6D5E1-6E30-4CBD-AADF-8653E1F7B90A}" emma:medium="tactile" emma:mode="ink">
            <msink:context xmlns:msink="http://schemas.microsoft.com/ink/2010/main" type="paragraph" rotatedBoundingBox="9092,3329 16377,3913 16311,4734 9026,4150" alignmentLevel="2"/>
          </emma:interpretation>
        </emma:emma>
      </inkml:annotationXML>
      <inkml:traceGroup>
        <inkml:annotationXML>
          <emma:emma xmlns:emma="http://www.w3.org/2003/04/emma" version="1.0">
            <emma:interpretation id="{7DC106A5-8A19-4F42-9C03-57E48D53BC69}" emma:medium="tactile" emma:mode="ink">
              <msink:context xmlns:msink="http://schemas.microsoft.com/ink/2010/main" type="line" rotatedBoundingBox="9092,3329 16377,3913 16311,4734 9026,4150">
                <msink:destinationLink direction="with" ref="{BF508693-CEBD-4E4B-B51A-511BAD55DFFB}"/>
                <msink:destinationLink direction="with" ref="{BE6B2458-44EE-4677-9DE4-7B6B6EA673A7}"/>
              </msink:context>
            </emma:interpretation>
          </emma:emma>
        </inkml:annotationXML>
        <inkml:traceGroup>
          <inkml:annotationXML>
            <emma:emma xmlns:emma="http://www.w3.org/2003/04/emma" version="1.0">
              <emma:interpretation id="{04E183FF-D122-46BF-BEE7-64921A753EB5}" emma:medium="tactile" emma:mode="ink">
                <msink:context xmlns:msink="http://schemas.microsoft.com/ink/2010/main" type="inkWord" rotatedBoundingBox="9079,3494 9717,3545 9664,4201 9026,4150"/>
              </emma:interpretation>
            </emma:emma>
          </inkml:annotationXML>
          <inkml:trace contextRef="#ctx0" brushRef="#br0" timeOffset="7225.8622">1200 3539 535 0,'-28'-7'506'0,"15"6"-53"0,13 1-41 15,-27-2-26-15,27 2-7 0,-30 3-3 0,9 3-8 16,6 1-16-16,-4 4-28 0,3 1-26 0,2 2-28 0,-5 5-18 16,4 2-18-16,3 2-19 0,4 4-22 0,2-1-18 15,4 3-19-15,-4 0-15 0,3 8-11 0,6 1-16 16,-3-10-7-16,12 10-15 0,-2-8-5 0,2-3-9 16,7 8-10-16,-3-8-3 0,3-2-8 0,-1 0-3 15,4-2-6-15,5-5-2 0,-1-6-3 0,-2 2-4 16,9-6-9-16,-3-5 1 0,4 1-1 0,-4-8-3 15,3-3-17-15,-3-1 0 0,1-5-4 0,-1-4-1 16,5-1 6-16,-10-6-6 0,6-4 3 0,-5-2 4 16,-8 4-3-16,1-9-4 0,-5-2 5 0,-6-7 0 15,-3 4 6-15,-4 2 2 0,-6 7-1 0,4 1-8 0,-9 4-1 16,-7-8-5-16,0 10-11 0,-4-1-12 16,-12-4-20-16,1 5-17 0,-7 2-32 0,-4 4-29 15,0 5-37-15,-2 7-64 0,2-4-56 0,0 6-56 0,1 5-75 16,10-2-87-16,-14 2-363 0,15 2-926 0,-1 0 409 15</inkml:trace>
        </inkml:traceGroup>
        <inkml:traceGroup>
          <inkml:annotationXML>
            <emma:emma xmlns:emma="http://www.w3.org/2003/04/emma" version="1.0">
              <emma:interpretation id="{661CECC0-82EB-4AE9-B8E3-5CF2568DADA5}" emma:medium="tactile" emma:mode="ink">
                <msink:context xmlns:msink="http://schemas.microsoft.com/ink/2010/main" type="inkWord" rotatedBoundingBox="11213,3542 13168,3699 13111,4408 11156,4251"/>
              </emma:interpretation>
              <emma:one-of disjunction-type="recognition" id="oneOf7">
                <emma:interpretation id="interp19" emma:lang="" emma:confidence="1">
                  <emma:literal/>
                </emma:interpretation>
              </emma:one-of>
            </emma:emma>
          </inkml:annotationXML>
          <inkml:trace contextRef="#ctx0" brushRef="#br0" timeOffset="8038.331">3142 3705 76 0,'0'0'430'0,"-27"10"-16"0,18-7-5 15,9-3 10-15,-16 5-4 0,16-5-11 0,0 0-35 16,0 0-32-16,0 0-32 0,0 0-23 0,0 0-26 15,0 0-19-15,0 0-18 0,67 0-19 0,-34-4-22 16,14 4-15-16,-1 0-20 0,1 4-15 0,2-2-21 16,0 0-36-16,0-2-57 0,-4 5-54 0,4-5-59 15,-2 2-86-15,-4 2-78 0,-2-3-99 0,0 4-410 0,-11-1-835 16,0-1 370-16</inkml:trace>
          <inkml:trace contextRef="#ctx0" brushRef="#br0" timeOffset="8509.6823">4196 3811 304 0,'-14'-10'452'0,"11"0"-18"0,3 10-18 0,-13-14 3 0,9 0-17 15,1 6-12-15,3 8-29 0,-4-17-17 0,4 17-32 16,4-19-30-16,-4 19-28 0,3-20-24 0,8 12-22 15,0-5-21-15,1 2-12 0,1 3-17 0,0-2-12 16,3 3-12-16,-1 3-12 0,4-4-14 0,-3 1-8 16,5 6-11-16,-1-1-7 0,-20 2-9 0,37-5-7 15,-18 6-7-15,-19-1-4 0,34 7-7 0,-18 0-7 16,-3 2-2-16,-4 4-6 0,2 0-4 0,-1 1-3 16,-4 7-1-16,-4-2-3 0,1 10-8 0,-6-3-3 0,0 2-5 15,-2 1-11-15,-5-1-7 0,-1 2-11 16,-5 3-14-16,-4 1-15 0,-2 2-9 0,-5-5-8 15,5-10 2-15,-11 7-10 0,3-1 8 0,-4-3 0 0,9-5 6 16,-2-2 11-16,0-1 6 0,0-5 0 0,5 3 8 16,0-3 14-16,-3 0 5 0,11-3 17 0,6-1 8 15,-2 1 5-15,10-8 6 0,-14 9 2 0,14-9 13 16,-11 12 15-16,11-12 22 0,0 0 3 0,19 19-1 16,-3-15-1-16,4 3-5 0,9 1 0 0,18-5-7 15,-6 4 1-15,5-6 1 0,6 2 13 0,0-3 6 16,5 1 14-16,0-5 8 0,27 4 21 0,-30-3-29 15,3-2-11-15,-7 3-10 0,-1 0-18 0,-5-7-40 16,-2 0-48-16,-11 5-64 0,1 0-92 0,-5-3-92 16,1-4-102-16,-12 4-115 0,1-5-475 0,-3 0-1055 0,2-1 466 15</inkml:trace>
        </inkml:traceGroup>
        <inkml:traceGroup>
          <inkml:annotationXML>
            <emma:emma xmlns:emma="http://www.w3.org/2003/04/emma" version="1.0">
              <emma:interpretation id="{243F70B6-21EC-4D26-98FB-2E998E0C9C47}" emma:medium="tactile" emma:mode="ink">
                <msink:context xmlns:msink="http://schemas.microsoft.com/ink/2010/main" type="inkWord" rotatedBoundingBox="15258,3823 16377,3913 16315,4684 15196,4594"/>
              </emma:interpretation>
              <emma:one-of disjunction-type="recognition" id="oneOf8">
                <emma:interpretation id="interp20" emma:lang="" emma:confidence="0.5">
                  <emma:literal>2</emma:literal>
                </emma:interpretation>
                <emma:interpretation id="interp21" emma:lang="" emma:confidence="0">
                  <emma:literal>z</emma:literal>
                </emma:interpretation>
                <emma:interpretation id="interp22" emma:lang="" emma:confidence="0">
                  <emma:literal>Z</emma:literal>
                </emma:interpretation>
                <emma:interpretation id="interp23" emma:lang="" emma:confidence="0">
                  <emma:literal>L</emma:literal>
                </emma:interpretation>
                <emma:interpretation id="interp24" emma:lang="" emma:confidence="0">
                  <emma:literal>Q</emma:literal>
                </emma:interpretation>
              </emma:one-of>
            </emma:emma>
          </inkml:annotationXML>
          <inkml:trace contextRef="#ctx0" brushRef="#br0" timeOffset="9337.7712">7447 4013 92 0,'-11'-16'405'16,"2"4"-30"-16,-2-2 2 0,-2-1-10 0,8 5-1 16,-6 4-14-16,5-8-22 0,3 3-9 0,3 11-23 15,-8-15-31-15,8 15-28 0,3-18-25 0,5 10-19 0,-8 8-14 16,21-15-17-16,-7 10-19 0,3-5-12 0,1 4-14 16,-4 2-14-16,2 1-12 0,3 0-8 0,-19 3-8 15,41-2-5-15,-24 4-12 0,0 1-5 0,-2 4-4 16,0 4-6-16,0-3-2 0,-3 6-9 0,-4 2-1 15,0 1-4-15,-3 8-5 0,-4 0-2 0,-7-1-4 16,-2 4-6-16,-6 7-3 0,-7-2-7 0,1 2-10 16,-7-7-7-16,2 4 1 0,-2 2-5 0,-2-5-4 0,-4 0-1 15,-3-1 6-15,1-3-5 0,0-1 6 16,5 0 0-16,3-3-2 0,1-5 4 0,-3 0 2 0,7 0 2 16,-2-3 7-16,5 0 3 0,-1 0 3 0,6-2 5 15,1 1 0-15,5-3 6 0,2-2 2 0,6-7 12 16,-7 16 16-16,7-16 10 0,11 11 18 0,2 0-1 15,3-5-3-15,8 1-3 0,9 0-1 0,9 2 2 16,7-4 10-16,2-2 19 0,11-3 28 0,17 0 40 16,-2 0 34-16,-17 2 25 0,-1-2-6 0,2 0-15 15,18 0-21-15,-23 0-17 0,-1 0-12 0,-4-2-23 16,-2-1-9-16,-5 4-83 0,-9-2-35 0,-7-1 0 0,0 0 0 16,-9-1 0-16,-3-2-97 0,-16 5-94 0,21-9-59 15,-15 4-61-15,-6 5-65 0,0 0-74 16,0-15-106-16,0 15-438 0,-28-13-1076 0,13 7 477 0</inkml:trace>
        </inkml:traceGroup>
      </inkml:traceGroup>
    </inkml:traceGroup>
    <inkml:traceGroup>
      <inkml:annotationXML>
        <emma:emma xmlns:emma="http://www.w3.org/2003/04/emma" version="1.0">
          <emma:interpretation id="{F99C012B-BB1C-44CD-B51A-560551ECD1C7}" emma:medium="tactile" emma:mode="ink">
            <msink:context xmlns:msink="http://schemas.microsoft.com/ink/2010/main" type="paragraph" rotatedBoundingBox="7979,6045 18139,5977 18148,7353 7989,7421" alignmentLevel="1"/>
          </emma:interpretation>
        </emma:emma>
      </inkml:annotationXML>
      <inkml:traceGroup>
        <inkml:annotationXML>
          <emma:emma xmlns:emma="http://www.w3.org/2003/04/emma" version="1.0">
            <emma:interpretation id="{24FD9ABF-72C6-4229-B547-CB049C7EC711}" emma:medium="tactile" emma:mode="ink">
              <msink:context xmlns:msink="http://schemas.microsoft.com/ink/2010/main" type="line" rotatedBoundingBox="7979,6045 18139,5977 18148,7353 7989,7421">
                <msink:destinationLink direction="with" ref="{7D11B5BF-754C-4E1B-BB78-89ABB85CA195}"/>
                <msink:destinationLink direction="with" ref="{34B69F7F-C25B-4D57-BB85-617F41099093}"/>
              </msink:context>
            </emma:interpretation>
          </emma:emma>
        </inkml:annotationXML>
        <inkml:traceGroup>
          <inkml:annotationXML>
            <emma:emma xmlns:emma="http://www.w3.org/2003/04/emma" version="1.0">
              <emma:interpretation id="{8869E5BB-D033-4DF2-8215-2ADFE51A35D8}" emma:medium="tactile" emma:mode="ink">
                <msink:context xmlns:msink="http://schemas.microsoft.com/ink/2010/main" type="inkWord" rotatedBoundingBox="7979,6045 9516,6035 9525,7342 7988,7352"/>
              </emma:interpretation>
              <emma:one-of disjunction-type="recognition" id="oneOf9">
                <emma:interpretation id="interp25" emma:lang="" emma:confidence="1">
                  <emma:literal/>
                </emma:interpretation>
              </emma:one-of>
            </emma:emma>
          </inkml:annotationXML>
          <inkml:trace contextRef="#ctx0" brushRef="#br0" timeOffset="24346.5958">690 6776 3916 0,'-26'2'130'16,"26"-2"-83"-16,-47-11-42 0,26 4-12 0,1 4 12 16,4-2 10-16,-3-3 14 0,5-1 28 0,-1 1 25 0,6 1 13 15,9 7-1-15,-13-19-9 0,7 8-8 0,6 1-8 16,0 10 1-16,8-25-6 0,5 12-12 0,-4-1-2 15,12-1-4-15,4 1 8 0,-1 2-7 0,2 4-3 16,8-2-5-16,-4 2-4 0,0 5-5 0,1 1-8 16,-2 4 5-16,-6 1-7 0,-2 5-1 0,4 2 1 15,-7 5-4-15,1 6 2 0,-5 0-2 0,-6 7 1 16,-3 0-2-16,-10 8-1 0,-2 3 1 0,-5-1-5 16,-4 1 4-16,-8 0-2 0,-4-1-4 0,-7 2-2 15,0-3-3-15,-4-2-1 0,4 3-5 0,-6-1 3 16,-3-9-2-16,3 0-2 0,3 1 2 0,-2-6 1 0,4 2 0 15,9-6 3-15,-1-4-5 0,4 3 3 0,6-10 2 16,3-1-3-16,2 1 2 0,13-8 5 16,-11 5 10-16,11-5 19 0,0 0 26 0,0 0 22 0,0 0 8 15,0 0 0-15,66-10-3 0,-20 4-6 0,-2-2-10 16,7 1-6-16,3 2-7 0,1 1-3 0,5-3-5 16,3 4-11-16,-3-4-4 0,21-1-19 0,-21 5-31 15,-2-1-52-15,-2 3-70 0,1-1-58 0,-7 1-41 16,2-3-53-16,-3 0-57 0,-3-3-81 0,-11 6-364 15,8-1-855-15,4-9 377 0</inkml:trace>
          <inkml:trace contextRef="#ctx0" brushRef="#br0" timeOffset="22965.3584">-71 6207 3857 0,'-9'-3'107'0,"9"3"-62"0,-19-8-16 15,19 8-3-15,-16-8-2 0,16 8 15 16,-11-8 15-16,11 8 16 0,0 0 18 0,0 0 24 0,0 0 6 16,25-17 11-16,-9 10-2 0,14 0-8 0,11-1-4 15,8-1-16-15,5-5-6 0,-2 4-11 0,3-1-12 16,1 1-10-16,-1 1-8 0,-3 1-21 0,5-2-32 16,-3 9-32-16,-10-4-37 0,10-4-45 0,-10 5-35 15,-3 0-28-15,-11 1-40 0,0 2-44 0,2-3-44 16,-7-3-65-16,-8 2-270 0,2 3-693 0,-3-3 306 15</inkml:trace>
        </inkml:traceGroup>
        <inkml:traceGroup>
          <inkml:annotationXML>
            <emma:emma xmlns:emma="http://www.w3.org/2003/04/emma" version="1.0">
              <emma:interpretation id="{480CE510-8FED-435C-92D4-94C48638C731}" emma:medium="tactile" emma:mode="ink">
                <msink:context xmlns:msink="http://schemas.microsoft.com/ink/2010/main" type="inkWord" rotatedBoundingBox="11464,6402 12187,6397 12193,7170 11469,7175"/>
              </emma:interpretation>
              <emma:one-of disjunction-type="recognition" id="oneOf10">
                <emma:interpretation id="interp26" emma:lang="" emma:confidence="1">
                  <emma:literal/>
                </emma:interpretation>
              </emma:one-of>
            </emma:emma>
          </inkml:annotationXML>
          <inkml:trace contextRef="#ctx0" brushRef="#br0" timeOffset="25006.4581">3479 6428 19 0,'-2'-14'386'0,"2"14"-12"0,0-14 18 0,0 14 12 15,0 0 4-15,2-13-15 0,-2 13-22 0,0 0-27 16,0-14-30-16,0 14-26 0,0 0-17 0,0 0-9 15,0 0-5-15,0 0-8 0,0 0-10 0,-24 41-11 16,13-27-18-16,3 5-9 0,-1 4-11 0,-2 3-17 0,1-4-14 16,2 4-11-16,-3 3-11 0,5-2 6 15,-2 2-30-15,3 0-9 0,2 8-3 0,-2-6-13 16,5 4-5-16,0-5-5 0,7 0-14 0,-1 10-4 0,7-5-3 16,1 5-5-16,2-8-10 0,0-10 2 0,-4 2-3 15,9-4-2-15,1 0 1 0,3 0-12 0,11 1 3 16,1 0 5-16,-9-10 5 0,5-3-2 0,-2 1 11 15,3-9-8-15,-2-1 9 0,-1-2-4 0,1-2 4 16,0-4 0-16,-4-4 9 0,9-7-4 0,-7 6-14 16,-5-5-42-16,8-6 0 0,-11 5 0 0,-1-3 0 15,-6-1 0-15,-2-5 0 0,1-11 0 0,-7 5 0 0,-6-7 0 16,-9 0 0-16,2 2 0 0,-10 2 0 16,-3-1 0-16,-4 6 0 0,4 9 0 0,-8-5 0 15,3 9 0-15,-12-5 0 0,1 7 0 0,-5 3 0 0,9 7 0 16,-12-2 0-16,11 7 0 0,-12 2-17 0,3 1-168 15,6 1-44-15,2 5-51 0,3-3-43 0,3 7-43 16,4-3-43-16,-3 3-59 0,11-2-86 0,0 1-340 16,6-3-968-16,-2 1 429 0</inkml:trace>
        </inkml:traceGroup>
        <inkml:traceGroup>
          <inkml:annotationXML>
            <emma:emma xmlns:emma="http://www.w3.org/2003/04/emma" version="1.0">
              <emma:interpretation id="{0A9544B8-3122-41DA-9D40-22EB40C9D29F}" emma:medium="tactile" emma:mode="ink">
                <msink:context xmlns:msink="http://schemas.microsoft.com/ink/2010/main" type="inkWord" rotatedBoundingBox="14299,6171 15182,6165 15189,7233 14306,7239"/>
              </emma:interpretation>
              <emma:one-of disjunction-type="recognition" id="oneOf11">
                <emma:interpretation id="interp27" emma:lang="" emma:confidence="0.5">
                  <emma:literal>"</emma:literal>
                </emma:interpretation>
                <emma:interpretation id="interp28" emma:lang="" emma:confidence="0">
                  <emma:literal>,</emma:literal>
                </emma:interpretation>
                <emma:interpretation id="interp29" emma:lang="" emma:confidence="0">
                  <emma:literal>a</emma:literal>
                </emma:interpretation>
                <emma:interpretation id="interp30" emma:lang="" emma:confidence="0">
                  <emma:literal>n</emma:literal>
                </emma:interpretation>
                <emma:interpretation id="interp31" emma:lang="" emma:confidence="0">
                  <emma:literal>)</emma:literal>
                </emma:interpretation>
              </emma:one-of>
            </emma:emma>
          </inkml:annotationXML>
          <inkml:trace contextRef="#ctx0" brushRef="#br0" timeOffset="26256.4142">6531 6275 239 0,'19'-23'421'0,"0"3"2"0,-2 0 4 16,2 4 10-16,-8 0 12 0,2 0-6 0,-5 5-3 15,1 6-39-15,-9 5-42 0,10-9-39 0,-10 9-29 0,0 0-22 16,0 0-22-16,0 0-21 0,0 0-15 0,-7 34-20 16,-1-8-19-16,-6 0-14 0,-6 7-20 15,-7 1-9-15,0 4-15 0,-3-2-11 0,1 5-8 0,-4-1-8 16,2-2-15-16,-4 2-3 0,2-3-6 0,3-4-7 15,1 1-5-15,1-5-6 0,9-6-4 0,-2-4 7 16,12-1-16-16,-4-4-4 0,7 0 0 0,-2 1-5 16,6-4-3-16,2-11-2 0,10 16 7 0,-4-8-7 15,15-1-6-15,1-1 7 0,6-5-2 0,20 1-5 16,-4-2 2-16,8 0-5 0,-1-2-1 0,1-3 1 16,0-4 0-16,0-1-3 0,-3 1 6 0,2-7-3 15,-2 2 3-15,-2-4-5 0,-3 2 4 0,-12 3-3 16,3-11 6-16,-10 8 2 0,0-2 24 0,-4-3 10 15,-4 0 7-15,-3 1 6 0,-1-3-6 0,-2-3 27 16,-6 9 9-16,0 0 0 0,-5 0-70 0,0-2-23 0,-2 5 0 16,-3 1 0-16,-1 5 0 0,3-3 0 0,-2-1 0 15,5 12 0-15,-13-11 0 0,13 11 0 0,0 0 0 16,0 0 0-16,0 0 0 0,-30 27 0 0,22-2 0 16,1 2 0-16,-5 8 0 0,3 9 0 0,3-2 0 15,-1 6 0-15,4 0 0 0,0-3 0 0,0 2 0 16,3 2 0-16,1-1 0 0,-1-1 0 0,2 2 0 15,-2-8 0-15,3 2-296 0,-1-7-174 0,-4-8-96 16,2 12-578-16,0-15-1238 0,2-6 548 0</inkml:trace>
        </inkml:traceGroup>
        <inkml:traceGroup>
          <inkml:annotationXML>
            <emma:emma xmlns:emma="http://www.w3.org/2003/04/emma" version="1.0">
              <emma:interpretation id="{DEEEAE84-85E5-4EA4-8CBA-ACBF641B2433}" emma:medium="tactile" emma:mode="ink">
                <msink:context xmlns:msink="http://schemas.microsoft.com/ink/2010/main" type="inkWord" rotatedBoundingBox="16645,6289 18141,6279 18148,7353 16652,7363"/>
              </emma:interpretation>
              <emma:one-of disjunction-type="recognition" id="oneOf12">
                <emma:interpretation id="interp32" emma:lang="" emma:confidence="0.5">
                  <emma:literal>-1</emma:literal>
                </emma:interpretation>
                <emma:interpretation id="interp33" emma:lang="" emma:confidence="0">
                  <emma:literal>+1</emma:literal>
                </emma:interpretation>
                <emma:interpretation id="interp34" emma:lang="" emma:confidence="0">
                  <emma:literal>+</emma:literal>
                </emma:interpretation>
                <emma:interpretation id="interp35" emma:lang="" emma:confidence="0">
                  <emma:literal>T</emma:literal>
                </emma:interpretation>
                <emma:interpretation id="interp36" emma:lang="" emma:confidence="0">
                  <emma:literal>t</emma:literal>
                </emma:interpretation>
              </emma:one-of>
            </emma:emma>
          </inkml:annotationXML>
          <inkml:trace contextRef="#ctx0" brushRef="#br0" timeOffset="26505.7922">8541 6650 6864 0,'0'0'327'16,"22"-10"-228"-16,-22 10-71 0,19-4 4 0,-3-2 20 0,-16 6 28 16,35-4 27-16,-15 3 0 0,1-3-14 0,7 1-4 15,1-1-10-15,13 3-6 0,7-3-11 0,0 2-6 16,7-2-13-1,-7 1-43-15,4 2-12 0,0-1-98 0,-6-2-55 0,-4 3-70 0,1-4-83 0,-3-1-65 16,-13 2-71-16,1-2-65 0,-4-3-481 0,-1 1-1082 16,-5 0 479-16</inkml:trace>
          <inkml:trace contextRef="#ctx0" brushRef="#br0" timeOffset="26740.1192">9854 6281 320 0,'11'-6'549'15,"-11"6"-32"-15,18-13-13 0,-7 7-7 0,-11 6-1 16,19-5 5-16,-19 5-26 0,24 0-24 0,-24 0-25 0,22 5-30 16,-14 2-13-16,1 7-14 0,2 2-28 0,2 9-16 15,-4 12-15-15,-1 2-30 0,-2 1-19 0,-1 4-26 16,-2 7-21-16,-3-3-18 0,0 1-51 0,4 21-145 16,-4-19 0-16,3-2 0 0,-6 3 0 0,-1 4 0 15,4-5 0-15,-3-5 0 0,-3 0 0 0,1-6 0 16,-1 5 0-16,3-14 0 0,-2-3 0 0,-3 3-245 15,2-4-193-15,-1-3-83 0,6-10-106 0,-6 7-433 16,0-12-1149-16,0-1 508 0</inkml:trace>
        </inkml:traceGroup>
      </inkml:traceGroup>
    </inkml:traceGroup>
    <inkml:traceGroup>
      <inkml:annotationXML>
        <emma:emma xmlns:emma="http://www.w3.org/2003/04/emma" version="1.0">
          <emma:interpretation id="{AE61E3D5-80C0-4707-9CE4-410BEA3E65D0}" emma:medium="tactile" emma:mode="ink">
            <msink:context xmlns:msink="http://schemas.microsoft.com/ink/2010/main" type="paragraph" rotatedBoundingBox="8350,8252 18425,7864 18478,9261 8404,9648" alignmentLevel="1"/>
          </emma:interpretation>
        </emma:emma>
      </inkml:annotationXML>
      <inkml:traceGroup>
        <inkml:annotationXML>
          <emma:emma xmlns:emma="http://www.w3.org/2003/04/emma" version="1.0">
            <emma:interpretation id="{8C7D6535-AD28-4555-895F-FD52931CE93B}" emma:medium="tactile" emma:mode="ink">
              <msink:context xmlns:msink="http://schemas.microsoft.com/ink/2010/main" type="line" rotatedBoundingBox="8350,8252 18425,7864 18478,9261 8404,9648">
                <msink:destinationLink direction="with" ref="{7D11B5BF-754C-4E1B-BB78-89ABB85CA195}"/>
                <msink:destinationLink direction="with" ref="{34B69F7F-C25B-4D57-BB85-617F41099093}"/>
              </msink:context>
            </emma:interpretation>
          </emma:emma>
        </inkml:annotationXML>
        <inkml:traceGroup>
          <inkml:annotationXML>
            <emma:emma xmlns:emma="http://www.w3.org/2003/04/emma" version="1.0">
              <emma:interpretation id="{26FE26A1-AABE-4671-BA79-F61703A7DB59}" emma:medium="tactile" emma:mode="ink">
                <msink:context xmlns:msink="http://schemas.microsoft.com/ink/2010/main" type="inkWord" rotatedBoundingBox="8350,8252 9643,8202 9675,9044 8383,9094"/>
              </emma:interpretation>
              <emma:one-of disjunction-type="recognition" id="oneOf13">
                <emma:interpretation id="interp37" emma:lang="" emma:confidence="1">
                  <emma:literal/>
                </emma:interpretation>
              </emma:one-of>
            </emma:emma>
          </inkml:annotationXML>
          <inkml:trace contextRef="#ctx0" brushRef="#br0" timeOffset="28286.895">519 8314 390 0,'-40'-5'402'16,"40"5"-4"-16,-30-1-3 0,13 0-6 0,17 1 0 16,-32-10-10-16,24 7-14 0,8 3-14 0,-19-7-27 15,19 7-29-15,-9-11-31 0,9 11-22 0,2-15-21 0,-2 15-22 16,14-13-22-16,-2 4-10 0,4 1-20 0,5 5-13 16,-1-3-16-16,9 2-11 0,-1-1-11 0,-1 5-9 15,1 0-13-15,1 4-5 0,-9 1-5 0,6 2-7 16,-9 2-6-16,-1 3-6 0,1 0-3 0,-2 9-9 15,-6 2-3-15,-4-1-5 0,-2 10-11 0,-8 5 1 16,-6 2-4-16,-1 1 2 0,-3-3-4 0,-2 4 0 16,-8-5-3-16,-2 1 2 0,-5 8-2 0,4-8-2 15,-6 3 1-15,1-5-2 0,3-2-3 0,0-1 4 16,-1-4-1-16,1 0-3 0,9-6 4 0,4-3-2 0,2-3 0 16,4-3-1-16,2-2-1 0,4-3-1 15,-1 4 4-15,6-12 6 0,1 13 13 0,-1-13 7 0,18 13 2 16,-2-6 4-16,4-4-4 0,15 5-2 0,8-6-1 15,1-1 0-15,8-1 1 0,0 0-5 0,8-1-1 16,-1-6-5-16,26 0-2 0,-3 1-20 0,-23 1-27 16,24-2-49-16,-5 0-69 0,-1 0-89 0,6-5-99 15,2 5-128-15,-6 2-485 0,11-4-1028 0,2 4 455 16</inkml:trace>
        </inkml:traceGroup>
        <inkml:traceGroup>
          <inkml:annotationXML>
            <emma:emma xmlns:emma="http://www.w3.org/2003/04/emma" version="1.0">
              <emma:interpretation id="{26CC684C-C3F7-48F0-86E7-0704D750AFA7}" emma:medium="tactile" emma:mode="ink">
                <msink:context xmlns:msink="http://schemas.microsoft.com/ink/2010/main" type="inkWord" rotatedBoundingBox="11259,8168 12460,8122 12501,9190 11300,9237"/>
              </emma:interpretation>
              <emma:one-of disjunction-type="recognition" id="oneOf14">
                <emma:interpretation id="interp38" emma:lang="" emma:confidence="1">
                  <emma:literal/>
                </emma:interpretation>
              </emma:one-of>
            </emma:emma>
          </inkml:annotationXML>
          <inkml:trace contextRef="#ctx0" brushRef="#br0" timeOffset="28958.7401">3577 8236 353 0,'-14'-8'327'0,"4"1"-25"0,-2-3-20 0,1 3-23 16,11 7-23-16,-16-13-9 0,9 3-22 0,7 10-23 16,-3-12-13-16,3 12-18 0,10-15-15 0,2 8 3 15,4 0-5-15,9 0 2 0,1 0 15 0,9 6 1 16,-2-2-2-16,0 0-7 0,10 3 3 0,-12 2-14 15,2 2-1-15,-3 0-10 0,-3 3-1 0,0 4-12 16,-11-4-5-16,-2 3-5 0,0 2 0 0,-3 0 2 0,-4 4-9 16,-4 1-5-16,-9-2-10 0,-1 3-2 0,-9 4 2 15,-2 1-2-15,-1-2-10 0,-13 6-10 0,2 0 0 16,-3-1-8-16,-2 2-3 0,-1-3-3 0,6 1-5 16,3-7 0-16,5-1-7 0,-1-3-3 0,0 3-2 15,9-6-3-15,-1-1-2 0,7-3-5 0,2-1 1 16,6-7-5-16,-14 8 2 0,14-8 3 0,0 0 13 0,-3 10 16 15,3-10 15-15,0 0 6 0,0 0 1 16,39-2 2-16,-39 2 2 0,41-5 7 0,-14 3 12 16,8 1-6-16,-5 0 7 0,5-3 4 0,6 4 1 0,1-1 9 15,4 6 19-15,-1 2 1 0,-3 0 16 0,2 4 2 16,4-5-6-16,-5 10-11 0,-1-2-9 0,-2 3-7 16,-2 3-11-16,3 2-42 0,-6-1-55 0,-12 1 0 15,3-2 0-15,-11 5 0 0,0 0 0 0,-4-1 0 16,-8 0 0-16,2 4 0 0,-12-2 0 0,-1 1 0 15,-6-1 0-15,-6 0 0 0,-9 0 0 0,-10 0 0 0,-1-1 0 16,-6-4 0-16,-3 0 0 0,-1-4 0 0,-6-5 0 16,1 1 0-16,0-5 0 0,-5-3 0 0,-2-2-68 15,-15-3-98-15,20-3-22 0,0-2-28 0,3 2-25 16,-1-11-37-16,11 3-30 0,-5-4-24 0,11-1-31 16,-4-1-23-16,8-2-8 0,7 3-9 0,6-5-20 15,4 2-315-15,-4-2-799 0,4-2 354 0</inkml:trace>
        </inkml:traceGroup>
        <inkml:traceGroup>
          <inkml:annotationXML>
            <emma:emma xmlns:emma="http://www.w3.org/2003/04/emma" version="1.0">
              <emma:interpretation id="{C5029652-AEAB-4BCB-96BB-D626C842E5A0}" emma:medium="tactile" emma:mode="ink">
                <msink:context xmlns:msink="http://schemas.microsoft.com/ink/2010/main" type="inkWord" rotatedBoundingBox="14552,8015 15331,7985 15384,9380 14606,9410"/>
              </emma:interpretation>
              <emma:one-of disjunction-type="recognition" id="oneOf15">
                <emma:interpretation id="interp39" emma:lang="" emma:confidence="1">
                  <emma:literal/>
                </emma:interpretation>
              </emma:one-of>
            </emma:emma>
          </inkml:annotationXML>
          <inkml:trace contextRef="#ctx0" brushRef="#br0" timeOffset="30498.4919">6671 8046 401 0,'0'-13'409'0,"7"-3"6"0,-3 8 2 15,-4 8 6-15,7-18-6 0,-7 18-22 0,1-14-34 16,-1 14-33-16,0 0-37 0,0 0-28 0,0 0-28 16,0 0-19-16,0 0-23 0,-34 39-21 0,19-19-15 15,1 5-17-15,0-2-11 0,-2 2-16 0,-1-1-9 16,3 2-13-16,-9 7-6 0,11-8-9 0,-2-3-6 0,2 3-8 15,0-2-12-15,-1-1-4 0,7-7 1 16,0 4-3-16,2-1-11 0,1-3 0 0,3-1-4 16,7-1-1-16,-1 1-2 0,2-3-4 0,6 4-1 0,7-6-2 15,-1 0 1-15,13 2-4 0,-3-3-5 0,5-4 3 16,8-4-1-16,-1 2 2 0,4-2-3 0,-3-7 0 16,1-2 4-16,-1 0-3 0,-10 6 4 0,5-5 2 15,-5-3 0-15,-4-2 3 0,-1 3 10 0,0-4 8 16,-7 0 8-16,1-2 14 0,3 0-1 0,-7-1 9 15,-6-1 10-15,3 5 20 0,-4-5-2 0,-3 1 22 16,-2-1 20-16,-1 1 3 0,-2 1-2 0,-2-2 9 0,-1 1-5 16,0 3 10-16,0 5-129 0,0 9-26 0,-1-21 0 0,1 21 0 15,-5-15 0-15,5 15 0 0,-3-9 0 0,3 9 0 0,0 0 0 16,0 0 0-16,0 0 0 0,0 0 0 16,-17 31 0-16,10-3 0 0,3 15 0 0,-3 1 0 0,2 12 0 15,-1 20 0-15,-2-5 0 0,2 4 0 0,4 6 0 16,-2-6 0-16,2 5 0 0,0-2 0 0,2-4 0 15,-4 3 0-15,1-7 0 0,6-21-126 0,-6 21-406 16,4-25-121-16,1 2-494 0,-2-7-1242 0,1-13 549 16</inkml:trace>
        </inkml:traceGroup>
        <inkml:traceGroup>
          <inkml:annotationXML>
            <emma:emma xmlns:emma="http://www.w3.org/2003/04/emma" version="1.0">
              <emma:interpretation id="{ADE7C00F-2B67-4F0C-9558-0CEF272020B0}" emma:medium="tactile" emma:mode="ink">
                <msink:context xmlns:msink="http://schemas.microsoft.com/ink/2010/main" type="inkWord" rotatedBoundingBox="17641,7951 18427,7921 18459,8747 17673,8777"/>
              </emma:interpretation>
              <emma:one-of disjunction-type="recognition" id="oneOf16">
                <emma:interpretation id="interp40" emma:lang="" emma:confidence="0.5">
                  <emma:literal>o</emma:literal>
                </emma:interpretation>
                <emma:interpretation id="interp41" emma:lang="" emma:confidence="0">
                  <emma:literal>O</emma:literal>
                </emma:interpretation>
                <emma:interpretation id="interp42" emma:lang="" emma:confidence="0">
                  <emma:literal>°</emma:literal>
                </emma:interpretation>
                <emma:interpretation id="interp43" emma:lang="" emma:confidence="0">
                  <emma:literal>0</emma:literal>
                </emma:interpretation>
                <emma:interpretation id="interp44" emma:lang="" emma:confidence="0">
                  <emma:literal>,</emma:literal>
                </emma:interpretation>
              </emma:one-of>
            </emma:emma>
          </inkml:annotationXML>
          <inkml:trace contextRef="#ctx0" brushRef="#br0" timeOffset="31029.7062">9739 8054 346 0,'5'-8'500'0,"-5"8"-41"0,6-10-23 16,-6 10 3-16,0 0 3 0,0 0-3 0,6-10-23 16,-6 10-31-16,0 0-35 0,0 0-31 0,0 0-25 15,0 0-15-15,0 0-25 0,0 0-9 0,-20 32-17 16,12-18-7-16,0 1-25 0,-3 1-23 0,-3 7-14 0,6 1-12 16,-2 2-11-16,-2 2-12 0,5-1-14 0,-7 3 0 15,8-1-12-15,0-2-23 0,4 4-6 0,2 9 8 16,0-12-3-16,8 8-7 0,3-8-6 0,-2 1 0 15,12 4-13-15,-1-7 3 0,7 1 1 0,-3-3-1 16,5 2 0-16,5-4-6 0,-5-6 9 0,-2-4-4 16,12 6-50-16,1-11 0 0,-7 0 0 0,8-3 0 15,-9-7 0-15,2 0 0 0,-1-7 0 0,-3 2 0 16,2-1 0-16,6-14 0 0,-5-1 0 0,-14 8 0 16,0-7 0-16,-1-2 0 0,-4-6 0 0,-5-6 0 15,-2-5 0-15,-6-3 0 0,-9-6 0 0,0-3 0 0,-6 3 0 16,-6 0 0-16,-7 6 0 0,-2-2 0 0,-1 5 0 15,-6 2 0-15,0 6 0 0,1 6 0 0,-3 2 0 16,-2 7 0-16,-1 4 0 0,-6 4 0 0,4 7 0 16,-4 1-221-16,2 6-118 0,4 1-48 0,-3 4-41 15,1 9-58-15,4-3-94 0,3 3-379 0,7-2-1038 16,2 3 459-16</inkml:trace>
        </inkml:traceGroup>
      </inkml:traceGroup>
    </inkml:traceGroup>
    <inkml:traceGroup>
      <inkml:annotationXML>
        <emma:emma xmlns:emma="http://www.w3.org/2003/04/emma" version="1.0">
          <emma:interpretation id="{629339B5-7344-4BCE-A2EB-2BD6BEE602FC}" emma:medium="tactile" emma:mode="ink">
            <msink:context xmlns:msink="http://schemas.microsoft.com/ink/2010/main" type="paragraph" rotatedBoundingBox="9154,9883 18099,9692 18126,10981 9181,11173" alignmentLevel="2"/>
          </emma:interpretation>
        </emma:emma>
      </inkml:annotationXML>
      <inkml:traceGroup>
        <inkml:annotationXML>
          <emma:emma xmlns:emma="http://www.w3.org/2003/04/emma" version="1.0">
            <emma:interpretation id="{F068FEFE-042F-455E-AB6A-D77470E6EC77}" emma:medium="tactile" emma:mode="ink">
              <msink:context xmlns:msink="http://schemas.microsoft.com/ink/2010/main" type="line" rotatedBoundingBox="9154,9883 18099,9692 18126,10981 9181,11173">
                <msink:destinationLink direction="with" ref="{7D11B5BF-754C-4E1B-BB78-89ABB85CA195}"/>
                <msink:destinationLink direction="with" ref="{34B69F7F-C25B-4D57-BB85-617F41099093}"/>
              </msink:context>
            </emma:interpretation>
          </emma:emma>
        </inkml:annotationXML>
        <inkml:traceGroup>
          <inkml:annotationXML>
            <emma:emma xmlns:emma="http://www.w3.org/2003/04/emma" version="1.0">
              <emma:interpretation id="{3E3BFA7B-D526-4351-811D-827881A0D97D}" emma:medium="tactile" emma:mode="ink">
                <msink:context xmlns:msink="http://schemas.microsoft.com/ink/2010/main" type="inkWord" rotatedBoundingBox="9157,10047 9258,10045 9277,10894 9176,10896"/>
              </emma:interpretation>
              <emma:one-of disjunction-type="recognition" id="oneOf17">
                <emma:interpretation id="interp45" emma:lang="" emma:confidence="1">
                  <emma:literal/>
                </emma:interpretation>
              </emma:one-of>
            </emma:emma>
          </inkml:annotationXML>
          <inkml:trace contextRef="#ctx0" brushRef="#br0" timeOffset="32482.7234">1154 10110 151 0,'-14'-14'595'0,"4"0"-58"0,-2 2-11 0,5 4-3 15,3-2 0-15,4 10-7 0,-11-14 3 0,11 14-19 16,-10-12-22-16,10 12-30 0,0 0-41 0,-9-8-32 0,9 8-38 16,0 0-23-16,0 0-24 0,0 0-25 0,0 0-20 15,6 40-22-15,0-16-21 0,1 8-19 0,-6 8-149 16,9 2-34-16,-6 3 0 0,3 1 0 0,-2-1 0 16,-4 2 0-16,-1-1 0 0,2 1 0 0,-4-5 0 15,2 2 0-15,0-1 0 0,-6-1 0 0,-1-1 0 16,0-1 0-16,5-10-310 0,-9 4-231 0,8-5-135 15,-5-6-435-15,3-5-1203 0,-1-8 531 0</inkml:trace>
        </inkml:traceGroup>
        <inkml:traceGroup>
          <inkml:annotationXML>
            <emma:emma xmlns:emma="http://www.w3.org/2003/04/emma" version="1.0">
              <emma:interpretation id="{1EBF6787-2927-4B9E-A60A-052AAC474FBF}" emma:medium="tactile" emma:mode="ink">
                <msink:context xmlns:msink="http://schemas.microsoft.com/ink/2010/main" type="inkWord" rotatedBoundingBox="12423,9947 12486,9945 12506,10868 12442,10870"/>
              </emma:interpretation>
              <emma:one-of disjunction-type="recognition" id="oneOf18">
                <emma:interpretation id="interp46" emma:lang="" emma:confidence="1">
                  <emma:literal/>
                </emma:interpretation>
              </emma:one-of>
            </emma:emma>
          </inkml:annotationXML>
          <inkml:trace contextRef="#ctx0" brushRef="#br0" timeOffset="32982.6884">4380 9969 6743 0,'-11'-13'121'0,"11"13"-81"0,-14-14 9 0,14 14 38 0,-13-12 32 16,13 12 26-16,-8-5 12 0,8 5-16 0,0 0-21 16,0 0-9-16,-13-7-17 0,13 7-6 0,0 0 9 15,0 0-18-15,-4 26-79 0,4-7 0 0,3 7 0 16,0 14 0-16,3 1 0 0,1 3 0 0,-6 1 0 16,5 6 0-16,2 1 0 0,-1-1 0 0,-1-1 0 15,2-1 0-15,-2-2 0 0,-1 2 0 0,0-7 0 0,-1 6 0 16,-4-3 0-16,2-8-240 0,1 0-185 0,-8-7-113 15,5 3-149-15,-1-7-364 0,-2-8-1137 0,1-2 503 16</inkml:trace>
        </inkml:traceGroup>
        <inkml:traceGroup>
          <inkml:annotationXML>
            <emma:emma xmlns:emma="http://www.w3.org/2003/04/emma" version="1.0">
              <emma:interpretation id="{7B79AA1D-C445-4062-B843-1CD9003B8D36}" emma:medium="tactile" emma:mode="ink">
                <msink:context xmlns:msink="http://schemas.microsoft.com/ink/2010/main" type="inkWord" rotatedBoundingBox="14571,9835 15775,9809 15793,10639 14589,10665"/>
              </emma:interpretation>
              <emma:one-of disjunction-type="recognition" id="oneOf19">
                <emma:interpretation id="interp47" emma:lang="" emma:confidence="1">
                  <emma:literal/>
                </emma:interpretation>
              </emma:one-of>
            </emma:emma>
          </inkml:annotationXML>
          <inkml:trace contextRef="#ctx0" brushRef="#br0" timeOffset="33732.6686">6720 10006 286 0,'0'0'364'16,"-14"-11"-12"-16,6 4-20 0,8 7-8 0,-6-16-18 16,6 3-6-16,0 13-16 0,11-24-6 0,-2 9-9 0,6-1-4 15,-1 5-7-15,6-6-10 0,3 1-9 0,-1 0-16 16,3 6-16-16,-3-2-12 0,3 0-17 0,-7 1-11 15,2 9-9-15,-4 1-15 0,-16 1-11 0,33 1-7 16,-17 5-9-16,-2 1-9 0,-1 6-11 0,-2 4-6 16,-3 5-6-16,-2 3-11 0,-3 7-5 0,-3 8-5 15,-7 0-7-15,0 1-3 0,-7 7-10 0,-3-3-2 16,-7 0-4-16,2 1-5 0,-5-1-1 0,-3-3-7 0,1-2 0 16,-5-1-2-16,-1 1-5 0,0-7-1 0,0-4-2 15,-3-4-1-15,5 1 1 0,10-7-1 0,-4-1-3 16,1-6 2-16,11-3 2 0,-4 1 9 0,3-3 14 15,2 0 13-15,6-1 14 0,8-6 14 0,-19 5 17 16,19-5 16-16,0 0 20 0,0 0 18 0,0 0 3 16,0 0 6-16,60-16 0 0,-19 8 7 0,5-1-161 15,4 0-4-15,12-1 0 0,15-5 0 0,-17 8 0 0,18-6 0 16,-18 7 0-16,17-2 0 0,-20 2 0 16,21-1 0-16,-23 2 0 0,0 5 0 0,-1-2 0 0,-2 1 0 15,-4 1 0-15,-4 0 0 0,-17-5 0 0,1 4 0 16,-7 1 0-16,-21 0 0 0,28 1 0 0,-28-1-311 15,22-6-196-15,-22 6-89 0,15-5-534 0,-15 5-1224 16,7-9 542-16</inkml:trace>
        </inkml:traceGroup>
        <inkml:traceGroup>
          <inkml:annotationXML>
            <emma:emma xmlns:emma="http://www.w3.org/2003/04/emma" version="1.0">
              <emma:interpretation id="{9B9069F4-C8A5-4D95-B940-EF86AF0B76B9}" emma:medium="tactile" emma:mode="ink">
                <msink:context xmlns:msink="http://schemas.microsoft.com/ink/2010/main" type="inkWord" rotatedBoundingBox="17427,9706 18099,9692 18126,10981 17454,10996"/>
              </emma:interpretation>
              <emma:one-of disjunction-type="recognition" id="oneOf20">
                <emma:interpretation id="interp48" emma:lang="" emma:confidence="0.5">
                  <emma:literal>4</emma:literal>
                </emma:interpretation>
                <emma:interpretation id="interp49" emma:lang="" emma:confidence="0">
                  <emma:literal>U</emma:literal>
                </emma:interpretation>
                <emma:interpretation id="interp50" emma:lang="" emma:confidence="0">
                  <emma:literal>u</emma:literal>
                </emma:interpretation>
                <emma:interpretation id="interp51" emma:lang="" emma:confidence="0">
                  <emma:literal>"</emma:literal>
                </emma:interpretation>
                <emma:interpretation id="interp52" emma:lang="" emma:confidence="0">
                  <emma:literal>,</emma:literal>
                </emma:interpretation>
              </emma:one-of>
            </emma:emma>
          </inkml:annotationXML>
          <inkml:trace contextRef="#ctx0" brushRef="#br0" timeOffset="34279.4728">9434 9705 285 0,'6'-7'773'15,"-6"7"-83"-15,18-13-68 0,-9 9-65 0,-9 4-53 16,14-7-57-16,-14 7-38 0,0 0-36 0,0 0-41 15,0 0-22-15,27 15-20 0,-25 1-20 0,-2 0-23 16,-2 1-23-16,-4 8-19 0,1 2-17 0,-4 5-17 0,-10 1-16 16,5 7-19-16,-2-6-9 0,-3 4-9 15,1 2-12-15,4-2-15 0,-3-1-4 0,6 2-13 0,0-3-10 16,4-9-2-16,-1 4-5 0,7-3-6 0,1-1-3 16,3-3-4-16,6 0-7 0,6-2-1 0,1 0-35 15,2-7-1-15,6 3 0 0,3-7 0 0,0-1 0 16,5-1 0-16,10-5 0 0,-9-5 0 0,10-4 0 15,-13-2 0-15,13-4 0 0,-4-5 0 0,-2-4 0 16,-4-5 0-16,-3-5 0 0,-2-3 0 0,1-1 0 0,-4-7 0 16,-8 3 0-16,1-1 0 0,-9 5 0 15,-1-5 0-15,-2 12 0 0,2-2 0 0,-1 6 0 0,-7 2 0 16,4 6 0-16,-2-1 0 0,-4 2 0 0,4 5 0 16,-2 9 0-16,2-15 0 0,-2 15 0 0,0 0 0 15,0 0 0-15,0 0 0 0,0 0 0 0,-21 59 0 16,13-17 0-16,2 7 0 0,-2 3 0 0,0 23 0 15,0-3 0-15,-1 3 0 0,-1-2 0 0,2-3 0 16,0 1 0-16,2-21 0 0,-3 22 0 0,-3-20 0 0,5 0 0 16,-3 3-535-16,5-11-181 0,-3-1-441 0,1-5-1254 15,-1-12 556-15</inkml:trace>
        </inkml:traceGroup>
      </inkml:traceGroup>
    </inkml:traceGroup>
  </inkml:traceGroup>
</inkml:ink>
</file>

<file path=ppt/ink/ink16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7T08:41:45.167"/>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BF508693-CEBD-4E4B-B51A-511BAD55DFFB}" emma:medium="tactile" emma:mode="ink">
          <msink:context xmlns:msink="http://schemas.microsoft.com/ink/2010/main" type="inkDrawing" rotatedBoundingBox="8104,4390 8247,19 9139,48 8996,4419" semanticType="verticalRange" shapeName="Other">
            <msink:sourceLink direction="with" ref="{C4B44874-E860-4FEB-A989-4808C3C0E81B}"/>
            <msink:sourceLink direction="with" ref="{FA403027-C3EE-4C46-A1C7-88BC26F88626}"/>
            <msink:sourceLink direction="with" ref="{7DC106A5-8A19-4F42-9C03-57E48D53BC69}"/>
          </msink:context>
        </emma:interpretation>
      </emma:emma>
    </inkml:annotationXML>
    <inkml:trace contextRef="#ctx0" brushRef="#br0">359 314 183 0,'0'-41'378'0,"5"12"1"0,-3-14 14 15,2 4-7-15,-8 13 5 0,7-3-4 0,-6 3-7 16,3 3 6-16,0 5 33 0,0 3-7 0,0 4-15 15,0 11-29-15,0-16-32 0,0 16-29 0,0 0-29 16,0 0-24-16,0 0 2 0,0 0-8 0,-8 47 13 16,1-1 17-16,7 10 3 0,0 26 0 0,-6 40-8 15,3-33 6-15,-5 39-279 0,5 1 0 0,1-2 0 16,-3-38 0-16,-2 53 0 0,-1-4 0 0,-2 8 0 16,-4-6 0-16,1 4 0 0,1-4 0 0,-9-2 0 15,7-2 0-15,0-6 0 0,-2 3 0 0,2-41 0 0,-9 54 0 16,11-10 0-16,-1-3 0 0,5-42 0 15,-6 41 0-15,5-44 0 0,-7 36 0 0,8-44 0 16,5-3 0-16,-2 8 0 0,-3-6 0 0,2 1 0 0,4-3 0 16,-3-5 0-16,2-19 0 0,-3-1 0 0,-2-3 0 15,5-2 0-15,0-5 0 0,3 0 0 0,-5-2 0 16,2-12 0-16,0-5 0 0,1-2 0 0,1-2 0 16,1-4 0-16,-5 3 0 0,5-7 0 0,0-11 0 15,-2 15 0-15,2-15 0 0,0 0 0 0,-5 21 0 16,5-21 0-16,0 0 0 0,0 0 0 0,0 0 0 15,0 0 0-15,0 18 0 0,0-18 0 0,0 0 0 16,0 0 0-16,0 0 0 0,0 0 0 0,0 0 0 16,0 0 0-16,0 15 0 0,0-15 0 0,0 0 0 15,0 0 0-15,0 0 0 0,0 0 0 0,18 2 0 16,-18-2 0-16,17 4 0 0,-17-4 0 0,25 5 0 16,-4-2 0-16,0 0 0 0,7 1 0 0,4 2 0 15,10-1 0-15,4 2 0 0,-2-4 0 0,5 1 0 16,0 1 0-16,2-2 0 0,-2 0 0 0,5-7-136 15,-4 2-320-15,1 1-48 0,-2-5-55 0,6-3-79 16,-7-1-345-16,-3-6-1066 0,3 0 472 0</inkml:trace>
  </inkml:traceGroup>
</inkml:ink>
</file>

<file path=ppt/ink/ink16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7T08:41:56.074"/>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BE6B2458-44EE-4677-9DE4-7B6B6EA673A7}" emma:medium="tactile" emma:mode="ink">
          <msink:context xmlns:msink="http://schemas.microsoft.com/ink/2010/main" type="inkDrawing" rotatedBoundingBox="17887,202 18307,5428 16703,5557 16283,332" semanticType="verticalRange" shapeName="Other">
            <msink:sourceLink direction="with" ref="{C4B44874-E860-4FEB-A989-4808C3C0E81B}"/>
            <msink:sourceLink direction="with" ref="{FA403027-C3EE-4C46-A1C7-88BC26F88626}"/>
            <msink:sourceLink direction="with" ref="{7DC106A5-8A19-4F42-9C03-57E48D53BC69}"/>
          </msink:context>
        </emma:interpretation>
      </emma:emma>
    </inkml:annotationXML>
    <inkml:trace contextRef="#ctx0" brushRef="#br0">103 34 3755 0,'-19'-6'85'0,"1"-1"-65"0,1 4 1 0,3-6 9 16,14 9-19-16,-22-3 3 0,22 3 6 0,-13-8 25 0,13 8 19 15,0 0 32-15,0 0 20 0,0 0 13 0,62-3 9 16,-13 3 2-16,6 0-1 0,30 6-4 0,5-1 0 15,-4 3-11-15,7-2-11 0,-3-1-9 0,10-3-8 16,-4 10-11-16,-3-5-8 0,-1 1-1 0,-2-2-16 16,-5 3-4-16,-7-1-8 0,-17-6-4 0,-5 5-7 15,-6-2 0-15,-2 2-3 0,-7 0 0 0,-13 1 5 16,-2 3 8-16,-8-4 5 0,-2 6 21 0,-3 1 11 16,0 1 6-16,-1 24 24 0,-4-4 29 0,-5 7-10 15,2 8 15-15,-7 22 3 0,-1-18 20 0,0 23 5 16,-3 5 8-16,-5 10 1 0,-3 28 10 0,7-26-107 15,-1 42-88-15,2 1 0 0,6 0 0 0,6 4 0 16,-1-5 0-16,-3-2 0 0,9 0 0 0,-7-1 0 16,7 3 0-16,-9 2 0 0,3 0 0 0,-4-10 0 15,1 7 0-15,-2-7 0 0,6 2 0 0,-6-38 0 16,7 32 0-16,-6 2 0 0,-2-37 0 0,-1 37 0 0,0-41 0 16,-7 5 0-16,7 4 0 0,1-7 0 0,-4-1 0 15,-3 1 0-15,2-4 0 0,-7-1 0 0,5-7 0 16,0-1 0-16,2-4 0 0,-2-20 0 0,2-2 0 15,-2-4 0-15,-2 2 0 0,-1-1 0 0,3-1 0 16,1-6 0-16,-1 2 0 0,3-3 0 0,-1-7 0 16,2-3 0-16,0 5 0 0,4-7 0 0,-7 1 0 15,7-3 0-15,0-2 0 0,0-5 0 0,0-1 0 16,0-5 0-16,0-10 0 0,-1 21 0 0,1-11 0 16,0-10 0-16,-2 17 0 0,2-17 0 0,-3 13 0 15,3-13 0-15,0 0 0 0,-3 14 0 0,3-14 0 16,0 0 0-16,-11 12 0 0,11-12 0 0,-14 7 0 0,14-7 0 15,-26 10 0-15,6-7 0 0,-9-3 0 0,-18-2 0 16,0 1 0-16,-10-3 0 0,-21-8 0 16,1 3 0-16,-7-7 0 0,0 2-330 0,-9-4-239 0,3 1-70 0,-2 0-471 0,5-1-1201 15,0 6 533-15</inkml:trace>
  </inkml:traceGroup>
</inkml:ink>
</file>

<file path=ppt/ink/ink16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7T08:42:05.765"/>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4835D61B-2FFF-4C02-A4D3-7D0D57E91318}" emma:medium="tactile" emma:mode="ink">
          <msink:context xmlns:msink="http://schemas.microsoft.com/ink/2010/main" type="writingRegion" rotatedBoundingBox="3896,6073 6403,6258 6324,7335 3817,7151"/>
        </emma:interpretation>
      </emma:emma>
    </inkml:annotationXML>
    <inkml:traceGroup>
      <inkml:annotationXML>
        <emma:emma xmlns:emma="http://www.w3.org/2003/04/emma" version="1.0">
          <emma:interpretation id="{719794F1-5282-4D6E-9635-A0DAC885C7D6}" emma:medium="tactile" emma:mode="ink">
            <msink:context xmlns:msink="http://schemas.microsoft.com/ink/2010/main" type="paragraph" rotatedBoundingBox="3896,6073 6403,6258 6324,7335 3817,7151" alignmentLevel="1"/>
          </emma:interpretation>
        </emma:emma>
      </inkml:annotationXML>
      <inkml:traceGroup>
        <inkml:annotationXML>
          <emma:emma xmlns:emma="http://www.w3.org/2003/04/emma" version="1.0">
            <emma:interpretation id="{A56F3128-F123-413F-9DC7-9F20BC113BA9}" emma:medium="tactile" emma:mode="ink">
              <msink:context xmlns:msink="http://schemas.microsoft.com/ink/2010/main" type="line" rotatedBoundingBox="3896,6073 6403,6258 6324,7335 3817,7151"/>
            </emma:interpretation>
          </emma:emma>
        </inkml:annotationXML>
        <inkml:traceGroup>
          <inkml:annotationXML>
            <emma:emma xmlns:emma="http://www.w3.org/2003/04/emma" version="1.0">
              <emma:interpretation id="{A13458B0-0D6D-4A44-84BF-85D344248CDA}" emma:medium="tactile" emma:mode="ink">
                <msink:context xmlns:msink="http://schemas.microsoft.com/ink/2010/main" type="inkWord" rotatedBoundingBox="3896,6073 6403,6258 6324,7335 3817,7151"/>
              </emma:interpretation>
              <emma:one-of disjunction-type="recognition" id="oneOf0">
                <emma:interpretation id="interp0" emma:lang="" emma:confidence="1">
                  <emma:literal/>
                </emma:interpretation>
              </emma:one-of>
            </emma:emma>
          </inkml:annotationXML>
          <inkml:trace contextRef="#ctx0" brushRef="#br0">0 126 273 0,'0'0'388'16,"0"0"-13"-16,0 0-1 0,0 0-5 0,57-14-9 0,-22 9-23 15,12 2-15-15,6-3-20 0,7 1-30 0,17-6-23 16,2 9-29-16,0-4-13 0,2-1-30 0,-23 4-22 16,5 0-40-16,15-2-63 0,-1-4-67 0,-21 3-74 15,2 3-67-15,-3-5-79 0,7-1-97 0,-7 3-288 16,4-1-672-16,-4-1 297 0</inkml:trace>
          <inkml:trace contextRef="#ctx0" brushRef="#br0" timeOffset="-210.2154">1013-650 219 0,'0'0'486'0,"-22"0"-38"0,22 0-37 0,-28 21-33 16,12-2-11-16,-3 4 0 0,-5 9 3 0,-1 5-7 15,5-1-28-15,-3 2-24 0,4 7-21 0,2 3-27 16,-3 0-25-16,-1 0-20 0,0 4-20 0,1 16-19 15,4-25-18-15,-3-3-17 0,5 0-9 0,-2 2-11 16,2-5-14-16,0-3-11 0,1-8-10 0,5-1-8 16,-3-7-6-16,6-3-10 0,-1 0-3 0,1-4-6 0,-1 0 0 15,6-11 7-15,-3 12 4 0,3-12 10 0,0 0 6 16,0 0 5-16,0 0-7 0,0 0 15 16,0 0-17-16,30-49-3 0,-16 24-6 0,8-15-3 0,3-5 5 15,-1-5-22-15,12-19-6 0,-2 2-5 0,-4 1-3 16,3 2-7-16,-5 13-8 0,-2 4 1 0,4 2-8 15,-7 0 3-15,4 6-6 0,0 4-4 0,0-2 0 16,0 9 6-16,-3 5-3 0,-2 1-3 0,-2 4-8 16,6 5 4-16,-9 4-7 0,2 4 0 0,-3-1 4 15,3 5 5-15,-19 1-9 0,31 15 10 0,-17-1-6 16,5 11 4-16,2 11-2 0,-2 3 1 0,3 5 6 16,-6 1-5-16,-2 3 1 0,-3 7 4 0,-6-3-10 0,1 3 7 15,1-2-4-15,-7 2 1 0,-2-3-19 16,-4 20-31-16,-2-23-40 0,-5-5-50 0,-1 2-54 0,0 2-52 15,-5-12-51-15,3 1-38 0,-6 4-45 0,0-10-41 16,-4 1-52-16,4-10-427 0,0-4-971 0,0-2 429 0</inkml:trace>
          <inkml:trace contextRef="#ctx0" brushRef="#br0" timeOffset="187.47">1805-77 135 0,'18'6'425'15,"-18"-6"31"-15,26-1 37 0,-26 1 28 0,40 1-17 16,-19-2-34-16,1 0-44 0,1-3-37 0,6 4-41 15,4-1-36-15,2-2-33 0,7 2-28 0,1-2-37 16,-14 0-63-16,5 2-76 0,9 1-76 0,-13-3-97 16,3 3-88-16,-4 1-87 0,-9 1-91 0,-4-2-391 15,-16 0-817-15,28 4 362 0</inkml:trace>
          <inkml:trace contextRef="#ctx0" brushRef="#br0" timeOffset="383.193">1892 163 84 0,'-28'13'459'0,"10"-6"-51"0,1 2-36 0,3-4-23 16,4 1-16-16,10-6-8 0,-11 7-13 0,11-7-15 15,0 0-21-15,0 0-14 0,0 0-20 0,63 6-23 16,-20-12-18-16,9 0-13 0,0-2-21 0,4 2-19 16,-1-1-20-16,-4-5-27 0,-2 4-46 0,0 1-60 15,-5-8-60-15,3 5-47 0,-6 1-71 0,-11-1-71 16,4 2-92-16,-14 0-315 0,1 3-714 0,2-5 316 15</inkml:trace>
        </inkml:traceGroup>
      </inkml:traceGroup>
    </inkml:traceGroup>
  </inkml:traceGroup>
</inkml:ink>
</file>

<file path=ppt/ink/ink16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7T08:42:08.257"/>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7D11B5BF-754C-4E1B-BB78-89ABB85CA195}" emma:medium="tactile" emma:mode="ink">
          <msink:context xmlns:msink="http://schemas.microsoft.com/ink/2010/main" type="inkDrawing" rotatedBoundingBox="7936,5803 8206,11058 7376,11101 7106,5846" semanticType="verticalRange" shapeName="Other">
            <msink:sourceLink direction="with" ref="{24FD9ABF-72C6-4229-B547-CB049C7EC711}"/>
            <msink:sourceLink direction="with" ref="{8C7D6535-AD28-4555-895F-FD52931CE93B}"/>
            <msink:sourceLink direction="with" ref="{F068FEFE-042F-455E-AB6A-D77470E6EC77}"/>
          </msink:context>
        </emma:interpretation>
      </emma:emma>
    </inkml:annotationXML>
    <inkml:trace contextRef="#ctx0" brushRef="#br0">33 197 194 0,'-1'-18'290'0,"-2"-1"-6"0,1 1-4 16,2 3 1-16,-5-3-2 0,4 3-8 0,1-3-5 0,-3 2-12 15,-2 4 0-15,3 0 11 0,2 12-3 16,-4-17-16-16,-1 7-7 0,5 10-9 0,-3-11-17 16,3 11-24-16,0 0-19 0,0 0-11 0,0 0-13 0,0 0 3 15,0 0 4-15,0 0 1 0,-7 47 2 0,7-19 4 16,0 14-9-16,7 8-1 0,-1 29 8 15,2-2-3-15,-2-1 10 0,2 10-12 0,-2 7 8 0,2 31-5 16,0-39 4-16,0 4-5 0,3 36 4 0,-8-39-1 16,4 2-4-16,4 45-7 0,-10-6 6 0,9-1-3 15,-5-31-3-15,2 31-132 0,-5 3-15 0,1-3 0 16,-6-36 0-16,3 38 0 0,-3-41 0 0,1 45 0 16,2-3 0-16,-4-40 0 0,4 34 0 0,-2-35 0 15,2 1 0-15,-3 3 0 0,6-3 0 0,-8 2 0 16,4-12 0-16,1 5 0 0,-5-6 0 0,5-1 0 15,-3-2 0-15,3 0 0 0,-7-2 0 0,7 0 0 16,-1-2 0-16,-2-15 0 0,3-2 0 0,0-1 0 16,-2-3 0-16,4-1 0 0,2 2 0 0,-4 1 0 15,2-2 0-15,-2-6 0 0,5 0 0 0,-5-4 0 0,3 4 0 16,-3-14 0-16,6 7 0 0,-6-6 0 0,7-3 0 16,-3-2 0-16,-1-2 0 0,-1 2 0 0,3-1 0 15,-4-6 0-15,6 6 0 0,-6-6 0 0,-1-19 0 16,10 33 0-16,-7-17 0 0,-3-16 0 0,6 32 0 15,-4-17 0-15,-2-15 0 0,5 24 0 0,-5-24 0 16,0 25 0-16,0-25 0 0,1 26 0 0,5-12 0 16,-6-14 0-16,0 0 0 0,-1 28 0 0,1-28 0 15,0 0 0-15,1 23 0 0,-1-23 0 0,0 0 0 0,0 19 0 16,0-19 0-16,0 0 0 0,-3 18 0 16,3-18 0-16,0 0 0 0,2 19 0 0,-2-19 0 15,0 0 0-15,-2 17 0 0,2-17 0 0,0 0 0 0,-4 14 0 16,4-14 0-16,0 0 0 0,0 0 0 0,0 0 0 15,1 24 0-15,-1-24 0 0,0 0 0 0,0 15 0 16,0-15 0-16,0 0 0 0,0 0 0 0,14 15 0 16,-14-15 0-16,0 0 0 0,34 16 0 0,-34-16 0 15,30 9 0-15,-4-4 0 0,-26-5 0 0,73 7 0 16,-29-7 0-16,2 2 0 0,8-2 0 0,-3-2-225 16,7-2-181-16,2 1-36 0,-1 3-50 0,2-8-59 15,17-8-462-15,-21 9-1097 0,-1-11 486 0</inkml:trace>
  </inkml:traceGroup>
</inkml:ink>
</file>

<file path=ppt/ink/ink16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27T08:42:20.948"/>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34B69F7F-C25B-4D57-BB85-617F41099093}" emma:medium="tactile" emma:mode="ink">
          <msink:context xmlns:msink="http://schemas.microsoft.com/ink/2010/main" type="inkDrawing" rotatedBoundingBox="19794,6022 19912,12015 18026,12053 17908,6059" semanticType="verticalRange" shapeName="Other">
            <msink:sourceLink direction="with" ref="{24FD9ABF-72C6-4229-B547-CB049C7EC711}"/>
            <msink:sourceLink direction="with" ref="{8C7D6535-AD28-4555-895F-FD52931CE93B}"/>
            <msink:sourceLink direction="with" ref="{F068FEFE-042F-455E-AB6A-D77470E6EC77}"/>
          </msink:context>
        </emma:interpretation>
      </emma:emma>
    </inkml:annotationXML>
    <inkml:trace contextRef="#ctx0" brushRef="#br0">669 76 304 0,'0'0'425'0,"-26"-7"-21"16,26 7-36-16,-19-5-17 0,19 5-21 0,-9-6-6 15,9 6-12-15,0 0-5 0,0 0-21 0,0 0-9 0,0 0-12 16,39-12-15-16,-18 12-8 0,12-3-18 0,0-1-17 16,13-1-15-16,3 5-14 0,-1-6-18 0,2 6-9 15,-1-4-10-15,-3 1-2 0,0 2-7 0,4-3 1 16,-1 2-2-16,4-4-7 0,-4 6-13 0,-5 0 0 15,-2 5-7-15,-7-4-7 0,-6 8-5 0,-1 3 3 16,1 1-1-16,-1 13 21 0,0 7 4 0,-1 6 13 16,-5 6 10-16,4 20 13 0,-10 6 8 0,-1 9 7 15,0 6-36-15,-1 1-134 0,5 45 0 0,1-7 0 16,-12-36 0-16,14 44 0 0,-11 10 0 0,2-5 0 16,-2 5 0-16,-5 4 0 0,6 11 0 0,-5-6 0 0,0 7 0 15,-7 1 0-15,3 1 0 0,-5-1 0 0,1-1 0 16,-2-4 0-16,1-3 0 0,-4-3 0 0,6-2 0 15,0-6 0-15,0-6 0 0,0-44 0 0,-2 44 0 16,1-12 0-16,-6 5 0 0,4-42 0 0,-2 6 0 16,-4-4 0-16,4 2 0 0,-6-2 0 0,3-3 0 15,-5-4 0-15,6-10 0 0,-1 7 0 0,-3-2 0 16,3-24 0-16,0 1 0 0,1-1 0 0,0 0 0 16,0-4 0-16,-1 2 0 0,4-8 0 0,0 3 0 15,0-2 0-15,2-4 0 0,-3-10 0 0,4 0 0 16,1-1 0-16,-2-4 0 0,-3 3 0 0,5-5 0 0,0-2 0 15,-3-1 0-15,3-2 0 0,-3-3 0 0,2 0 0 16,1 1 0-16,-4-4 0 0,1 2 0 16,0 3 0-16,-2-8 0 0,5-8 0 0,-6 19 0 0,4-12 0 15,2-7 0-15,-4 11 0 0,4-11 0 0,-7 12 0 16,3-1 0-16,-6-3 0 0,-6 3 0 0,2 2 0 16,-8 3 0-16,-8-2 0 0,-8 4 0 0,-5 6 0 15,-2-8 0-15,-8 2 0 0,-24-1 0 0,0 1 0 16,-15-3 0-16,-6 0 0 0,-40 5 0 0,42-13 0 15,-45 0 0-15,45 0 0 0,-2-3 0 0,-44-4 0 16,48-1-1366-16,11-5-1478 0,-6-3 654 0</inkml:trace>
  </inkml:traceGroup>
</inkml:ink>
</file>

<file path=ppt/ink/ink16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31T04:02:27.035"/>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AE3C169A-5164-4A91-8B4A-03AD67B2F3CB}" emma:medium="tactile" emma:mode="ink">
          <msink:context xmlns:msink="http://schemas.microsoft.com/ink/2010/main" type="writingRegion" rotatedBoundingBox="77,246 31152,-971 31911,18405 836,19624"/>
        </emma:interpretation>
      </emma:emma>
    </inkml:annotationXML>
    <inkml:traceGroup>
      <inkml:annotationXML>
        <emma:emma xmlns:emma="http://www.w3.org/2003/04/emma" version="1.0">
          <emma:interpretation id="{B14EFC36-0F8E-496D-BA19-3F700A4004BF}" emma:medium="tactile" emma:mode="ink">
            <msink:context xmlns:msink="http://schemas.microsoft.com/ink/2010/main" type="paragraph" rotatedBoundingBox="1146,165 6832,-4 6908,2528 1222,2698" alignmentLevel="1"/>
          </emma:interpretation>
        </emma:emma>
      </inkml:annotationXML>
      <inkml:traceGroup>
        <inkml:annotationXML>
          <emma:emma xmlns:emma="http://www.w3.org/2003/04/emma" version="1.0">
            <emma:interpretation id="{0354B7C4-B610-4548-982E-5C3A2C90E658}" emma:medium="tactile" emma:mode="ink">
              <msink:context xmlns:msink="http://schemas.microsoft.com/ink/2010/main" type="line" rotatedBoundingBox="1146,165 6832,-4 6908,2528 1222,2698">
                <msink:destinationLink direction="with" ref="{ED7C3F30-CEB6-4D56-B1EF-A2CFE0FD2AEA}"/>
              </msink:context>
            </emma:interpretation>
          </emma:emma>
        </inkml:annotationXML>
        <inkml:traceGroup>
          <inkml:annotationXML>
            <emma:emma xmlns:emma="http://www.w3.org/2003/04/emma" version="1.0">
              <emma:interpretation id="{F1750A5E-7545-4E43-B0DD-CC290772083B}" emma:medium="tactile" emma:mode="ink">
                <msink:context xmlns:msink="http://schemas.microsoft.com/ink/2010/main" type="inkWord" rotatedBoundingBox="1146,165 6832,-4 6908,2528 1222,2698"/>
              </emma:interpretation>
              <emma:one-of disjunction-type="recognition" id="oneOf0">
                <emma:interpretation id="interp0" emma:lang="" emma:confidence="0.5">
                  <emma:literal>Tramples</emma:literal>
                </emma:interpretation>
                <emma:interpretation id="interp1" emma:lang="" emma:confidence="0.5">
                  <emma:literal>= samples</emma:literal>
                </emma:interpretation>
                <emma:interpretation id="interp2" emma:lang="" emma:confidence="0.5">
                  <emma:literal>= ramp les</emma:literal>
                </emma:interpretation>
                <emma:interpretation id="interp3" emma:lang="" emma:confidence="0">
                  <emma:literal>= maniples</emma:literal>
                </emma:interpretation>
                <emma:interpretation id="interp4" emma:lang="" emma:confidence="0">
                  <emma:literal>= navy les</emma:literal>
                </emma:interpretation>
              </emma:one-of>
            </emma:emma>
          </inkml:annotationXML>
          <inkml:trace contextRef="#ctx0" brushRef="#br0">35 130 5 0,'0'0'316'0,"-21"-8"-8"0,12 4-7 0,9 4-22 16,-11-11-14-16,11 11-14 0,-7-11-20 0,7 11 6 16,0 0-9-16,16-26-22 0,-5 18-17 0,7-3 2 15,4 0-15-15,6-4-16 0,-1 0-12 0,16 1-3 16,1-1-34-16,2 3-12 0,1-4-23 0,9 1-14 16,-5 3-38-16,2-1-35 0,0 3-30 0,-3 2-45 15,0-1-58-15,-2 7-56 0,1-5-67 0,-16 5-277 16,10-2-588-16,-14 4 260 0</inkml:trace>
          <inkml:trace contextRef="#ctx0" brushRef="#br0" timeOffset="-218.7173">352 502 85 0,'0'0'255'0,"0"0"-4"0,0 0-4 0,0 0-7 15,0 0-7-15,0 0-11 0,0 0-15 0,0 0-13 16,-24-15-11-16,24 15-6 0,0 0-12 0,-15-7 3 16,15 7-11-16,0 0-3 0,-25 0-7 0,25 0-4 15,0 0-1-15,-29 2 0 0,29-2 3 0,0 0 5 16,-32 5-1-16,32-5-7 0,-18 5-1 0,18-5-2 15,-27 6-4-15,27-6-6 0,-11 1-7 0,11-1-1 16,0 0 0-16,0 0-1 0,0 0-4 0,0 0-8 16,0 0-12-16,0 0-9 0,0 0-15 0,0 0 7 15,0 0 0-15,0 0-5 0,49-23-6 0,-23 15-4 16,14-3-3-16,-3-4-5 0,5 3-5 0,1-6-4 16,0 1-8-16,-3 4 0 0,-9 2-10 0,11-8-2 15,-4 6-3-15,-6 2-15 0,-3 2-23 0,-5-1-31 16,-5 3-33-16,-1-1-40 0,1 2-43 0,-4-2-37 15,-7 2-18-15,-8 6-35 0,13-9-37 0,-13 9-33 16,0 0-25-16,-8-18-36 0,8 18-274 0,-29-12-710 16,8 10 314-16</inkml:trace>
          <inkml:trace contextRef="#ctx0" brushRef="#br0" timeOffset="4249.7276">1141 431 78 0,'0'0'342'0,"0"0"-25"16,-25 1-14-16,25-1-5 0,0 0-5 0,0 0 4 16,-21-11-34-16,21 11-14 0,0 0-29 0,5-17-13 15,-5 17-9-15,12-19-20 0,0 8-8 0,0 0 10 16,4 0-26-16,4-1-8 0,5 4-12 0,-7-3-21 16,3 9-4-16,6-4-9 0,-3 3-20 0,-3 6 0 15,-21-3-6-15,37 5-7 0,-16 2-6 0,-2 3-11 16,-4 2-2-16,1 7-7 0,-8-3-1 0,1 8-8 15,-7 1-13-15,-2 3 3 0,-5 0 0 0,-1 3-5 16,-9 5 3-16,7-5-5 0,-8 6 2 0,2-11-6 16,-2 0-1-16,-4 0-2 0,4-1 2 0,2-4 0 0,1-6 1 15,-3 0-12-15,-2 0 9 0,9-7-7 0,-3-1 7 16,12-7 10-16,-8 14-8 0,8-14-2 16,-9 5 1-16,9-5-6 0,0 0 5 0,0 0-2 0,0 0-1 15,17-39 1-15,-2 17-3 0,-1-1 0 0,6-3 1 16,2-11-4-16,-1 0 4 0,6 3-1 0,0-1-1 15,-2-3-5-15,0 3 2 0,-1 2 0 0,-4 7 2 16,-4-1 1-16,3 3-2 0,-3 2 2 0,-2 0-7 16,-6 6 3-16,4 5 10 0,-8-5-3 0,3 8 24 15,-4-2 10-15,-3 10 17 0,3-15 1 0,-3 15-6 16,0 0-7-16,0 0-2 0,0 0-6 0,0 0 0 16,0 0 1-16,0 0-4 0,-43 33-3 0,33-16 1 15,-1 8-10-15,-3-1 4 0,4 4 0 0,4-2-4 16,-1 1 0-16,6 3-1 0,-4-3-6 0,6 1-2 15,3-1-7-15,-1-1-19 0,8-3-19 0,-3-4-28 16,5-4-23-16,3-3-35 0,8-3-44 0,3-2-33 0,7-4-59 16,0-3-54-16,9-5-58 0,-11-2-352 15,11-8-779-15,-1-1 345 0</inkml:trace>
          <inkml:trace contextRef="#ctx0" brushRef="#br0" timeOffset="4280.9372">2147 387 152 0,'2'-9'320'0,"-1"-1"1"16,-1 10-14-16,-3-17-9 0,3 17 8 0,-13-14 6 15,13 14 0-15,-16-11 15 0,16 11-10 0,-24-1-5 16,24 1-9-16,0 0-7 0,-50 12-10 0,34-2-4 16,-8 2-11-16,0 6-5 0,2-2-11 0,-1 4-8 15,3 4-7-15,-1 0-7 0,-3 5-17 0,4-3-17 16,-4 5-14-16,10-5-12 0,-4 0-25 0,9 1-9 16,-3-4-16-16,4 2-21 0,2-2 1 0,4-2-9 15,2-4-9-15,2 1-10 0,4-3-4 0,2 0-8 16,4 0-29-16,-3-2-25 0,6-4-9 0,2 0-11 15,-1-7-18-15,5 3-10 0,-2-4-6 0,-19-1-4 16,39-5 0-16,-20 2 4 0,-1-2 2 0,8-7 4 0,-10 3 5 16,-2-2 5-16,0-4-1 0,-1-1 8 15,3-1 0-15,-3 0 3 0,-5 2 1 0,0-4 2 16,-1 4 6-16,-1 0 8 0,-1-2 6 0,-4 3 11 0,1-1 14 16,-2 5 10-16,0 10 10 0,2-20 5 0,1 11 13 15,-3 9-5-15,1-13 8 0,-1 13 1 0,0 0-4 16,7-12 2-16,-7 12-1 0,0 0 2 0,0 0-8 15,0 0-2-15,0 0-8 0,0 0-5 0,0 0-42 16,0 0-5-16,0 0 0 0,8 34 0 0,-6-22 0 16,-2-12 0-16,3 30 0 0,0-15 0 0,2-1 0 15,-4 2 0-15,6 0 0 0,-1-5 0 0,-3 3 0 16,7-9 0-16,0 7-49 0,-2-3-72 0,3-4 0 16,3 2 1-16,-14-7-2 0,26 7 7 0,-7-9 6 15,-19 2 9-15,34-12 8 0,-18 10 9 0,-2-8 8 16,1-4 8-16,-1 6 9 0,6-7 7 0,-6 2 11 15,-4-4 10-15,2-1 11 0,-4 2 16 0,5-6 14 0,-5 5 12 16,-1 0 14-16,-1-1 26 0,-3 3-6 0,2-2 9 16,-2 3 11-16,2 3 3 0,3-1 10 0,-1 2 3 15,-7 10-6-15,8-14 7 0,-8 14-10 0,6-7 1 16,-6 7-9-16,0 0-9 0,0 0 8 0,0 0-3 16,0 0-2-16,0 0-3 0,0 0-66 0,29 31-1 15,-24-16 0-15,4 7 0 0,-1 2 0 0,2-5 0 16,-2 5 0-16,0 2 0 0,7-2 0 0,-7 2 0 15,6-5 0-15,-6-4 0 0,3 0 0 0,4 4 0 16,-7-7 0-16,0-1 0 0,5 1 0 0,-4-2 0 16,-1-5 0-16,-8-7 0 0,15 6 0 0,-15-6 0 15,24 6 0-15,-24-6 0 0,0 0 0 0,25-15 0 0,-13 4 0 16,-4-2 0-16,0-5-22 0,5 3-12 0,-4-8 19 16,4 0-13-16,-5-3 0 0,3 1 6 0,-1-2-1 15,1 3 6-15,-3-4 10 0,2 4-4 0,-4-2 13 16,2 7 10-16,-1 0 7 0,-1 1 14 0,-1 4 9 15,-2 2-4-15,2 4 2 0,-2-3-19 0,-3 11-21 16,8-13 0-16,-8 13 0 0,6-11 0 0,-6 11 0 16,0 0 0-16,0 0 0 0,0 0 0 0,0 0 0 15,0 0 0-15,28 21 0 0,-23-5 0 0,3 2 0 16,-5 0 0-16,3-1 0 0,5 6 0 0,-3 1 0 16,1-2 0-16,2 1 0 0,0 3 0 0,-3-11 0 15,5 0 0-15,-2 4 0 0,3-4 0 0,-2-2 0 16,1 1 0-16,1-2 0 0,-1-2 0 0,-4-6 0 15,4 3 0-15,-13-7 0 0,23 5 0 0,-23-5 0 16,22-1 0-16,-22 1 0 0,24-11 0 0,-14 6 0 16,4-6 0-16,-6-2 0 0,5-3 0 0,-5 4 0 0,5-10 0 15,-5-1 0-15,-2 4 0 0,3-3 0 0,-3-1 0 16,0 2 0-16,-4 4 0 0,3 0 0 0,-4 0 0 16,1 6 0-16,1 0 0 0,-3 11 0 0,2-19 0 15,-2 19 0-15,3-9 0 0,-3 9 0 0,0 0 0 16,3-13 0-16,-3 13 0 0,0 0 0 0,0 0 0 15,0 0 0-15,0 0 0 0,0 0 0 0,0 0 0 16,10 38 0-16,-5-24 0 0,-4 2 0 0,7-1 0 16,-1 4 0-16,1-5 0 0,0 3 0 0,1 1 0 15,1-9 0-15,4 6 0 0,-1-2 0 0,2-3 0 16,-2-2 0-16,1-3 0 0,2-2 0 0,0 1 0 16,-16-4 0-16,35-1 0 0,-35 1 0 0,32-11 0 0,-14 1-35 15,3-7-36-15,0-2 5 0,-5-1 10 0,2 0 3 16,-10 1 7-16,8-6 7 0,-4 1 0 0,1-2 4 15,-5 11 6-15,-1-11 12 0,-3 7 9 0,3 2 14 16,-2 3 17-16,-4 0 9 0,6 3 13 0,-7 11 0 16,1-16 7-16,-1 16 3 0,5-7-5 0,-5 7 8 15,0 0-5-15,0 0-3 0,0 0-25 0,-5 57-25 16,5-16 0-16,0 2 0 0,0 5 0 0,4 3 0 16,-8 2 0-16,11 3 0 0,1 12 0 0,-8 5 0 15,13-3 0-15,-1 9 0 0,3-8 0 0,-2-18 0 16,1 2 0-16,4 20 0 0,-10-21 0 0,11 14 0 15,-9-15 0-15,3-2 0 0,-7-3 0 0,-4-1 0 16,2-2 0-16,-2-4 0 0,-2-11 0 0,0 0 0 16,0-2 0-16,-3-2 0 0,0-10 0 0,1 1 0 0,-1-3 0 15,3-6 0-15,0-8 0 0,-10 16-302 16,10-16-93-16,0 0-39 0,0 0-24 0,0 0-41 0,-29-24-36 16,18 3-393-16,0-19-1006 0,-4-5 445 0</inkml:trace>
          <inkml:trace contextRef="#ctx0" brushRef="#br0" timeOffset="4296.5641">3654 300 244 0,'21'-26'457'0,"7"-6"-3"0,-5 13-2 16,6 3-15-16,8-9-18 0,-8 16-26 0,-2-1-31 16,3 10-33-16,1-1-28 0,-1 2-36 0,-1 3-22 0,0 7-26 15,0 2-29-15,0 5-23 0,-7 1-12 0,-1 0-21 16,0 15-14-16,-10-8-18 0,-3 2-14 15,-6 0-14-15,-2 2-7 0,-5 8-13 0,0-9-10 0,-6-2-13 16,-4 11-18-16,-4-4-22 0,3-9-33 0,-1-2-33 16,-4-1-47-16,-5-7-40 0,5 4-49 0,-8-4-47 15,2-3-50-15,5-5-39 0,-7 0-357 0,1-1-764 16,8-1 337-16</inkml:trace>
          <inkml:trace contextRef="#ctx0" brushRef="#br0" timeOffset="4312.1869">4052 641 310 0,'14'5'329'0,"2"1"-9"0,0 2-2 0,-1-3 6 16,-1 1 17-16,-1-2-26 0,1 3-13 0,-14-7-12 16,23 4-17-16,-23-4 0 0,32 0-3 0,-32 0-6 0,30-6-10 15,-15 0-18-15,-2-1-12 0,-2-4-16 0,2-1-20 16,-1-7-19-16,-2-7-17 0,3-1-13 15,0-13-17-15,0-5-8 0,-5-1-14 0,1-2-12 0,-4-5-8 16,1-22-8-16,-2 1-7 0,2-2-5 0,-8 1-6 16,1-1-8-16,-2-2-11 0,-5 0-1 15,1 6-1-15,-6-3-6 0,5 22 0 0,-1-3-2 0,-4 3 6 16,-2 5 1-16,-4 8 8 0,5-1 5 0,-2 3 8 16,1 13 3-16,6 3 6 0,-3 10-1 0,4-3 13 15,0 8-16-15,8 7 1 0,-16-4-5 0,16 4 0 16,0 0-3-16,-32 30 7 0,23-7 10 0,2 15 6 15,1 4 13-15,6 5 11 0,1 2 1 0,4 7 1 16,3 20-4-16,8-4 15 0,-3-16 7 0,8 22-47 16,-2-8-71-16,5 3 0 0,2 5 0 0,3-6 0 15,0 0 0-15,3-2 0 0,3 0 0 0,-1-4 0 16,-5-1 0-16,-7-20 0 0,5-5 0 0,-3 4 0 0,2-6 0 16,-10-11 0-16,2-1 0 0,-1-6 0 15,-5-6 0-15,-1-2 0 0,2-3 0 0,1-2 0 16,2-5 0-16,-16-2-46 0,0 0-18 0,44-16 13 0,-32 2 0 15,1 0 9-15,2-13-6 0,-2 1 3 0,7-8 4 16,-10 4 6-16,6-8 9 0,-10 9-6 0,1-2 14 16,-2-2-2-16,-2 6 9 0,2-3 4 0,-4-3 9 15,1 7 1-15,-2-1 13 0,-2 3 9 0,2 5-2 16,0-1 11-16,-1 1 8 0,-1 11 20 0,-3-3 4 16,5 11-5-16,-1-19-2 0,1 19 13 0,-12-8-16 15,12 8-40-15,0 0-16 0,0 0 0 0,0 0 0 16,-36 33 0-16,28-9 0 0,3-2 0 0,-2 8 0 15,6 0 0-15,1 8 0 0,0 1 0 0,6 5 0 16,4-7 0-16,3 0 0 0,6-2 0 0,-5-5 0 16,1-9 0-16,6-1 0 0,-5 1 0 0,4-5 0 15,6-4 0-15,-7-2 0 0,1-6 0 0,7-3 0 0,-6-2 0 16,4-3 0-16,3-3-54 0,-1-10-16 0,-3 1 8 16,8-11 4-16,-3-4 1 0,0-6 4 15,0 1 7-15,-5-4 3 0,2-7 7 0,-6 1-4 0,1-2 9 16,-6-5-2-16,1-19 0 0,-5 22-4 0,-3-4 4 15,-6 8-16-15,-1-1-8 0,-2 1-2 0,-1 4 0 16,-4 12 5-16,-1 1-1 0,-1 4 4 0,3 9 0 16,-4 4-4-16,4 5 5 0,5 7 1 0,-23-8 6 15,23 8 6-15,0 0 3 0,-48 17 3 0,34-1 4 16,-2-4 4-16,8 3 1 0,-5 7 2 0,11-1 3 16,1 5 1-16,1-2 6 0,3 2 0 0,5 2 2 15,0-2 5-15,11-4-2 0,4 1 3 0,2-1 5 16,-1 1-2-16,4-1 5 0,-1-5 2 0,0-1 8 0,-1-2 2 15,3-1-4-15,6 10 6 0,-8-8 8 16,-4-1-6-16,-1 3 4 0,-1-4-2 0,-8-1 1 16,8 7 2-16,-5 0 0 0,-3 0 5 0,-4-2-2 15,3 2 3-15,-6-3-4 0,-4 6-1 0,2-3 3 0,-7 4-1 16,2 0-3-16,-6-5-4 0,1 2 1 0,-1-2 2 16,-1-3-7-16,-1 3 0 0,-7 1-9 15,-2-4-2-15,-3 4-6 0,-1-1-13 0,-6-5-28 0,-7 12-32 16,-5-9-43-16,0-6-56 0,-3 2-71 0,-1-5-46 15,-7 1-58-15,3-1-61 0,0-7-93 0,-7-2-345 16,-1-3-914-16,1 1 404 0</inkml:trace>
          <inkml:trace contextRef="#ctx0" brushRef="#br0" timeOffset="-1296.7976">82 89 261 0,'-8'-15'393'0,"-5"3"2"16,5 0 2-16,0 3 2 0,1-3 1 0,7 12-1 16,-8-15-5-16,2 7-14 0,6 8-21 0,-8-9-28 15,8 9-24-15,0 0-29 0,0 0-24 0,0 0-15 16,0 0-17-16,0 0-2 0,-16 24 1 0,18-5-17 16,-1 10-5-16,1 10-3 0,3 5-15 0,1-5-7 0,2 5 0 15,-6 4-12-15,2 2-7 0,4-3-18 16,-1 4-7-16,-7-3-3 0,1-2-11 0,4 6-5 15,-10-3-16-15,9-4-7 0,-8 0-5 0,3-3-73 0,2-1-10 16,-7-2 0-16,4-8 0 0,-1-4 0 0,0-1 0 16,1 1 0-16,2-7 0 0,-4-7 0 15,2 3 0-15,-1-1 0 0,3-4 0 0,0-11 0 0,-3 19 0 16,3-19 0-16,-4 14 0 0,4-14 0 0,0 0 0 16,0 0 0-16,4 12 0 0,-4-12 0 0,0 0 0 15,0 0 0-15,36-7 0 0,-36 7 0 0,45-16 0 16,-19 8 0-16,8-1 0 0,9-3 0 0,0-4 0 15,4 1 0-15,-1 1 0 0,1 1 0 0,-2 2 0 16,-3-1 0-16,1-2 0 0,-5 0 0 0,4 2 0 16,0 1 0-16,-13 2 0 0,0-2 0 0,-1 3 0 15,-2 1 0-15,-2 0-161 0,-5 1-112 0,-4 0-46 0,-5 4-35 16,-10 2-28-16,12-11-41 0,-12 11-50 0,0 0-39 16,0 0-371-16,-16-19-956 0,-1 13 424 15</inkml:trace>
        </inkml:traceGroup>
      </inkml:traceGroup>
    </inkml:traceGroup>
    <inkml:traceGroup>
      <inkml:annotationXML>
        <emma:emma xmlns:emma="http://www.w3.org/2003/04/emma" version="1.0">
          <emma:interpretation id="{C0DAAD61-F2C7-480D-99BA-10AB20A039E8}" emma:medium="tactile" emma:mode="ink">
            <msink:context xmlns:msink="http://schemas.microsoft.com/ink/2010/main" type="paragraph" rotatedBoundingBox="140,2725 31157,725 31498,6018 481,8018" alignmentLevel="1"/>
          </emma:interpretation>
        </emma:emma>
      </inkml:annotationXML>
      <inkml:traceGroup>
        <inkml:annotationXML>
          <emma:emma xmlns:emma="http://www.w3.org/2003/04/emma" version="1.0">
            <emma:interpretation id="{8C4707D3-96AE-4094-BDE4-311578EA6F31}" emma:medium="tactile" emma:mode="ink">
              <msink:context xmlns:msink="http://schemas.microsoft.com/ink/2010/main" type="inkBullet" rotatedBoundingBox="167,3141 1760,3038 1859,4577 266,4680"/>
            </emma:interpretation>
          </emma:emma>
        </inkml:annotationXML>
        <inkml:trace contextRef="#ctx0" brushRef="#br0" timeOffset="4624.6611">-470 3132 34 0,'8'-8'454'15,"-8"8"-16"-15,13-12-16 0,-13 12 0 0,13-7 7 0,-13 7-17 16,11-5-17-16,-11 5-20 0,0 0-15 0,0 0-25 15,0 0-16-15,20 20-25 0,-19-9-5 0,-1 3-7 16,5 1-19-16,-3 2-13 0,1 2-5 0,-2-3-17 16,-1 4-24-16,2-4-22 0,-2 2-7 0,0 4-35 15,5-11 0-15,-5 8-4 0,1-6-29 0,-1 1-7 16,0-2-8-16,0-12-17 0,2 18-3 16,-2-18-8-16,5 15-9 0,-5-15-7 0,1 7-13 0,-1-7 3 15,0 0-7-15,0 0-10 0,0 0-14 0,0 0-10 16,15-30-9-16,-10 1-18 0,4-10-7 0,-10-5-11 15,4-8-9-15,-3 1-10 0,-2-19 6 0,2 17-2 16,-6-3 14-16,-2 7 0 0,-2-1 10 0,-3 3 9 16,1 1 14-16,-1 1 8 0,-5 8 24 0,4 11 13 15,-2 2 17-15,-2 3 3 0,5 7-4 0,-3 2 11 16,0 4-6-16,-3 0 7 0,-2 5 3 0,0 3-7 0,-8 6 2 16,0 11 2-16,4 0 2 0,-11 14 11 0,3 7 8 15,-1 4-66-15,2 1-12 0,-8 17 0 0,17-6 0 16,1-6 0-16,-5 24 0 0,12-20 0 0,1 4 0 15,7-4 0-15,1 1 0 0,4 2 0 0,7-3 0 16,3 0 0-16,8-4 0 0,7 4 0 0,6-5 0 16,20 12 0-16,-5-22 0 0,20 13 0 0,6-10 0 15,-4 0 0-15,10-11 0 0,-19-10 0 0,28 2 0 16,4-13 0-16,-6-4 0 0,0-5 0 0,-22-5 0 0,24-9 0 16,-6-8 0-16,-2-4 0 0,-24 4 0 0,16-14 0 15,-5-7 0-15,-6-5 0 0,-15 8 0 16,5-14 0-16,-17 4 0 0,4-21 0 0,-9-3 0 0,-12-11 0 15,-14-7 0-15,-5 2 0 0,-11 0 0 0,-11 6 0 16,-8 0 0-16,-4 5 0 0,-9 13 0 0,3-2 0 16,-4 10 0-16,7 20 0 0,-21-9 0 0,18 20 0 15,-9 2 0-15,-18-7 0 0,17 18 0 0,0 1 0 16,-4 3 0-16,0 8 0 0,-5 5 0 0,12 1 0 16,-6 6 0-16,2 3 0 0,5 2 0 0,4 1 0 15,1 6 0-15,-1 5 0 0,9 0 0 0,6 2-212 16,1 2-337-16,12-8-110 0,1 5-470 0,4-3-1223 0,8-7 542 15</inkml:trace>
      </inkml:traceGroup>
      <inkml:traceGroup>
        <inkml:annotationXML>
          <emma:emma xmlns:emma="http://www.w3.org/2003/04/emma" version="1.0">
            <emma:interpretation id="{E2571FF1-9C6C-4838-82B3-4BFA63186181}" emma:medium="tactile" emma:mode="ink">
              <msink:context xmlns:msink="http://schemas.microsoft.com/ink/2010/main" type="line" rotatedBoundingBox="2885,2548 24422,1159 24578,3568 3040,4957">
                <msink:destinationLink direction="with" ref="{44C60288-9E14-4E04-9919-DF577874A00B}"/>
              </msink:context>
            </emma:interpretation>
          </emma:emma>
        </inkml:annotationXML>
        <inkml:traceGroup>
          <inkml:annotationXML>
            <emma:emma xmlns:emma="http://www.w3.org/2003/04/emma" version="1.0">
              <emma:interpretation id="{0B694BF6-1849-4174-8FC2-B59CBEF33BA8}" emma:medium="tactile" emma:mode="ink">
                <msink:context xmlns:msink="http://schemas.microsoft.com/ink/2010/main" type="inkWord" rotatedBoundingBox="2887,2586 9251,2176 9348,3691 2985,4102"/>
              </emma:interpretation>
              <emma:one-of disjunction-type="recognition" id="oneOf1">
                <emma:interpretation id="interp5" emma:lang="" emma:confidence="1">
                  <emma:literal/>
                </emma:interpretation>
              </emma:one-of>
            </emma:emma>
          </inkml:annotationXML>
          <inkml:trace contextRef="#ctx0" brushRef="#br0" timeOffset="6562.0311">1923 2575 256 0,'-4'-19'537'0,"1"1"-15"0,2 6-21 0,1 12 3 16,-4-17 5-16,4 17-5 0,-4-15-31 0,4 15-34 15,-5-11-36-15,5 11-20 0,0 0-27 0,0 0-22 16,0 0-21-16,0 0-24 0,0 0-21 0,24 45-24 15,-16-19-21-15,-2 2-18 0,2 11-17 0,-1-1-10 16,-4 6-19-16,3-1-13 0,-4 1-13 0,1 1-12 16,-1 0-118-16,-4-5-3 0,-1 6 0 0,0-2 0 15,-4-5 0-15,1 3 0 0,4-13 0 0,-4 1 0 16,-1-3 0-16,1-1 0 0,4-5 0 0,-4-5 0 16,1 1 0-16,4-4 0 0,-6-2 0 0,7-11 0 0,-3 12 0 15,3-12 0-15,0 0 0 0,-7 11 0 0,7-11 0 16,0 0 0-16,0 0 0 0,-20-33 0 15,13 5 0-15,-7-12 0 0,7-10 0 0,-1 4 0 0,2-6 0 16,6 0 0-16,-3-7 0 0,3 6 0 0,3-4 0 16,3 3 0-16,2-1 0 0,7-1 0 0,-1 3 0 15,5 0 0-15,4 5 0 0,-1-1 0 0,6 4 0 16,1 7 0-16,-2-2 0 0,3 6 0 0,4 4 0 16,0 1 0-16,-10 10 0 0,5 3 0 0,0 6 0 15,-1 1 0-15,0 3 0 0,1 6 0 0,-10 2 0 16,10 5 0-16,-5 8 0 0,-3-7 0 0,1 14 0 15,-3 3 0-15,-9 3 0 0,4 10 0 0,-2-1 0 0,-9 7 0 16,-5 2 0-16,-4-5 0 0,-9 5 0 16,-5 1 0-16,-3-1 0 0,-11-1 0 0,2-5 0 15,-8 3 0-15,-2-5 0 0,4-1 0 0,-7-3 0 0,-2-3 0 16,4-7-62-16,-2-1-35 0,-1-3-5 0,6-2 10 16,8-6-4-16,4-1 9 0,3-3-2 0,1-4 6 15,7-3 4-15,1 4 0 0,16-5-6 0,-20 0-4 16,20 0 6-16,0 0 4 0,0 0 11 0,0 0 7 15,0 0 17-15,0 0 18 0,0 0 15 0,0 0 15 16,38-29 10-16,-17 25 7 0,6-4 4 0,2 4 5 16,0 1 1-16,3 1 3 0,-3 4 16 0,1-2-15 15,6 7 6-15,-3-7-8 0,11 8-4 0,-15-4 6 16,12 4-5-16,-9-2-5 0,-3 2-4 0,7-4 0 0,-8-1-2 16,16 5-2-16,-11-4 0 0,1 0-2 15,-2 0 6-15,4-1 0 0,-4-2-4 0,0 2-2 16,3-3 4-16,-6-4-1 0,1 1 0 0,2-4-3 0,-1-1 3 15,-4 3-3-15,-6 0-4 0,2-6 9 0,-1-2-9 16,0-2-4-16,-7 2 0 0,-1-1 0 0,-1-1 2 16,-2-3-5-16,-4-8 5 0,-2 7-6 0,4 4 3 15,-7-11-1-15,-1 7 1 0,1 3-6 0,-4-1-1 16,1 0 6-16,-4 1 9 0,2 6-17 0,-2-5 6 16,-3 6 4-16,8 9-3 0,-8-13-2 0,8 13 12 15,-13-8-12-15,13 8-1 0,-21 0 4 0,21 0-2 16,0 0 0-16,-30 14-1 0,17-2 11 0,3 2-6 15,-1 1 2-15,-3 5-11 0,6 7 9 0,3-1 4 16,3 0 3-16,2 0 6 0,2 1-14 0,3-2-6 16,7-1 7-16,3 0-1 0,6 1-8 0,0-6 1 0,3-3-20 15,17-2-16-15,-10-4-36 0,11-1-19 0,1-4-28 16,2-5-32-16,1-5-30 0,-2-2-27 16,4-2-16-16,-5-8-7 0,-4 1 0 0,-10-3 3 0,6-6 18 15,-14 5 22-15,4-2 15 0,-1-2 23 0,-4-2 19 16,-6 6 32-16,-3-5 40 0,-4 11 41 0,1-6 33 15,-3 5 44-15,-1-3 34 0,-4 8 21 0,2-4 16 16,-2 14 5-16,-2-22 10 0,2 22-8 0,-4-15-2 16,4 15-4-16,-7-13-9 0,7 13-4 0,-14-5-8 15,14 5-8-15,0 0 2 0,0 0-3 0,-44 17 21 16,30-8-25-16,0 4-6 0,-7 6 3 0,0 0 11 16,5 4-14-16,-5-3-9 0,2 6-4 0,3 0-7 15,1 0-8-15,-1 0-4 0,8-2-9 0,-3 1-4 16,4-3-4-16,1-2-4 0,4-1-11 0,2 0 2 15,7-1-6-15,-2-1-3 0,6-1-10 0,-3-3-3 16,5-2-11-16,3-3-16 0,1-1-14 0,0-2-11 0,-1-5-6 16,-16 0 0-16,41-5-1 0,-15-8-6 0,3 0-2 15,-5-7-1-15,3-13 7 0,-4-3-6 0,-3-7-10 16,0-6-3-16,2-22-6 0,-9-1-2 0,3-4-1 16,-8-4 6-16,-3 1 11 0,-3 1 14 0,-9 5 13 15,5 20 18-15,-4 0 24 0,4 1 19 0,-4-1 12 16,1 8 15-16,-3-4 6 0,-1 4 2 0,-6 0 5 15,4 7 1-15,1 9-3 0,-1 2 3 0,1 5 18 16,-1 3-4-16,3 8-8 0,-1-5-7 0,2 9 7 0,-4-1-7 16,11 8-13-16,-18-4 2 0,18 4-2 0,-25 16-6 15,10-1 3-15,1 11-12 0,-1 8 8 16,6 8 0-16,-4 5-9 0,6-1 9 0,4 6-12 0,3 0 1 16,3 24-4-16,4-7-4 0,1-10 4 0,6 15 5 15,1-20-11-15,6 18-16 0,1-1-5 0,-1-2 0 16,1-16 0-16,-2-3 0 0,8-1 0 0,-2-4 0 15,-2 3 0-15,-1-8 0 0,4-4 0 0,-5-13 0 16,-1-3 0-16,0 1 0 0,2-7 0 0,-3-1 0 16,1-2 0-16,0-10-1 0,-5 0-24 0,-16-1 2 15,36-13 6-15,-16 5 0 0,-4-6 6 0,4-2-2 16,2-6 10-16,-4 1-7 0,-2-6 5 0,-2 1-1 0,2-9 21 16,-8 9-18-16,4-1 9 0,-4-3 3 0,0 7 2 15,-4 0-2-15,0 5 11 0,-1-1 1 16,0 2 15-16,-3 2-29 0,0 4-7 0,0 11 0 0,-2-17 0 15,2 17 0-15,0 0 0 0,-6-8 0 0,6 8 0 16,0 0 0-16,0 0 0 0,0 0 0 0,0 0 0 16,-27 31 0-16,20-17 0 0,1 5 0 0,1-3 0 15,0 9 0-15,0-6 0 0,4 5 0 0,-1-3 0 16,2-2 0-16,0 0 0 0,3 7 0 0,7-4 0 16,-2-6 0-16,2 3 0 0,1-5 0 0,10 2 0 15,-5-4 0-15,0-3 0 0,3-2 0 0,-3-5 0 16,5 3 0-16,2-5 0 0,-23 0 0 0,40-7 0 0,-16-2 0 15,-3-1 0-15,-1-3 0 0,3-6 0 16,-5-3-29-16,-1 2-13 0,-2-5 8 0,-1 2-4 16,-3-7 4-16,-1 3 0 0,-2-1 2 0,-5 0 9 0,-1-1 6 15,-4 2 0-15,-1 4 4 0,0 1 7 0,0 6 14 16,1-2 12-16,-1 3 11 0,-1 1 6 0,3 6 9 16,1 8 4-16,-7-16-14 0,7 16 2 0,-4-10-5 15,4 10-13-15,0 0-20 0,0 0 0 0,0 0 0 16,-10 29 0-16,12-6 0 0,-2 4 0 0,4 2 0 15,4 9 0-15,0 0 0 0,-1-12 0 0,6 15 0 16,3-7 0-16,-2-7 0 0,1-6 0 0,4 3-100 16,-3-6-110-16,5 1-64 0,-5-11-58 0,3 3-52 15,2-7-50-15,0-5-57 0,-21 1-71 0,35-14-339 16,-17 4-976-16,6-11 432 0</inkml:trace>
          <inkml:trace contextRef="#ctx0" brushRef="#br0" timeOffset="7046.8793">4823 2582 359 0,'0'-11'391'0,"0"11"-4"0,0-14-1 16,0 14-23-16,0 0-1 0,-5-16-6 0,5 16 3 0,0 0-8 16,0 0-10-16,0 0-3 0,0 0-5 0,0 0-11 15,-28 29-9-15,20-13-9 0,-4 0-5 0,4 3-19 16,-3 2-6-16,0 6-22 0,1-1-19 0,1 4-14 16,-1-3-28-16,4 1-27 0,2 0-4 0,0 3-16 15,-1-5-17-15,3 2-13 0,7-1-10 0,1-3-14 0,-1 2-6 16,5-10-12-16,-1 3-10 0,7-4-18 15,-1-4-31-15,4-2-25 0,0-1-28 0,4-4-15 16,4-4-22-16,-1-3-3 0,3-5-26 0,-2 0-12 0,2-7-3 16,-4 0-3-16,0-4 5 0,0-5 2 0,11-4 10 15,-8-3 11-15,-2-2 6 0,-2 2 13 0,-8 2 7 16,-3 2 8-16,1-10 9 0,-4 7 19 0,-4 3 14 16,3-4 23-16,-3 3 11 0,2 2 7 0,-10 0 2 15,2 6 5-15,-1 2 5 0,-4 6 6 0,2 1 2 16,3 11 0-16,-12-16 4 0,6 9-8 0,6 7 5 15,-21-9 6-15,21 9-12 0,-30 2 11 0,10 12-1 16,6-6 5-16,0 6-2 0,-1 6 13 0,-7 0 1 16,12 5 0-16,-1 2 7 0,8 0 4 0,-4 12-4 15,7-10-3-15,7 15-8 0,1-6 3 0,1 2-6 16,9-5-7-16,-7-7-1 0,4-2-2 0,2-1-5 16,9 3-2-16,-2-9-3 0,0 0-7 0,5-8-29 0,-2-1 0 15,2-5 0-15,0-2 0 0,0-3 0 0,6-3 0 16,-6-3 0-16,1-3-18 0,-1-2-38 15,2-1-22-15,-9-7-18 0,2 5-27 0,-3-4-25 0,-5 5-40 16,-3-2-49-16,2-6-45 0,-3-2-50 0,-5 6-50 16,-7-2-61-16,0 0-83 0,-5 2-355 0,-3-8-953 15,-2 0 421-15</inkml:trace>
          <inkml:trace contextRef="#ctx0" brushRef="#br0" timeOffset="8864.0515">6152 2086 497 0,'-56'19'457'0,"6"0"-41"0,19-7-49 16,4-1-17-16,11-3 2 0,3 2 13 0,5-4 21 15,8-6 9-15,0 0-13 0,0 0-32 0,0 0-30 16,88-9-35-16,-38-6-27 0,6-1-17 0,24-12-23 16,6-3-12-16,7 4-13 0,0-3-22 0,-5 4-28 15,-2-1-14-15,-4-3-39 0,3 10-70 0,-6 1-94 16,0-1-125-16,-23 8-112 0,-5 1-132 0,2-4-485 15,-6 4-1004-15,-6-5 444 0</inkml:trace>
          <inkml:trace contextRef="#ctx0" brushRef="#br0" timeOffset="8660.9319">6224 2692 307 0,'0'0'350'0,"0"0"-10"0,5 14 8 16,-5-14-1-16,0 0-9 0,3 12-11 0,-3-12-11 16,6 9-30-16,-6-9-10 0,12 10-11 0,-12-10-13 15,16 11-11-15,-8-6-14 0,-8-5-18 0,12 9-18 16,-4-3-16-16,-8-6-8 0,17 9-5 0,-17-9-11 16,19 4-9-16,-19-4-17 0,22 4-5 0,-22-4-7 15,23-3-6-15,-23 3-8 0,25-8-7 0,-10-3-12 0,-1 0 5 16,4-9-17-16,-5-4-7 0,1-4-5 15,2-10-9-15,0-8-1 0,-6-6-6 0,3 0-4 16,-7-24-4-16,-3 3-9 0,-3 20-2 0,5-6 0 0,-3-15-1 16,-4 20-6-16,2 3 5 0,-6-1 2 0,1 7 16 15,2-5 1-15,-4 10 3 0,-1-1 3 0,3 1 19 16,-3 12 5-16,2 2 14 0,1 4 15 0,2 3 6 16,-3 8 1-16,-7-2-2 0,11 2-5 0,2 11-1 15,-14-10-4-15,14 10-8 0,0 0-12 0,0 0-11 16,-42 17 7-16,28-1-7 0,4 6-43 0,-5 2-18 15,4 6 0-15,2 7 0 0,-4 1 0 0,5 6 0 16,3 1 0-16,3 1 0 0,4 1 0 0,-2 1 0 16,6-1 0-16,7 2 0 0,2-5 0 0,-1 8 0 15,15 15 0-15,-7-20 0 0,15 17 0 0,-8-22 0 16,3 4 0-16,0-1 0 0,7 0 0 0,-1-2 0 0,-9-8 0 16,8-1 0-16,3-4 0 0,-3-8 0 15,-10-5 0-15,2-4 0 0,-3 0 0 0,3-7 0 16,-3-2 0-16,2-4 0 0,0-4 0 0,-1-2 0 0,0-4 0 15,-3-3 0-15,2-5 0 0,-2-3 0 0,5-10 0 16,-7-7 0-16,-1-2 0 0,-2-8 0 0,-2-5 0 16,-3-22 0-16,4 0 0 0,-9 0 0 0,-2-6 0 15,-3 3 0-15,-2 4 0 0,-2-5 0 0,2 0 0 16,-4 8 0-16,0 18 0 0,2 1 0 0,-3 2 0 16,0 5 0-16,-2 5 0 0,0 1 0 0,1 2 0 15,-1 11 0-15,-2 3 0 0,4 9 0 0,-3 3 0 16,-1 1 0-16,7 10 0 0,-14-12 0 0,14 12 0 0,-19 0 0 15,19 0 0-15,-31 17 0 0,12 6 0 16,-4 10 0-16,3 6 0 0,-1 2 0 0,3 4 0 16,0 2 0-16,4 2 0 0,6 2 0 0,2 5 0 0,-2 15 0 15,8-18 0-15,1 19 0 0,9-20 0 0,1 4 0 16,8 15 0-16,1-17 0 0,10 12 0 0,0 3 0 16,-4-21 0-16,5-1 0 0,-2 0 0 0,1-6 0 15,4 1 0-15,-4-8 0 0,-1-2 0 0,-5-9 0 16,0-4 0-16,-5-1 0 0,-1-2 0 0,0-9 0 15,-4 1-87-15,2-5 7 0,-16-3 13 0,27 0 5 16,-27 0 6-16,23-10 16 0,-9 2 6 0,-6-5 6 16,5 0 14-16,-5 1 14 0,0-3 28 0,0-3 1 15,5-6 21-15,-6 6 12 0,1 4 7 0,-2-5 3 16,-4 0 7-16,1 4 0 0,0-3-79 0,0 1 0 16,0 2 0-16,-3 15 0 0,2-14 0 0,3 5 0 0,-5 9 0 15,0 0 0-15,0 0 0 0,1-17 0 0,-1 17 0 16,0 0 0-16,0 0 0 0,0 0 0 0,0 0 0 15,0 0 0-15,0 0 0 0,0 0 0 0,-14 50 0 16,14-34 0-16,3 1 0 0,2-2 0 0,1 6 0 16,7-2 0-16,-3 5 0 0,3-10 0 0,0 1 0 15,1 0 0-15,5-4 0 0,-1-3 0 0,1-4 0 16,4 0 0-16,-3-1 0 0,-20-3-6 0,37-6-89 16,-17 1-1-16,5-4 2 0,1-3 6 0,-4-1 8 15,-7-2 8-15,6 1 8 0,-7-6 7 0,2-3 3 16,-3 5 8-16,0-5 6 0,-11 2 12 0,4-2 11 15,-4 11 18-15,-2-7 26 0,3 4 2 0,-6-3 13 16,1 2 13-16,0 5 0 0,2 11 4 0,-6-18-3 0,6 18 0 16,-7-8-3-16,7 8-2 0,0 0-8 0,0 0-1 15,0 0 4-15,0 0-14 0,0 0-7 16,-14 30 4-16,14-11 0 0,2-1-4 0,2 1-4 0,4 5 0 16,1-1-9-16,-1-6-1 0,6 8-3 0,-3-8-11 15,2 2-14-15,3-9-9 0,-1 2-25 16,-7 0-10-1,6-2-17-15,-3-4-27 0,0 3-29 0,-11-9-37 0,20 7-56 16,-20-7-63-16,0 0-58 0,0 0-64 0,0 0-72 16,8-30-479-16,-23 8-1042 0,1-1 460 0</inkml:trace>
        </inkml:traceGroup>
        <inkml:traceGroup>
          <inkml:annotationXML>
            <emma:emma xmlns:emma="http://www.w3.org/2003/04/emma" version="1.0">
              <emma:interpretation id="{CF203E03-623D-4EC9-BCCC-B0D2F650DF00}" emma:medium="tactile" emma:mode="ink">
                <msink:context xmlns:msink="http://schemas.microsoft.com/ink/2010/main" type="inkWord" rotatedBoundingBox="9951,2207 14195,1933 14290,3407 10046,3681"/>
              </emma:interpretation>
              <emma:one-of disjunction-type="recognition" id="oneOf2">
                <emma:interpretation id="interp6" emma:lang="" emma:confidence="1">
                  <emma:literal/>
                </emma:interpretation>
              </emma:one-of>
            </emma:emma>
          </inkml:annotationXML>
          <inkml:trace contextRef="#ctx0" brushRef="#br0" timeOffset="11558.718">11384 2570 232 0,'4'16'278'0,"-2"0"-5"0,0-2-1 0,9 3-7 16,-5-4 0-16,4 0-31 0,-2-4-11 0,6-1-21 16,1 3-7-16,-4-3-3 0,5-2 2 0,-3-1-7 15,-13-5 6-15,21 4 8 0,-21-4 5 0,17 7 5 16,-17-7 10-16,0 0 8 0,0 0 5 0,28-11 6 16,-28 11 4-16,11-7 2 0,-11 7 4 0,11-8 10 0,-11 8 4 15,14-16 1-15,-7 2 0 0,-1 6 0 16,4-5 3-16,0 0 1 0,-4-6-6 0,2 1-4 15,8-1-11-15,-6-8-170 0,3-10-78 0,-7 11 0 0,8-13 0 16,1-6 0-16,-7 3 0 0,0-4 0 0,-2 4 0 16,-1-1 0-16,-3 3 0 0,-2 13 0 0,0 1 0 15,-2 5 0-15,-3 2 0 0,4 4 0 0,-6 3 0 16,4 1 0-16,3 11 0 0,-18-14 0 0,4 14 0 16,14 0 0-16,-29 0 0 0,29 0 0 0,-35 10 0 15,20-1 0-15,1 1 0 0,-1-1 0 0,9-2 0 16,-2 5 0-16,5-3 0 0,3-9 0 0,-3 24 0 15,9-15-17-15,2 4-122 0,3 1-4 0,1-2 5 16,7-1 7-16,-3-1 6 0,3 1 15 0,2 2 7 16,-5 0 11-16,5-1 12 0,1 1 6 0,-4-1 9 15,-2-1 16-15,0 3-6 0,-2-2 7 0,4 7 6 0,-7-4 2 16,-1 3 9-16,6 4 13 0,-10-4 0 0,4-2 2 16,-2 2 6-16,0-4-1 0,3 3 3 15,-3-3 0-15,5-1 2 0,-3 1 3 0,1-2 6 0,0-1 0 16,-1-6 8-16,-10-5 4 0,24 14-1 0,-10-9 2 15,-2-2-2-15,-12-3 1 0,29 0 1 0,-29 0-3 16,28-3-4-16,-13-2 5 0,-15 5 3 0,24-14-5 16,-10 5 5-16,-6-2 2 0,4-2-2 0,-6-1 8 15,0-4 1-15,-1 5 6 0,0-5 2 0,1-4 10 16,-4 7-1-16,-2-4 8 0,0 4 1 0,0-3-1 16,0 3 3-16,-2 3 4 0,2 12 1 0,-1-21-3 15,1 21-8-15,-3-16 0 0,3 16-7 0,0 0-5 16,0 0-5-16,0 0-1 0,0 0-12 0,0 0 6 15,0 0-1-15,0 0-11 0,4 52 4 0,-2-29-16 16,3-4-22-16,-2 7-32 0,4-3-31 0,-1 2-38 16,0-6-52-16,-4 0-63 0,4-8-61 0,-1 1-67 0,-3-2-67 15,-2-10-69-15,1 12-407 0,-1-12-984 16,0 0 435-16</inkml:trace>
          <inkml:trace contextRef="#ctx0" brushRef="#br0" timeOffset="11761.8233">12094 1905 87 0,'-25'-14'425'0,"4"-1"-28"0,0 8-31 0,6-1-6 16,-5 5-5-16,20 3 11 0,-33 2 12 0,33-2-13 15,-28 10-24-15,16-4-30 0,12-6-28 0,-14 15-26 16,12-7-26-16,2-8-24 0,-4 18-14 0,4-18-22 16,0 14-14-16,0-14-10 0,0 0-26 0,6 15-17 15,-6-15-37-15,0 0-35 0,14 9-41 0,-14-9-61 16,0 0-68-16,0 0-55 0,0 0-61 0,0 0-58 0,36-19-73 15,-36 19-342-15,19-11-787 0,-9 6 347 16</inkml:trace>
          <inkml:trace contextRef="#ctx0" brushRef="#br0" timeOffset="12214.9485">12224 1880 85 0,'21'-1'297'16,"-21"1"-6"-16,42-2 12 0,-17 2 19 0,11 0 27 16,-4 3 35-16,-2 0 26 0,4 0 5 0,-2 2-12 0,-5-3-15 15,2 4-33-15,-10 0-33 0,-2 1-32 0,3 1-22 16,-4 3-15-16,5 6-25 0,0 4-13 0,-6-1-30 15,1 6-15-15,-4 4-13 0,0 9-18 0,-7-11-18 16,1 10-9-16,0 2-17 0,-6-8-17 0,0 5-9 16,-1 4-9-16,-4-13-12 0,-1 1-10 0,2 2-7 15,-4-5-13-15,0-1-13 0,5-7-9 0,-5-2-14 16,5-4-12-16,0-3-20 0,-4 0-7 0,7-9-11 16,-1 16-13-16,1-16-18 0,0 0 3 0,0 0 14 15,0 0 1-15,0 0 6 0,0 0 5 0,0 0 11 0,25-57 15 16,-14 31 7-16,2-12 6 0,2 2 6 0,1-2 10 15,1-3 3-15,-5 2 12 0,5-7 10 16,-1 6 17-16,-3-1 22 0,2 0 14 0,-3-1 4 0,3 2-4 16,-5 3-6-16,1 10-4 0,-6 2-2 0,1 6 2 15,-1 5 5-15,-5-4 10 0,1 10-2 0,-1 8 3 16,0-15-3-16,0 15-8 0,0 0-6 0,0 0-1 16,0 0-12-16,0 0-1 0,0 0 6 0,-49 29-11 15,34-9-4-15,2 5-1 0,2 2-8 0,-6 13-1 16,5 2 9-16,3-3-2 0,5 11-4 0,4-11 0 15,2 3-9-15,0-2 4 0,7 2-2 0,-5-13 2 16,10 7 1-16,-3-6-7 0,-1-4 1 0,4 0-1 16,1-6 2-16,-1-2 1 0,5-3 0 0,-4-4-12 15,1 0-12-15,-2-3-16 0,4-2-22 0,0-4-30 16,-4 3-43-16,-14-5-58 0,37-2-81 0,-18-3-56 16,-4-3-70-16,-15 8-84 0,27-13-441 0,-14 2-986 0,-2-2 436 15</inkml:trace>
          <inkml:trace contextRef="#ctx0" brushRef="#br0" timeOffset="9957.7021">8836 2466 340 0,'0'0'357'0,"14"-5"-7"0,-14 5 0 0,0 0-5 16,0 0-12-16,0 0-12 0,29 9-12 0,-29-9-10 15,15 4-23-15,-15-4-19 0,14 18-6 0,-8-7-10 16,-1 5-7-16,-2-4-9 0,1 6-15 0,-3-10-7 16,-1 10-13-16,0 1-8 0,0-4-13 0,-1 3-8 15,-3-3-12-15,-2 11-11 0,3-7-14 0,-2 0-9 16,-1 0-8-16,2-4-14 0,0-2-8 0,-4 4-8 15,3-5-9-15,3 0-6 0,2-12-7 0,-6 14-1 16,6-14-7-16,-4 8 7 0,4-8 12 0,0 0 4 16,0 0-1-16,0 0-8 0,0 0-11 0,0 0 2 15,0 0-9-15,0-46 1 0,4 27-1 0,2-7 2 16,1 2 3-16,-1-4 0 0,2-3-1 0,0 2 1 0,3-1 3 16,0 3-2-16,4 1-2 0,9-8 4 15,-6 8 5-15,4-5-5 0,-3 8 8 0,1 4-4 16,0 3 1-16,-2-1-4 0,-4 2-4 0,1 4-6 0,-2 9-33 15,0-7-9-15,3 3 0 0,-2 2 0 0,-14 4 0 16,0 0 0-16,35 7 0 0,-20 0 0 0,-2 5 0 16,-4 6 0-16,3-3 0 0,-3 18 0 0,-1-9 0 15,0 4 0-15,2-1 0 0,-5 4 0 0,6-1 0 16,-5-3 0-16,-3 3 0 0,4-2 0 0,-1-2 0 16,1 1 0-16,-1-3 0 0,-3-3 0 0,2-2 0 15,2-7 0-15,-1 3 0 0,-4-4 0 0,4-4 0 16,-6-7 0-16,13 12 0 0,-7-5 0 0,-6-7 0 15,0 0 0-15,0 0 0 0,0 0 0 0,48-19 0 16,-32 5 0-16,2-6 0 0,-2-5 0 0,5 2 0 16,0-12 0-16,-7 9 0 0,6-12 0 0,-4 5 0 15,4 0 0-15,-5-7 0 0,-4 12 0 0,0-10 0 0,4 11 0 16,-6-1 0-16,3 4 0 0,-1 2 0 0,-3 7 0 16,0-3 0-16,2 4 0 0,-1 0 0 0,-6 5 0 15,4 3-1-15,-7 6-3 0,6-13-2 0,-6 13 4 16,0 0 2-16,0 0 0 0,0 0 0 0,0 0-1 15,23 42 1-15,-17-19-4 0,4 4 5 0,3 3-3 16,1 8 1-16,4-3 8 0,-2 5-8 0,-2-3-9 16,1-10-25-16,1-1-40 0,-4-2-45 0,3 1-55 15,-1-6-44-15,2-5-37 0,2-5-41 0,-2-2-22 16,0-1-45-16,5-1-50 0,0-8-51 0,-21 3-64 16,40-12-288-16,-14-4-885 0,4 0 393 0</inkml:trace>
          <inkml:trace contextRef="#ctx0" brushRef="#br0" timeOffset="10890.7054">9800 2145 192 0,'-43'9'378'0,"7"-6"-19"15,9-2-26-15,8 2-28 0,1-2-11 0,18-1-37 16,-22 3 1-16,22-3 24 0,0 0 5 0,0 0 2 15,0 0-4-15,0 0-23 0,80-7-25 0,-32-1-24 16,11-4-19-16,18 3-13 0,10-7 2 0,-2 0-4 16,2 5-5-16,4-7-2 0,-6-5-10 0,7 2-9 15,-6-3-18-15,-1 8-14 0,-4-6-8 0,-3 0-10 16,1 6-10-16,-21 4-10 0,1-1-9 0,0 1-8 16,-3 2-4-16,-4-2-6 0,-7 4-7 0,1 1-8 15,-15 3-1-15,-2 4-12 0,-9 0-23 0,3 0-29 16,-23 0-33-16,34 0-31 0,-25 5-51 0,-9-5-67 15,26 7-53-15,-23 4-74 0,-3-11-80 0,11 22-451 0,-7-7-935 16,-1 4 415-16</inkml:trace>
          <inkml:trace contextRef="#ctx0" brushRef="#br0" timeOffset="10625.1003">10357 2430 264 0,'13'-20'206'0,"1"5"85"15,-4 3 29-15,-1-2 9 0,-1 1 10 0,-1 0 12 16,-4 5 9-16,-3 8 12 0,5-17 0 0,-5 17-10 16,0 0-17-16,-2-14-24 0,2 14-24 0,0 0-7 15,0 0-15-15,-26-4-8 0,26 4-12 0,0 0-11 0,-27 17-9 0,19-10-9 0,-6 5-21 16,-1 1-7-16,2 0-19 0,-1-3-15 0,3 5-13 16,0-4-15-16,1 7-12 0,2-1-20 0,-3-2-12 15,6 3-1-15,3 1-16 0,2 0-6 0,0 2-4 16,5-5-22-16,-3 2-20 0,2 1-25 0,3-3-23 15,-2-2-16-15,4 1-20 0,3-3-20 0,2 2-26 16,4-3-21-16,-7-3-9 0,3 0 5 0,1-2 4 16,-15-6 9-16,27 5 14 0,-27-5 9 0,29-7 8 15,-15 2 10-15,-1-2 10 0,2-7 7 0,-4 2 4 16,0-2 6-16,0-1 15 0,-1-2 25 0,-2 3 9 16,-2 0 16-16,1-2 16 0,1-3 19 0,0 1 12 0,-2 2 17 15,1-2 11-15,-1 3 18 0,-4 6 11 0,-2-6 7 16,4 3 13-16,-4 12-20 0,2-16-4 0,-2 16-16 15,0-17-5-15,0 17-6 0,0 0-6 0,0 0-4 16,0 0-10-16,0 0-7 0,0 0-4 0,0 0-11 16,0 0-7-16,0 0-16 0,-32 33-22 0,29-16 0 15,3 6 0-15,0 6 0 0,3-6 0 0,2-1 0 16,8 4 0-16,-5-2 0 0,5-3 0 0,1-8-25 16,2 6-33-16,2-7-6 0,-2-2 5 0,3 0 3 15,-1-2-3-15,2-4 9 0,3-3 2 0,-2-2 2 16,8-8 1-16,-4-1 1 0,-1-6 6 0,-1-5 2 15,4-8 4-15,-6-6 3 0,0-1 2 0,-7-3 0 16,2-9 4-16,-3-5 6 0,2-15 0 0,-7-9-4 16,-5-3 0-16,-3-6-4 0,-13-39 0 0,5 39 4 15,-11 3 1-15,-1-1 6 0,1 3 2 0,-6 3-2 16,4 27 6-16,0 6 12 0,5 3 10 0,-5 7 14 0,8 8 2 16,5 3 4-16,-2 11-7 0,4 4 8 0,-2 2-3 15,8 7-12-15,-13-6 2 0,13 6 0 16,0 0-2-16,-19 29-6 0,17-3 0 0,2 14 0 0,5 7 4 15,-2 6-5-15,9 18-1 0,-3 3 3 0,2 2-9 16,1-5 6-16,8 8 12 0,-5-3-17 0,4 6-5 16,-1-11 0-16,6-3-4 0,-8-14-14 0,5 15-2 15,-5-22-20-15,-2 0-10 0,1-5-20 0,-4 2-22 16,-1-6-21-16,-4-9-27 0,-1-1-24 0,-2-9-32 16,-3-4-21-16,2-1-23 0,1-3 0 0,-3-11-35 15,-5 15-25-15,5-15-33 0,-14 5-60 0,14-5-61 16,0 0-270-16,-36-15-782 0,12-2 346 0</inkml:trace>
        </inkml:traceGroup>
        <inkml:traceGroup>
          <inkml:annotationXML>
            <emma:emma xmlns:emma="http://www.w3.org/2003/04/emma" version="1.0">
              <emma:interpretation id="{9F0F61B1-215B-4D8F-BA9F-AFBBB53F840F}" emma:medium="tactile" emma:mode="ink">
                <msink:context xmlns:msink="http://schemas.microsoft.com/ink/2010/main" type="inkWord" rotatedBoundingBox="15065,2374 17407,2223 17484,3405 15141,3556"/>
              </emma:interpretation>
              <emma:one-of disjunction-type="recognition" id="oneOf3">
                <emma:interpretation id="interp7" emma:lang="" emma:confidence="1">
                  <emma:literal/>
                </emma:interpretation>
              </emma:one-of>
            </emma:emma>
          </inkml:annotationXML>
          <inkml:trace contextRef="#ctx0" brushRef="#br0" timeOffset="13214.8828">13995 2328 54 0,'-28'3'424'0,"13"2"4"0,15-5-4 0,-21 0 3 15,21 0 9-15,0 0 17 0,0 0-13 0,0 0-22 16,0 0-14-16,0 0-43 0,56-20-28 0,-11 4-30 16,10 1-30-16,3 2-20 0,20-11-22 0,-20 5-22 15,21-5-28-15,-1 0-19 0,1 4-44 0,-18 6-41 16,14-1-64-16,-12 2-81 0,14-3-90 0,-18 9-86 16,-1-2-81-16,-2-1-85 0,-5 2-100 0,-2-1-275 15,-1 2-850-15,-3 4 376 0</inkml:trace>
          <inkml:trace contextRef="#ctx0" brushRef="#br0" timeOffset="13011.7361">14666 1831 289 0,'5'-15'695'16,"-5"15"-80"-16,0 0-58 0,6-10-53 0,-6 10-28 16,0 0-29-16,0 0-27 0,0 0-41 0,0 0-34 15,0 0-26-15,0 0-32 0,0 0-13 0,0 0-8 16,-9 47-10-16,1-23-2 0,-7 4-11 0,-6 11-10 16,4 10-8-16,-9-11-17 0,4 7-14 0,-3-5-19 15,5 6-20-15,-4-3-12 0,4-1-16 0,-1 1-22 16,4-6-105-16,-6 0 0 0,7-4 0 0,-3-7 0 15,8-6 0-15,1 3 0 0,2-8 0 0,2-4 0 16,-1 1 0-16,6-5 0 0,1-7 0 0,-7 15 0 16,7-15 0-16,0 0 0 0,0 0 0 0,0 0 0 15,0 0 0-15,21-56 0 0,-10 14 0 0,7-6 0 0,1-4 0 16,5-16 0-16,5 0 0 0,-1-2 0 16,-9 17 0-16,5-18 0 0,-3 19 0 0,4-15 0 15,-7 19 0-15,3 3 0 0,-2-2 0 0,-3 11 0 0,7-2 0 16,-12 12 0-16,0 1 0 0,-1 2 0 0,-1 5 0 15,-2 5 0-15,-1 0 0 0,-3 6 0 0,-3 7 0 16,12-12 0-16,-12 12 0 0,0 0 0 0,0 0 0 16,35 28 0-16,-17 7 0 0,-1 7 0 0,7 6 0 15,8 17 0-15,-9-12 0 0,9 18 0 0,3 2 0 16,-8-1 0-16,4 0 0 0,-12-21 0 0,17 21 0 16,-6-4 0-16,-8-18 0 0,-2 2 0 0,-1-4 0 15,-5-3 0-15,-4-3 0 0,-4-5 0 0,-1-9 0 0,-8-2 0 16,0 0 0-16,-5-9-242 0,-2-6-149 15,-1 2-56-15,-8-4-48 0,-2-3-43 0,-8-2-475 16,-14-9-1098-16,9-2 485 0</inkml:trace>
          <inkml:trace contextRef="#ctx0" brushRef="#br0" timeOffset="13580.8938">15635 2417 35 0,'-35'25'422'0,"8"-16"-33"15,10 2-10-15,3-3 12 0,3-1 17 0,6 1 18 16,5-8 10-16,0 0-21 0,0 0-34 0,24 19-34 0,-3-16-34 16,9-3-32-16,19 0-27 0,2-3-25 0,7-2-23 15,-2 0-19-15,2-1-24 0,-1-1-38 16,-2 0-62-16,-5 1-100 0,-1-4-122 0,-13 7-114 0,-6 2-137 16,1-5-419-16,-1 1-898 0,-1 4 398 0</inkml:trace>
          <inkml:trace contextRef="#ctx0" brushRef="#br0" timeOffset="13409.0028">15672 2098 225 0,'0'0'571'0,"14"7"7"0,-1-2 3 16,-13-5-33-1,36 2-26-15,-19-1-27 0,15-2-43 0,-3-1-47 0,3-3-39 16,10 2-32-16,6-5-45 0,-3 1-44 0,-3-2-83 15,-7 3-76-15,-4 2-86 0,2-4-87 0,1 5-85 16,-5-5-77-16,-8 4-76 0,-1 0-89 0,-2 1-355 16,-18 3-833-16,21 0 369 0</inkml:trace>
        </inkml:traceGroup>
        <inkml:traceGroup>
          <inkml:annotationXML>
            <emma:emma xmlns:emma="http://www.w3.org/2003/04/emma" version="1.0">
              <emma:interpretation id="{1C11FA42-57D4-4CA4-B40B-01CC1541C4DA}" emma:medium="tactile" emma:mode="ink">
                <msink:context xmlns:msink="http://schemas.microsoft.com/ink/2010/main" type="inkWord" rotatedBoundingBox="17730,1636 19404,1528 19533,3531 17860,3639"/>
              </emma:interpretation>
              <emma:one-of disjunction-type="recognition" id="oneOf4">
                <emma:interpretation id="interp8" emma:lang="" emma:confidence="0.5">
                  <emma:literal>O</emma:literal>
                </emma:interpretation>
                <emma:interpretation id="interp9" emma:lang="" emma:confidence="0">
                  <emma:literal>0</emma:literal>
                </emma:interpretation>
                <emma:interpretation id="interp10" emma:lang="" emma:confidence="0">
                  <emma:literal>o</emma:literal>
                </emma:interpretation>
                <emma:interpretation id="interp11" emma:lang="" emma:confidence="0">
                  <emma:literal>°</emma:literal>
                </emma:interpretation>
                <emma:interpretation id="interp12" emma:lang="" emma:confidence="0">
                  <emma:literal>,</emma:literal>
                </emma:interpretation>
              </emma:one-of>
            </emma:emma>
          </inkml:annotationXML>
          <inkml:trace contextRef="#ctx0" brushRef="#br0" timeOffset="62045.316">17389 1045 53 0,'-26'-7'298'0,"10"0"-3"0,-13 0-18 16,15 5-3-16,-6-4-7 0,0 3-4 0,-1 0-13 15,21 3-9-15,-47 6-18 0,20-5-10 0,6 4-7 0,-6 4-7 16,-2 2-10-16,2 2-20 0,3 4 5 0,-10 13-13 15,-1 2-7-15,4 7 2 0,-3 3-6 0,5 5-2 16,-3 20 5-16,-3 3 8 0,3 13-11 0,2 0 0 16,4 5 1-16,3 0-10 0,-1 3-2 0,10 1-3 15,-5 34-9-15,15-44-9 0,1-4-6 0,8-3-7 16,1-18-6-16,12 14-4 0,0-18-3 0,6-3-12 16,5-2-9-16,20 11-1 0,-7-21-9 0,3-1-4 15,11-10-4-15,23 3-2 0,1-7-4 0,3-9-2 16,7-3 1-16,-1-10-8 0,2-8 0 0,-6-8-4 15,0-1 0-15,-6-8-2 0,-4-10 6 0,0-2-6 16,-10-3 3-16,-4-11-3 0,-2-3 4 0,-6-7-3 16,-5-4 4-16,-6-7 3 0,-7-9-8 0,-6-2 8 15,-3-8-13-15,2-42 8 0,-21 6 2 0,-14 33-6 16,-9-45 11-16,-14 8 3 0,-7 6-2 0,2 39-9 16,-26-30 5-16,14 39 6 0,-7 9 2 0,-6 6-6 0,1 13 5 15,9 16-7-15,-1 5-5 0,-5 9-5 0,-2 3-3 16,-1 6-12-16,-4 5-5 0,1 5-15 0,-19 8-14 15,1 10-22-15,0 5-37 0,4 2-45 0,4 8-48 16,2 3-60-16,-1 2-84 0,7 6-73 0,-2 10-89 16,-4-2-135-16,10 3-320 0,4-3-1009 0,1 1 446 15</inkml:trace>
        </inkml:traceGroup>
        <inkml:traceGroup>
          <inkml:annotationXML>
            <emma:emma xmlns:emma="http://www.w3.org/2003/04/emma" version="1.0">
              <emma:interpretation id="{56551913-BE0C-4B11-A3E9-F3659B037C9C}" emma:medium="tactile" emma:mode="ink">
                <msink:context xmlns:msink="http://schemas.microsoft.com/ink/2010/main" type="inkWord" rotatedBoundingBox="17802,1586 18473,1542 18568,3006 17896,3049"/>
              </emma:interpretation>
              <emma:one-of disjunction-type="recognition" id="oneOf5">
                <emma:interpretation id="interp13" emma:lang="" emma:confidence="1">
                  <emma:literal/>
                </emma:interpretation>
              </emma:one-of>
            </emma:emma>
          </inkml:annotationXML>
          <inkml:trace contextRef="#ctx0" brushRef="#br0" timeOffset="15362.0471">16643 836 304 0,'0'0'333'0,"0"0"-10"0,-21-4-1 0,21 4-3 16,0 0-6-16,0 0-17 0,0 0-15 0,0 0-10 15,0 0-10-15,0 0-1 0,0 0-10 0,0 0-13 16,0 0-13-16,0 0-19 0,0 0-22 0,41-12-15 16,-18 10-16-16,-2-3-16 0,9 3-16 0,4-4-23 15,14-1-38-15,-3 2-57 0,-2-5-77 0,7 3-70 16,-3 3-83-16,-1 0-105 0,-4 0-390 0,1 1-782 15,4 3 345-15</inkml:trace>
          <inkml:trace contextRef="#ctx0" brushRef="#br0" timeOffset="15743.5736">17342 1546 231 0,'-3'-14'475'0,"-3"2"-2"0,1 0 12 0,-3 0 7 16,8 12 4-16,-8-14 2 0,8 14-2 0,-8-15 0 15,8 15-46-15,-7-11-27 0,7 11-32 0,0 0-32 0,0 0-31 16,-5-7-33-16,5 7-16 0,0 0-20 16,0 0-17-16,-6 31-18 0,4-14-14 0,1 9-13 15,2 1-20-15,1 3-16 0,1 3-107 0,0 6-54 0,2 1 0 16,-3 2 0-16,6-5 0 0,-2 0 0 0,-4-7 0 16,7 9 0-16,-7-5 0 0,0-5 0 0,-2 8 0 15,5-9 0-15,-2 1 0 0,-3 1 0 0,3-3-305 16,-6 4-142-16,3-3-80 0,0-5-109 0,-3-6-410 15,3-2-1134-15,-4-2 502 0</inkml:trace>
        </inkml:traceGroup>
        <inkml:traceGroup>
          <inkml:annotationXML>
            <emma:emma xmlns:emma="http://www.w3.org/2003/04/emma" version="1.0">
              <emma:interpretation id="{374EB366-B772-45BE-9DA0-848478CE212C}" emma:medium="tactile" emma:mode="ink">
                <msink:context xmlns:msink="http://schemas.microsoft.com/ink/2010/main" type="inkWord" rotatedBoundingBox="20014,2144 20697,2100 20735,2688 20052,2732"/>
              </emma:interpretation>
              <emma:one-of disjunction-type="recognition" id="oneOf6">
                <emma:interpretation id="interp14" emma:lang="" emma:confidence="1">
                  <emma:literal/>
                </emma:interpretation>
              </emma:one-of>
            </emma:emma>
          </inkml:annotationXML>
          <inkml:trace contextRef="#ctx0" brushRef="#br0" timeOffset="16634.1411">18926 1633 113 0,'0'0'371'15,"-28"-8"-12"-15,28 8-13 0,-17-5 6 0,17 5 3 16,-13-12-13-16,6 5-13 0,7 7-15 0,-9-14-14 16,9 14-21-16,-5-19-20 0,3 10-18 0,2 9-19 15,0-21-18-15,0 6-15 0,4 1-17 0,-1 1-12 16,0-3-10-16,3 0-16 0,2 3-10 0,-1-1-14 0,1 2-4 15,5-2-9-15,-4 2-10 0,6 1-5 0,4 3-7 16,-6-4-7-16,3 3-8 0,5-1-4 0,-2 8-6 16,-1-5-5-16,1 7-5 0,5-1-3 0,-24 1-3 15,39 1-4-15,-23 6-4 0,-2 5-1 0,0-3-4 16,-4 4 2-16,-3 5-3 0,-1-3-4 0,-1 13-1 16,-4-3-3-16,-2 4-3 0,-4 2 2 0,-5 8-2 15,-3-3-1-15,-6 5-2 0,3-4-1 0,-8-2 2 16,3-2 7-16,4-8-12 0,-6 0 0 0,7-5 0 15,-3 0 4-15,4-1-2 0,3-4-1 0,2-3 5 16,2 2-5-16,-3-7-3 0,11-7 9 0,-8 13-6 16,8-13-1-16,-8 11 6 0,8-11 2 0,0 0 5 15,-7 8 13-15,7-8 6 0,0 0 9 0,0 0 2 16,0 0-6-16,0 0 1 0,0 0-4 0,56-8-1 16,-36 0-2-16,4 1-5 0,9-1 0 0,9 0-1 0,-2-3-2 15,4 1-5-15,4 2 10 0,-7-4-18 16,-10 1-24-16,9 0-39 0,-8 7-62 0,-3-2-76 15,5 1-72-15,-7 1-83 0,2 0-98 0,-10 1-507 0,-1 2-1026 16,3-2 454-16</inkml:trace>
        </inkml:traceGroup>
        <inkml:traceGroup>
          <inkml:annotationXML>
            <emma:emma xmlns:emma="http://www.w3.org/2003/04/emma" version="1.0">
              <emma:interpretation id="{50130570-46D4-4D54-B240-370E1A5E56DC}" emma:medium="tactile" emma:mode="ink">
                <msink:context xmlns:msink="http://schemas.microsoft.com/ink/2010/main" type="inkWord" rotatedBoundingBox="21817,1925 22403,1887 22457,2733 21872,2770"/>
              </emma:interpretation>
              <emma:one-of disjunction-type="recognition" id="oneOf7">
                <emma:interpretation id="interp15" emma:lang="" emma:confidence="1">
                  <emma:literal/>
                </emma:interpretation>
              </emma:one-of>
            </emma:emma>
          </inkml:annotationXML>
          <inkml:trace contextRef="#ctx0" brushRef="#br0" timeOffset="17328.9178">20700 1268 180 0,'-3'-13'350'0,"3"13"-16"16,5-18-18-16,-5 18 1 0,8-16-12 0,0 6-16 15,0-2-7-15,5-1-12 0,1 8-13 0,2-7-10 16,3 0-13-16,2 3-9 0,6 2-15 0,-9 0-7 15,0 1-19-15,-1 2-15 0,-2 1-15 0,2-3-15 16,-17 6-15-16,25 0-12 0,-25 0-5 0,0 0-7 0,35 10-11 16,-27 1-8-16,0 1-7 0,-2 6-9 15,1-1-6-15,-6 2-5 0,-2 6-5 0,1 1-3 0,-2-3-6 16,-9 3-3-16,1 5-6 16,-3 4-4-16,-3-9-6 0,-3-1-5 0,5-2-5 15,-2-1-8-15,-4 1-6 0,0-1-16 0,3-4-7 16,1-4-13-16,2-2-14 0,1 0-6 0,4-8-10 15,-1 3-4-15,10-7 0 0,-11 12-2 0,11-12 12 16,-10 6 1-16,10-6 10 0,0 0-2 0,0 0 8 16,0 0 25-16,0 0 6 0,0 0 9 0,0 0 3 15,0 0 9-15,40-33 6 0,-25 26 4 0,1 0 1 16,1 0 5-16,1 1 4 0,0-1 8 0,1 1 6 0,8-1 4 16,0 1 14-16,1 2 8 0,-12 4 10 15,6-3 0-15,7-1 2 0,-8 11-1 0,0-7 5 16,-2 4-5-16,10 3-5 0,-15 1-6 0,2 3-4 0,-1-3-6 15,2 9-4-15,0 0-7 0,-8 1-1 16,2 6-6-16,-7 2-3 0,-1-2-7 0,-6 7 0 0,-1-1-3 16,-2-3-3-16,-7 1-2 0,-1-4-4 0,-7 0-10 15,-10 9-26-15,-4-11-37 0,6-4-46 0,-11 1-58 16,-3-3-48-16,-2-1-51 0,-3-7-56 0,-2-4-53 16,5-6-67-16,-5-1-313 0,2-11-811 0,3 9 359 15</inkml:trace>
        </inkml:traceGroup>
        <inkml:traceGroup>
          <inkml:annotationXML>
            <emma:emma xmlns:emma="http://www.w3.org/2003/04/emma" version="1.0">
              <emma:interpretation id="{65E49F26-0693-46F6-AD13-424CA8B7E9B9}" emma:medium="tactile" emma:mode="ink">
                <msink:context xmlns:msink="http://schemas.microsoft.com/ink/2010/main" type="inkWord" rotatedBoundingBox="23719,1952 24470,1903 24578,3568 23827,3617"/>
              </emma:interpretation>
              <emma:one-of disjunction-type="recognition" id="oneOf8">
                <emma:interpretation id="interp16" emma:lang="" emma:confidence="1">
                  <emma:literal/>
                </emma:interpretation>
              </emma:one-of>
            </emma:emma>
          </inkml:annotationXML>
          <inkml:trace contextRef="#ctx0" brushRef="#br0" timeOffset="18016.3708">22726 1148 442 0,'0'0'485'0,"0"0"-37"16,0 0-52-16,0 0-36 0,0 0-31 0,0 0-17 16,0 0-35-16,-20 21-24 0,16-5-30 0,3 3-17 0,-6 0-24 15,1 3-12-15,-2-5-15 0,1 8-9 0,-2-2-8 16,-2 6-19-16,3-2-5 0,-7 0-9 0,7 1-7 16,-5 9-13-16,5-8-9 0,-5-2-2 0,9-1-10 15,-3 0-4-15,2-1-8 0,2 1-5 0,3 0-3 16,0-8-6-16,2 1-2 0,4 0-6 0,1-5 4 15,1 5-7-15,1-5 4 0,6 1 6 0,7 3-3 16,-4-6-3-16,4-2-5 0,2-2 2 0,-3 1-6 0,5-3 6 16,-4-5 2-16,9 1-1 0,-2 2-2 15,-2-8 2-15,7 1 5 0,-2-1 15 0,3-3-12 16,-1 2 14-16,-4-4 15 0,4 1 0 0,-4-1 11 16,-1 0 3-16,-1-4 9 0,-6 1 13 0,4-2 12 0,-4-2 7 15,-6 6 6-15,-1-4 2 0,-3 1 2 16,1-2 17-16,-3 2 2 0,3 0-9 0,-7-2 0 0,-3-1 0 15,4 1-5-15,-2 0-52 0,-4 1-84 0,-1 2 0 16,0 12 0-16,0-19 0 0,0 19 0 0,-1-19 0 16,1 19 0-16,-2-11 0 0,2 11 0 0,0 0 0 15,-5-14 0-15,5 14 0 0,0 0 0 0,0 0 0 16,0 0 0-16,-9 38 0 0,5-7 0 0,3 11 0 16,-1 8 0-16,-1 5 0 0,8 21 0 0,-4 7 0 15,3-11 0-15,0 3 0 0,3 3 0 0,-1-4 0 16,1-1 0-16,1 1 0 0,-4-23 0 0,6 1 0 0,-4 0 0 15,-1-2 0-15,-1-2 0 0,4-3-312 16,-4-4-156-16,1 1-53 0,-3-17-62 0,-2 0-469 16,0-8-1139-16,0 2 505 0</inkml:trace>
        </inkml:traceGroup>
      </inkml:traceGroup>
      <inkml:traceGroup>
        <inkml:annotationXML>
          <emma:emma xmlns:emma="http://www.w3.org/2003/04/emma" version="1.0">
            <emma:interpretation id="{37B2F4D8-B49F-4773-BDB0-171144B86986}" emma:medium="tactile" emma:mode="ink">
              <msink:context xmlns:msink="http://schemas.microsoft.com/ink/2010/main" type="line" rotatedBoundingBox="18321,3633 31202,2172 31409,4000 18529,5461">
                <msink:destinationLink direction="with" ref="{4A7A968B-D722-40AB-9D22-CEB1F6B45C58}"/>
                <msink:destinationLink direction="with" ref="{44C60288-9E14-4E04-9919-DF577874A00B}"/>
              </msink:context>
            </emma:interpretation>
          </emma:emma>
        </inkml:annotationXML>
        <inkml:traceGroup>
          <inkml:annotationXML>
            <emma:emma xmlns:emma="http://www.w3.org/2003/04/emma" version="1.0">
              <emma:interpretation id="{78905869-AF14-4A10-B960-13B0153EED14}" emma:medium="tactile" emma:mode="ink">
                <msink:context xmlns:msink="http://schemas.microsoft.com/ink/2010/main" type="inkWord" rotatedBoundingBox="18366,4023 22668,3535 22774,4470 18472,4958"/>
              </emma:interpretation>
              <emma:one-of disjunction-type="recognition" id="oneOf9">
                <emma:interpretation id="interp17" emma:lang="" emma:confidence="1">
                  <emma:literal/>
                </emma:interpretation>
              </emma:one-of>
            </emma:emma>
          </inkml:annotationXML>
          <inkml:trace contextRef="#ctx0" brushRef="#br0" timeOffset="21206.7948">19360 3232 168 0,'-8'-15'397'0,"4"1"-18"15,0 4-21-15,-2 0-22 0,6 10-6 0,-11-19 0 0,8 12-21 16,3 7-26-16,-12-14-25 0,12 14-33 0,-9-9-13 16,9 9-18-16,0 0-17 0,0 0-19 0,-40 16-12 15,25-9-16-15,4 5-11 0,-7-2-8 0,1 9-9 16,2-3-8-16,-2 2-13 0,2-2-5 0,5 2-9 15,-1 1-8-15,3-4-7 0,2 3-4 0,3 1-5 16,4-3 8-16,-1 0-14 0,7 0 2 0,2 1-7 16,4-7-2-16,1 6-5 0,6-8 2 0,5 2-6 15,6-1 3-15,1-2 0 0,3-1 1 0,-1-3 1 16,9 1-5-16,-12 1 2 0,2-4-1 0,-2-1-1 16,-2 2 2-16,-4-2-4 0,-4 0 1 0,0 0 0 15,-21 0-4-15,32 0 4 0,-32 0-3 0,21 4-3 0,-21-4 6 16,0 0 0-16,19 1-4 0,-19-1 2 0,0 0 2 15,12 11-1-15,-12-11-1 0,-2 14 1 16,2-14-1-16,-3 17-3 0,-2-5 1 0,-8-2-2 0,5 6-4 16,-5-2 0-16,-3 4-10 0,2-3-10 0,-7 0-13 15,-3 2-18-15,-2-3-19 0,-1-7-36 0,-2 7-15 16,3-9-52-16,-4-5-31 0,-1 7-45 0,1-5-32 16,1-3-56-16,0-5-57 0,-3-1-309 0,6-4-749 15,2-3 331-15</inkml:trace>
          <inkml:trace contextRef="#ctx0" brushRef="#br0" timeOffset="21378.6246">19505 3020 22 0,'43'-15'369'15,"0"-4"-34"-15,12 5-31 0,-10 2-28 0,8 3-25 0,-3 1-27 16,-4-1-34-16,4 3-44 0,-7-2-62 0,-9 6-61 15,-4-3-75-15,2 4-71 0,-11 2-219 0,-3-4-370 16,-18 3 164-16</inkml:trace>
          <inkml:trace contextRef="#ctx0" brushRef="#br0" timeOffset="20644.3218">17848 3376 112 0,'-7'-12'325'0,"7"12"-7"15,-6-14-14-15,6 14-6 0,-4-16 2 0,4 16-1 16,-6-15 8-16,6 15-12 0,-5-10-22 0,5 10-28 16,0 0-18-16,-3-13-25 0,3 13-19 0,0 0-8 0,0 0-23 15,0 0-13-15,0 0-22 0,-35 26-4 16,17-5-12-16,-4 0-9 0,-2 0-9 0,-9 11-6 15,-3 0-7-15,0 2-7 0,-5-13-4 0,5 10-5 0,-1 0 0 16,0-5-3-16,-4-2-4 0,5 2-4 0,4-4-7 16,5-3-1-16,8-7 1 0,4-1-8 15,1-2-6-15,-2 3 2 0,8-6-8 0,8-6-1 0,-13 9 1 16,13-9-2-16,0 0-2 0,0 0 4 0,0 0-5 16,0 0 0-16,59-7-2 0,-31 2 2 0,2-2-1 15,15-2-3-15,2-4-4 0,-1-1 6 0,-1 3-7 16,-2 3 3-16,1-4 0 0,-1-2-4 15,0 6 2-15,-1-3 1 0,-8 4-8 0,-4 0 10 16,-1 0 0-16,0-1-3 0,-2-1 2 0,1 1 3 0,-6 5 5 16,-3-3 6-16,5-4 6 0,-3 4 1 0,-2 1 1 15,-1-2 4-15,3 2 9 0,-5-4 2 0,2 3-1 16,-2 2 3-16,-2-5 6 0,1-1 1 0,-4 0 7 16,0-1 10-16,-3 4 9 0,5-1 4 0,-7-3 3 15,2-1-5-15,-1 4 7 0,-7 8-14 0,6-21-4 16,-4 13 4-16,-2 8-2 0,-2-19-4 0,2 19-4 15,-5-15 3-15,5 15-4 0,-8-14-7 0,8 14-3 16,-8-8 5-16,8 8-8 0,0 0-7 0,0 0-2 16,0 0-9-16,0 0 0 0,0 0-7 0,-27 37-1 0,24-14 1 15,0 3 0-15,1 14-11 0,2-1 0 0,0 2 12 16,2 1-13-16,4-5 0 0,-3 3 2 0,5-1-5 16,2 1 2-16,-4-1-2 0,2 0-10 0,0-11 11 15,-1-1-23-15,-1-1-19 0,2-2-32 0,-1-1-38 16,-6-4-45-16,6-1-53 0,-3-5-51 0,-2-1-45 15,3-4-38-15,-5-8-45 0,1 21-44 0,-1-21-70 16,2 9-315-16,-2-9-876 0,0 0 388 0</inkml:trace>
          <inkml:trace contextRef="#ctx0" brushRef="#br0" timeOffset="21987.9545">21494 2816 413 0,'-21'-3'414'16,"1"1"-14"-16,-5 2-19 0,25 0-24 16,-46 8 4-16,28-5-14 0,-3 7-33 0,-4-1-24 0,9 3-14 15,-5 2-20-15,2 5-19 0,1 3-16 0,2 1-7 16,-2 0-12-16,4 7-20 0,-4 4-10 0,7-4-13 15,-10 8-14-15,7-1-18 0,6 4-9 0,-2 0-16 16,-1-3-4-16,4 2-13 0,1-1-9 0,6-8-8 16,-2 9-4-16,4-3-11 0,4-6-2 0,-2-4-5 0,5 1-4 15,1-5-2-15,3 1-8 0,4-5 0 0,-5-5-4 16,5-6-2-16,-2 7-3 0,9-8-3 16,-2-3 0-16,-1-4 0 0,8-2 0 0,-8-3-4 0,6-2-2 15,-3-1-2-15,3-3 0 0,-4-1 0 0,1-2-4 16,-5-2 1-16,-4 1-4 0,2-5 3 0,-2-3 1 15,-6 9-1-15,3-5-3 0,-4 1 1 0,-5 0 0 16,0-8-4-16,-6 9-2 0,0 1-1 0,-5 3 2 16,-4-2-3-16,1 4-1 0,-7 0-4 0,-6 6 8 15,2-2-9-15,-10 4-4 0,3 3-2 0,-3 3-6 16,-13 5-5-16,0 3-3 0,11-4-8 0,-3 10-14 16,10-4-27-16,5 2-27 0,-1 0-57 0,2 1-43 15,8-2-43-15,-1-1-60 0,4 5-67 0,2-4-96 0,4-6-283 16,4-8-816-16,11 18 361 0</inkml:trace>
        </inkml:traceGroup>
        <inkml:traceGroup>
          <inkml:annotationXML>
            <emma:emma xmlns:emma="http://www.w3.org/2003/04/emma" version="1.0">
              <emma:interpretation id="{34D16247-ADAB-4D28-A1A4-F0B2D0BF0D38}" emma:medium="tactile" emma:mode="ink">
                <msink:context xmlns:msink="http://schemas.microsoft.com/ink/2010/main" type="inkWord" rotatedBoundingBox="23891,3605 24863,3494 24980,4530 24009,4640"/>
              </emma:interpretation>
              <emma:one-of disjunction-type="recognition" id="oneOf10">
                <emma:interpretation id="interp18" emma:lang="" emma:confidence="1">
                  <emma:literal/>
                </emma:interpretation>
              </emma:one-of>
            </emma:emma>
          </inkml:annotationXML>
          <inkml:trace contextRef="#ctx0" brushRef="#br0" timeOffset="22519.1701">22720 2820 388 0,'0'0'377'0,"0"0"-34"0,0 0-30 16,0 0-17-16,-11-7 3 0,11 7 11 0,0 0-14 15,0 0-12-15,0 0-25 0,57-5-25 0,-36 5-26 16,7-2-14-16,1 4-22 0,-1-2-16 0,3 0-15 15,-1 0-12-15,2 0-14 0,1 0-12 0,-3 3-10 16,0-3-9-16,-2 0-7 0,-1-3-14 0,-6 3 0 16,-21 0-14-16,38 0 1 0,-23-2-4 0,2-1 12 15,-17 3 10-15,26-6 13 0,-26 6 6 0,21-3 6 16,-7-1 5-16,-14 4 0 0,18-8-1 0,-8 4 11 16,-10 4-5-16,9-8 5 0,-9 8-4 0,0 0 1 15,13-9-2-15,-13 9-2 0,0 0-6 0,0 0-3 16,0 0-7-16,0 0-8 0,0 0-14 0,0 0-8 15,0 0-8-15,0 0 0 0,0 0-1 0,-21 33-1 0,13-12-5 16,-1 5-7-16,-4 12 3 0,3 1-5 0,1 1 0 16,1 5-2-16,0 0-1 0,1 1-7 15,4 3 5-15,0-1-3 0,0-1 0 0,3 0-6 0,3 2 4 16,0-4-9-16,-1 6 1 0,1-5 5 0,0-1-9 16,-1 5 3-16,6-13-2 0,-8 2-3 0,0-15-7 15,0 3-23-15,0-9-14 0,-4 5-26 0,1-9-41 16,2-1-44-16,-6-4-51 0,7-9-64 0,-3 16-36 15,3-16-37-15,-18 10-32 0,10-4-21 0,8-6-36 16,-29 0-42-16,29 0-288 0,-37-6-817 0,18-1 362 16</inkml:trace>
          <inkml:trace contextRef="#ctx0" brushRef="#br0" timeOffset="22706.6537">22837 3621 14 0,'-14'-12'350'0,"14"12"-12"0,-8-12 0 0,8 12-19 16,-8-5-28-16,8 5-35 0,0 0-16 0,9-18-14 15,-9 18-17-15,26-19-3 0,-5 12 2 0,4-9-5 0,9 5-3 16,9-6 5-16,7 1 5 0,6-4 2 0,18-3-3 16,-18 2-19-16,20-2-16 0,-3-2-20 15,-18 12-12-15,-5-5-18 0,0 7-14 0,-4 1-23 0,-3 0-50 16,-11 1-64-16,-1-3-69 0,-4 4-58 0,-11 2-59 16,0 0-66-16,0 2-69 0,-16 4-342 0,12-5-746 15,-12 5 330-15</inkml:trace>
        </inkml:traceGroup>
        <inkml:traceGroup>
          <inkml:annotationXML>
            <emma:emma xmlns:emma="http://www.w3.org/2003/04/emma" version="1.0">
              <emma:interpretation id="{88C3D961-3150-477F-804B-512A25BBDC09}" emma:medium="tactile" emma:mode="ink">
                <msink:context xmlns:msink="http://schemas.microsoft.com/ink/2010/main" type="inkWord" rotatedBoundingBox="26161,2744 31202,2172 31409,4000 26369,4572"/>
              </emma:interpretation>
              <emma:one-of disjunction-type="recognition" id="oneOf11">
                <emma:interpretation id="interp19" emma:lang="" emma:confidence="1">
                  <emma:literal/>
                </emma:interpretation>
              </emma:one-of>
            </emma:emma>
          </inkml:annotationXML>
          <inkml:trace contextRef="#ctx0" brushRef="#br0" timeOffset="29615.5135">26859 2321 79 0,'0'0'497'0,"-3"-12"-40"16,3 12-32-16,19-14-12 0,-4 4-18 0,7-3-19 16,7 1-23-16,-2 5-24 0,9 2-21 0,9-6-24 15,-1 11-30-15,-3-4-23 0,5 6-24 0,-14 3-19 16,3-1-20-16,-6 4-13 0,0 0-14 0,-1 6-14 15,-1 4-8-15,-6 1-11 0,-5-7-7 0,0 10-11 16,-3 2-9-16,-2 4-7 0,-2 14-8 0,-4-13-6 16,-5 2-8-16,-3 7-1 0,1 0-7 0,-1-7-6 0,-6 5-5 15,1-5 1-15,0-3-2 0,-5-4-7 16,1-5 1-16,1-1-5 0,3-2-1 0,-5-5-3 16,5 3 1-16,-4-4-5 0,4-3-4 0,-5 0 2 0,13-7-1 15,-26 0-3-15,26 0-1 0,-34-16-2 0,20 5-4 16,-5-11-3-16,3-5-2 0,-5-13 2 0,5 4-5 15,3-7 2-15,3-6 0 0,4 7 4 0,3-5-1 16,7 1-1-16,1-1 0 0,5 3 1 0,3 4-2 16,1 1-1-16,1 2 2 0,5 1 1 0,-4 0 1 15,4 12-3-15,1-2 1 0,-4 5-2 0,4 2-5 16,0-2-15-16,-5 1-21 0,5 1-34 0,-2 1-31 16,-4 8-38-16,-1-2-32 0,0 3-30 0,-6 4-27 15,-8 5-32-15,20-9-34 0,-20 9-30 0,14-8-21 16,-14 8-336-16,0 0-748 0,0 0 331 0</inkml:trace>
          <inkml:trace contextRef="#ctx0" brushRef="#br0" timeOffset="30084.2303">27658 2198 163 0,'0'0'329'0,"0"0"-25"0,0 0-25 16,10 16-9-16,-10-16-22 0,16 4-13 0,-3 0-1 15,1 0 7-15,7 5-12 0,-2-1-13 0,5 2-5 16,2 3-8-16,-4-1-9 0,3 7-10 0,0 0-8 16,-1 1-12-16,-3 0-12 0,0 5-17 0,0 1-11 15,1 7-16-15,-2 1-13 0,-11-9-2 0,4 4-9 16,-5 11-14-16,-2-2-3 0,-4-2-7 0,-2 4-4 15,-5-8-10-15,2 6 0 0,-3-8-9 0,-2-1 1 16,1-5-3-16,-7 2-6 0,6-7 0 0,-5-5-1 16,5 4 0-16,-2-5-3 0,-1-4 5 0,1 1-6 15,10-10 5-15,-19 6-2 0,19-6 11 0,0 0-2 16,-35-16 13-16,27 7-9 0,-5-6 8 0,5-3-1 16,2-9 2-16,1 3-1 0,2-2-7 0,3-7-3 15,6-7 2-15,-4 8-4 0,10-9-3 0,-4 4-4 0,5-6-2 16,-3 3-3-16,11-2-2 0,-2 1-1 0,-3-4-4 15,-2 4-1-15,7-2-2 0,-3 4-1 16,0-4-2-16,2 3-1 0,-5 2 0 0,4-3-3 16,-9 14 2-16,1-4-9 0,0 6-8 0,-1 3-9 0,-2 5-18 15,-2-1-17-15,-1 7-26 0,2 0-35 0,-7 11-33 16,4-15-46-16,-4 15-36 0,7-11-50 0,-7 11-55 16,0 0-58-16,0 0-323 0,0 0-772 0,0 0 343 15</inkml:trace>
          <inkml:trace contextRef="#ctx0" brushRef="#br0" timeOffset="30552.9488">28374 2511 48 0,'-5'15'354'0,"5"-15"-38"0,0 0-26 0,0 0-29 16,18 9-28-16,-18-9-19 0,0 0-22 0,0 0-17 15,35-9-19-15,-35 9-11 0,22-5-18 0,-12-7 3 16,3 7-4-16,-2-3-11 0,0-3-8 0,1 0 1 16,-3-1-6-16,4 4-14 0,-3-4-5 0,1-5-5 15,-5 6 2-15,2-6-7 0,-1 1-6 0,-1-1 7 0,-1 3 1 16,1-5-5-16,-1 5-10 0,0-3-9 0,-2-2 7 16,-1 1 2-16,-2-1-11 0,3 4 12 0,-3-4-1 15,0 5-12-15,0-2-3 0,0 0-4 16,-3 6-6-16,3 10 1 0,-8-22-3 0,5 14 5 0,3 8 2 15,-13-15 1-15,5 9-4 0,8 6 2 0,-20-9 0 16,20 9-5-16,-22-3-3 0,22 3-11 0,-34 11 5 16,18-4-10-16,-5 8 6 0,2-3-6 0,1 9 3 15,-2 3-8-15,0-2 5 0,-2 12-1 0,7 1 14 16,-1 4-11-16,2 0-1 0,3 1 9 0,4 6 5 16,4-2 5-16,2 2 2 0,2-4 6 0,1 3 1 15,6-4 8-15,5 3 1 0,3-6 4 0,-2 0 0 16,5-1 0-16,1-11 14 0,4 4-2 0,-4-6-7 15,3-7-5-15,3 2-5 0,-2-3-7 0,3-5-2 16,-3-3-7-16,3-3-9 0,-4 0-25 0,-2-4-35 16,-21-1-45-16,49-13-67 0,-26 0-57 0,2-3-55 15,-4-3-61-15,3-2-61 0,-4-5-385 0,1-9-827 16,-4-5 367-16</inkml:trace>
          <inkml:trace contextRef="#ctx0" brushRef="#br0" timeOffset="29115.548">25313 2854 1959 0,'-21'-17'-46'0,"6"2"62"16,-6 1 27-16,1 3 14 0,-6 4 12 0,-1-1 12 16,6 4 14-16,0 0 9 0,5 0 8 0,16 4 11 15,-26-4 6-15,26 4 13 0,-17-5 0 0,17 5-1 16,-12-6-11-16,12 6-6 0,0 0-12 0,0 0-1 15,0 0-6-15,0 0-15 0,23-22-3 0,-4 14 5 16,5-3-29-16,3-4-3 0,6 8 1 0,-3-6-12 16,12 0-1-16,1 0-3 0,0-1-7 0,2-2-5 15,-3 2-3-15,-2 1-6 0,0 4 4 0,2-2-12 16,1-1 8-16,-11 7-2 0,8 0 1 0,-11 0-2 0,-1 0 6 16,-8 5-14-16,3-2 8 0,-2 2 0 0,-21 0 0 15,33 5 1-15,-23-3 0 0,-10-2 3 16,19 10 8-16,-11-1-10 0,-1 1 5 0,-2 2-2 0,-2 7-2 15,-2-1 12-15,-2 1 0 0,1 0 0 0,0-2 1 16,-2 11-12-16,2-2 5 0,-5 0 2 0,10-1-5 16,-3 1 4-16,-1 0 0 0,6-1-3 0,-4-2-2 15,5-4 6-15,-2-1 9 0,6-3 3 0,-1 0 3 16,5-2-5-16,-2-1 9 0,1 0 2 0,-1-5 8 16,4 0 0-16,-2-2-2 0,0-4-2 0,-16-1 3 15,37-4 0-15,-16-4-5 0,-4 0-5 0,1-4 6 16,0-1-15-16,-1-2-1 0,4-5-4 0,-5-1-7 15,2-2-4-15,-2 1 0 0,0-1-2 0,-6 0-3 0,-1-4-4 16,-1 3-1-16,-3-7-3 0,-3 4-5 16,-7-3-9-16,2-8-8 0,-5 2-7 0,-5 10-8 15,0-2-9-15,-3 6-10 0,-3-4-7 0,-4 7-13 0,-1 0-9 16,3 1-12-16,-8 9-13 0,2-2-15 0,1-1-19 16,-2 9-27-16,4 3-25 0,24 0-39 0,-49 7-45 15,25 1-64-15,7-1-88 0,-1-2-258 0,4 2-735 16,1 1 325-16</inkml:trace>
          <inkml:trace contextRef="#ctx0" brushRef="#br0" timeOffset="28662.4541">25399 2229 67 0,'0'-14'417'0,"0"-2"8"16,0 1-11-16,0 2-2 0,-3 3-10 0,3 10-5 0,-3-18-9 16,3 18-13-16,3-14-24 0,-3 14-35 0,0 0-31 15,0 0-26-15,0 0-29 0,0 0-15 0,0 0-9 16,0 0-22-16,0 0 0 0,3 59 2 0,2-21-13 15,1 10 1-15,-2-1-7 0,2 1-9 0,2 3-1 16,-1-1-22-16,-1 5-16 0,2 0-2 0,-2-2-26 16,-1 2-5-16,-2-1-6 0,2 0-1 0,3 3-15 15,-1-5-4-15,-4 1-8 0,2-4-2 0,-4-7-10 16,6 2-4-16,-6-14 4 0,6-1 7 0,-7-3-23 16,3-6-1-16,-1-2-9 0,-1-2 6 0,-1-3-25 0,0-1-20 15,0-12-20-15,7 12-10 0,-7-12-28 16,0 0-19-16,0 0-23 0,0 0-33 0,0 0-33 15,0 0-35-15,0 0-33 0,0 0-20 0,-21-55-25 0,14 27-20 16,-2-1-23-16,-3-11-27 0,-2-2-3 0,0 4-25 16,-9-4-271-16,7 4-730 0,-10 5 323 0</inkml:trace>
          <inkml:trace contextRef="#ctx0" brushRef="#br0" timeOffset="31193.529">28971 2886 318 0,'0'0'371'0,"3"-21"-27"0,-2 12-25 0,12-6-27 16,2 6-30-16,7-10-24 0,5 3-28 0,-1 1-9 15,14-4-8-15,7 4-10 0,1-8 4 0,3 4 0 16,2-3 14-16,23-9 3 0,-3-1 8 0,0 0-8 16,-17 11-17-16,22-9-16 0,-7 1-18 0,-17 12-18 15,-1-5-18-15,-3 3-76 0,1 1-101 0,-7 1-122 16,-3 3-141-16,-13 3-405 0,9-4-788 0,-8 3 349 16</inkml:trace>
          <inkml:trace contextRef="#ctx0" brushRef="#br0" timeOffset="31006.0417">29137 2247 89 0,'16'-10'378'0,"-4"4"-18"16,2-3-10-16,5 1-3 0,7-8-2 0,0-1-10 15,-4-2-13-15,12-5-16 0,-8 3-21 0,2-10-31 16,1-2-21-16,-1 0-19 0,-3 2-23 0,-2-10-24 15,-4 4-8-15,-5-4-15 0,-2-4-18 0,-6 2-8 16,-4-2-18-16,-2 4-7 0,-2 10-2 0,-1-9-8 16,0 13 0-16,-5 1 0 0,1 1 3 0,-4 9-8 15,1 0-2-15,1-3-3 0,-4 6-8 0,3 3-6 16,-4 0-4-16,3 5-4 0,11 5-8 0,-28-6-6 16,28 6-2-16,-30 4-5 0,15 3-3 0,15-7-4 15,-27 17 5-15,9 4-8 0,6 5 0 0,-3 12-2 16,2 3 1-16,4 6 1 0,-2 3-4 0,2 3 1 15,9 18 1-15,-1-19 10 0,1 20 5 0,1-13 5 16,8 15 10-16,2-3 6 0,5 0 2 0,-3 1-5 0,1-2-1 16,-1-17-4-16,1 22-5 0,-2-19-3 0,2 13-1 15,-1-15-4-15,-5 3-2 0,0-7-5 16,-2 5-4-16,-2-1 1 0,-8-9-3 0,9 3-5 0,-5-1-2 16,-6-6 0-16,6-1-3 0,-7-9-2 0,4-2 0 15,0-3-15-15,-5-3-28 0,0-4-43 0,1 0-50 16,-2-7-52-16,4 2-57 0,-8-6-58 15,5 6-49-15,-2-7-70 0,10-7-71 0,-25 0-301 0,25 0-850 16,-31-16 377-16</inkml:trace>
        </inkml:traceGroup>
      </inkml:traceGroup>
      <inkml:traceGroup>
        <inkml:annotationXML>
          <emma:emma xmlns:emma="http://www.w3.org/2003/04/emma" version="1.0">
            <emma:interpretation id="{1EBB915D-B9B4-483B-92AB-BE3DC638A4A7}" emma:medium="tactile" emma:mode="ink">
              <msink:context xmlns:msink="http://schemas.microsoft.com/ink/2010/main" type="line" rotatedBoundingBox="18792,5397 24639,4993 24740,6453 18893,6857">
                <msink:destinationLink direction="with" ref="{4A7A968B-D722-40AB-9D22-CEB1F6B45C58}"/>
                <msink:destinationLink direction="with" ref="{44C60288-9E14-4E04-9919-DF577874A00B}"/>
              </msink:context>
            </emma:interpretation>
          </emma:emma>
        </inkml:annotationXML>
        <inkml:traceGroup>
          <inkml:annotationXML>
            <emma:emma xmlns:emma="http://www.w3.org/2003/04/emma" version="1.0">
              <emma:interpretation id="{E9FBD8A7-7C0D-4E6B-AAEE-6E6179FBB4D1}" emma:medium="tactile" emma:mode="ink">
                <msink:context xmlns:msink="http://schemas.microsoft.com/ink/2010/main" type="inkWord" rotatedBoundingBox="18804,5560 19380,5520 19438,6351 18861,6391"/>
              </emma:interpretation>
              <emma:one-of disjunction-type="recognition" id="oneOf12">
                <emma:interpretation id="interp20" emma:lang="" emma:confidence="1">
                  <emma:literal/>
                </emma:interpretation>
              </emma:one-of>
            </emma:emma>
          </inkml:annotationXML>
          <inkml:trace contextRef="#ctx0" brushRef="#br0" timeOffset="24964.6984">18120 4808 239 0,'-6'-17'333'0,"4"8"-13"0,2 9-15 0,-6-14 3 16,6 14 2-16,-7-14-6 0,7 14-21 0,-8-12-26 15,8 12-17-15,-14-5-17 0,14 5-17 0,0 0-20 16,-34 17-15-16,12-2-14 0,1 3-2 0,-3 4 1 0,-10 11-4 16,2-2-15-16,0 4-7 0,-5 3-5 15,10 2-15-15,-4-2-10 0,4 3 0 0,3-4-14 0,5-2-6 0,-1 9-9 0,4-3-8 16,8 4-4-16,2-7-5 0,4-10-4 0,4 12-3 15,4-11-5-15,4-2 1 0,4-1-6 0,7-2-2 16,13 4 1-16,-10-11-3 0,21 4 0 0,-14-12-7 16,-1 1 2-16,12 1-5 0,-9-10-2 0,-2 1-3 15,-2-4-3-15,0-2 3 0,0-2-1 0,-2-1-1 16,-2-6 1-16,1-2 1 0,-8 3-8 0,-2-2-2 16,3-1 3-16,-8-2 1 0,1 1 3 0,-4-3-3 15,-2 0-1-15,-4-5-3 0,-1 5 8 0,-2-2-8 16,-4 2 2-16,2 3-3 0,-4-2 0 0,-2 3 3 0,-3 0-8 15,-4 3-1-15,2 0 3 0,-12 3 0 0,5 3-1 16,-3 4 0-16,2 2 1 0,-4 2-5 16,-3 4 3-16,0 1-2 0,5 2 0 0,3 4 1 0,1 5 1 15,0-2-1-15,6-1-16 0,1 0-19 0,5 3-39 16,0-3-45-16,8 0-43 0,-2-2-37 0,4 4-33 16,6-6-42-16,5 2-41 0,1-9-66 0,2 3-349 15,4-4-788-15,7 1 350 0</inkml:trace>
        </inkml:traceGroup>
        <inkml:traceGroup>
          <inkml:annotationXML>
            <emma:emma xmlns:emma="http://www.w3.org/2003/04/emma" version="1.0">
              <emma:interpretation id="{76BCFAB2-B7A4-47F5-9250-938BA257D61A}" emma:medium="tactile" emma:mode="ink">
                <msink:context xmlns:msink="http://schemas.microsoft.com/ink/2010/main" type="inkWord" rotatedBoundingBox="20673,5267 22880,5114 22956,6213 20748,6366"/>
              </emma:interpretation>
              <emma:one-of disjunction-type="recognition" id="oneOf13">
                <emma:interpretation id="interp21" emma:lang="" emma:confidence="0.5">
                  <emma:literal>-89</emma:literal>
                </emma:interpretation>
                <emma:interpretation id="interp22" emma:lang="" emma:confidence="0.5">
                  <emma:literal>- 89</emma:literal>
                </emma:interpretation>
                <emma:interpretation id="interp23" emma:lang="" emma:confidence="0">
                  <emma:literal>. 89</emma:literal>
                </emma:interpretation>
                <emma:interpretation id="interp24" emma:lang="" emma:confidence="0">
                  <emma:literal>_ 89</emma:literal>
                </emma:interpretation>
                <emma:interpretation id="interp25" emma:lang="" emma:confidence="0">
                  <emma:literal>, 89</emma:literal>
                </emma:interpretation>
              </emma:one-of>
            </emma:emma>
          </inkml:annotationXML>
          <inkml:trace contextRef="#ctx0" brushRef="#br0" timeOffset="25689.7787">19627 5153 18 0,'0'0'318'0,"0"0"-22"0,0 0-29 0,-18-5-28 0,18 5-21 15,0 0-17-15,0 0-16 0,0 0-22 0,45-18-14 16,-19 9-19-16,6-1-11 0,14-2-9 0,-1-4-12 16,3 5-11-16,-1-4-11 0,6-1-20 0,-2-5-31 15,5 7-38-15,-3-3-35 0,3-1-49 0,2 2-51 16,-2-4-63-16,-1 1-162 0,-2-3-405 0,3 1 179 16</inkml:trace>
          <inkml:trace contextRef="#ctx0" brushRef="#br0" timeOffset="26314.7377">21339 4607 250 0,'0'0'270'0,"0"0"-25"0,-10-8-14 0,10 8-3 16,0 0-14-16,0 0-15 0,0 0-17 0,0 0-16 15,-27 17-9-15,20-10 2 0,1 7-10 0,-1-2 12 16,4 2-17-16,-2 1-1 0,5 3-17 0,-1 7-5 16,2-8 3-16,3 10-15 0,-3-1 7 0,7 0-17 15,2 3-7-15,3 0-7 0,14 6 8 0,-11-10-23 16,13 8-11-16,0-3-1 0,0 1-6 0,4 0 1 0,-2-4-13 15,4 4-3-15,-3-3-7 0,4-2 1 16,-4-2-5-16,-10-1 1 0,4-1 1 0,-4-5-7 16,-1 3-7-16,-8-5 3 0,-3-3-7 0,-2 2 2 0,-2-5-2 15,-6 2-7-15,0-11-11 0,0 21-4 0,0-21-2 16,-18 20 2-16,5-12-6 0,1 3-3 0,-6-3-5 16,-8 0 1-16,5-4-3 0,-6 3 0 0,-2-2 9 15,0-3-5-15,4-1-1 0,-7-2 6 0,3-1 3 16,8 0-5-16,3-1 6 0,18 3-2 0,-40-5 9 15,26 2-3-15,1-3 1 0,13 6-2 0,-15-9 8 16,7-1 0-16,8 10 2 0,0-20 8 0,2 5-10 16,4 0 2-16,1-2 0 0,1 1 1 0,5-4-1 0,-2 1-2 15,5-6 1-15,2 1 11 0,1 3-2 16,-5-3-2-16,7 3 0 0,-5-5 2 0,4-1-2 16,0-3 11-16,-4 3 7 0,4-7 9 0,-9 4-8 0,2 3 6 15,-2-1 14-15,-1-2 2 0,-2 1 3 0,-4-3-1 16,-2 4-6-16,0-4-9 0,-2 5-1 0,-2 1 3 15,0-1-5-15,-6 2-6 0,-3 2-3 0,3 5-9 16,-5 2-3-16,-1 1-10 0,-2 4-4 0,-5 3-8 16,0-1-12-16,3 4-9 0,-6 5-11 0,24 0-14 15,-45 10-23-15,18 1-30 0,5 1-37 0,-1 3-49 16,1 1-71-16,4 3-332 0,2 3-652 0,2 2 288 16</inkml:trace>
          <inkml:trace contextRef="#ctx0" brushRef="#br0" timeOffset="25495.8843">19495 4547 310 0,'0'0'337'0,"0"0"-35"15,0 0-22-15,0 0-13 0,0 0 6 0,0 0 5 16,0 0-15-16,16-12-22 0,-16 12-8 0,29-4-28 16,-10 3-18-16,-19 1-9 0,47-2-9 0,-15-2-18 15,-2 3-15-15,4 1-11 0,-2 1-11 0,2-1-12 0,1-1 0 16,9 1-25-16,-11 0-4 0,-1 1-9 15,-3-2-12-15,-8 2 5 0,3-2-7 0,-1-2-2 16,-23 3-6-16,36-3-5 0,-36 3-2 0,29-1-2 0,-19-2 14 16,-10 3 2-16,19-8 6 0,-19 8-4 0,16-7 7 15,-9 0-5-15,-7 7 10 0,8-13-8 0,-8 13-3 16,6-14 2-16,-6 14-1 0,5-12-2 0,-5 12-3 16,3-9 1-16,-3 9-1 0,0 0-3 0,0-13 2 15,0 13-12-15,0 0-2 0,0 0-2 0,0 0-4 16,0 0-2-16,0 0-2 0,0 0-5 0,-22 39 1 15,15-21 1-15,2 6-1 0,1 7-2 0,-1 8 1 16,2 3 1-16,-2 5-2 0,5 4 4 0,-2-2 0 16,4 5 1-16,-1 18-4 0,4-15-1 0,2-2-3 15,-7 13 2-15,4-15-1 0,0-1-1 0,2 0-2 16,-4-4-1-16,4-3-3 0,-4-1-2 0,1-7-7 16,-3-7-20-16,2-7-33 0,-2-4-37 0,-2-1-40 0,4-8-30 15,-2-10-30-15,1 17-30 0,-1-17-40 0,-8 11-50 16,8-11-32-16,0 0-74 0,0 0-252 15,0 0-725-15,-42-28 321 0</inkml:trace>
        </inkml:traceGroup>
        <inkml:traceGroup>
          <inkml:annotationXML>
            <emma:emma xmlns:emma="http://www.w3.org/2003/04/emma" version="1.0">
              <emma:interpretation id="{B97D3B49-9EAF-423C-9D9B-F859B584333F}" emma:medium="tactile" emma:mode="ink">
                <msink:context xmlns:msink="http://schemas.microsoft.com/ink/2010/main" type="inkWord" rotatedBoundingBox="24205,5275 24656,5244 24740,6453 24289,6485"/>
              </emma:interpretation>
            </emma:emma>
          </inkml:annotationXML>
          <inkml:trace contextRef="#ctx0" brushRef="#br0" timeOffset="26975.0681">23400 4492 66 0,'0'0'385'0,"-16"-14"-8"0,5 11-21 0,11 3-24 0,-31-7-11 16,12 3 0-16,-2 4-19 0,21 0-20 15,-38 4-26-15,19-1-25 0,-4 1-20 0,7 4-25 16,-3 0-1-16,1 3-19 0,1 3-11 0,1-2-7 0,-1-2-17 16,3 6-10-16,1-5-13 0,0 5-10 0,7-2-10 15,-4 4-5-15,2-5-13 0,2 3-1 0,-1 0-10 16,3 2-2-16,4-5-11 0,0-1 1 0,0-12-7 16,6 17-1-16,0-5 0 0,6-1-6 0,-7-2-9 15,6-2 3-15,5-3 0 0,-2 4-3 0,1-1-5 16,4-3-1-16,-3-2-4 0,-16-2 0 0,40-6 0 15,-22 2-1-15,3 1-2 0,4-5-1 0,-7 3-2 16,-4-7 1-16,4 2 2 0,-2-1-4 0,-2-4 1 16,-1 2-1-16,5-6 0 0,-7 2 11 0,2 2 4 15,-5 1 5-15,0-3 8 0,-5 3 3 0,4-2 9 16,-1 6 6-16,1 1 0 0,-7 9 2 0,1-17 0 16,-1 17-7-16,0-11-2 0,0 11-5 0,0 0-2 0,0 0-6 15,0 0-2-15,0 0-5 0,0 0 6 0,0 0-11 16,0 0-2-16,-8 47 1 0,8-23-3 15,-2 7 1-15,1 9-2 0,2 13 1 0,3-2 0 0,1 3 0 16,7 18 1-16,-8-17-4 0,2 17 2 0,0-1-3 16,1-17 3-16,1 0-3 0,-2 0-5 0,2-3 3 15,0 0-4-15,0-6 1 0,-1 0-2 0,2-5-5 16,-1-2-31-16,-4-10-38 0,2 0-40 0,-1-9-51 16,1-3-45-16,-4-6-40 0,-2-1-40 0,0-9-40 15,1 14-45-15,-1-14-53 0,0 0-322 0,0 0-805 16,0 0 356-16</inkml:trace>
        </inkml:traceGroup>
      </inkml:traceGroup>
    </inkml:traceGroup>
    <inkml:traceGroup>
      <inkml:annotationXML>
        <emma:emma xmlns:emma="http://www.w3.org/2003/04/emma" version="1.0">
          <emma:interpretation id="{CE831C1A-DEE6-45FD-90F8-A837A715F4C1}" emma:medium="tactile" emma:mode="ink">
            <msink:context xmlns:msink="http://schemas.microsoft.com/ink/2010/main" type="paragraph" rotatedBoundingBox="1361,7455 24520,8459 24368,11947 1210,10942" alignmentLevel="1"/>
          </emma:interpretation>
        </emma:emma>
      </inkml:annotationXML>
      <inkml:traceGroup>
        <inkml:annotationXML>
          <emma:emma xmlns:emma="http://www.w3.org/2003/04/emma" version="1.0">
            <emma:interpretation id="{E0B4DB26-6CE3-4CAA-A7BD-2F516C10A281}" emma:medium="tactile" emma:mode="ink">
              <msink:context xmlns:msink="http://schemas.microsoft.com/ink/2010/main" type="line" rotatedBoundingBox="1361,7455 24520,8459 24412,10951 1253,9946">
                <msink:destinationLink direction="with" ref="{CC9B86E7-79BC-4CD8-9AF3-5186433C5BF3}"/>
              </msink:context>
            </emma:interpretation>
          </emma:emma>
        </inkml:annotationXML>
        <inkml:traceGroup>
          <inkml:annotationXML>
            <emma:emma xmlns:emma="http://www.w3.org/2003/04/emma" version="1.0">
              <emma:interpretation id="{C170ABA5-45E1-437F-A45B-7ED64C595339}" emma:medium="tactile" emma:mode="ink">
                <msink:context xmlns:msink="http://schemas.microsoft.com/ink/2010/main" type="inkWord" rotatedBoundingBox="1345,7828 5555,8011 5471,9948 1261,9765"/>
              </emma:interpretation>
              <emma:one-of disjunction-type="recognition" id="oneOf14">
                <emma:interpretation id="interp26" emma:lang="" emma:confidence="1">
                  <emma:literal/>
                </emma:interpretation>
              </emma:one-of>
            </emma:emma>
          </inkml:annotationXML>
          <inkml:trace contextRef="#ctx0" brushRef="#br0" timeOffset="141354.1121">1998 8858 33 0,'-42'23'386'0,"5"3"-15"0,2-2-29 0,13-8 2 16,1 1-21-16,6-5-31 0,2 2-4 0,7-5-21 0,0 0-31 15,6-9-7-15,-2 13-21 0,2-13-15 0,14 18-17 16,6-13-18-16,9 1-22 0,1-5-8 0,13 2-26 16,1-4-48-1,5-2-58-15,6 0-62 0,-4-4-61 0,7-1-82 0,-2 1-91 0,-3 0-294 0,7-2-643 16,-1 2 285-16</inkml:trace>
          <inkml:trace contextRef="#ctx0" brushRef="#br0" timeOffset="141246.8099">1934 8464 361 0,'0'0'404'15,"0"0"-12"-15,-2 15-18 0,2-15-22 0,15 9 10 16,-1-1 1-16,-14-8-9 0,39-2-18 0,-9-4-27 0,15 5-29 15,0-5-31-15,3 1-26 0,-3 0-28 0,5-2-33 16,-2 5-54-16,-3-5-51 0,9 4-56 16,-2-4-60-16,-6 7-47 0,1-2-61 0,-17 4-69 0,-3-4-66 15,-7 2-96-15,-20 0-205 0,25 3-653 0,-25-3 290 16</inkml:trace>
          <inkml:trace contextRef="#ctx0" brushRef="#br0" timeOffset="140948.9573">216 8690 36 0,'-34'7'341'0,"8"3"-23"0,7-6-25 15,3 1-26-15,16-5-18 0,-21 5-11 0,21-5 7 16,-11 7 11-16,11-7 6 0,0 0-8 0,0 0-9 15,0 0-14-15,77-4-20 0,-27-2-20 0,6-3-20 16,24-8-21-16,-2-1-12 0,8 3-13 0,-3-10-18 16,-3 5-36-16,5-2-40 0,0-3-32 0,-3-1-36 15,6 0-44-15,-6 2-52 0,0 4-53 0,-2-2-56 16,0 0-74-16,-23 2-257 0,-3 2-620 0,-1-2 275 0</inkml:trace>
          <inkml:trace contextRef="#ctx0" brushRef="#br0" timeOffset="140730.2209">952 8044 290 0,'14'-33'394'16,"-14"33"-7"-16,7-19-32 0,-7 19 0 0,0-16 17 16,5 9 9-16,-5 7 3 0,0-15-2 0,0 15-19 15,0 0-25-15,-5-13-14 0,5 13-27 0,0 0-21 16,0 0-21-16,0 0-16 0,0 0 3 0,0 0-18 15,0 0 0-15,-10 44-10 0,4-18-5 0,-2 3-19 0,-4 13-2 16,3-1-24-16,-6-1 6 0,3 2-17 0,-1 7-14 16,-2-1-10-16,1 0-11 0,6 5-14 0,-7-4-5 15,1 2-11-15,0-4-10 0,1 2-12 0,3-4-66 16,-3-1 0-16,4-5 0 0,-3-2 0 0,6-9 0 16,3-1 0-16,-2-4 0 0,5-6 0 0,-2-2 0 15,-2-4 0-15,4-11 0 0,-2 15 0 0,2-15 0 16,-5 12 0-16,5-12 0 0,0 0 0 0,0 0 0 15,0 0 0-15,13-38 0 0,-5 11 0 0,0-14 0 16,3-1 0-16,-3-8 0 0,3-2 0 0,4-18 0 0,-5 21 0 16,2-4 0-16,3-1 0 0,1 2 0 0,-2-1 0 15,2 6 0-15,0 0 0 0,0 4 0 0,-1 0 0 16,1 2 0-16,-2 4 0 0,-6 10 0 0,-1 1 0 16,-1 3 0-16,1 4 0 0,-1 0 0 0,2 6 0 15,0 2 0-15,-3 3 0 0,-5 8 0 0,11-9 0 16,-11 9 0-16,0 0 0 0,31 20 0 0,-14-1 0 15,2 7 0-15,-1 5 0 0,9 9 0 0,-1 2 0 0,-2-4 0 16,2 7 0-16,-7 0 0 0,2 3 0 0,0 1 0 16,0-1 0-16,0 3 0 0,-7-3 0 0,5-1 0 15,-4-5 0-15,-3 0 0 0,-2-5 0 0,-2-6 0 16,-1-1 0-16,-3 0-6 0,0-3-166 0,-4-8-47 16,0 6-41-16,0-10-40 0,0-3-39 0,-4-1-43 15,-2 5-48-15,-2-9-53 0,-2 2-451 0,10-9-1011 16,-32 5 448-16</inkml:trace>
          <inkml:trace contextRef="#ctx0" brushRef="#br0" timeOffset="142790.6052">3224 7460 188 0,'0'0'397'16,"-26"-5"-11"-16,26 5-3 0,0 0-20 0,-10-7-7 0,10 7-7 16,0 0-9-16,0 0-24 0,0 0-30 0,0 0-24 15,18-24-20-15,0 16-20 0,7-3-21 0,4-4-17 16,13 0-21-16,1-5-16 0,1 1-15 0,4 4-11 15,-5-3-21-15,7 3-35 0,0-4-47 0,1 1-49 16,3 8-77-16,-1-2-58 0,2 5-76 0,-5 0-82 16,-5 0-401-16,4 1-786 0,-7 7 347 0</inkml:trace>
          <inkml:trace contextRef="#ctx0" brushRef="#br0" timeOffset="143231.0299">4278 7758 278 0,'-2'-15'395'0,"2"0"10"0,-1 0-15 16,-4-1 6-16,3 0 20 0,2 1 16 0,-1 1 4 15,1 14-12-15,-5-21-10 0,5 11-19 0,0 10-25 16,0 0-18-16,-3-14-24 0,3 14-36 0,0 0-32 16,0 0-17-16,0 0-3 0,0 0-4 0,0 0-6 15,-12 47-11-15,9-19-16 0,0 11-9 0,1 2-21 16,2 1-15-16,-1-1-9 0,-4 4-14 0,5 0-107 15,-2 3-28-15,4-6 0 0,-2-1 0 0,0-3 0 16,0 6 0-16,5-5 0 0,-4-8 0 0,1-3 0 16,4 3 0-16,2 0 0 0,-3-7 0 0,3 3-173 15,0-4-211-15,0 2-90 0,0-15-106 0,3 6-517 16,-3-11-1189-16,0 2 527 0</inkml:trace>
        </inkml:traceGroup>
        <inkml:traceGroup>
          <inkml:annotationXML>
            <emma:emma xmlns:emma="http://www.w3.org/2003/04/emma" version="1.0">
              <emma:interpretation id="{59146E81-A9D7-4842-8104-7502B339030F}" emma:medium="tactile" emma:mode="ink">
                <msink:context xmlns:msink="http://schemas.microsoft.com/ink/2010/main" type="inkWord" rotatedBoundingBox="7120,8341 7968,8377 7939,9057 7091,9021"/>
              </emma:interpretation>
              <emma:one-of disjunction-type="recognition" id="oneOf15">
                <emma:interpretation id="interp27" emma:lang="" emma:confidence="1">
                  <emma:literal/>
                </emma:interpretation>
              </emma:one-of>
            </emma:emma>
          </inkml:annotationXML>
          <inkml:trace contextRef="#ctx0" brushRef="#br0" timeOffset="143934.1126">6081 7873 265 0,'-21'-2'337'15,"21"2"-10"-15,0 0-14 0,0 0-7 0,0 0-14 0,-35-8-11 16,35 8-26-16,-18-11-13 0,9 6-10 0,9 5-20 16,-16-9-15-16,8 1-13 0,0-1-10 0,8 9-20 15,-13-18 9-15,6 9-3 0,7 9-22 0,-9-21-2 16,4 10-13-16,5 1-11 0,0 10 2 0,-2-24-8 15,4 16-9-15,-1-7-9 0,6 2-3 0,1-3-3 16,5 4 2-16,0-5-5 0,1 4-8 0,8-3-14 16,-4 6-4-16,0-1 2 0,1 2-7 0,-1 0-2 15,3 3-4-15,-1 0-8 0,1 1-2 0,0 5-3 16,0-2-6-16,-21 2-2 0,37 9-5 0,-21 0 4 16,-2 1-3-16,1-1-1 0,-2 8-3 0,-5 0 0 0,-2 11-2 15,-6 0 2-15,0 4-2 0,-8-4 1 0,2 12-3 16,-7-2 0-16,-3-4 4 0,-5 3-7 15,6-10 1-15,-9 7-5 0,-1 0-3 0,-3-4 4 0,4 1-5 16,0-11-4-16,3 4-1 0,-3-5 0 0,2-2 0 16,4 0 7-16,1-3-5 0,2-3 1 0,4-1-3 15,0-3 2-15,3 2-1 0,8-9-2 0,-13 12 3 16,13-12 1-16,-8 12 0 0,8-12 2 0,0 0 1 16,0 0 2-16,0 0-1 0,29 7 3 0,-29-7 6 15,35 1-2-15,-14-1 2 0,8 0 0 0,0-3 2 16,6 2-1-16,8 0-7 0,-1-7 1 0,3 7 2 0,1-1 0 15,-5-2 2-15,7 1-1 0,1-1 1 0,3 0-1 16,-4 1-3-16,-5-1 1 0,-1 1-9 0,-13-1-26 16,-5 1-37-16,-3 1-47 0,0-3-50 0,-7 2-52 15,7-1-66-15,-7-3-88 0,-14 7-436 0,16-7-871 16,-16 7 386-16</inkml:trace>
        </inkml:traceGroup>
        <inkml:traceGroup>
          <inkml:annotationXML>
            <emma:emma xmlns:emma="http://www.w3.org/2003/04/emma" version="1.0">
              <emma:interpretation id="{97E6C3BE-D24E-4CE1-A6EC-405746EA43A2}" emma:medium="tactile" emma:mode="ink">
                <msink:context xmlns:msink="http://schemas.microsoft.com/ink/2010/main" type="inkWord" rotatedBoundingBox="9576,7965 10171,7991 10126,9040 9531,9014"/>
              </emma:interpretation>
              <emma:one-of disjunction-type="recognition" id="oneOf16">
                <emma:interpretation id="interp28" emma:lang="" emma:confidence="0.5">
                  <emma:literal>3</emma:literal>
                </emma:interpretation>
                <emma:interpretation id="interp29" emma:lang="" emma:confidence="0">
                  <emma:literal>b</emma:literal>
                </emma:interpretation>
                <emma:interpretation id="interp30" emma:lang="" emma:confidence="0">
                  <emma:literal>}</emma:literal>
                </emma:interpretation>
                <emma:interpretation id="interp31" emma:lang="" emma:confidence="0">
                  <emma:literal>,</emma:literal>
                </emma:interpretation>
                <emma:interpretation id="interp32" emma:lang="" emma:confidence="0">
                  <emma:literal>5</emma:literal>
                </emma:interpretation>
              </emma:one-of>
            </emma:emma>
          </inkml:annotationXML>
          <inkml:trace contextRef="#ctx0" brushRef="#br0" timeOffset="144809.0509">8645 7333 121 0,'0'0'433'0,"-10"-13"-16"0,10 13-17 0,-6-12-30 0,6 12 6 16,0 0 14-16,-7-14 0 0,7 14-19 0,-3-17-38 15,3 17-32-15,-3-10-24 0,3 10-23 0,5-16-23 16,-5 16-14-16,1-14-27 0,-1 14-19 0,13-15-19 16,-6 8-16-16,-7 7-14 0,9-13-10 0,-9 13-12 15,21-6-12-15,-10 1-9 0,-11 5-12 0,23-4-2 0,-23 4-13 16,24 2-4-16,-24-2-1 0,26 13-5 0,-10-4-6 15,-4 2-4-15,-4 3-7 0,2 1-6 0,-5 4-10 16,0 6-12-16,-4 0-15 0,-2-2-9 0,-4 2-8 16,-2 1-9-16,1 2-10 0,-8-2 4 0,-1 0-3 15,-7 7-6-15,6-6-1 0,-5-2-2 0,5-3 9 16,-3 2-5-16,-2-2 0 0,1-2-1 0,3-3 2 16,2-6-6-16,2 1-3 0,-3-1-10 0,2-2-5 15,3 1-1-15,11-10 1 0,-15 11-1 0,15-11 8 16,-9 8 5-16,9-8 1 0,0 0 11 0,0 0 7 15,0 0 5-15,0 0 0 0,0 0 16 0,0 0 24 0,0 0 24 16,0 0 24-16,56-15 14 0,-40 11 19 0,5 0 17 16,-4-2 6-16,4 0 5 0,2 3-4 0,4-1 2 15,-6 1-1-15,9 2 3 0,-2 3 0 0,-9-2-5 16,-1 5-4-16,2-1-5 0,8 4-6 0,-9 2-7 16,-5-1-10-16,1 10-8 0,1 0 1 0,-5 8-10 15,-3-1-4-15,-2 0-3 0,-2 2-2 0,-4 3-7 16,-4-3 3-16,-5 10-9 0,-1-9 0 0,-3 0-9 15,-7 5-13-15,2-11-16 0,-11 9-27 0,-3-5-25 16,0-3-32-16,-7-5-29 0,2-1-18 0,2-11-30 0,-8 0-15 16,0 2-21-16,-1-6-30 0,9-5-34 0,-8-3-45 15,9 0-70-15,3-4-360 0,1 0-808 0,3-8 357 16</inkml:trace>
        </inkml:traceGroup>
        <inkml:traceGroup>
          <inkml:annotationXML>
            <emma:emma xmlns:emma="http://www.w3.org/2003/04/emma" version="1.0">
              <emma:interpretation id="{C5AC628A-350D-4206-8E99-4F68E34C3244}" emma:medium="tactile" emma:mode="ink">
                <msink:context xmlns:msink="http://schemas.microsoft.com/ink/2010/main" type="inkWord" rotatedBoundingBox="11876,7911 12668,7945 12610,9293 11817,9259"/>
              </emma:interpretation>
              <emma:one-of disjunction-type="recognition" id="oneOf17">
                <emma:interpretation id="interp33" emma:lang="" emma:confidence="0.5">
                  <emma:literal>4</emma:literal>
                </emma:interpretation>
                <emma:interpretation id="interp34" emma:lang="" emma:confidence="0">
                  <emma:literal>q</emma:literal>
                </emma:interpretation>
                <emma:interpretation id="interp35" emma:lang="" emma:confidence="0">
                  <emma:literal>"</emma:literal>
                </emma:interpretation>
                <emma:interpretation id="interp36" emma:lang="" emma:confidence="0">
                  <emma:literal>9</emma:literal>
                </emma:interpretation>
                <emma:interpretation id="interp37" emma:lang="" emma:confidence="0">
                  <emma:literal>,</emma:literal>
                </emma:interpretation>
              </emma:one-of>
            </emma:emma>
          </inkml:annotationXML>
          <inkml:trace contextRef="#ctx0" brushRef="#br0" timeOffset="145482.7521">10846 7196 168 0,'6'-13'528'0,"-2"3"-22"0,2 0-19 0,-6 10-7 15,7-14 7-15,-7 14-1 0,1-11-22 0,-1 11-44 16,0 0-34-16,0 0-52 0,7-11-31 0,-7 11-20 15,0 0-35-15,0 0-28 0,0 0-13 0,-21 38-23 16,14-20-18-16,-2 7-13 0,-4-2-22 0,0 3-8 16,-3 1-13-16,1 11-12 0,6-11-7 0,-9 12-1 15,2-3-18-15,3-5-13 0,4-3 0 0,-4 8-6 16,0-8-6-16,5-1-8 0,2 3-4 0,-1-3-1 16,6-1 2-16,1-7-12 0,1 5 2 0,6-5-5 0,-1-7 7 15,7 4-15-15,0-4-1 0,3-3 3 0,5 1-6 16,-1-7-10-16,9 1-1 0,2-4 1 0,-1 0-4 15,12-4-9-15,-7-3-3 0,-3 1 5 0,0-1-1 16,2-2 1-16,5-3-2 0,-10 0 2 0,3 0 2 16,-5-3 2-16,-1 1 3 0,-4-1-1 0,-3 0 2 15,1 3 10-15,2-3 4 0,-9-1 1 0,-4 6 4 16,4-6 14-16,-5-2 2 0,0 3 12 0,-1 0 3 0,-6-3 13 16,6 3 4-16,-7 1-7 0,1 2 4 0,-1 12 7 15,4-17 21-15,-4 17-80 0,0-18-8 0,0 18 0 16,1-11 0-16,-1 11 0 0,0 0 0 0,0 0 0 15,0 0 0-15,0 0 0 0,0 0 0 0,0 0 0 16,0 0 0-16,-6 48 0 0,6-21 0 0,1 16 0 16,3 1 0-16,-1 4 0 0,3 4 0 0,1-2 0 0,-1 24 0 15,-4-22 0-15,4 2 0 0,2 2 0 16,-1 0 0-16,-3-3 0 0,0-4 0 0,2-4 0 16,0 4 0-16,-6-1 0 0,5-6-218 0,3-4-153 0,-5 2-61 15,1-9-66-15,-4-6-104 0,1-8-410 0,-1-2-1096 16,2-4 485-16</inkml:trace>
        </inkml:traceGroup>
        <inkml:traceGroup>
          <inkml:annotationXML>
            <emma:emma xmlns:emma="http://www.w3.org/2003/04/emma" version="1.0">
              <emma:interpretation id="{6FD61D06-B9D3-40F5-8652-45B1370B6FCF}" emma:medium="tactile" emma:mode="ink">
                <msink:context xmlns:msink="http://schemas.microsoft.com/ink/2010/main" type="inkWord" rotatedBoundingBox="17244,8549 24502,8863 24412,10951 17154,10636"/>
              </emma:interpretation>
              <emma:one-of disjunction-type="recognition" id="oneOf18">
                <emma:interpretation id="interp38" emma:lang="" emma:confidence="1">
                  <emma:literal/>
                </emma:interpretation>
              </emma:one-of>
            </emma:emma>
          </inkml:annotationXML>
          <inkml:trace contextRef="#ctx0" brushRef="#br0" timeOffset="159352.9436">16293 8639 113 0,'-7'-16'356'0,"-1"-2"5"16,2 3-23-16,-2-1-13 0,2 1 9 0,2 2 7 15,-2-4 2-15,0 3 9 0,1 6-9 0,5 8-6 16,-8-18-18-16,1 12-20 0,7 6-22 0,0 0-26 0,-8-13-23 16,8 13-24-16,0 0-12 0,0 0-9 0,0 0 2 15,0 0-3-15,-6 52-6 0,11-26-11 0,-4 5-7 16,7 9-9-16,-1 0-4 0,1 3-17 0,3 2-4 15,-1-2-11-15,-2 0-13 0,-2 2-3 0,5-3-6 16,-3 1-19-16,2-4-3 0,-2 3-5 0,-2-13-8 16,1 2-8-16,-1-1-5 0,1-8-6 0,-4 8-24 15,2-11-33-15,-1-2-35 0,-2 0-39 0,0-5-38 16,1 0-44-16,-3 0-34 0,0-12-36 0,1 13-17 0,-1-13-26 16,0 0-35-16,0 0-40 0,-6 13-41 0,6-13-83 15,0 0-287-15,0 0-838 0,-30-34 371 0</inkml:trace>
          <inkml:trace contextRef="#ctx0" brushRef="#br0" timeOffset="160990.0093">18079 8481 85 0,'-17'-7'363'16,"3"-4"-5"-16,1 6-11 0,5-2-10 0,8 7-17 15,-14-12-4-15,14 12-10 0,-10-7-33 0,10 7-25 16,0 0 2-16,0 0-10 0,0 0-13 0,0 0 2 16,0 0-7-16,0 0-12 0,0 0-4 0,0 0-8 15,43 30-15-15,-28-18-15 0,6 3-8 0,-4-3-9 0,7 2-13 16,2-2-11-16,-3 1-13 0,7-5-8 0,-4 4-14 16,3-1-9-16,-1-3-7 0,5 3-7 0,-5-4-11 15,0-3-3-15,-3 2-6 0,-1-5-8 0,2 5-1 16,-5-3-9-16,-2-1-6 0,-3 2-5 0,-16-4 0 15,36 0-6-15,-36 0 0 0,20 3-6 0,-20-3 3 16,20 1-2-16,-20-1 0 0,0 0-2 0,17 4-4 16,-17-4-1-16,0 0-4 0,7 8 2 0,-7-8 1 15,0 0 0-15,0 22-5 0,-7-7-2 0,1 0 2 16,-9 8-3-16,-1-1-6 0,-4 4-8 0,-1 8-13 0,-3 0-7 16,-2 2-22-16,-1 0-20 0,3 4-18 0,-4-6-30 15,8 3-22-15,-1-5-44 0,3-6-27 0,0 4-46 16,2-4-58-16,3-7-77 0,-1 2-351 0,6-6-818 15,0-3 361-15</inkml:trace>
          <inkml:trace contextRef="#ctx0" brushRef="#br0" timeOffset="160661.8719">17305 8837 300 0,'-14'-4'387'0,"14"4"-5"0,-21-9-11 16,21 9-9-16,-13-9-5 0,13 9-3 0,-8-9-12 15,8 9-21-15,0 0-21 0,0 0-15 0,0 0-5 16,0 0-5-16,0 0-1 0,0 0-13 0,0 0 0 16,0 0-10-16,64 0-2 0,-28-2 0 0,12-2-16 15,5 0-17-15,11-2-2 0,19-4 0 0,5-4-8 0,-3 2-16 16,2-1-23-16,3-2-14 0,-10 5-23 0,-1-3-2 16,-21 5-12-16,-2 0-17 0,1-1-9 0,-2-1 2 15,-4 7-22-15,-7-4-58 0,-11-1-12 0,-4 3 0 16,-8 0 0-16,0 3 0 0,-5-5 0 0,0 0 0 15,-16 7 0-15,21-1-55 0,-21 1-67 0,0 0-48 16,0 0-50-16,0 0-43 0,0 0-50 0,0 0-40 16,0 0-53-16,0 0-35 0,-53-15-76 0,29 12-372 15,5-1-963-15,-9 3 427 0</inkml:trace>
          <inkml:trace contextRef="#ctx0" brushRef="#br0" timeOffset="160240.0282">16972 9381 52 0,'0'0'398'0,"0"0"-32"0,14-21-23 0,-6 10-14 0,5-1-23 16,1 2-25-16,1 0-17 0,4 1-2 0,-3 0-27 15,0-1-2-15,15-2-19 0,-14 8-27 0,4-3-3 16,1-1-13-16,-4 8-22 0,1-2-11 0,-19 2-5 15,28-2-11-15,-28 2-12 0,27 9-10 0,-14 3-2 16,-4 1-16-16,-4-2-10 0,2 4-5 0,-6 5-8 16,1 5-6-16,-2 3-4 0,-2-2-7 15,-4 2-2-15,-4 2-1 0,-7 6-7 0,5-8-5 0,-5 7 1 0,-11-3-3 16,4 0-2-16,0 0-18 0,5-8 13 0,-3-3 0 16,1-2 6-16,0 0-8 0,0-6-4 0,0 9-4 15,5-12 7-15,-3 7-8 0,3-7-1 0,0 1-3 16,3 1-3-16,0-8-2 0,3 6 4 0,10-10 0 15,-14 12 7-15,14-12-7 0,-11 4-1 0,11-4-9 0,0 0 8 16,-7 11 3-16,7-11 8 0,0 0 20 0,0 0 6 16,0 0 12-16,0 0 0 0,50-8-1 0,-50 8-5 15,51-10 2-15,-17 5-9 0,8-5-3 0,3 5-4 16,-2-3-4-16,4 2-3 0,-4-1-2 0,0-5-13 16,2 5-15-16,-3 2-24 0,1-3-21 0,-11 2-28 15,12-7-37-15,-12 6-39 0,3-2-31 0,-3 2-33 16,-6 0-46-16,-1-3-45 0,6 1-74 0,-15 2-300 15,3-3-744-15,-4 2 330 0</inkml:trace>
          <inkml:trace contextRef="#ctx0" brushRef="#br0" timeOffset="159894.4776">16020 8724 276 0,'2'-38'289'0,"6"1"-17"0,5 0-6 16,3-3-20-16,4 6-15 0,9-1-11 15,-1-1 1-15,5 1-11 0,3 4-13 0,1 2-9 0,-1 2-14 16,13 1-6-16,-5 0-10 0,5 4-14 0,-8 4 3 15,3-1-12-15,1 10-3 0,-1-5 2 0,-2 11-6 16,2 1-9-16,-11 2-2 16,1 8-12-16,-4 3-7 0,-1-2-13 0,-6 8-1 0,-2 0-8 15,-5 4-8-15,-2 5-8 0,-1 0-1 0,-7 5-3 16,-1 9-6-16,-8-11-8 0,-5 11-1 0,0-1-5 16,-7-3-2-16,-7 5 0 0,-4-4-8 0,2-3-5 15,-5 1-10-15,-3-3-13 0,-5-1-5 0,2-4-6 16,-2-1-6-16,0 0-2 0,-3-3 6 0,2-6-4 15,-2 3-1-15,11-5-6 0,0 0 16 0,0-6-5 16,5 1 2-16,5-2 7 0,-1-2-3 0,4-3 4 16,0-1 2-16,16-2 2 0,-21 9 5 0,21-9 10 0,-16 5 6 15,16-5 2-15,0 0 1 0,0 0 5 0,0 0 6 16,0 0 5-16,0 0 9 0,0 0 5 0,0 0 4 16,0 0 6-16,39 12-3 0,-20-9 2 0,5 9 3 15,2-1 0-15,6 0 0 0,8 5 11 0,-3 2-1 16,5 1-2-16,-5 0-4 0,4 1-4 0,-4 0-5 15,3 0-5-15,-1-1-2 0,1-1-5 0,-2 4-5 16,-9-8-6-16,3 3-3 0,-1-2-5 0,-2 0-9 16,1 0-21-16,-2-4-25 0,0 0-31 0,-2 0-38 15,-8-4-39-15,4 1-41 0,-3 0-40 0,-9 0-57 16,1-5-58-16,-11-3-58 0,16 16-399 0,-11-9-852 0,-5-7 376 16</inkml:trace>
          <inkml:trace contextRef="#ctx0" brushRef="#br0" timeOffset="161708.7082">18938 8349 149 0,'10'-11'475'0,"-2"-4"-25"16,-1 8-19-16,1-1-23 0,-8 8-25 0,12-11-27 16,-12 11-12-16,0 0-1 0,20-1-3 0,-20 1-12 15,0 0-19-15,21 27-25 0,-13-9-17 0,-2 6-13 16,0 4-14-16,-2-1-10 0,4 3-12 0,-2 9-16 16,-4 1-21-16,4 3-13 0,-6 2-18 0,6-3-8 0,-6 5-11 15,0-5-22-15,-3 7-13 0,-2-2 0 0,1 1-6 16,0-3-20-16,0 0 4 0,-3-1-13 0,6 0-4 15,-6-5-12-15,-1-2-3 0,2-8-11 0,3-1 2 16,-4-4-1-16,2-4-4 0,-1-4 0 0,3-2-7 16,-2 0-5-16,2-4 0 0,3-10-1 0,-7 14-12 15,7-14 4-15,0 0-8 0,0 0-1 0,0 0 1 16,0 0-2-16,0 0-10 0,-32-39 15 0,29 19-6 16,-2-8 5-16,2-14-9 0,-2-3 4 0,3-6 4 15,2 1-5-15,-3-3 5 0,6 1 0 0,-1 0 0 0,0 6 3 16,4-3 8-16,1 1-3 0,1-2-4 0,3 6 3 15,-2-1 4-15,6 3 5 0,-1 3-10 16,4 0 1-16,1-1 5 0,2 4-9 0,3 3 4 0,2 3 5 16,-5 8 24-16,1-2-17 0,4 6 4 0,1 1-10 15,-1-2-4-15,1 6-2 0,0-1 9 0,-3 5-10 16,4 2 6-16,-11 6-9 0,2 1-1 0,-19 0 4 16,33 8-8-16,-21 0 1 0,0 3-4 0,-4 6-1 0,-4 0-11 15,1 9-3-15,-5 4-10 0,-5 8 0 16,-3 0-7-16,-3 2-6 0,3-11-2 0,-9 12-17 15,-1-5 2-15,-5 1-5 0,-4 1-9 0,3-1-9 0,-5-7-2 16,-4 3 1-16,2-4 1 0,5-6 0 0,2-2 4 16,-3-1-2-16,0-2 2 0,4-3-1 0,-4 3-2 15,5-6 3-15,-1-1 1 0,4-1 5 0,4-2 4 16,-1-1-4-16,4 0-2 0,-3-2 4 0,2 2 5 16,13-7 5-16,-14 8 0 0,14-8 7 0,-10 8 1 15,10-8 11-15,0 0 5 0,-6 8 1 0,6-8 10 16,0 0 2-16,19 16 9 0,-19-16 11 0,29 8 4 0,-8-3 7 15,4 1-1-15,8 2-1 0,8-1 2 16,3 0 3-16,-1 5 3 0,2-5-3 0,-2 0-1 16,-1 5-1-16,1-5-6 0,-9 2-2 0,-2-2-22 0,-2 5-30 15,-1-4-44-15,-3 4-35 0,1-5-35 0,-8 0-33 16,-4 1-33-16,-2 7-30 0,-4-8-39 0,-1-2-49 16,-8-5-305-16,12 15-709 0,-9-8 314 0</inkml:trace>
          <inkml:trace contextRef="#ctx0" brushRef="#br0" timeOffset="162146.1787">19558 9296 81 0,'0'0'406'0,"0"0"-25"0,0 0-19 0,0 0-18 16,0 0-15-16,0 0-17 0,14-38-5 0,-14 38-15 15,11-12-19-15,-3 5-11 0,-8 7-15 0,21-11-20 16,-9 7-15-16,-12 4-17 0,17-9-12 0,1 6-4 15,-18 3-11-15,22-3-7 0,-22 3-10 0,0 0-12 16,28 3-8-16,-28-3-11 0,17 8-9 0,-6-4-13 0,-11-4-6 16,12 17-10-16,-3-4-6 0,-5 5-11 15,-4-2-2-15,0 0-4 0,0 5-10 0,-2-2-4 0,-5 7-2 16,1 0-5-16,-7 0-6 0,4 0 0 0,-6-2-2 16,-1 2-6-16,-2-5-1 0,2 1-2 0,-3-1 1 15,-2 3-8-15,4-3-2 0,-3-9 4 0,3 7-3 16,-2-2-2-16,2-1-1 0,3-8 0 0,0 5-3 15,-1-4 1-15,4-3-1 0,1 4-2 0,10-10 1 16,-19 7-2-16,19-7 2 0,-14 9-1 0,14-9-1 16,-15 5-1-16,15-5-3 0,0 0-6 0,0 0 3 0,0 0-5 15,0 0 2-15,0 0 1 0,-9 7 0 16,9-7-4-16,0 0 5 0,0 0-5 0,0 0-3 16,0 0-4-16,0 0-14 0,49 4-16 0,-49-4-19 0,0 0-21 15,47-9-22-15,-28 7-36 0,12-3-7 0,-6 2-21 16,1-3-15-16,1-6-15 0,2 5-5 0,5-5-13 15,-5 4-7-15,14-4 15 0,8-1 23 0,-4 0-2 16,-2 0-27-16,-2-3-37 0,5-6-60 0,-11 7-235 16,-6 0-597-16,2 4 264 0</inkml:trace>
          <inkml:trace contextRef="#ctx0" brushRef="#br0" timeOffset="162630.5203">20065 8818 115 0,'0'0'394'0,"0"0"-1"0,-32 5 3 15,32-5-16-15,0 0-16 0,-21 1 4 0,21-1-17 16,0 0-7-16,0 0-15 0,0 0-16 0,-18 6-9 15,18-6-11-15,0 0-2 0,0 0-2 0,0 0 0 16,0 0-9-16,0 0-4 0,0 0-9 0,60 7-5 16,-32-11 8-16,19 1 0 0,-2-4-7 0,5-4-7 0,1 3-22 15,-1-3-23-15,4 3-23 0,-4-3-19 0,1 3-137 16,-3 3-32-16,-3-5 0 0,-3 2 0 0,-11 5 0 16,-4-1 0-16,-6 3 0 0,-4-2 0 0,-17 3 0 15,28-3 0-15,-28 3-71 0,0 0-140 0,16-3-55 16,-16 3-59-16,0 0-69 0,0 0-65 0,0 0-85 15,0 0-444-15,0 0-1068 0,0 0 473 0</inkml:trace>
          <inkml:trace contextRef="#ctx0" brushRef="#br0" timeOffset="163255.4418">21119 8244 108 0,'0'0'439'16,"11"-17"8"-16,-6 7-4 0,-5 10 0 0,9-9-14 0,-9 9-16 15,0 0-24-15,10-9-19 0,-10 9-24 0,0 0-21 16,0 0-17-16,0 0-24 0,0 0-23 0,5 34-20 15,-11-19-14-15,2 0-17 0,-5 7-19 0,-1 1-21 16,-3 3-17-16,-1 0-14 0,-2 0-16 0,1 1-10 0,-12 4-6 16,5 4-15-16,-6-3-9 0,-1-5-9 15,5 6-6-15,3-11-11 0,7-1-10 0,-7-1-6 16,0-1-8-16,4 0-16 0,1 0 14 0,3-4-17 0,5-4-12 16,0-2-7-16,6 1-3 0,2-10-2 0,-5 18-1 15,5-18 2-15,7 13-1 0,-7-13 2 0,21 11-2 16,-5-8 3-16,5 2-2 0,-1-3 2 0,9-2 0 15,0 4-1-15,0-3-4 0,5-2 3 0,-1 1 5 16,-1 1-2-16,12-4 3 0,-2 1 0 0,-12 2 3 16,-3 0 3-16,7 0 8 0,-5-2 6 0,0 1 7 15,-5-3 5-15,3 1 8 0,-6 3 5 0,0-4 4 16,-5-1 7-16,1 2 4 0,-17 3 2 0,23-4 2 16,-23 4 18-16,18-8 8 0,-18 8-9 0,17-11-3 0,-14 4-15 15,-3 7 15-15,12-15-6 0,-12 15 2 0,1-17-5 16,1 6-66-16,-2 11 0 0,-2-21 0 0,2 8 0 15,-3-1 0-15,-2 3 0 0,5 11 0 0,-8-15 0 16,8 15 0-16,-11-12 0 0,11 12 0 0,-2-10 0 16,2 10 0-16,0 0 0 0,-8-12 0 0,8 12 0 15,0 0 0-15,0 0 0 0,0 0 0 0,0 0 0 16,-14 34 0-16,9-20 0 0,5 6 0 0,-2 6 0 0,-2 4 0 16,4 1 0-16,-2 9 0 0,0 3 0 15,-2-6 0-15,2 7 0 0,2-1 0 0,2-2 0 0,-2-1 0 16,-2-9 0-16,-3 0-295 0,4-3-60 0,1 2-45 15,-7-3-51-15,-1-6-73 0,2-2-504 0,3-6-1114 16,-2-2 494-16</inkml:trace>
          <inkml:trace contextRef="#ctx0" brushRef="#br0" timeOffset="164083.5088">21823 8182 166 0,'26'-14'527'15,"-1"-1"-41"-15,0 4-28 0,-8 3-24 0,-1 1-35 16,3 3-25-16,-4 1-17 0,-15 3-13 0,0 0-14 16,34 7-12-16,-31 1-18 0,8 6-14 0,2 9-6 0,-8-1-17 15,-2 1 2-15,-3 8 2 0,0 8-3 0,-5-10-16 16,5 10-12-16,-2 6-5 0,2-4-18 15,-4 4-12-15,4 2-21 0,-2-2-13 0,2 3-15 0,-2-5-17 16,2 9-10-16,0 0-11 0,2-2-43 0,-2-5-71 16,0 5 0-16,0 0 0 0,-2-4 0 0,2-1 0 15,0-1 0-15,-3-1 0 0,3-3 0 0,-1-11 0 16,-1-5 0-16,-3-5 0 0,4 7 0 0,-4-11 0 16,3 1 0-16,-3-6 0 0,5-10 0 0,0 16 0 15,0-16 0-15,-8 10 0 0,8-10 0 0,0 0-27 16,0 0-111-16,-28-21-7 0,15 5 1 0,-2-4 4 0,1-7-1 15,-2-12 3-15,-5-6 1 0,5-1 3 0,1-7 1 16,-5-17 9-16,5 13 6 0,-6-14 11 0,8 18 14 16,2-19 11-16,-2-2 13 0,5 27 13 0,5-2 16 15,2-1 18-15,2 2 8 0,2 10-1 0,4-5 15 16,-2 12-1-16,14-5 1 0,-5 7 3 0,7-5 14 16,2 3 7-16,5-3 16 0,6 5 22 0,1 2 19 15,7 5 25-15,1-4 16 0,7 3 31 0,-5 4 12 16,-2 5-7-16,1 6-16 0,-1-4-11 0,-11 9-18 15,8-1-12-15,-4 4-18 0,-8 5-2 0,5 2-7 16,-9 7-10-16,-2 0-2 0,-1 5-14 0,-7 6-5 0,-7 1 1 16,-1 3-14-16,-6 12 2 0,-3 1-10 15,-7 0-5-15,-1 5-17 0,-3-7 0 0,-6 4 0 0,4-2 0 16,-8 2-3-16,2-7-28 0,-2 5-9 0,-3-8-13 16,-7 1-6-16,3-3-11 0,-4-4-8 0,-2 1 1 15,3-4-4-15,6-8-8 0,-1-2 0 0,0-1 0 16,0-3 5-16,0-4 6 0,0 0 12 0,8-6 4 15,-6 4 7-15,5-6 3 0,1 2 9 0,21-1 1 16,-28-1 15-16,28 1 11 0,-28 0 15 0,28 0 5 16,0 0 11-16,-21-4 9 0,21 4 0 0,0 0 8 15,0 0 15-15,0 0 7 0,0 0 4 0,0 0-6 0,0 0 3 16,85 7 1-16,-45 4 8 0,3 5 12 0,1-3 22 16,0 0 23-16,9 5 28 0,-1-2 16 0,7 1 17 15,-6 0-173-15,22 12-9 0,-20-8 0 0,-2 0 0 16,1-1 0-16,-2 0 0 0,-6 4 0 0,1-4 0 15,-4-2 0-15,-3-3 0 0,-9-1 0 0,-2-2 0 16,-2 2-26-16,-5-3-278 0,4-1-33 0,-8-2-24 16,1-3-23-16,-3-1-18 0,-16-4-18 0,27 2-21 0,-27-2-43 15,28-9-355-15,-20 4-909 0,1-7 403 0</inkml:trace>
          <inkml:trace contextRef="#ctx0" brushRef="#br0" timeOffset="164239.7919">23136 8946 112 0,'4'-18'290'16,"0"-1"36"-16,-3-5 15 0,4 7 30 0,-3 1 33 15,-2 7 26-15,3-3 13 0,-3 12-3 0,3-19-4 16,-1 12-17-16,-2 7-8 0,0 0-17 0,0 0-8 16,0 0 3-16,0 0-6 0,0 0-16 0,25 25-18 15,-18-3-15-15,-1 5-27 0,2 10-20 0,-1 4-25 16,1 2-29-16,-2 2-156 0,0 2-77 0,-4-1 0 16,4 3 0-16,-2-6 0 0,-1 2 0 0,-2 2 0 0,1-6 0 15,1-1 0-15,0 2 0 0,-3-13 0 0,-1 10-34 16,1-11-352-16,-2 1-80 0,-4 1-87 0,-1-2-573 15,3-3-1219-15,0-5 540 0</inkml:trace>
        </inkml:traceGroup>
      </inkml:traceGroup>
      <inkml:traceGroup>
        <inkml:annotationXML>
          <emma:emma xmlns:emma="http://www.w3.org/2003/04/emma" version="1.0">
            <emma:interpretation id="{71C0CF94-80D7-46DF-A1B5-50955DC60E14}" emma:medium="tactile" emma:mode="ink">
              <msink:context xmlns:msink="http://schemas.microsoft.com/ink/2010/main" type="line" rotatedBoundingBox="5175,9775 12745,9479 12799,10869 5229,11166">
                <msink:destinationLink direction="with" ref="{CC9B86E7-79BC-4CD8-9AF3-5186433C5BF3}"/>
                <msink:destinationLink direction="with" ref="{F7B7EFD5-618C-48B8-9254-5D45CE47339F}"/>
              </msink:context>
            </emma:interpretation>
          </emma:emma>
        </inkml:annotationXML>
        <inkml:traceGroup>
          <inkml:annotationXML>
            <emma:emma xmlns:emma="http://www.w3.org/2003/04/emma" version="1.0">
              <emma:interpretation id="{F66DDF76-F035-405A-8696-C5A16D2ABF92}" emma:medium="tactile" emma:mode="ink">
                <msink:context xmlns:msink="http://schemas.microsoft.com/ink/2010/main" type="inkWord" rotatedBoundingBox="5183,9977 5890,9950 5937,11138 5229,11166"/>
              </emma:interpretation>
            </emma:emma>
          </inkml:annotationXML>
          <inkml:trace contextRef="#ctx0" brushRef="#br0" timeOffset="146617.0391">4148 9303 156 0,'0'-19'439'0,"0"5"5"0,0-2-8 0,0-1 12 16,0 7-7-16,0 10 3 0,0-19-6 0,0 19-16 0,0-16-43 16,0 16-39-16,0 0-37 0,0-12-29 0,0 12-33 15,0 0-20-15,0 0-17 0,0 0-27 0,0 0-17 16,0 0-16-16,0 57-11 0,0-30-14 0,0 0-7 15,-3 2-14-15,-2 2-6 0,-2 10-24 0,-1-3 4 16,-1-1-6-16,-3 4-15 0,4-3-2 0,-4 0-8 16,-1 0-3-16,5-12 1 0,-2 0-10 0,5 0-2 15,-3-4-9 1,2-6-6-16,3 5 2 0,3-9-12 0,-5-2-9 16,5-10-7-16,-2 16 8 0,2-16-3 0,7 15 0 0,-7-15 4 0,14 5 0 15,-14-5 2-15,26 0 0 0,-26 0-5 0,42-8 7 16,-15 6-2-16,2-7 4 0,4 1-2 0,9-1 4 15,-2-3-8-15,-8 5 1 0,0-1 3 0,10-5 0 0,-13 0-4 16,3 2 1-16,-3-3 5 0,1 7 1 16,-1 0 1-16,-5-2 1 0,4 2-2 0,-11 0 0 15,3-2-7-15,-3 2 8 0,-2 0 7 0,-6 0-7 0,-9 7 4 16,21-12 9-16,-14 9 8 0,-7 3 9 0,14-16-5 16,-9 7 5-16,-5 9 7 0,5-15-11 0,-2 3 2 15,-3 12 5-15,-5-19 4 0,5 19 20 0,-3-19-12 16,-2 7-5-16,0 3-4 0,5 9 10 0,-11-19 1 15,4 12 6-15,1-2 0 0,6 9 9 0,-10-12-15 16,10 12-2-16,-11-13-3 0,11 13-8 0,-8-7-2 16,8 7-11-16,0 0-5 0,0 0 2 0,0 0-18 0,0 0-3 15,-21 24 0-15,15-5 0 0,4 7 0 16,-3 4 0-16,5 9 0 0,-1 4 0 0,-1 6 0 0,-1-1-46 16,6 3-32-16,-6 1-22 0,6 4-40 0,-6-3-31 15,1 18-36-15,4-19-54 0,3-2-49 0,-5 3-49 16,6-2-59-16,-4-5-74 0,0-5-444 0,4-13-1012 15,0-2 449-15</inkml:trace>
        </inkml:traceGroup>
        <inkml:traceGroup>
          <inkml:annotationXML>
            <emma:emma xmlns:emma="http://www.w3.org/2003/04/emma" version="1.0">
              <emma:interpretation id="{945F961D-BCD6-4808-8F86-E9B6F540E37D}" emma:medium="tactile" emma:mode="ink">
                <msink:context xmlns:msink="http://schemas.microsoft.com/ink/2010/main" type="inkWord" rotatedBoundingBox="7318,9691 8437,9647 8476,10647 7357,10690"/>
              </emma:interpretation>
              <emma:one-of disjunction-type="recognition" id="oneOf19">
                <emma:interpretation id="interp39" emma:lang="" emma:confidence="1">
                  <emma:literal/>
                </emma:interpretation>
              </emma:one-of>
            </emma:emma>
          </inkml:annotationXML>
          <inkml:trace contextRef="#ctx0" brushRef="#br0" timeOffset="147398.1993">6302 9208 135 0,'44'-30'535'0,"6"-4"8"0,1 7-41 0,-1-2-49 15,6 1-50-15,-5 2-36 0,-3-2-41 0,4 7-29 16,-4 0-38-16,0 2-34 0,-3 5-39 0,0-4-31 16,-4 4-41-16,-12 2-23 0,0 9-17 0,3-3-17 15,-3-2-33-15,-11 6-7 0,3 0-23 0,-2-2-15 16,0 3-16-16,-19 1-15 0,34 0-25 0,-15-2-18 0,-19 2-35 15,34 0-38-15,-34 0-51 0,21 2-57 0,-21-2-338 16,20 1-665-16,-20-1 294 0</inkml:trace>
          <inkml:trace contextRef="#ctx0" brushRef="#br0" timeOffset="147163.8506">6351 9099 352 0,'0'0'425'0,"0"0"-11"0,-12-14-17 16,12 14-35-16,0 0-5 0,0 0-15 0,-17 0-17 0,17 0-16 16,0 0-25-16,-26 14-18 0,12-3-19 15,4-1-21-15,-3 3-16 0,5-2-16 0,-3 4-16 16,3 3-15-16,-2-4-12 0,2 3-20 0,2 2-8 0,-1-2-14 16,3-3-11-16,2 5-9 0,2-5-11 0,0 4-8 15,5-2-7-15,0-2-3 0,4 4-5 0,-1-5-5 16,5 1-6-16,-2 0-5 0,4-1 0 0,2-2-8 15,1 3-1-15,-3-6-5 0,10 0 0 0,-9 0 0 16,7 1-1-16,-2-3-1 0,1 1 3 0,7 0 3 16,0-2 5-16,1 4-1 0,-6-2-3 0,-3-5 0 15,0-1 0-15,-5 3 1 0,3-2 3 0,-3 5-8 16,-1-2-2-16,-15-5 0 0,22 8-4 0,-9 3 4 16,-5-4 0-16,-1 1-3 0,-3 4 1 0,-2-1 0 15,-4 6 0-15,-2 0-7 0,-4 4-3 0,-5 3-1 0,-3-3-3 16,-4 0-4-16,-2 4-15 0,-1-5-20 0,-10 7-19 15,-3-3-28-15,9-6-34 0,-2 1-45 0,4-6-44 16,-4-2-37-16,-3-1-36 0,-12 6-46 0,14-14-60 16,-2-2-92-16,1-2-306 0,-2-7-843 0,2 1 374 15</inkml:trace>
        </inkml:traceGroup>
        <inkml:traceGroup>
          <inkml:annotationXML>
            <emma:emma xmlns:emma="http://www.w3.org/2003/04/emma" version="1.0">
              <emma:interpretation id="{31B8A85D-3A9F-486E-8AEA-36032A62F452}" emma:medium="tactile" emma:mode="ink">
                <msink:context xmlns:msink="http://schemas.microsoft.com/ink/2010/main" type="inkWord" rotatedBoundingBox="9701,9818 10359,9792 10398,10794 9740,10820"/>
              </emma:interpretation>
              <emma:one-of disjunction-type="recognition" id="oneOf20">
                <emma:interpretation id="interp40" emma:lang="" emma:confidence="1">
                  <emma:literal/>
                </emma:interpretation>
              </emma:one-of>
            </emma:emma>
          </inkml:annotationXML>
          <inkml:trace contextRef="#ctx0" brushRef="#br0" timeOffset="148347.1453">9020 9021 163 0,'-19'-6'448'0,"1"0"-19"0,-11 6-22 16,1 4-9-16,-4-1-5 0,3 6-4 0,-10 6 10 15,7 3-10-15,0 4-23 0,-2 4-26 0,-1 4-21 16,6-1-31-16,5 3-13 0,3 3-19 0,0-2-26 0,2 5-26 15,5-2-5-15,4 9-23 0,-1-5-14 0,8 3-15 16,-1 0-22-16,9-1-10 0,2 1-9 16,2 2-9-16,6-4-8 0,7 4-12 0,-1-4-7 0,3-3-6 15,5 0-10-15,6-5 0 0,-6-2-10 0,-5-10-1 16,10 5 0-16,-8-10-2 0,6-1-13 0,-5-4-11 16,2-1 12-16,1-5-12 0,1-4 11 0,-7-2-13 15,8-6-2-15,-3-3 9 0,-2-3-14 0,2-7 15 16,-7 1-13-16,-1-3 3 0,-2-3-9 0,-9-2-2 15,5-1 6-15,-9-3-3 0,-1 3 0 0,-4-1-6 16,-5-2 2-16,0 3-2 0,-8-3-5 0,-3 9 1 0,1-3-7 16,1 8-12-16,-5 2-8 0,-4-3 3 0,2 11-10 15,-8-1-9-15,-5 1-7 0,5 7-5 0,-1 2-3 16,-2 3-17-16,4 7-22 0,-2 2-8 0,0 0-30 16,0 3-24-16,8 0-41 0,1 0-24 0,2 3-27 15,4 2-37-15,1 3-45 0,6-7-61 0,1-3-427 16,6-3-896-16,6-1 397 0</inkml:trace>
        </inkml:traceGroup>
        <inkml:traceGroup>
          <inkml:annotationXML>
            <emma:emma xmlns:emma="http://www.w3.org/2003/04/emma" version="1.0">
              <emma:interpretation id="{AA9064DD-78F8-461A-8F74-6CBA46002F8A}" emma:medium="tactile" emma:mode="ink">
                <msink:context xmlns:msink="http://schemas.microsoft.com/ink/2010/main" type="inkWord" rotatedBoundingBox="11594,9589 12747,9544 12797,10822 11644,10867"/>
              </emma:interpretation>
              <emma:one-of disjunction-type="recognition" id="oneOf21">
                <emma:interpretation id="interp41" emma:lang="" emma:confidence="1">
                  <emma:literal/>
                </emma:interpretation>
              </emma:one-of>
            </emma:emma>
          </inkml:annotationXML>
          <inkml:trace contextRef="#ctx0" brushRef="#br0" timeOffset="148859.8658">10435 8859 281 0,'0'0'482'15,"-9"-8"-1"-15,9 8-20 0,-7-12-36 0,7 12-24 0,0 0-30 16,-6-10-20-16,6 10-25 0,0 0-24 0,0 0-34 16,29-12-23-16,-8 8-24 0,6 1-24 0,3 2-17 0,2-1-20 0,9-3-14 0,2 5-19 0,-9-1-9 15,9 0-14-15,-14 1-10 0,0-5-10 0,3 8-9 31,-2-3-6-31,-1-3-7 0,0 3-6 0,-8 0-5 0,-2-1-9 0,-19 1 1 0,35-2-4 0,-35 2-5 32,20-5-2-32,-20 5-1 0,17-6-3 0,-17 6 4 0,0 0 13 15,18-1 12-15,-18 1-1 0,0 0 3 0,0 0 5 16,0 0-7-16,14-7-6 0,-14 7 2 0,0 0 0 0,0 0-9 0,0 0-7 0,0 0-5 0,0 0-5 31,0 0 1-31,0 0-10 0,0 0-6 0,0 0 10 16,-1 33-8-16,-2-14 6 0,-9 3 0 0,6 8 11 15,4 7 4-15,-4 7-4 0,-1-1 12 0,-1 7 1 16,2 2-8-16,3 0 12 0,0 1-6 0,-4 3 6 0,-2 19-17 0,-1 0 6 0,7-20-6 0,-4 14-5 16,6-12 5-16,-1-2-4 0,4-2-5 0,-2 0-8 0,6-4-1 31,-4-5-33-31,4 0-7 0,-1-5-24 0,-2-13-29 16,-3 1-34-16,3-8-44 0,-3-4-38 0,2 0-40 15,0-7-24-15,-2-8-33 0,0 14-23 0,0-14-36 0,0 0-46 0,0 0-39 0,0 0-370 0,0 0-874 31,-42-44 387-31</inkml:trace>
          <inkml:trace contextRef="#ctx0" brushRef="#br0" timeOffset="149062.9557">10631 9622 44 0,'-11'-6'388'0,"11"6"-12"0,-16-13-10 16,16 13-7-16,-15-8-7 0,15 8-16 0,-8-11-26 16,8 11-6-16,0 0 0 0,0 0-3 0,0 0-4 0,15-20-8 31,1 14-15-31,6-6-13 0,20 0-10 0,3-5-3 15,5 0-7-15,4-1-8 0,23-5-10 0,-1-5-18 0,-6 4-26 0,-12 12-7 0,-5-4-21 0,0 2-45 16,1-5-51-16,-7 5-63 0,1 1-63 0,-5-1-67 16,1 0-72-16,-14 5-80 0,-3 2-77 0,2-8-99 15,-9 9-381-15,-4 1-915 0,-2-2 405 0</inkml:trace>
        </inkml:traceGroup>
      </inkml:traceGroup>
    </inkml:traceGroup>
    <inkml:traceGroup>
      <inkml:annotationXML>
        <emma:emma xmlns:emma="http://www.w3.org/2003/04/emma" version="1.0">
          <emma:interpretation id="{BA7CD6FB-D6CB-42C8-BE7F-831573D4544C}" emma:medium="tactile" emma:mode="ink">
            <msink:context xmlns:msink="http://schemas.microsoft.com/ink/2010/main" type="paragraph" rotatedBoundingBox="5323,11395 24743,10634 24822,12664 5402,13426" alignmentLevel="2"/>
          </emma:interpretation>
        </emma:emma>
      </inkml:annotationXML>
      <inkml:traceGroup>
        <inkml:annotationXML>
          <emma:emma xmlns:emma="http://www.w3.org/2003/04/emma" version="1.0">
            <emma:interpretation id="{A191B6C4-D8B3-41A2-B6D8-E1DE4B207420}" emma:medium="tactile" emma:mode="ink">
              <msink:context xmlns:msink="http://schemas.microsoft.com/ink/2010/main" type="line" rotatedBoundingBox="5323,11395 24743,10634 24822,12664 5402,13426"/>
            </emma:interpretation>
          </emma:emma>
        </inkml:annotationXML>
        <inkml:traceGroup>
          <inkml:annotationXML>
            <emma:emma xmlns:emma="http://www.w3.org/2003/04/emma" version="1.0">
              <emma:interpretation id="{56D5FE70-202A-48AE-B0C6-9D975158C331}" emma:medium="tactile" emma:mode="ink">
                <msink:context xmlns:msink="http://schemas.microsoft.com/ink/2010/main" type="inkWord" rotatedBoundingBox="5337,11765 8594,11637 8636,12703 5379,12830"/>
              </emma:interpretation>
              <emma:one-of disjunction-type="recognition" id="oneOf22">
                <emma:interpretation id="interp42" emma:lang="" emma:confidence="1">
                  <emma:literal/>
                </emma:interpretation>
              </emma:one-of>
            </emma:emma>
          </inkml:annotationXML>
          <inkml:trace contextRef="#ctx0" brushRef="#br0" timeOffset="150609.7485">6339 10981 295 0,'0'0'407'0,"-16"-5"-10"0,16 5-21 15,-19-3-10-15,19 3-10 0,-11-7-17 0,11 7-28 16,0 0-35-16,0 0-24 0,0 0-28 0,0 0-25 16,0 0-19-16,0 0-11 0,0 0-20 0,0 0-13 15,0 0-10-15,51-16-13 0,-28 15-12 0,-2-1-8 0,22-9-11 16,-13 6-8-16,4 2-5 0,1-2-7 15,-1 2-10-15,-2-3-4 0,0 1-1 0,-1 0-7 0,-10 2-3 16,3-4-3-16,-4 3-2 0,-2 2-1 0,-18 2-3 16,26-6-2-16,-26 6 3 0,24-3 8 15,-24 3 15-15,14-4 13 0,-14 4 8 0,0 0 2 0,18-6-1 16,-18 6-6-16,0 0-6 0,0 0-8 0,0 0-5 16,0 0-8-16,0 0-8 0,0 0 1 0,0 0-4 15,16 21-1-15,-16-9 1 0,-2 3 7 0,1 10 4 16,-4 2 6-16,3 4 1 0,-6 7 4 0,7 6 4 15,-4-3 5-15,-2 11-2 0,1 0-2 0,0 1-2 16,4-1-8-16,-1-3-2 0,0 5-7 0,1-3-4 16,-4 0-6-16,10-7 5 0,-2 2-11 0,3-2-11 15,-2-3-18-15,5-2-24 0,-2-11-25 0,-1 2-33 0,2-3-52 16,-4-8-43-16,2 0-41 0,-4-3-37 16,4-4-42-16,-3-2-33 0,-2-10-37 0,-2 18-26 15,2-18-63-15,0 0-247 0,-19 6-770 0,19-6 341 0</inkml:trace>
          <inkml:trace contextRef="#ctx0" brushRef="#br0" timeOffset="150797.201">6468 11664 196 0,'-8'-6'344'0,"8"6"-14"0,-15-13-18 0,9 6-18 16,6 7-27-16,0 0-1 0,-7-16-6 0,7 16 10 16,7-15-2-16,-7 15-9 0,22-18-11 0,2 4-5 15,0 2-14-15,20-7-10 0,-1-1-8 0,5-2-11 0,8-1-12 16,15-10-17-16,3 6-21 0,-18 7-16 0,2-4-21 15,-1 7-62-15,1 0-76 0,-2-2-77 16,2 3-85-16,-8 1-86 0,6 1-121 0,-11-2-313 0,1 6-767 16,-4-5 340-16</inkml:trace>
          <inkml:trace contextRef="#ctx0" brushRef="#br0" timeOffset="181497.7995">4233 10990 76 0,'-7'18'123'15,"-1"6"-11"-15,-1 0-12 0,2-1-7 0,-1 1-12 16,2 0-10-16,1 0-1 0,-1 2-11 0,2 0-11 16,0-4-9-16,2 8-10 0,2-1-13 0,2 0-4 15,-2 1-9-15,4-1-12 0,0 9-10 0,2 0-14 0,2-5-31 16,-1-5-71-16,-1 3-145 0,4 7 64 15</inkml:trace>
          <inkml:trace contextRef="#ctx0" brushRef="#br0" timeOffset="150109.7833">4868 10983 110 0,'0'0'328'0,"-14"-10"-22"15,14 10-17-15,-21-7-12 0,6 6-4 0,15 1-9 16,-35 4-11-16,14 1-16 0,4 2-11 0,-3 5-20 0,-2-2-5 16,-1 8-15-16,1 1-9 0,-2 2-7 0,8 5-2 15,-7 7-4-15,4 0-6 0,2 6-11 16,2-3-1-16,4-5-9 0,8 7-7 0,-1 4-11 0,4 5-9 15,0-6-7-15,8-1-5 0,5 4-11 0,2-4-8 16,1 0-4-16,1 0-11 0,6-4-6 0,-1-1-4 16,4-5-3-16,-5-5-7 0,3-3-2 0,-2 2-7 15,1-2 1-15,4-4-2 0,-4-6-3 0,4 2-1 16,-8-7 2-16,2-4-2 0,-5 1 7 0,6-1 2 16,-22-3 4-16,36-7-3 0,-20 2-1 0,1-2-2 15,0-3-2-15,-3 1-1 0,-6-6-6 0,3-2 3 16,-1 3-9-16,-4-5-2 0,-4-2 0 0,1 2-2 15,-6-7-1-15,-4 11-1 0,6-3-1 0,-7-2-6 16,-2 2 5-16,-3 3-9 0,1 1 1 0,-5-2-5 16,-3 4-8-16,0 4-7 0,0 2-2 0,-1 3-4 0,1 1-10 15,20 2-3-15,-40 4-16 0,19 3-20 0,5 1-16 16,-3 3-20-16,6 1-17 0,2-2-22 0,0 2-25 16,4 4-18-16,4 1-26 0,-2-1-37 0,9-2-44 15,5-1-60-15,-1 1-335 0,3-2-745 0,6-1 329 16</inkml:trace>
          <inkml:trace contextRef="#ctx0" brushRef="#br0" timeOffset="184763.3261">4812 11489 257 0,'0'0'396'0,"0"0"-42"0,0 0-36 0,0 0-41 0,0 0-26 16,0 0-24-16,0 0-23 0,0 0-22 0,0 0-22 15,0 0-36-15,0 0-36 0,0 0-48 0,0 0-25 16,0 0-32-16,0 0-38 0,0 0-51 0,0 0-66 15,0 0-253-15,0 0-458 0,0 0 203 0</inkml:trace>
        </inkml:traceGroup>
        <inkml:traceGroup>
          <inkml:annotationXML>
            <emma:emma xmlns:emma="http://www.w3.org/2003/04/emma" version="1.0">
              <emma:interpretation id="{3A4B5528-513D-4120-AC25-C87E5E1FD014}" emma:medium="tactile" emma:mode="ink">
                <msink:context xmlns:msink="http://schemas.microsoft.com/ink/2010/main" type="inkWord" rotatedBoundingBox="10159,11674 10661,11654 10702,12701 10200,12721"/>
              </emma:interpretation>
              <emma:one-of disjunction-type="recognition" id="oneOf23">
                <emma:interpretation id="interp43" emma:lang="" emma:confidence="1">
                  <emma:literal/>
                </emma:interpretation>
              </emma:one-of>
            </emma:emma>
          </inkml:annotationXML>
          <inkml:trace contextRef="#ctx0" brushRef="#br0" timeOffset="151589.9889">9104 11109 162 0,'-26'-5'386'0,"26"5"-19"0,-21-3-21 0,21 3-20 15,-21-4-4-15,21 4-14 0,0 0-16 0,-29 9-20 0,29-9-18 16,-12 14-21-16,8-7-24 0,4-7-4 15,-4 20-10-15,7-7-15 0,0 2-8 0,10-3-15 16,0 7 1-16,4 0-16 0,9 7-11 0,4 3 1 0,7-1-14 16,2 1-13-16,-2 2-6 0,-2 0-10 0,-3 1-9 15,3-3-15-15,1 2 2 0,-3 2-15 0,-8-4 0 16,-5 7-4-16,-7-10-6 0,0 0-1 0,-3 2-10 16,-2 0-12-16,-5 3-15 0,-6-8-20 0,1 2-20 15,-8-2-14-15,-1 0-16 0,-5-2-16 0,2-4 6 16,-7 1 3-16,2-6-6 0,-4-2 8 0,4-1 3 15,-5-2 4-15,-3-4 12 0,4-3 3 0,2 0 7 0,-8-1 5 16,9-1 9-16,5-3 2 0,-4-4 3 0,4-3 13 16,6-4 5-16,4-1 13 0,2-7 39 0,1-4 15 15,4 2 9-15,4-2-3 0,4 1 5 0,11-13 6 16,1-1 2-16,4-1 8 0,-5 6 8 0,8-5-1 16,1-3 2-16,-4 3 4 0,4 3 3 0,-7 0-5 15,5 1-12-15,0-2-3 0,-11 3-10 0,3-1-2 16,-7 10-7-16,-5 1-5 0,0 0-7 0,-7 0-2 15,-1 3-3-15,-1 4-6 0,-7 0-8 0,-2-3-1 16,-1-4-2-16,-4 6-11 0,-9-2-14 0,-2 6-16 16,-1 2-12-16,-8-7-5 0,6 11-8 0,0-1-18 0,-6 6-15 15,3 0-14-15,3 4-21 0,-3 2-19 16,3 5-22-16,5 3-24 0,3 1-20 0,2 5-26 16,3-1-37-16,0 6-43 0,4 5-48 0,4-1-73 0,4-2-309 15,4 5-784-15,11 2 347 0</inkml:trace>
        </inkml:traceGroup>
        <inkml:traceGroup>
          <inkml:annotationXML>
            <emma:emma xmlns:emma="http://www.w3.org/2003/04/emma" version="1.0">
              <emma:interpretation id="{A416BC54-9B45-49D9-A9AE-F3961497B2B4}" emma:medium="tactile" emma:mode="ink">
                <msink:context xmlns:msink="http://schemas.microsoft.com/ink/2010/main" type="inkWord" rotatedBoundingBox="12188,11509 12797,11485 12846,12729 12237,12753"/>
              </emma:interpretation>
              <emma:one-of disjunction-type="recognition" id="oneOf24">
                <emma:interpretation id="interp44" emma:lang="" emma:confidence="1">
                  <emma:literal/>
                </emma:interpretation>
              </emma:one-of>
            </emma:emma>
          </inkml:annotationXML>
          <inkml:trace contextRef="#ctx0" brushRef="#br0" timeOffset="152277.4085">11384 10751 250 0,'0'0'335'0,"-2"-13"-11"0,2 13-14 16,-7-13-13-16,7 13-12 0,-12-12 0 0,12 12-9 15,-21-7-17-15,21 7-13 0,-23-1-26 0,23 1-13 0,-29 1-11 16,10 5-3-16,2 1-7 0,-3 0-14 0,4 1-9 15,-5 1-8-15,-1 5-16 0,1 0-14 0,2-1-4 16,3 6-15-16,-3 2-5 0,2-4-15 0,5-1-4 16,-4 5-9-16,8-7-10 0,-4 5-5 0,4 0-10 15,5-3-2-15,-2-1-7 0,2 2-1 0,3-4-5 16,3 6-1-16,2-6-6 0,2 2 1 0,-3-3-7 16,9 0-2-16,0-3-1 0,1 0 0 0,3-1-4 0,-3-3-6 15,5-2 4-15,-19-3 2 0,34 0-7 16,-34 0-3-16,38-6 4 0,-22-1-10 0,5-3 7 15,-3 4-1-15,0-11 1 0,2 2 0 0,0-4 6 0,-4-2-3 16,-7 5-1-16,6-4 0 0,-2-1 10 0,-1-1 5 16,-3 3 20-16,2-6 14 0,-6 10 5 0,6-8 4 15,-5 4 1-15,1 6 1 0,-4-3 6 0,2 7-6 16,-4-3 4-16,-1 12 2 0,5-19 3 0,-5 19 1 16,3-11-9-16,-3 11-11 0,0 0-7 0,0-10-11 15,0 10 5-15,0 0-11 0,0 0 0 0,0 0-2 16,5 47-1-16,-5-17-8 0,2 6 2 0,4 9-5 0,1 3 0 15,-1 4-2-15,2 1 0 0,5 16 2 0,-2 2-6 16,-1-16-1-16,4 16-4 0,-9-15-3 16,8 16 4-16,0-22-4 0,1 2-7 0,-6-2-17 0,3 1-25 15,0-4-22-15,-2-7-38 0,5 1-38 0,-4-2-47 16,-2-10-44-16,1-3-44 0,-6-2-60 0,2-8-76 16,0 1-100-16,-3-2-286 0,-2-4-866 0,0-11 384 15</inkml:trace>
        </inkml:traceGroup>
        <inkml:traceGroup>
          <inkml:annotationXML>
            <emma:emma xmlns:emma="http://www.w3.org/2003/04/emma" version="1.0">
              <emma:interpretation id="{4EADBB6E-5F8A-430F-88CD-F2F0EF817DC6}" emma:medium="tactile" emma:mode="ink">
                <msink:context xmlns:msink="http://schemas.microsoft.com/ink/2010/main" type="inkWord" rotatedBoundingBox="17519,10917 24743,10634 24822,12664 17598,12947"/>
              </emma:interpretation>
              <emma:one-of disjunction-type="recognition" id="oneOf25">
                <emma:interpretation id="interp45" emma:lang="" emma:confidence="1">
                  <emma:literal/>
                </emma:interpretation>
              </emma:one-of>
            </emma:emma>
          </inkml:annotationXML>
          <inkml:trace contextRef="#ctx0" brushRef="#br0" timeOffset="193873.2028">17028 11481 95 0,'0'-11'476'0,"0"11"-27"16,4-22-22-16,3 6-16 0,-2 6-28 0,6-3-32 15,2 0-29-15,-2 1-30 0,10 4-24 0,-7 0-23 16,6 0-26-16,2 0-24 0,-3 7-20 0,2 0-19 0,-21 1-17 16,34 2-14-16,-15 6-11 0,-6-3-22 0,1 6-12 15,-4 0-15-15,-4 0-9 0,1 4-8 0,-2 0-6 16,-2 1-11-16,-3 3-6 0,-2 1 0 0,-4 5-6 15,-1-6-2-15,-7 4-2 0,6-4-1 0,-7 3 2 16,1 1-3-16,-5-6-1 0,4 1-4 0,1-5-1 16,3 1 4-16,-4 0-5 0,-9 2 2 0,10-8-4 15,4 3-1-15,-1-7-3 0,3 3-7 0,8-7 2 16,-15 12-7-16,15-12 1 0,-12 6-2 0,12-6-3 16,0 0 4-16,0 0-2 0,0 0 1 0,0 0 6 15,0 0 7-15,0 0-14 0,0 0 3 0,0 0 0 0,0 0 6 16,19-33 8-16,-19 33 2 0,22-14 3 0,-10 9 6 15,-3-2 5-15,10 0 1 0,-4 2 6 16,1 2-6-16,-16 3-2 0,29-6 3 0,-29 6 0 0,29 1 6 16,-29-1 12-16,33 6 3 0,-17-3-4 0,-1 4-1 15,-1 2-1-15,-2 1-3 0,-1 1-3 0,2 1-5 16,-2 3 8-16,-2-2-10 0,-4 4-5 0,-2 0 1 16,1 1-2-16,-3-1-2 0,1 3 0 0,-12 3 1 15,2-4-3-15,-5 3 0 0,-4-2-3 0,1 0-4 16,-5 3 0-16,-3-9-13 0,-5 1-11 0,-3-3-9 15,-8 2-24-15,-2-7-29 0,8-6-8 0,-1 3-41 16,0-4-11-16,-10 0-48 0,1-8-25 0,3-2-31 16,-1-5-51-16,7-5-67 0,-4-5-330 0,14 6-750 15,-6-7 331-15</inkml:trace>
          <inkml:trace contextRef="#ctx0" brushRef="#br0" timeOffset="194169.0543">17257 10946 151 0,'0'0'494'15,"0"0"-16"-15,0 0-4 0,-10-7 6 0,10 7-9 16,0 0-15-16,0 0 3 0,47-19-37 0,-17 9-25 16,14 0-39-16,1-2-37 0,3 5-34 0,2-2-27 15,3-2-27-15,1 2-22 0,-3 0-17 0,1 1-26 16,-3 6-18-16,1-5-16 0,-6-3-11 0,2 2-20 16,-14 5-19-16,2-5-10 0,-7 1-21 0,-1-1-18 15,1 4 0-15,-8-3-9 0,-1-1-25 0,3-1-15 0,-7 2-23 16,4-2-26-16,-8-3-37 0,1 7-32 0,0-5-39 15,-5-2-43-15,1 1-37 0,-1 2-40 0,-6 9-42 16,2-19-14-16,-2 2-27 0,-3 2-19 0,-4 1-29 16,-6 0-243-16,1-3-721 0,-3-1 318 0</inkml:trace>
          <inkml:trace contextRef="#ctx0" brushRef="#br0" timeOffset="194477.1593">17997 10462 609 0,'-26'-7'148'0,"2"-3"46"16,-2 1 23-16,5 3 15 0,2 2 9 0,2-4 17 15,-1 5 25-15,0-1 11 0,18 4 13 0,-22-4-9 16,22 4-14-16,-15-5-20 0,15 5-23 0,0 0-14 15,0 0-5-15,0 0-9 0,0 0-17 0,0 0-8 0,0 0-10 16,0 0-11-16,0 0-19 0,44 27-13 0,-23-19-14 16,4 3-9-16,1-3-10 0,1 3-11 0,0-2-11 15,4 1-12-15,-2 1-3 0,0 4-9 0,0-7-6 16,-2 1-7-16,2 2-2 0,3-3-9 0,-8-1-3 16,5 3-1-16,0 1-6 0,-9-6-2 0,3 7-2 15,-2-7-5-15,-2 3 1 0,-5 0-2 0,3-5-4 16,-5 8 4-16,-2-4-5 0,-10-7-1 0,13 16 0 0,-5-8 1 31,-2-1-7-31,-6-7 4 0,7 20-2 0,-12-4 1 0,0 1 1 0,-5 8-2 16,2 2 1-16,-8-1-6 0,-3 8-6 0,-5 0 1 0,-3 1-8 15,-4 2-8-15,-1 3-10 0,-5-1-16 0,2-2-16 16,-2 0-25-16,-5-2-25 0,4 5-29 16,4-6-31-16,-1-1-44 0,6-2-61 0,2 0-77 0,12-8-104 15,2-6-299-15,5-1-825 0,2-1 364 0</inkml:trace>
          <inkml:trace contextRef="#ctx0" brushRef="#br0" timeOffset="195211.4858">18719 10351 349 0,'4'-8'480'16,"5"1"-21"-16,-9 7-9 0,9-12-25 0,-9 12-22 15,0 0-16-15,0 0-9 0,0 0-11 0,29 20-28 16,-18-6-21-16,-3 9-30 0,2-1-19 0,-4 5-10 0,6 12-16 16,-4 0-17-16,0 3-21 0,-2 3-13 15,-3-4-9-15,4 4-16 0,-4-3-1 0,-3 6-29 0,3 1-13 16,-3-4-2-16,0 0-14 0,0-3-14 0,0 2-10 15,0-6 0-15,0 3-5 0,-2-4-14 0,4-6-12 16,-4-4-4-16,1-2 5 0,1-6-18 0,0-3 11 16,-3-2-21-16,3-2-16 0,0-12 8 0,-2 18-13 15,2-18-9-15,-2 10-7 0,2-10-13 0,0 0-7 16,0 0-14-16,0 0-11 0,-33-26-9 0,18 1-11 16,1-3-8-16,-7-12-13 0,0-4-10 0,0 0-14 15,-1-3 10-15,1-5 11 0,0 7 12 0,7-1 11 16,-1-1 17-16,4 4 14 0,1 0 19 0,2 3 12 15,5 0 10-15,5 9 3 0,-1 2 1 0,-1-11 1 0,7 12 2 16,6-11-4-16,-4 14 2 0,6-2-1 0,2 1 6 16,1 0 4-16,9-4 1 0,2 1 13 15,0 2 8-15,6 1 17 0,2 2 6 0,-3 1 7 0,-7 14 1 16,4-9-11-16,-6 9 3 0,6-6-2 0,-4 7-9 16,2 5 6-16,-3 3-18 0,-6 2 0 0,1 4-6 15,-1 1 1-15,-4 4-6 0,4 4-2 0,-3 4 3 16,-5 2-10-16,3 5 6 0,-9 0-7 0,1 2 8 15,-3 10-12-15,0-2 1 0,-6-5 1 0,-3 7-4 16,-8 0 2-16,2 0-5 0,-6 2-12 0,0-6-7 16,-3-1-6-16,-3 5-8 0,-1-1-7 0,-6-2-11 15,6-6-10-15,-7 2-9 0,5-9-1 0,6 0-8 0,-8-1-2 16,9-5-2-16,-5 1 0 0,3-2 3 0,7-2 4 16,-2-1 6-16,1-4-1 0,2 4 1 0,4-5 7 15,2 0 0-15,7-7 1 0,-13 12-2 0,13-12 3 16,-8 9 11-16,8-9 0 0,0 0 9 0,0 13 3 15,0-13 6-15,16 8 4 0,-16-8 6 0,33 4 2 16,-17-1 13-16,6-3-2 0,-1 1 4 0,8-1-1 16,-2 3-1-16,7-3-2 0,-5 3-6 0,0-2-12 15,-1 6-24-15,1-3-33 0,0 2-19 0,-2-4-21 16,1 5-26-16,-3-2-22 0,-4-1-23 0,0 2-40 16,-5-3-24-16,2 3-34 0,-18-6-35 0,22 2-275 0,-22-2-651 15,15 7 288-15</inkml:trace>
          <inkml:trace contextRef="#ctx0" brushRef="#br0" timeOffset="195695.9085">19333 11140 15 0,'-21'-29'280'0,"21"29"-3"15,0 0-7-15,18-9 3 0,-18 9-6 0,18-10-14 16,-18 10-24-16,25-2-10 0,-25 2-11 0,31-3-13 16,-31 3-17-16,33 3-23 0,-33-3-12 0,33 4-17 0,-19 4-10 15,-1-1-6-15,1 2-11 0,1 0-4 0,-4 7-10 16,-1-5-7-16,-2 7-2 0,-2-2 3 15,2 1-16-15,-3 2-3 0,-4 0-9 16,1 0-2-16,-2 5-9 0,-2 0 2 0,-1-5-9 0,0 2-3 0,-3-3-15 16,1-3 9-16,0 0-10 0,-3 2-5 0,0-4-12 15,-3-2-10-15,1 0-17 0,-1-4-10 0,0 0-3 16,1 2-21-16,10-9-6 0,-22 8-7 0,22-8 2 16,-21 0-4-16,21 0-1 0,0 0 4 0,-36-11-5 15,36 11 5-15,-17-8 9 0,9 1 6 0,8 7 8 16,-13-8 10-16,13 8 11 0,-8-12 9 0,8 12 29 0,0-14 8 15,0 14 18-15,6-18 19 0,-6 18 9 0,15-12 8 16,-6 5 16-16,-9 7 12 0,23-13 3 16,-6 7 16-16,1 2 9 0,3 0 21 0,0-1 13 0,1 4 18 15,9-5 18-15,-4 4 3 0,5 2-1 0,-6 2-10 16,6 8-12-16,-11-4-12 0,0-2-12 0,4 7-17 16,2 3-16-16,-1 1-9 0,-3 4-12 0,-3 0-10 15,-2 0-8-15,-3 2-7 0,-4-1-7 0,-3-1-4 16,-2 4-8-16,-9-2-3 0,3-1-4 0,-5 8-5 15,-6-2-4-15,1-4-1 0,-9-1-5 0,0-1-4 16,-4 2-15-16,-1-5-16 0,-11 7-27 0,-5-3-24 16,0-4-29-16,-5 2-36 0,2-2-39 0,-9-1-28 0,3-4-45 15,-1-4-44-15,-8 3-58 0,2-6-65 0,-2-3-90 16,5-4-246-16,-3-3-796 0,1-4 352 16</inkml:trace>
          <inkml:trace contextRef="#ctx0" brushRef="#br0" timeOffset="193294.1193">16551 10876 57 0,'-6'-17'396'15,"3"0"-12"-15,-2 2-2 0,-2-3-19 0,6 6-3 16,-1-2 4-16,2 14-20 0,-5-20 13 0,2 9-6 15,3 11-18-15,-3-14-31 0,3 14-27 0,0 0-30 16,-2-15-23-16,2 15-16 0,0 0-6 0,0 0-12 16,0 0-5-16,0 0-18 0,26 43 3 0,-15-19-10 0,-1 2-12 15,-1 12-8-15,1 0-8 0,3 2-12 16,-5 1-14-16,0-1-7 0,-3 3-11 0,-4-1-4 0,4 3-12 16,-6 0 8-16,-4-3-11 0,-2-2-16 0,6 2 13 15,-12-3-11-15,5-10-2 0,-2 0-7 16,1-3-4-16,1 1-4 0,0-5-5 0,1-6-3 0,1-1 1 15,-1-1-3-15,3-3 1 0,4-11-7 0,-10 15 1 16,10-15-4-16,-3 9 3 0,3-9-2 0,0 0-4 16,0 0-4-16,-15-30 1 0,14 10-4 0,-4-10-1 15,-2-11 1-15,4-4-3 0,-2-1 2 0,1 2 5 16,10-4 12-16,-9-6-18 0,-2 11 1 0,5-11 10 16,6 2 5-16,-1 1-5 0,3 4 6 0,3-5 7 15,2 6 6-15,2-1 3 0,6-1 20 0,-2 3-22 0,5 3 0 16,10 3-1-16,-4-1-7 0,5 5-12 0,5 1-16 15,-3 6 0-15,-1 4 0 0,-1 1 0 0,-9 8 0 16,4 4 0-16,-4 3 0 0,-5 3 0 0,0 5 0 16,-21 0 0-16,33 9 0 0,-22 1 0 0,2 2 0 15,-2 6 0-15,-7 1 0 0,2 8 0 0,-6 3 0 16,-10 5 0-16,-4 5-46 0,0-2-10 0,-10 2-26 16,1 2-5-16,-6-6-4 0,-1 3-5 0,-4-1 4 15,-3-5 4-15,0 3 4 0,-3-8 2 0,3 2 9 16,-3-3 3-16,3-4 7 0,0-1 5 0,8-10 5 15,2 2 5-15,-2-3 4 0,5-3 5 0,5 4 5 0,3-5 3 16,-3-2 6-16,6 1 1 0,13-6 3 0,-21 7 2 16,21-7 4-16,-14 6 0 0,14-6-1 0,0 0 2 15,0 0 0-15,-12 6 7 0,12-6 1 0,0 0 6 16,0 0-3-16,0 0 4 0,0 0 0 0,53 3-1 16,-32-2 2-16,0 6-2 0,8 2 0 0,-2-2-1 15,0 3 1-15,4 6 0 0,-4-6-7 0,2 8-13 16,-2-5-11-16,-1 6-13 0,1-1-8 0,-1-3-18 15,-2 4-18-15,-2 0-21 0,-4 0-19 0,0 0-23 0,1-4-33 16,-6 1-19-16,-2 1-24 0,2-1-31 16,-2 2-38-16,-1-3-41 0,-1-3-46 0,-2 3-302 15,1-2-743-15,-2-1 329 0</inkml:trace>
          <inkml:trace contextRef="#ctx0" brushRef="#br0" timeOffset="196384.3979">19798 10754 363 0,'0'0'464'0,"0"0"-28"16,0 0-14-16,0 0-27 0,0 0-27 0,0 0-22 0,0 0-19 15,0 0-21-15,0 0-28 0,0 0-27 0,55-28-26 16,-25 21-26-16,12-5-17 0,-2 1-19 0,-8 7-21 16,10-3-31-16,3-4-47 0,-11 6-44 0,11 2-56 15,1-2-43-15,-3 4-52 0,-4-4-51 0,-5 9-70 16,-4-4-71-16,1 2-354 0,1-3-733 0,-3 2 325 15</inkml:trace>
          <inkml:trace contextRef="#ctx0" brushRef="#br0" timeOffset="196805.2076">21510 9934 178 0,'0'0'405'0,"-29"-4"-3"16,13-1-6-16,-3 5-10 0,19 0-6 15,-40 5-5-15,19-3-6 0,-5 8-16 0,-1 4-16 0,3-4-33 16,-3 7-18-16,3 1-18 0,0-1-19 0,4 7-13 16,0 0-22-16,-1 2-22 0,2 11-14 0,1-3-19 15,8-4-19-15,-4 12-18 0,11-4-13 0,-5 1-4 16,8-1-14-16,-7 0-10 0,2 3-8 0,7-1-2 16,4-2-7-16,-1-6-10 0,5 8 2 0,-4-10-13 0,5 1-2 15,-3-4-4-15,2-1-9 0,9 0 1 16,-3 0-3-16,-1-5 9 0,-1-5-3 0,7 3-13 0,2-2-2 15,-9-4 0-15,7-5 3 0,0-4-6 0,-2 3 2 16,2-7-5-16,-21 0 3 0,38-8-4 0,-17 5 7 16,-2-1-9-16,-1-4-1 0,0-5 0 0,-2 6 2 15,-2-6-2-15,-6 1 3 0,7 1-2 0,-7-4 4 16,-3 0-3-16,-4-3-9 0,4 6-1 0,-8-4-5 16,1 1 4-16,-4 2-4 0,-2 0-4 0,-2 1-2 15,-1-1-4-15,0 1-14 0,-5 5-4 0,1-1-11 0,-1 2-18 16,2 3-14-16,-4-2-7 0,18 5-19 0,-35-1-21 15,14 2-30-15,21-1-18 0,-35 7-28 0,20-2-23 16,1 2-37-16,1 3-33 0,0 2-48 0,7-1-58 16,-2-3-349-16,8-8-808 0,-10 18 358 0</inkml:trace>
          <inkml:trace contextRef="#ctx0" brushRef="#br0" timeOffset="197588.7243">22051 10104 402 0,'0'0'487'15,"8"-15"-46"-15,-8 15-27 0,0 0-24 0,8-5-25 0,-8 5-28 16,0 0-9-16,0 0-12 0,18 23-20 0,-9-7-15 15,2 5-21-15,-1 5-23 0,-2-3-13 0,-1 6-9 16,-1-2-13-16,0 15-6 0,2-2-23 0,0 2-6 16,0-1-15-16,-4 0-15 0,-3 1-14 0,-1 1 1 15,0-2-6-15,-1 4-13 0,2-2-14 0,1 2 0 16,-2-7-4-16,1 2-11 0,3 1-15 0,-4-12 0 16,3 1-6-16,-3-2-6 0,5-3-1 0,-7 0-5 15,5-13-6-15,-3 7-2 0,0-4-4 0,0-6-5 16,0-9-2-16,2 16 2 0,-2-16-1 0,0 12-5 15,0-12 2-15,0 0-5 0,0 0-2 0,0 0 0 0,0 0 2 16,-2-42-9-16,2 21 5 0,-3-11-9 0,-2-7 4 16,-1-4 0-16,-1-7 3 0,4-5-2 0,-3 3-2 15,1 2-3-15,3-2-4 0,-2 11 12 0,4-8-9 16,3 3 1-16,0 1-2 0,3 0-1 0,1 2 2 16,6 1-2-16,-4 3 4 0,11-1 0 0,-3-2-5 15,4 6-1-15,-3-2 3 0,7 5 5 0,1 1-7 16,3 2 2-16,-7 8-4 0,12-4 5 0,5 3-2 0,-14 9-1 15,4 1 0-15,0 2 1 0,-8 8-3 16,1-1-5-16,-2 4 9 0,-20 0-10 0,33 11 0 16,-13-3 4-16,-6 4-2 0,-1 6 5 0,-4 1-6 0,3 10-4 15,-9-2 0-15,2 14-6 0,-5-2 6 0,0 1-1 16,-5 1-1-16,-3 1-14 0,-7-2-4 0,3-2-7 16,-8 0-7-16,1 0-14 0,-3-5-9 0,-7 1-14 15,1 0-10-15,-5-2-4 0,2 0-10 0,-6-6 0 16,4 0-2-16,-3-2 4 0,8-6 10 0,-14-4 6 15,15 1 6-15,-4 1 8 0,2-6 8 0,0 1 6 16,5-3 7-16,0-3 6 0,7-1 4 0,-1 1 6 0,18-5 9 16,-23 5 2-16,23-5 1 0,-20 5 6 0,20-5 11 15,0 0 3-15,0 0 16 0,0 0 11 16,0 0 3-16,0 0-2 0,0 0-1 0,0 0-1 0,0 0-5 16,77-8 6-16,-50 11-1 0,2 2 7 0,1-2 10 15,-1 3 9-15,5 3 3 0,4 2 5 0,9 1 9 16,-2-1 13-16,-2 0 8 0,5 0 14 0,0 3-12 15,-8 0-1-15,5 5-6 0,0-12-6 0,-1 8-11 16,0 3-8-16,-2-3-12 0,0 3 20 0,-5-3-9 16,-10 3-2-16,2-6-8 0,-5 0-4 0,0 0-8 15,-6-5-19-15,-4 1-18 0,4-1-25 0,-2 0-25 0,-3 1-27 16,-4-2-33-16,-9-6-42 0,20 12-52 0,-11-8-43 16,-9-4-60-16,15 7-65 0,-15-7-91 0,0 0-399 15,14 1-939-15,-14-1 415 0</inkml:trace>
          <inkml:trace contextRef="#ctx0" brushRef="#br0" timeOffset="198557.3994">23452 10674 216 0,'-7'-14'600'15,"7"14"6"-15,-3-19 2 0,-2 11 11 0,5 8-25 16,-3-16-16-16,3 16-23 0,-5-10-43 0,5 10-44 16,0 0-49-16,0 0-42 0,0 0-28 0,0 0 0 15,0 0-2-15,0 0-12 0,23 59-9 0,-12-23-12 0,3 11-295 16,1 6-19-16,-1 21 0 0,2-3 0 0,-1 4 0 16,-3-22 0-16,1 23 0 0,2 2 0 15,-7-7 0-15,0-19 0 0,0 2 0 0,3 2 0 0,-5-3 0 16,-4-1 0-16,1-2 0 0,2-3 0 0,-3-1 0 15,2-8 0-15,-2-12 0 0,-5-1 0 0,3-5 0 16,-3-8 0-16,6 4 0 0,-3-6 0 0,0-10 0 16,0 16 0-16,0-16 0 0,0 0 0 0,0 0 0 15,0 0-203-15,0 0-1129 0,0 0-1442 0,0 0 638 16</inkml:trace>
        </inkml:traceGroup>
      </inkml:traceGroup>
    </inkml:traceGroup>
    <inkml:traceGroup>
      <inkml:annotationXML>
        <emma:emma xmlns:emma="http://www.w3.org/2003/04/emma" version="1.0">
          <emma:interpretation id="{900CA480-D05E-4C8E-BDCF-0286996A41AB}" emma:medium="tactile" emma:mode="ink">
            <msink:context xmlns:msink="http://schemas.microsoft.com/ink/2010/main" type="paragraph" rotatedBoundingBox="5195,13944 13055,13670 13111,15276 5251,15550" alignmentLevel="2"/>
          </emma:interpretation>
        </emma:emma>
      </inkml:annotationXML>
      <inkml:traceGroup>
        <inkml:annotationXML>
          <emma:emma xmlns:emma="http://www.w3.org/2003/04/emma" version="1.0">
            <emma:interpretation id="{49B13DEC-754F-4A8D-AA08-D6BEACA7CFB4}" emma:medium="tactile" emma:mode="ink">
              <msink:context xmlns:msink="http://schemas.microsoft.com/ink/2010/main" type="line" rotatedBoundingBox="5195,13944 13055,13670 13111,15276 5251,15550">
                <msink:destinationLink direction="with" ref="{8A5315E6-258E-4373-910E-7D9FED0F4E0C}"/>
              </msink:context>
            </emma:interpretation>
          </emma:emma>
        </inkml:annotationXML>
        <inkml:traceGroup>
          <inkml:annotationXML>
            <emma:emma xmlns:emma="http://www.w3.org/2003/04/emma" version="1.0">
              <emma:interpretation id="{415817A5-DEA0-41D5-9277-5246CB974736}" emma:medium="tactile" emma:mode="ink">
                <msink:context xmlns:msink="http://schemas.microsoft.com/ink/2010/main" type="inkWord" rotatedBoundingBox="5491,13805 6524,14373 6222,14924 5189,14356"/>
              </emma:interpretation>
              <emma:one-of disjunction-type="recognition" id="oneOf26">
                <emma:interpretation id="interp46" emma:lang="" emma:confidence="1">
                  <emma:literal/>
                </emma:interpretation>
              </emma:one-of>
            </emma:emma>
          </inkml:annotationXML>
          <inkml:trace contextRef="#ctx0" brushRef="#br0" timeOffset="202260.2749">4052 13561 47 0,'-13'-9'370'0,"13"9"-13"0,0 0-14 0,0 0-15 0,-13-10-27 16,13 10-31-16,0-13-23 0,0 13-23 16,14-19-30-16,1 6-18 0,1 1-6 0,11-6-21 15,2 7-27-15,11-12-29 0,2 9-33 0,4-2-43 0,-2 2-42 16,5 1-50-16,-1 1-58 0,4 1-83 0,-6 8-77 15,-6-3-162-15,7 5-492 0,-17-3 218 16</inkml:trace>
          <inkml:trace contextRef="#ctx0" brushRef="#br0" timeOffset="202588.4054">4987 13431 191 0,'-7'-23'480'0,"3"15"15"0,4 8 27 0,-4-16-7 0,4 16-11 16,-4-8-30-16,4 8-43 0,0 0-35 16,0 0-47-16,0 0-36 0,0 0-24 0,0 0-19 15,0 0-15-15,0 0-13 0,-7 46-13 0,7-22-13 0,5 6-10 16,-5-1-20-16,-5 12-18 0,5 1-20 0,0 2-11 15,2-2-12-15,1 2-14 0,-1-5-8 0,6 6-7 16,-2-1-13-16,-4-3-4 0,1-12-16 0,2 0 12 16,0 11-24-16,1-12-9 0,-1-3-28 0,-2-7-30 15,2-1-41-15,-2-3-52 0,-3 0-52 0,5-3-66 16,-5-11-50-16,6 15-50 0,-6-15-55 0,0 0-67 16,10 4-93-16,-10-4-344 0,0 0-958 0,14-30 424 15</inkml:trace>
        </inkml:traceGroup>
        <inkml:traceGroup>
          <inkml:annotationXML>
            <emma:emma xmlns:emma="http://www.w3.org/2003/04/emma" version="1.0">
              <emma:interpretation id="{D47B0620-ABA2-43AA-9D08-F8D64AD53AEE}" emma:medium="tactile" emma:mode="ink">
                <msink:context xmlns:msink="http://schemas.microsoft.com/ink/2010/main" type="inkWord" rotatedBoundingBox="8083,14067 8792,14042 8817,14756 8108,14781"/>
              </emma:interpretation>
              <emma:one-of disjunction-type="recognition" id="oneOf27">
                <emma:interpretation id="interp47" emma:lang="" emma:confidence="1">
                  <emma:literal/>
                </emma:interpretation>
              </emma:one-of>
            </emma:emma>
          </inkml:annotationXML>
          <inkml:trace contextRef="#ctx0" brushRef="#br0" timeOffset="203588.329">7081 13510 154 0,'0'0'363'0,"-16"1"-11"16,16-1 9-16,0 0-2 0,-29-6-6 16,29 6-15-16,-20-8-28 0,14 2-6 0,6 6-25 15,-14-15-25-15,7 6-29 0,7 9-9 0,-1-19-14 0,1 8-9 16,6-2-16-16,-1-6-11 0,6 5-14 0,3-5-9 16,7-2-13-16,-1 6-14 0,0-2-9 0,-2 7-12 15,-4-5-7-15,6 8-8 0,-6 3-12 0,5-3-6 16,-3-1-7-16,1 5-7 0,-17 3-2 0,28 3-5 15,-10 8-5-15,-7-3-4 0,2 5 0 0,2 4-6 16,-7 9 1-16,0 1-3 0,-4 3-6 0,-2 4-5 16,-2-2-4-16,-6 11-4 0,-4-6-8 0,-3 5-5 15,-5 1-5-15,-2-10-5 0,0 8 1 0,-2-4-8 16,-5-3 0-16,-2-5 1 0,0 0 0 0,8-5 6 16,-6-2 1-16,4-3 1 0,1 0 2 0,1-1 5 15,5-9 2-15,3 2 0 0,0 1-1 0,4-6 3 16,9-6 7-16,-15 8 3 0,15-8 2 0,0 0 10 0,-11 7 9 15,11-7 7-15,0 0-1 0,0 0-4 16,0 0-1-16,0 0-5 0,56-21-2 0,-35 14-1 16,8 0-2-16,3-3-3 0,0 3 0 0,0-1-5 0,11 1-13 15,1-4-13-15,-1 3-21 0,0 0-38 0,-12 2-35 16,15 1-40-16,-5 1-29 0,-8 1-41 0,-4 1-49 16,0 2-50-16,5-6-69 0,-7 2-331 0,2 1-779 15,3 3 345-15</inkml:trace>
        </inkml:traceGroup>
        <inkml:traceGroup>
          <inkml:annotationXML>
            <emma:emma xmlns:emma="http://www.w3.org/2003/04/emma" version="1.0">
              <emma:interpretation id="{F9B2DEF6-D8AD-412F-8C9C-0A2742542DC8}" emma:medium="tactile" emma:mode="ink">
                <msink:context xmlns:msink="http://schemas.microsoft.com/ink/2010/main" type="inkWord" rotatedBoundingBox="10172,13966 10747,13946 10773,14704 10198,14724"/>
              </emma:interpretation>
              <emma:one-of disjunction-type="recognition" id="oneOf28">
                <emma:interpretation id="interp48" emma:lang="" emma:confidence="1">
                  <emma:literal/>
                </emma:interpretation>
              </emma:one-of>
            </emma:emma>
          </inkml:annotationXML>
          <inkml:trace contextRef="#ctx0" brushRef="#br0" timeOffset="204197.6326">8995 13294 235 0,'6'-11'343'0,"0"-1"-13"0,1 2-16 16,2 0-19-16,1 0-6 0,5 1-19 0,-4-3-6 16,2 4-21-16,3-3-16 0,1 4-19 0,-1 0-5 15,0 1-10-15,2 0-11 0,-2 5-17 0,-16 1-13 16,34-7-17-16,-18 7-16 0,-16 0-10 0,34 5-11 15,-25-2-9-15,2 4-9 0,-1 4-7 0,-2-3-7 16,-3 7-9-16,-2 3 4 0,-3-1-15 0,-3 8 0 16,-2-2-17-16,-3 2-7 0,-6 2-18 0,1-6-13 0,-2 5 1 15,-1-2-20-15,-3-5-3 0,1 4-12 16,-1-1 0-16,0-3-12 0,3 0-2 0,3-4-3 0,2-4-10 16,-1 3 0-16,0-2 6 0,4-8 5 0,0 4 0 15,8-8 5-15,-7 11-2 0,7-11 9 0,0 0 5 16,0 0 0-16,0 0 9 0,0 0 8 0,0 0 13 15,0 0 17-15,0 0 12 0,0 0 13 0,50-21 18 16,-36 14 19-16,1 0 6 0,4-3 12 0,-3 2-4 16,11 0-2-16,-7-1 3 0,0 0 4 0,3 1 2 15,-2 1 1-15,0 4 0 0,-2-1-1 0,2 3 5 16,-2-3-10-16,2 4-8 0,6 0 0 0,-27 0-10 16,35 8-6-16,-17 0-6 0,1 0-2 0,-3 4-9 15,0 1 0-15,-3 2-8 0,7 4 2 0,-11-4-6 16,-2 11-4-16,1-10-3 0,-5 6-2 0,-6 0-2 15,-5 3-1-15,-2-4-7 0,-4 5-11 0,-6-6-14 0,-1 1-7 16,-3 2-20-16,-8-1-16 0,-5 1-21 0,0-4-10 16,5-8-33-16,-11 2-23 0,0-6-3 15,1 2-21-15,10-1-18 0,-2-7-26 0,2 2-40 0,2-3-56 16,10-2-78-16,0-3-218 0,0 0-653 0,7-2 288 16</inkml:trace>
        </inkml:traceGroup>
        <inkml:traceGroup>
          <inkml:annotationXML>
            <emma:emma xmlns:emma="http://www.w3.org/2003/04/emma" version="1.0">
              <emma:interpretation id="{01B65D62-F715-401D-A509-9079A5CE2C08}" emma:medium="tactile" emma:mode="ink">
                <msink:context xmlns:msink="http://schemas.microsoft.com/ink/2010/main" type="inkWord" rotatedBoundingBox="12429,13692 13055,13670 13111,15276 12485,15297"/>
              </emma:interpretation>
              <emma:one-of disjunction-type="recognition" id="oneOf29">
                <emma:interpretation id="interp49" emma:lang="" emma:confidence="0.5">
                  <emma:literal>4</emma:literal>
                </emma:interpretation>
                <emma:interpretation id="interp50" emma:lang="" emma:confidence="0">
                  <emma:literal>,</emma:literal>
                </emma:interpretation>
                <emma:interpretation id="interp51" emma:lang="" emma:confidence="0">
                  <emma:literal>y</emma:literal>
                </emma:interpretation>
                <emma:interpretation id="interp52" emma:lang="" emma:confidence="0">
                  <emma:literal>.</emma:literal>
                </emma:interpretation>
                <emma:interpretation id="interp53" emma:lang="" emma:confidence="0">
                  <emma:literal>q</emma:literal>
                </emma:interpretation>
              </emma:one-of>
            </emma:emma>
          </inkml:annotationXML>
          <inkml:trace contextRef="#ctx0" brushRef="#br0" timeOffset="204746.1477">11411 12911 6816 0,'0'0'33'16,"16"-9"-30"-16,-16 9-13 0,6-8 3 0,-6 8 2 16,0 0 4-16,0 0-2 0,0 0 2 0,0 0-1 15,0 0 9-15,-13 40-1 0,5-21-7 0,-4 3 1 16,-3 4 7-16,1 1-5 0,-1-1 6 0,1 0 10 15,-2 12-4-15,0-3 6 0,1 3 2 0,7-10 1 16,-3-2 5-16,5 0 4 0,2-3 2 0,0 0-4 16,4-4 3-16,6 3 5 0,0-3 8 0,4 4 0 15,4-9 11-15,7 3 7 0,0-7-6 0,6 2-9 0,4-5-1 16,-4-2 0-16,2-4-4 0,0-1 15 16,0-1-22-16,5-5-8 0,-4-3 3 0,13-4 4 15,-15 2 14-15,1 2 1 0,-2-8 18 0,-3-1 22 0,2 2 11 16,-6 1-71-16,1-8-31 0,-3 4 0 0,-2-3 0 15,0 0 0-15,-5-1 0 0,-4 6 0 0,1-1 0 16,-5 4 0-16,0 3 0 0,-3 1 0 0,0 10 0 16,6-19 0-16,-6 19 0 0,0-10 0 0,0 10 0 15,0 0 0-15,0 0 0 0,-19 31 0 0,11-4 0 16,2 14 0-16,-2 10 0 0,0 22 0 0,-2-5 0 16,0 15 0-16,9-1 0 0,2 7 0 0,-1-2 0 15,5 0 0-15,5-5 0 0,1 2 0 0,5-2 0 16,-11 4 0-16,5-1-713 0,7-6-534 0,-9-6-1350 15,0-21 597-15</inkml:trace>
        </inkml:traceGroup>
      </inkml:traceGroup>
    </inkml:traceGroup>
    <inkml:traceGroup>
      <inkml:annotationXML>
        <emma:emma xmlns:emma="http://www.w3.org/2003/04/emma" version="1.0">
          <emma:interpretation id="{1EA1899D-0E83-440F-A9DE-00185DBD1DBD}" emma:medium="tactile" emma:mode="ink">
            <msink:context xmlns:msink="http://schemas.microsoft.com/ink/2010/main" type="paragraph" rotatedBoundingBox="5820,15294 25851,13797 26019,16043 5987,17540" alignmentLevel="2"/>
          </emma:interpretation>
        </emma:emma>
      </inkml:annotationXML>
      <inkml:traceGroup>
        <inkml:annotationXML>
          <emma:emma xmlns:emma="http://www.w3.org/2003/04/emma" version="1.0">
            <emma:interpretation id="{529880EF-8257-45C0-A3F1-8773D69FB92E}" emma:medium="tactile" emma:mode="ink">
              <msink:context xmlns:msink="http://schemas.microsoft.com/ink/2010/main" type="line" rotatedBoundingBox="5820,15294 25851,13797 26019,16043 5987,17540"/>
            </emma:interpretation>
          </emma:emma>
        </inkml:annotationXML>
        <inkml:traceGroup>
          <inkml:annotationXML>
            <emma:emma xmlns:emma="http://www.w3.org/2003/04/emma" version="1.0">
              <emma:interpretation id="{6EBB14E1-07A0-4D3A-AD8E-DA1D7A8AE378}" emma:medium="tactile" emma:mode="ink">
                <msink:context xmlns:msink="http://schemas.microsoft.com/ink/2010/main" type="inkWord" rotatedBoundingBox="5855,15763 6533,15713 6599,16585 5920,16636"/>
              </emma:interpretation>
              <emma:one-of disjunction-type="recognition" id="oneOf30">
                <emma:interpretation id="interp54" emma:lang="" emma:confidence="1">
                  <emma:literal/>
                </emma:interpretation>
              </emma:one-of>
            </emma:emma>
          </inkml:annotationXML>
          <inkml:trace contextRef="#ctx0" brushRef="#br0" timeOffset="209670.5779">4945 15036 17 0,'-5'-14'351'0,"5"14"-12"0,-1-18 7 16,1 18 3-16,-2-15 25 0,2 15-13 0,-3-14 8 16,3 14 2-16,-2-14-5 0,2 14-11 0,-6-8-7 0,6 8-12 15,0 0-18-15,0 0-27 0,0 0-21 0,0 0-28 16,0 0-14-16,-43 16-21 0,33 0-14 15,-4 7-9-15,-4-1-17 0,3 4-22 0,1 0-9 0,-4 12-6 16,6-10-21-16,-8 10-6 0,6-3-10 0,3-5-11 16,-1 11-6-16,3-4-4 0,4 9-10 0,3-7-3 15,2-1-8-15,2 1-7 0,4-8-6 0,2 6 0 16,7 3-7-16,-1-2-9 0,7-5 3 0,-2-8 3 16,2-2 4-16,-2 1-10 0,7-4-4 0,-3-2-6 15,7-7 2-15,-3 1 3 0,1-5-3 0,-1 1-1 16,2-3 11-16,0-7-16 0,0-1-6 0,-1-4 2 15,1 0 7-15,-1-9 1 0,-1 0-2 0,-3-2 11 16,2 1-12-16,-7-4 3 0,7-3-2 0,-7-2 21 16,3-9-12-16,-6 9-7 0,-1-12 17 0,-4 11-2 15,-3-13-9-15,0 1 6 0,-8-5 7 0,-6 2-22 16,-1 0-9-16,-2 1 0 0,-6-3 0 0,-4 9 0 0,-2-2 0 16,-6 3 0-16,1 5 0 0,2 5 0 15,2 5 0-15,-1 2 0 0,-4 6 0 0,1 2 0 16,-4 1 0-16,1 6 0 0,5 2-12 0,1 6-94 0,4-2-38 15,-8 7-32-15,6 1-46 0,-2 2-42 0,6-2-40 16,2 2-37-16,4-2-28 0,-3 3-34 0,7-2-46 16,-1-1-50-16,5 0-318 0,3-12-886 0,-3 14 392 15</inkml:trace>
        </inkml:traceGroup>
        <inkml:traceGroup>
          <inkml:annotationXML>
            <emma:emma xmlns:emma="http://www.w3.org/2003/04/emma" version="1.0">
              <emma:interpretation id="{5214E038-A31E-4105-BCB9-4EE9651140DC}" emma:medium="tactile" emma:mode="ink">
                <msink:context xmlns:msink="http://schemas.microsoft.com/ink/2010/main" type="inkWord" rotatedBoundingBox="7756,15861 9126,15759 9203,16779 7832,16882"/>
              </emma:interpretation>
              <emma:one-of disjunction-type="recognition" id="oneOf31">
                <emma:interpretation id="interp55" emma:lang="" emma:confidence="1">
                  <emma:literal/>
                </emma:interpretation>
              </emma:one-of>
            </emma:emma>
          </inkml:annotationXML>
          <inkml:trace contextRef="#ctx0" brushRef="#br0" timeOffset="213796.2919">7228 15172 299 0,'7'-12'385'0,"2"0"-14"0,-1-1-10 0,5 0-33 0,2-1-14 16,-1 2-24-16,0-3-35 0,9 1-11 0,-1-2-25 16,2 1-23-16,-6 6-24 0,3 0-15 15,0 6-13-15,-2-2-16 0,2-1-18 0,-5 3-1 0,-16 3-14 16,27 0-15-16,-27 0-2 0,24 2-10 0,-9 5-14 15,-7 0-1-15,-8-7-8 0,13 17-19 0,-5-7 9 16,-7 7-11-16,4 0-4 0,-5 8-12 0,-2-5 8 16,-1 3-12-16,2 3 1 0,-7-4 3 0,3 1-4 15,-5 1-10-15,2 0 11 0,-5 0-9 0,5-5 9 16,2 0 0-16,-7-5-3 0,7 1-1 0,-2 4 9 16,0-8-5-16,4 3-3 0,-2-5-2 0,6-9-7 15,-8 17 5-15,8-17-1 0,-3 9 2 0,3-9 5 16,0 0 5-16,0 0 13 0,0 0 10 0,0 0-4 15,0 0-6-15,62-19 5 0,-46 10-5 0,4 3-1 16,2-2-2-16,0 3 2 0,-1 2-1 0,8 1 11 16,-2 2 2-16,2 2 7 0,0 1 10 0,2 9 4 0,-4 0 11 15,0 3-5-15,2 1 6 0,-6 6-1 0,2-3-5 16,-2 3-1-16,-4-2-4 0,-1 5 3 16,-10 2-9-16,0 0-5 0,-4-8-3 0,-4 9-1 0,-6 5-4 15,-2-7-4-15,-2 0-5 0,-9 8-7 0,-2-1-15 16,-6-1-14-16,-2-4-19 0,7-3-20 0,-14 4-21 15,1-5-33-15,-3-5-27 0,-4-3-29 0,0 1-31 16,0-5-30-16,-2-1-40 0,-5-4-56 0,8-3-51 16,-4-1-312-16,3-4-733 0,-1-12 324 0</inkml:trace>
          <inkml:trace contextRef="#ctx0" brushRef="#br0" timeOffset="213170.334">6639 15265 93 0,'0'0'380'0,"-16"-3"-1"0,16 3-6 0,-9-7 9 0,9 7-1 16,0 0 2-16,-18-7-9 0,18 7-9 0,0 0-19 16,0 0-21-16,0 0-20 0,0 0-20 0,-10-7-15 15,10 7-16-15,0 0-22 0,0 0-12 0,0 0-13 16,0 0-22-16,0 0-11 0,0 0-22 0,0 0-3 15,53-10-28-15,-32 6-9 0,7-2-11 0,8 3-21 16,-8-2-44-16,15-3-51 0,-1 2-67 0,-7 1-91 16,7-3-82-16,-10 2-87 0,-3 2-94 0,0 7-458 15,-10-6-968-15,3 1 429 0</inkml:trace>
        </inkml:traceGroup>
        <inkml:traceGroup>
          <inkml:annotationXML>
            <emma:emma xmlns:emma="http://www.w3.org/2003/04/emma" version="1.0">
              <emma:interpretation id="{951C6253-5164-4776-9646-BA4DE42D50AB}" emma:medium="tactile" emma:mode="ink">
                <msink:context xmlns:msink="http://schemas.microsoft.com/ink/2010/main" type="inkWord" rotatedBoundingBox="10131,15434 11526,15330 11612,16490 10218,16594"/>
              </emma:interpretation>
              <emma:one-of disjunction-type="recognition" id="oneOf32">
                <emma:interpretation id="interp56" emma:lang="" emma:confidence="1">
                  <emma:literal/>
                </emma:interpretation>
              </emma:one-of>
            </emma:emma>
          </inkml:annotationXML>
          <inkml:trace contextRef="#ctx0" brushRef="#br0" timeOffset="221595.2649">10347 14590 76 0,'0'0'407'0,"-16"-12"-6"0,6 1 1 16,2 7-9-16,8 4-6 0,-17-10-7 0,6 6-9 15,11 4-16-15,-21-5-22 0,21 5-31 0,0 0-26 16,-36 8-18-16,22 3-17 0,-2 4-9 0,-3 4-9 15,-2 2-12-15,-2 11-18 0,-1 6-14 0,2 0-16 16,1 0-9-16,0 1-16 0,2 3-9 0,1 3-9 16,1 4-12-16,2 0-9 0,2-3-11 0,5 2-7 15,0 1-7-15,2 3-1 0,6-1-18 0,0-9-4 16,3 4 4-16,7 3-14 0,-1-6-3 0,4 1-3 16,5-3-8-16,-1-4 1 0,3-3 0 0,-4-7-5 15,5-1-4-15,-1-5 0 0,1-1-3 0,0-1-3 16,-5-8 14-16,5-4-17 0,0 0 1 0,0-4-3 15,0-1 0-15,-21-2 4 0,38-8-3 0,-22-2 2 0,3 2 0 16,-3-1 0-16,-1-5-3 0,-2-1 4 0,1-8-4 16,-3 8 0-16,-7-4-6 0,2-6 11 15,-4 6-11-15,-4 0 6 0,2-7-4 0,-5 8-1 0,0 1-2 16,-4-1 0-16,1-5 0 0,-2 10-4 0,-3 0-9 16,-1 5-5-16,-5 0-2 0,3 2-3 0,-2 5-12 15,18 1-7-15,-39 5-8 0,17 0-16 0,-5 8-25 16,4 0-27-16,-1 8-32 0,3-6-38 0,2 4-43 15,6-3-34-15,-1 5-37 0,2 2-44 0,1 3-49 16,8 0-63-16,-2-7-325 0,5 0-846 0,5 0 374 16</inkml:trace>
          <inkml:trace contextRef="#ctx0" brushRef="#br0" timeOffset="220969.3028">9157 15167 272 0,'0'0'308'16,"0"-12"0"-16,0 12 5 0,0 0-6 0,0 0 2 16,0 0-4-16,0 0-13 0,0 0-3 0,0 0-12 15,0-14-13-15,0 14-16 0,0 0-13 0,0 0-18 16,0 0-20-16,0 0-17 0,0 0-19 0,0 0-12 16,0 0-17-16,-50 14-11 0,35-7-6 0,15-7-15 0,-16 14-4 15,5-9-4-15,2 5-8 0,-4-1-2 0,13-9 2 16,-21 17 2-16,13-10-4 0,8-7-8 0,-15 10-4 15,15-10-5-15,-6 5 5 0,6-5 13 0,0 0 12 16,0 0 7-16,0 0-3 0,50 4-9 0,-21-11-9 16,14-2-7-16,5-1 5 0,-5-2-17 0,9-3-8 15,1 5 3-15,-7-6-16 0,9 1-10 0,-4 1-30 16,-1 1-42-16,0-2-37 0,-1 4-47 0,-4 1-50 16,-1-6-41-16,-11 8-69 0,-14 2-43 0,1 5-48 15,-1-5-56-15,-19 6-382 0,22 0-880 0,-22 0 390 16</inkml:trace>
        </inkml:traceGroup>
        <inkml:traceGroup>
          <inkml:annotationXML>
            <emma:emma xmlns:emma="http://www.w3.org/2003/04/emma" version="1.0">
              <emma:interpretation id="{7750E16C-D77C-4B53-AB5E-CF9BFA2331C6}" emma:medium="tactile" emma:mode="ink">
                <msink:context xmlns:msink="http://schemas.microsoft.com/ink/2010/main" type="inkWord" rotatedBoundingBox="12717,15542 13966,15448 14078,16936 12828,17029"/>
              </emma:interpretation>
              <emma:one-of disjunction-type="recognition" id="oneOf33">
                <emma:interpretation id="interp57" emma:lang="" emma:confidence="1">
                  <emma:literal/>
                </emma:interpretation>
              </emma:one-of>
            </emma:emma>
          </inkml:annotationXML>
          <inkml:trace contextRef="#ctx0" brushRef="#br0" timeOffset="223330.6789">11648 15191 241 0,'0'0'481'15,"-35"0"-10"-15,35 0-3 0,-18 3-23 0,18-3-23 16,0 0-19-16,-27 0-37 0,27 0-33 0,0 0-35 15,0 0-33-15,0 0-25 0,0 0-23 0,0 0-24 16,0 0-19-16,0 0-19 0,0 0-14 0,72 12-13 16,-43-9-14-16,14 1-11 0,4-4-27 0,-4 2-34 15,2-2-38-15,3-2-39 0,-3-1-43 0,5-2-47 16,0-1-38-16,-2-2-33 0,-18 6-37 0,14-6-39 16,-11 3-36-16,12-3-32 0,-13 2-332 0,-12 1-728 0,0 1 322 15</inkml:trace>
          <inkml:trace contextRef="#ctx0" brushRef="#br0" timeOffset="223908.7592">12730 14718 167 0,'-12'-16'375'0,"12"16"-14"0,-14-10 0 0,6 5-10 16,8 5-17-16,-19-9-7 0,19 9-12 0,-26-7-9 15,26 7-26-15,-29-2-18 0,29 2-22 0,-32 6-11 16,16-3-12-16,2 6-14 0,-6 1-12 0,6-1-15 16,-4 3-14-16,-1 7-7 0,-2-4-14 0,8 3-9 0,-3 1-15 15,2 1-5-15,4-4-11 0,-1 3-10 0,3 4-14 16,1-4-4-16,6-1-7 0,-4-1-5 0,5-3-8 15,0 4-4-15,5-2-5 0,1-3-4 0,2-3-5 16,2 1-1-16,3-3-5 0,1 3-3 0,-1-8-1 16,3 1-4-16,-16-4-4 0,34 4-1 0,-18-4-4 15,-16 0 2-15,33-10-1 0,-16 2-2 0,-3-1-1 16,0 1 0-16,1-5-5 0,-1 1 1 0,1-3 3 16,-7-2 0-16,5 3 1 0,-7-8-2 0,2 4 5 15,-2 1 11-15,-1-2 14 0,-2 3 14 0,-3-3 19 16,2 3 16-16,1-1 17 0,-3 4 4 0,0 1 15 15,2-1-2-15,-2 13-4 0,0-19-3 0,0 19-12 16,0-12 1-16,0 12-9 0,0 0-15 0,-5-12-7 0,5 12 0 16,0 0-5-16,0 0 0 0,-2 43-4 15,1-5-52-15,-1 2-11 0,-1 12 0 0,8 1 0 16,-4 18 0-16,6 5 0 0,-2 2 0 0,0 0 0 0,6-6 0 16,-5 4 0-16,9-1 0 0,-6-1 0 0,6-3 0 15,-3 1 0-15,-3-18 0 0,2 1 0 0,-2-3 0 16,3-2 0-16,-1-5 0 0,-3 0 0 0,5-11 0 15,-7 7 0-15,2-18 0 0,-1-8 0 0,-1 1 0 16,-1-2 0-16,-2-7-29 0,3 4-434 0,-6-11-69 16,7 11-93-16,-7-11-466 0,0 0-1181 0,0 0 522 15</inkml:trace>
        </inkml:traceGroup>
        <inkml:traceGroup>
          <inkml:annotationXML>
            <emma:emma xmlns:emma="http://www.w3.org/2003/04/emma" version="1.0">
              <emma:interpretation id="{7186516A-1947-43F8-8006-166E14D55502}" emma:medium="tactile" emma:mode="ink">
                <msink:context xmlns:msink="http://schemas.microsoft.com/ink/2010/main" type="inkWord" rotatedBoundingBox="18843,14321 21478,14124 21609,15888 18975,16085"/>
              </emma:interpretation>
              <emma:one-of disjunction-type="recognition" id="oneOf34">
                <emma:interpretation id="interp58" emma:lang="" emma:confidence="1">
                  <emma:literal/>
                </emma:interpretation>
              </emma:one-of>
            </emma:emma>
          </inkml:annotationXML>
          <inkml:trace contextRef="#ctx0" brushRef="#br0" timeOffset="268027.5242">17692 13949 29 0,'14'-39'166'0,"-1"2"19"0,6-1-1 0,5 4-1 16,2-6-7-16,3 5-2 0,3-1-11 0,3 3-6 15,1 1-16-15,-1 9-2 0,5-3-14 0,-1 0-6 16,1 11-5-16,0-4-3 0,2 5-6 0,-12 5-1 15,4 7-11-15,-4 1-5 0,4 4-3 0,-5 5-10 16,0 7-3-16,-2 0 2 0,3 15-8 0,-2-1 1 16,-14-3-4-16,2 13 1 0,-5-1-4 0,-4 6 6 15,-7-2 0-15,-7 3 0 0,1 0-7 0,-7 3 10 16,-8-6-14-16,2 3-1 0,-11 4-5 0,1-11 2 0,-2 2-4 16,1-5 1-16,-2-5 3 0,0 1-7 15,-2-5 10-15,-1-1-7 0,7-9-3 0,3-2 7 0,5-2 3 16,-7 1 4-16,3-4-8 0,3-1 5 0,2-5 11 15,4 2 11-15,15-5 3 0,-20 2-2 0,20-2-1 16,-18 5-3-16,18-5 2 0,0 0-11 0,0 0-12 16,0 0-6-16,0 0 0 0,0 0-8 0,0 0 0 15,0 0-9-15,0 0 0 0,0 0-3 0,0 0-4 16,0 0 0-16,56 6-4 0,-38 1 1 0,9 6-7 16,2-4-1-16,6 13 2 0,-11-8-8 0,5 1 2 15,10 7-8-15,-14-6-14 0,9 7-25 0,-5-5-29 0,-2-3-19 16,10 7-31-16,-8-3-9 0,8 4-32 0,-10-6-28 15,2 2-29-15,-7-3-22 0,3-2-49 16,-3-2-41-16,-6-2-255 0,0-1-631 0,2-5 279 0</inkml:trace>
          <inkml:trace contextRef="#ctx0" brushRef="#br0" timeOffset="267605.6491">17989 13517 145 0,'0'0'302'15,"0"0"-6"-15,0 0-11 0,0 0 4 0,-53-5-6 16,53 5-6-16,0 0-10 0,0 0-10 0,0 0-7 16,0 0-18-16,-16-2-8 0,16 2-6 0,0 0-1 15,0 0-6-15,0 0 1 0,0 0-11 0,0 0-7 16,0 0 0-16,0 0 2 0,0 0-2 0,0 0-3 16,5 33 8-16,-5-8 2 0,-4 4-6 0,9 12 16 15,-5 6-20-15,0 3-1 0,2 2-7 0,-2-2-8 0,3 5-5 16,-3-2-19-16,2 3-3 0,-1-1-13 0,1-3-6 15,1 5-11-15,-3-10-10 0,2 1-11 16,-2-1-12-16,0-2-6 0,1-2-8 0,-1-2-7 0,5-11-7 16,-2 0-9-16,2-4-13 0,-3 1-25 0,-2-10-34 15,3 2-36-15,0-2-28 0,-3-3-35 0,0-6-35 16,0-8-29-16,2 19-30 0,-2-19-38 0,-2 11-24 16,2-11-23-16,0 0-24 0,0 0-30 0,0 0-30 15,0 0-24-15,0 0-32 0,-24-43-320 0,10 22-826 16,-4-6 365-16</inkml:trace>
          <inkml:trace contextRef="#ctx0" brushRef="#br0" timeOffset="268399.0419">18799 14680 11 0,'0'0'373'16,"6"-12"-29"-16,-6 12-17 0,7-7-22 0,-7 7-22 16,14-9-26-16,-14 9-22 0,23-6-21 0,-23 6-29 0,22-3-20 15,-22 3-14 1,27 0-17-16,-27 0-9 0,26 9-18 0,-16-4-11 0,2 7-15 0,-3-3-9 16,-3 1-9-16,0 4-4 0,-4 4-11 0,4-5 5 15,-6 5-4-15,-1 2-3 0,-7-1-9 0,-2 7-4 16,-1 0-1-16,-4-1 3 0,-2 2-2 0,-6 3-3 15,2-4 2-15,-7 4 2 0,-8 1 5 0,7-1 10 16,-6-4 8-16,5-4 6 0,2-3 13 0,-7 4 8 16,0-1 6-16,6-7 13 0,6 0 9 0,1 2 11 15,3-8-1-15,3-1-2 0,1-1-6 0,1-3-5 16,14-4-10-16,-13 8-8 0,13-8-8 0,-8 8-4 16,8-8-11-16,0 0-2 0,0 0-12 0,0 0-8 0,63-12-20 15,-39 5-19-15,6-1-9 0,2 0-25 16,11-3-25-16,-1-1-35 0,5-2-32 0,1-1-43 0,-5 4-38 15,2-4-50-15,3 3-49 0,-1-4-57 0,-1-1-69 16,-4-1-234-16,0 1-713 0,-4-1 315 0</inkml:trace>
          <inkml:trace contextRef="#ctx0" brushRef="#br0" timeOffset="268742.7938">19102 14151 297 0,'-19'-3'436'0,"19"3"-35"0,-35-4-2 0,35 4-6 0,-21-1-2 16,21 1-19-16,0 0-16 0,-15-2-25 15,15 2-25-15,0 0-20 0,0 0-17 0,0 0-13 0,79-3-8 16,-45-1-18-16,11 1-22 0,4 0-19 0,7 0-16 16,2-2-21-16,22 2-16 0,-17-1-19 0,20-3-12 15,-23 6-25-15,-3-3-26 0,6 1-31 0,20-8-30 16,-23 7-25-16,-2 1-30 0,-9-4-17 0,6 1-34 16,-9-1-29-16,-4 0-23 0,-8 0-16 0,-7 2-22 15,-8-2-18-15,2 1-20 0,-8 0-28 0,-5-1-33 16,3 0-26-16,-11 7-37 0,3-18-218 0,-3 18-633 15,-14-16 280-15</inkml:trace>
          <inkml:trace contextRef="#ctx0" brushRef="#br0" timeOffset="269148.9933">19718 13683 211 0,'-27'-5'405'16,"27"5"-33"-16,-23-1-10 0,23 1-19 0,0 0-14 15,0 0-2-15,0 0 5 0,-17 9-15 0,17-9-23 16,0 0-20-16,29 23-21 0,-12-13-14 0,9 4-15 16,0-3-9-16,6 2-13 0,-2-1-17 0,10 2-21 15,4 0-16-15,-3-3-14 0,0 4-16 0,0-3-12 0,3 3-12 16,-3-3-15-16,-10-5-13 0,1 4-10 0,-11-7-9 16,8 3-3-16,-9 0-1 0,1 1-7 15,-3-3-6-15,-4 1-2 0,1 3-4 0,-7-3-1 0,1 2 2 16,1 0-5-16,-2 5 2 0,-6-3 6 0,1 6 2 15,-3-2-1-15,-5 5 3 0,-5 2 10 16,-1 5 5-16,-2 0-6 0,-1 1 1 0,-2-3-7 0,-2 2-4 16,-7 11-2-16,1 0-4 0,-2-6-2 0,-1 6-3 15,-2-7-3-15,0 5 1 0,-2-3-5 0,10 2-8 16,-7-4-16-16,-6 1-25 0,13-9-29 0,-3 2-30 16,-6 2-39-16,9-12-48 0,6 0-33 0,-2-1-40 15,-6 0-55-15,7 0-72 0,-2-4-104 0,2-4-269 16,2 2-817-16,14-7 362 0</inkml:trace>
        </inkml:traceGroup>
        <inkml:traceGroup>
          <inkml:annotationXML>
            <emma:emma xmlns:emma="http://www.w3.org/2003/04/emma" version="1.0">
              <emma:interpretation id="{1CFF6558-4D26-4396-925B-C570FB112AF7}" emma:medium="tactile" emma:mode="ink">
                <msink:context xmlns:msink="http://schemas.microsoft.com/ink/2010/main" type="inkWord" rotatedBoundingBox="22093,14244 25863,13962 26016,16005 22245,16286"/>
              </emma:interpretation>
              <emma:one-of disjunction-type="recognition" id="oneOf35">
                <emma:interpretation id="interp59" emma:lang="" emma:confidence="0.5">
                  <emma:literal>A</emma:literal>
                </emma:interpretation>
                <emma:interpretation id="interp60" emma:lang="" emma:confidence="0.5">
                  <emma:literal>R n</emma:literal>
                </emma:interpretation>
                <emma:interpretation id="interp61" emma:lang="" emma:confidence="0">
                  <emma:literal>R</emma:literal>
                </emma:interpretation>
                <emma:interpretation id="interp62" emma:lang="" emma:confidence="0">
                  <emma:literal>B</emma:literal>
                </emma:interpretation>
                <emma:interpretation id="interp63" emma:lang="" emma:confidence="0">
                  <emma:literal>R e</emma:literal>
                </emma:interpretation>
              </emma:one-of>
            </emma:emma>
          </inkml:annotationXML>
          <inkml:trace contextRef="#ctx0" brushRef="#br0" timeOffset="269867.6859">21026 13949 239 0,'0'0'448'0,"-31"-1"-23"0,31 1 24 0,0 0 14 0,-27 0 1 16,27 0 0-16,0 0-30 0,0 0-34 0,-21-3-34 16,21 3-33-16,0 0-32 0,0 0-25 0,0 0-29 15,0 0-26-15,0 0-16 0,0 0-21 0,77-5-22 16,-48 7-16-16,3-2-24 0,0 0-32 0,4 0-42 16,-1 0-47-16,10 0-59 0,-4 2-60 0,6-4-67 0,-15-3-63 15,0 1-55-15,3 3-66 0,9-6-71 16,-12-1-355-16,0 1-860 0,-3-4 380 0</inkml:trace>
          <inkml:trace contextRef="#ctx0" brushRef="#br0" timeOffset="270387.0648">21324 14489 221 0,'-27'15'440'0,"1"-2"-28"0,5-4-9 16,4 2 2-16,1-4-4 0,9 2-1 0,4-2-2 15,3-7-10-15,0 0-16 0,16 15-31 0,3-12-28 16,7 1-31-16,6-4-30 0,11 0-23 16,2-3-27-16,5 2-19 0,5-5-22 0,-2-2-18 0,8 1-13 0,-4 2-26 15,-1-7-17-15,-1 3-19 0,0-5-13 0,-4 4-12 16,-1 1-16-16,-1 1-17 0,-7-2-21 0,-8 3-18 16,-2 4-17-16,-3-1-16 0,-8 0-21 0,-1 1-19 15,-4-1-27-15,2 0-14 0,-18 4-29 0,24 0-23 16,-24 0-17-16,0 0-14 0,0 0-28 0,18 11-34 15,-18-11-52-15,0 0-54 0,-16 23-237 0,16-23-683 16,-23 15 301-16</inkml:trace>
          <inkml:trace contextRef="#ctx0" brushRef="#br0" timeOffset="270883.6949">21722 14725 209 0,'0'0'452'15,"-22"-2"-26"-15,22 2 1 0,0 0-9 0,0 0-28 16,-13-12-38-16,13 12-34 0,0 0-33 0,0 0-28 16,37-19-25-16,-21 10-26 0,1 6-20 0,1-1-17 15,3 1-15-15,-21 3-17 0,40 0-19 0,-24 0-11 16,-16 0-12-16,40 5-8 0,-25 4-9 0,-4 1-9 0,2 0-4 16,-2 4-5-16,-8-3-10 0,2 6-1 0,-2 0-7 15,-3 2-4-15,0 0-2 0,-6 7-4 16,1 0-3-16,-6 0-4 0,-2-3-5 0,3 2-4 0,-3-5-4 15,-1-5-3-15,4 2-9 0,-3 0 1 0,1-1-6 16,-3-4-1-16,6 2-1 0,-4-4 4 0,0 0-2 16,5-4 3-16,8-6-3 0,-10 10-5 0,10-10 2 15,-8 9-5-15,8-9 6 0,0 0-2 0,0 0 2 16,0 0 9-16,0 0-1 0,0 0 2 0,0 0 3 16,0 0 8-1,47-18 5-15,-34 12-7 0,3-1 2 0,3 1 9 0,-3 0-9 0,5 0 3 16,1 3 2-16,-3 2-4 0,2-2 1 0,3 3-5 0,-24 0 8 15,42 3 3-15,-21 0 4 0,-5 3 3 0,2 1 0 16,-4 4 6-16,4-1 3 0,-4 6 6 0,5 3-5 16,-9-1 6-16,1 0-2 0,-4-2 3 0,-6 3-2 15,4 5-2-15,-8 1 0 0,1-2 1 0,-6 2 1 16,-3-2-4-16,-3 0-1 0,-4-8-8 0,-1 4-2 16,-2-6 2-16,-3 4-9 0,-2-2-9 0,-3-6-17 15,-1 1-17-15,-17-1-15 0,15-4-20 0,-3-1-20 16,-8-6-28-16,9 0-44 0,2-3-42 0,0-7-46 0,-4-9-56 15,1-1-81-15,5-11-114 0,-4-9-275 16,-3-18-824-16,3-9 364 0</inkml:trace>
          <inkml:trace contextRef="#ctx0" brushRef="#br0" timeOffset="270134.2935">21761 13448 244 0,'-5'-11'472'0,"5"11"-49"0,-11-15-9 0,11 15 6 16,-7-14 0-16,7 14-22 0,-6-12-29 0,6 12-32 15,0 0-21-15,0 0-27 0,0 0-21 0,0 0-15 0,0 0-14 16,11 38-17-16,-8-19-8 0,0 6-17 0,1-1-18 16,-1 4-19-16,0-1-17 0,3 0-8 15,-1 12-18-15,0 2-13 0,1 2-9 0,-6-5-18 0,4 4-16 16,-1-2-30-16,-3-11-34 0,1 10-34 0,3-8-36 16,-4-2-36-16,3 10-44 0,0-11-49 0,-1-2-39 15,-2 0-49-15,0-1-55 0,-2-7-49 0,-1 3-398 16,0-4-858-16,-2-3 380 0</inkml:trace>
          <inkml:trace contextRef="#ctx0" brushRef="#br0" timeOffset="271681.5304">22420 13568 4023 0,'21'-22'278'0,"-5"0"-190"0,-3 8-54 0,-2-3-3 0,3 7 11 16,1-2 51-16,-1 5 19 0,1-4 16 0,-2 8 2 16,-13 3 24-16,0 0 4 0,36 15-1 0,-26-6-4 0,0 10 13 15,2 5 5-15,-2 2 9 0,-2 3 1 0,2 11 2 16,-5 5-6-16,1 3-10 0,2-2-11 0,-2 5-16 15,-2-3-9-15,-3 5-12 0,1-2-14 0,3-2-12 16,-10-3-5-16,5 3-6 0,-2-6-11 0,-3 1-4 16,5-2-11-16,-6 2-3 0,3-17-4 0,-2 1-5 15,-1-2-4-15,4-1-4 0,-1-5-2 0,-2-5-13 16,0-5-21-16,5 3 0 0,0-13 0 0,-5 16 0 0,5-16 0 16,-4 13 0-16,4-13 0 0,0 0 0 15,0 0 0-15,0 0 0 0,0 0 0 0,-17-47 0 16,11 21 0-16,-2-5 0 0,-3-10 0 0,1-3 0 0,2-2 0 15,-1-7 0-15,-6 1 0 0,5-4 0 0,2 1 0 16,-3 3 0-16,11-1 0 0,0-1 0 0,3 5 0 16,-3 4 0-16,8 0 0 0,7 0 0 0,-5 3 0 15,4-2 0-15,4 3 0 0,-1 3 0 0,6 7 0 16,2-5 0-16,3 6 0 0,-4 11 0 0,1 0 0 16,-2 0 0-16,6 6 0 0,-5 0 0 0,1 1 0 15,-7 8 0-15,3 1 0 0,0 3 0 0,-21 0-21 16,35 6-6-16,-20 6 13 0,-1 2-15 0,-6 2 1 15,0 11 1-15,-2 0 0 0,-6 3 5 0,0-1-6 16,-8 14 2-16,0-4-5 0,-6 0 4 0,-5 2 3 0,1-3 0 16,-3 0 7-16,-1-1 2 0,-6-4-5 0,1 0 8 15,0-1-2-15,-4-3 6 0,1-3 1 0,6-4 3 16,0-2 2-16,-3-2-3 0,4-2 11 0,1-2 8 16,2-3 10-16,9-3-1 0,-5 3 7 0,8-6-9 15,2 4-4-15,6-9 4 0,-8 12 3 0,8-12 13 16,-4 12 12-16,4-12 6 0,0 0 9 0,18 12 1 15,-3-5-56-15,2 1-9 0,9-2 0 0,1 2 0 16,5-1 0-16,0 2 0 0,15 1 0 0,-2 2 0 16,0-3 0-16,1-2 0 0,-1 7 0 0,-3-6 0 15,3 1 0-15,3 4-142 0,-10-2-78 0,-7 0-43 0,-2-3-45 16,1 3-32-16,-14-4-29 0,5-1-25 0,-5 1-34 16,-3-4-29-16,-13-3-31 0,22 4-309 0,-22-4-864 15,0 0 382-15</inkml:trace>
          <inkml:trace contextRef="#ctx0" brushRef="#br0" timeOffset="271977.3648">23293 14203 313 0,'0'0'193'0,"-7"-17"56"16,7 7 22-16,0 10 15 0,-6-19 15 0,4 6 17 16,2 13 20-16,2-24 4 0,1 10-2 0,2-1-4 15,5 4-18-15,-2-2-26 0,6 1-22 0,0-1-21 0,2 1-31 16,4 4-18-16,4-3-21 0,-7 0-17 0,1 5-13 16,14 1-16-16,-14 3-15 0,3 0-11 15,-21 2-11-15,27 8-11 0,-13-4-7 0,-4 7-11 0,-2 1-5 16,2 14-7-16,-7-9-4 0,2 9 1 0,-10 0-10 15,2 3-1-15,-9 12-2 0,-2-5 4 0,0 2 3 16,-2 1 10-16,-10-4-1 0,5 1 15 0,-1 0 3 16,-3 2 10-16,3-8 7 0,-2-7 1 0,1 0 30 15,7-1-15-15,-4 0 3 0,0-2-2 0,9-10-4 16,0 2-1-16,1 0-1 0,5-5 3 0,5-7 8 16,-3 11 8-16,3-11 0 0,0 0-91 0,29 7-29 15,-29-7 0-15,47-7 0 0,-4-1 0 0,0 1 0 0,13-4 0 16,2-6 0-16,27 3 0 0,5-14 0 15,11 4 0-15,40-4 0 0,-40 7 0 0,-3 5 0 0,-3-2 0 16,-7 1 0-16,-6 7 0 0,-23-1 0 0,-3 3 0 16,-4-2 0-16,-4 7 0 0,-18-7 0 0,3 8 0 15,-16-1 0-15,2 3 0 0,-19 0 0 0,28-2 0 16,-28 2 0-16,0 0 0 0,17-2 0 0,-17 2 0 16,0 0 0-16,0 0 0 0,0 0 0 0,0 0 0 15,0 0 0-15,0 0-419 0,-45-14-877 0,45 14-1403 16,-25-18 621-16</inkml:trace>
        </inkml:traceGroup>
      </inkml:traceGroup>
    </inkml:traceGroup>
    <inkml:traceGroup>
      <inkml:annotationXML>
        <emma:emma xmlns:emma="http://www.w3.org/2003/04/emma" version="1.0">
          <emma:interpretation id="{7C21FE3C-BA65-4166-A96E-6B30E872DED2}" emma:medium="tactile" emma:mode="ink">
            <msink:context xmlns:msink="http://schemas.microsoft.com/ink/2010/main" type="paragraph" rotatedBoundingBox="5912,16787 26183,16238 26248,18656 5978,19205" alignmentLevel="2"/>
          </emma:interpretation>
        </emma:emma>
      </inkml:annotationXML>
      <inkml:traceGroup>
        <inkml:annotationXML>
          <emma:emma xmlns:emma="http://www.w3.org/2003/04/emma" version="1.0">
            <emma:interpretation id="{D90F7E82-1EA4-4D51-8504-EC39134BC36F}" emma:medium="tactile" emma:mode="ink">
              <msink:context xmlns:msink="http://schemas.microsoft.com/ink/2010/main" type="line" rotatedBoundingBox="5912,16787 26183,16238 26248,18656 5978,19205">
                <msink:destinationLink direction="with" ref="{8A5315E6-258E-4373-910E-7D9FED0F4E0C}"/>
              </msink:context>
            </emma:interpretation>
          </emma:emma>
        </inkml:annotationXML>
        <inkml:traceGroup>
          <inkml:annotationXML>
            <emma:emma xmlns:emma="http://www.w3.org/2003/04/emma" version="1.0">
              <emma:interpretation id="{2CD4AE05-E068-4B39-A8E5-D93DC0508C74}" emma:medium="tactile" emma:mode="ink">
                <msink:context xmlns:msink="http://schemas.microsoft.com/ink/2010/main" type="inkWord" rotatedBoundingBox="5918,18434 5991,17578 6484,17621 6410,18476"/>
              </emma:interpretation>
              <emma:one-of disjunction-type="recognition" id="oneOf36">
                <emma:interpretation id="interp64" emma:lang="" emma:confidence="1">
                  <emma:literal/>
                </emma:interpretation>
              </emma:one-of>
            </emma:emma>
          </inkml:annotationXML>
          <inkml:trace contextRef="#ctx0" brushRef="#br0" timeOffset="226834.9919">5083 16872 15 0,'0'0'303'16,"0"0"-9"-16,-6-18 0 0,6 18-6 0,0 0-10 0,-5-10-15 15,5 10 9-15,0 0 16 0,-3-17-19 16,3 17 7-16,0 0 6 0,-3-11-6 0,3 11-11 15,0 0-7-15,-12-8-22 0,12 8-21 0,0 0-22 0,0 0-20 16,0 0-17-16,-35 19-12 0,21-3-7 0,-4 4-9 16,0 6-7-16,-6 3-5 0,2 8 5 0,-2-3-23 15,1 0 21-15,6 4-11 0,-3 0-4 0,-1 0-5 16,5-1-12-16,4-10-2 0,-1 10-9 0,6-8-10 16,2 2-6-16,9 2-16 0,-4-2 5 0,1-2-5 15,6 1-3-15,1 0-5 0,9 6-3 0,-2-9-4 16,-1-3 2-16,1-1-6 0,4 3 1 0,0-6-2 15,0-3-3-15,4-2 1 0,-9-5 1 0,7-5-1 16,-6 3 10-16,6-5 8 0,-21-3 9 0,35 0 1 16,-13-3-3-16,4-7 0 0,-10 1 2 0,-2-2 8 15,9-5-2-15,-4-6 6 0,-3-1-3 0,-1-3 5 16,5-8-2-16,-8 8 3 0,2-11 2 0,-4-1 5 16,3 2-6-16,-10-2 5 0,3-3-10 0,-4-2-1 15,-2 1-25-15,-2 1-34 0,-1 1 0 0,-2 0 0 16,-1 11 0-16,-4 0 0 0,2 2 0 0,-3 5 0 15,-4 2 0-15,1-3 0 0,-2 2 0 0,2 7 0 0,-1 1 0 16,-3 0 0-16,4 5 0 0,0 3 0 0,-2-1 0 16,-4 1 0-16,20 5 0 0,-32 0 0 0,32 0 0 15,-29 7 0-15,17-3 0 0,12-4 0 0,-26 12-202 16,18-4-92-16,8-8-55 0,-11 13-38 0,7 0-48 16,1-2-48-16,3-11-68 0,2 17-364 0,-2-17-992 15,8 10 439-15</inkml:trace>
        </inkml:traceGroup>
        <inkml:traceGroup>
          <inkml:annotationXML>
            <emma:emma xmlns:emma="http://www.w3.org/2003/04/emma" version="1.0">
              <emma:interpretation id="{D648B1F9-E2E6-41E3-8D43-C8E0D942CF24}" emma:medium="tactile" emma:mode="ink">
                <msink:context xmlns:msink="http://schemas.microsoft.com/ink/2010/main" type="inkWord" rotatedBoundingBox="7790,17326 9448,17281 9478,18374 7820,18419"/>
              </emma:interpretation>
              <emma:one-of disjunction-type="recognition" id="oneOf37">
                <emma:interpretation id="interp65" emma:lang="" emma:confidence="1">
                  <emma:literal/>
                </emma:interpretation>
              </emma:one-of>
            </emma:emma>
          </inkml:annotationXML>
          <inkml:trace contextRef="#ctx0" brushRef="#br0" timeOffset="227959.9108">6731 17080 175 0,'-21'3'300'16,"21"-3"-15"-16,0 0 3 0,-24 1-2 0,24-1-7 16,0 0-9-16,-26 0-2 0,26 0-13 0,0 0 2 15,-17 3-4-15,17-3-15 0,0 0-10 0,0 0-11 16,-20 4-24-16,20-4-12 0,0 0-22 0,0 0-17 0,0 0-15 15,0 0-9-15,0 0-14 0,0 0-8 16,0 0-10-16,0 0-6 0,0 0-9 0,0 0-10 16,60 0 0-16,-33-4-9 0,0 0-7 0,4 1-5 0,2 0-28 15,9-6-33-15,0-2-46 0,1-1-44 0,-11 5-41 16,10-5-28-16,1 5-51 0,-14-2-53 0,5 0-69 16,-10-1-285-16,3 3-692 0,-1 0 307 15</inkml:trace>
          <inkml:trace contextRef="#ctx0" brushRef="#br0" timeOffset="228397.3873">7589 16794 291 0,'0'0'346'0,"-14"-7"-15"0,14 7-13 15,0 0-17-15,-18-1-17 0,18 1-14 0,0 0-24 16,0 0-32-16,0 0-11 0,0 0-12 0,-30 12-23 16,30-12-14-16,-12 11-5 0,6 0-12 0,3-4-11 15,-2 10-15-15,-1-2-6 0,-1-1-7 0,7 2-12 16,-1-1-12-16,1 4-4 0,0-1-7 0,1 1-7 0,4-2-5 16,-3 0-6-16,4 1 2 0,2-3-4 15,0 2-2-15,3-1-6 0,-1-4 7 0,4 3 6 16,-2-3-3-16,-1 1-5 0,3-3 2 0,2-1-5 15,-5-1-15-15,7 3 16 0,-2-3-6 0,0 3-1 16,-3-3-7-16,0 6 3 0,3-4-5 0,-3 4 3 16,-4-3-5-16,3 6 5 0,-3-4-11 0,2 3 5 15,-7 5 1-15,7-2-2 0,-11 7 8 0,-5-2-1 0,5-5 3 16,-5 0-5-16,-3 4 2 0,-6 2-3 0,4-3-1 16,-3 0-4-16,4-9 5 0,-1 7-11 0,-1-5-4 15,0-1-4-15,-4 0-17 0,1-3-3 0,-1-1-21 16,-2-1-14-16,-1-6-20 0,18-3-38 0,-29-2-25 15,29 2-28-15,-35-16-35 0,19 3-33 0,-3-8-39 16,3-5-36-16,1-12-62 0,-1-4-216 0,3 1-632 16,7 0 280-16</inkml:trace>
          <inkml:trace contextRef="#ctx0" brushRef="#br0" timeOffset="228600.5213">7750 16725 374 0,'22'-21'372'0,"1"2"-12"16,4-2-14-16,-3 1-28 0,10-4-27 0,-6 6-27 16,0 3-26-16,1 1-23 0,-2-2-16 0,3 2-24 0,-2 2-42 15,-4-2-35-15,3 9-28 0,-6 0-29 16,-2-1-30-16,-1 3-29 0,1-2-26 0,-19 5-28 16,30-2-30-16,-30 2-28 0,21 0-31 0,-21 0-39 0,21 7-64 15,-21-7-155-15,0 0-455 0,16 9 202 0</inkml:trace>
        </inkml:traceGroup>
        <inkml:traceGroup>
          <inkml:annotationXML>
            <emma:emma xmlns:emma="http://www.w3.org/2003/04/emma" version="1.0">
              <emma:interpretation id="{79531323-5015-4BA6-81DD-94AA07369F9D}" emma:medium="tactile" emma:mode="ink">
                <msink:context xmlns:msink="http://schemas.microsoft.com/ink/2010/main" type="inkWord" rotatedBoundingBox="10714,17333 12366,17289 12387,18057 10735,18101"/>
              </emma:interpretation>
              <emma:one-of disjunction-type="recognition" id="oneOf38">
                <emma:interpretation id="interp66" emma:lang="" emma:confidence="1">
                  <emma:literal/>
                </emma:interpretation>
              </emma:one-of>
            </emma:emma>
          </inkml:annotationXML>
          <inkml:trace contextRef="#ctx0" brushRef="#br0" timeOffset="230022.2687">9646 16936 175 0,'0'0'324'15,"-26"1"-12"-15,26-1-3 0,-21 2-8 0,21-2-5 16,-14 4-1-16,14-4 9 0,0 0-13 0,-24 0-1 16,24 0-14-16,0 0-11 0,0 0-15 0,0 0-16 15,-18 5-19-15,18-5-18 0,0 0-21 0,0 0-22 0,0 0-4 16,0 0-1-16,0 0-9 0,0 0-9 0,0 0-6 16,53-18-9-16,-29 10-14 0,7 1-8 15,1 2-9-15,13-8-10 0,-2 1-7 0,0 5-7 0,6 1-20 16,-6-3-28-16,2-1-30 0,3 1-48 0,-6-3-37 15,-9 5-62-15,1 2-40 0,-3-2-49 0,-3 5-54 16,-8 0-59-16,-3 2-82 0,-17 0-234 0,21-1-738 16,-21 1 327-16</inkml:trace>
          <inkml:trace contextRef="#ctx0" brushRef="#br0" timeOffset="230287.8749">10427 16533 118 0,'0'0'390'0,"8"-7"-35"0,-8 7-23 15,0 0-20-15,0 0-15 0,12-9-14 0,-12 9-8 16,0 0-11-16,0 0-3 0,0 0-15 0,16 37-18 0,-10-25 1 16,-1 7 1-16,-4 2-21 0,1 2-18 15,0 3-20-15,1 4-15 0,-3 8-19 0,1 7-14 16,-5-2-11-16,2-3-8 0,-1 1-28 0,4 3-28 0,-2-2-44 15,-2-3-48-15,1 1-46 0,0-13-51 0,2 13-56 16,-4-9-67-16,4-12-78 0,-5 5-338 16,3-7-734-16,2-8 324 0</inkml:trace>
          <inkml:trace contextRef="#ctx0" brushRef="#br0" timeOffset="230678.5012">10811 16685 169 0,'0'0'377'0,"0"0"-34"16,1-11-17-16,-1 11-18 0,0 0-16 0,0 0-1 15,0 0-27-15,0 0-13 0,0 0-23 0,-14 42-11 16,7-24-17-16,6 1-20 0,-1 5-5 0,-4 3-19 16,6 1-10-16,-3 3-14 0,-1-2-15 0,3 1 2 15,-2-1-21-15,3-2-8 0,3 3-15 0,0 0-9 16,-1 0-4-16,2-2-8 0,4-2 0 0,-1-1-10 15,4-2-1-15,4-1-4 0,-11-6-9 0,6-2 1 0,0 2-2 16,-1-6 5-16,4 2 38 0,5-6 8 16,-7-3 4-16,-11-3-2 0,35 3-3 0,-17-3 4 15,-18 0-4-15,40-12-5 0,-13 0-8 0,-4 0-2 0,-2-2-7 16,-1-1-5-16,3-8-4 0,-5 3-6 0,-1-1-3 16,-2 0-1-16,-1 1-5 0,-6 1-2 0,5-4-5 15,-8-1-2-15,-4 4-3 0,-1-7-1 0,-4 1-5 16,-1 0-9-16,0 7-10 0,-8-2-7 0,4-6-13 15,-9 4-9-15,0 3-11 0,2 2-6 0,-10 1-28 16,7 1-25-16,-3 0-5 0,-1 5-28 0,9 2-36 16,-10-1-33-16,6 3-31 0,1 3-46 0,17 4-47 15,-33-3-68-15,33 3-278 0,-28-1-729 0,28 1 323 16</inkml:trace>
        </inkml:traceGroup>
        <inkml:traceGroup>
          <inkml:annotationXML>
            <emma:emma xmlns:emma="http://www.w3.org/2003/04/emma" version="1.0">
              <emma:interpretation id="{54C44D61-1DA8-4CC9-9914-E7E433E70D3F}" emma:medium="tactile" emma:mode="ink">
                <msink:context xmlns:msink="http://schemas.microsoft.com/ink/2010/main" type="inkWord" rotatedBoundingBox="13333,17193 15058,17147 15081,18007 13356,18053"/>
              </emma:interpretation>
              <emma:one-of disjunction-type="recognition" id="oneOf39">
                <emma:interpretation id="interp67" emma:lang="" emma:confidence="1">
                  <emma:literal/>
                </emma:interpretation>
              </emma:one-of>
            </emma:emma>
          </inkml:annotationXML>
          <inkml:trace contextRef="#ctx0" brushRef="#br0" timeOffset="233720.4822">13168 16453 305 0,'0'-15'383'0,"0"15"-35"0,0 0-13 0,-4-16-38 15,4 16-26-15,0 0-25 0,0 0-19 0,0 0-14 16,0 0-15-16,0 0-15 0,-32 26-19 0,32-26-12 16,-3 23-7-16,-2-12 0 0,0 5-13 0,4 9-6 15,6-8-14-15,-5 2-8 0,1-3-9 0,-2 3-11 0,2-2-5 16,4 1-4-16,-2 4-2 0,4-7-16 0,4-1 3 16,0 2-3-16,-3 0-4 0,5 6 1 0,0-7-1 15,3 7-1-15,-2-3 0 0,4 0-5 0,-7-4-6 16,2 0-7-16,0-1 0 0,0 3-4 0,1 4-1 15,-4-6-4-15,-1 1-1 0,1 1-2 0,1 4-2 16,-4-3-1-16,-1 1-5 0,1-1-1 0,-7-2 3 16,0 4-4-16,-2-3-1 0,-6 2-4 0,1-1-6 15,-4-1-17-15,-2 5-15 0,4-8-25 0,-7 9-29 16,3-9-16-16,-3-2-22 0,1-2-19 0,-2-5-30 16,1 2-28-16,-4-2-28 0,20-5-36 0,-30-1-66 15,30 1-268-15,-34-14-646 0,18-2 286 0</inkml:trace>
          <inkml:trace contextRef="#ctx0" brushRef="#br0" timeOffset="233923.564">13281 16516 162 0,'20'-9'313'0,"4"-7"-23"0,1 7-18 0,1-6-17 16,1 2-16-16,2 0-23 0,5 5-23 0,-4-3-19 15,-1 3-21-15,13 2-23 0,-13-2-26 0,5 1-26 0,-4 2-24 16,-1-2-24-16,0 2-21 0,-8 3-32 0,6 1-29 16,-8-2-41-16,0 0-38 0,1-2-67 15,-20 5-165-15,35-2-392 0,-19-3 173 0</inkml:trace>
          <inkml:trace contextRef="#ctx0" brushRef="#br0" timeOffset="233111.1775">12194 16687 250 0,'-15'5'366'0,"15"-5"-19"15,0 0 1-15,-21 1-9 0,21-1-17 16,0 0-19-16,0 0-27 0,0 0-19 0,0 0-32 0,0 0-15 16,0 0-22-16,0 0-8 0,0 0-12 0,0 0-17 15,0 0-10-15,0 0-17 0,52-11-11 16,-52 11-14-16,37-5-6 0,-16 5-12 0,1-3-9 0,5-1-19 16,2 0-23-16,-2 2-36 0,-3-3-28 0,4 4-31 15,-6 1-31-15,-1-3-37 0,-21 3-52 0,34-1-57 16,-18 1-58-16,-16 0-313 0,19 4-664 0,-19-4 295 15</inkml:trace>
          <inkml:trace contextRef="#ctx0" brushRef="#br0" timeOffset="233345.5354">12689 16472 208 0,'2'-18'408'0,"-2"18"2"15,6-13-19-15,-6 13-22 0,5-8-33 0,-5 8-31 16,0 0-35-16,0 0-30 0,0 0-13 0,0 0-6 0,0 0-21 16,0 0-15-16,23 27-13 0,-23-12-19 0,6 1-15 15,-4 10-13-15,3 0-12 0,-5 14-12 0,0-9-12 16,1 0-26-16,-1 11-37 0,0 8-31 0,0-11-37 16,0 1-33-16,2-2-38 0,-2 0-47 0,-2-7-52 15,2-2-58-15,2-6-69 0,-4-4-250 0,2-1-639 16,0-4 283-16</inkml:trace>
        </inkml:traceGroup>
        <inkml:traceGroup>
          <inkml:annotationXML>
            <emma:emma xmlns:emma="http://www.w3.org/2003/04/emma" version="1.0">
              <emma:interpretation id="{11339634-9866-42CD-AF24-65E639AC2879}" emma:medium="tactile" emma:mode="ink">
                <msink:context xmlns:msink="http://schemas.microsoft.com/ink/2010/main" type="inkWord" rotatedBoundingBox="19408,16653 21915,16585 21969,18564 19462,18632"/>
              </emma:interpretation>
              <emma:one-of disjunction-type="recognition" id="oneOf40">
                <emma:interpretation id="interp68" emma:lang="" emma:confidence="1">
                  <emma:literal/>
                </emma:interpretation>
              </emma:one-of>
            </emma:emma>
          </inkml:annotationXML>
          <inkml:trace contextRef="#ctx0" brushRef="#br0" timeOffset="273399.176">18379 15877 461 0,'0'0'448'0,"0"0"4"16,-15-12 4-16,15 12-3 0,0 0-9 0,-8-7-15 0,8 7-19 15,0 0-23-15,0 0-19 0,0 0-16 16,0 0 1-16,0 0-11 0,0 0 1 0,7 35 4 16,-3-18-26-16,-7 10-14 0,13 4-8 0,-10 7-18 0,0 6-20 15,-3 2-18-15,3 10-15 0,-2-3-22 0,-3 18-206 16,0-15 0-16,0-2 0 0,4 22 0 0,-4-26 0 16,3 0 0-16,1 7 0 0,-2-2 0 0,3 1 0 15,-4-7 0-15,0-3 0 0,4-1 0 0,0-5 0 16,-2-13 0-16,-3-2 0 0,5-1 0 0,0-12 0 15,-1 5 0-15,1-7 0 0,0-10 0 0,0 16 0 16,0-16 0-16,0 0 0 0,-2 12 0 0,2-12 0 0,0 0 0 16,0 0 0-16,0 0 0 0,-5-45 0 15,4 19 0-15,1 0 0 0,1-7 0 0,-2-6 0 16,2-8 0-16,-1 0 0 0,5-5 0 0,5-1 0 0,-2 0 0 16,3-18 0-16,-1 17 0 0,-2 3 0 0,0-1 0 15,4 2 0-15,1 2 0 0,-5 4 0 16,7 4 0-16,-1-1 0 0,5 8 0 0,-3-4 0 0,-1 10 0 15,-1 1 0-15,2 7 0 0,-3 2 0 0,2 1 0 16,2 6 0-16,-7 0 0 0,0 3 0 0,-10 7 0 16,17-2 0-16,-17 2 0 0,0 0 0 0,29 17 0 15,-19 6 0-15,-4 1 0 0,-1 4 0 0,-2 11 0 16,-3 2 0-16,-8 3 0 0,-13 2 0 0,10 3 0 16,-3-3 0-16,-6-4 0 0,-2 1 0 0,-1 1 0 15,-2-3-88-15,-3-7 7 0,0 1 7 0,7-9 16 0,-5 1 4 16,2-5 2-16,2-6 6 0,-1 5 6 0,2-10 5 15,8 1 13-15,-1-4 6 0,6 1 5 16,-2-2 9-16,10-7 13 0,-17 8 13 0,17-8 16 0,-7 9-4 16,7-9 4-16,0 0 4 0,0 0-2 0,0 0-2 15,0 0 2-15,0 0 0 0,48 0-2 0,-28 4 1 16,0-1 9-16,6 1 0 0,1 4-22 0,2-3-19 16,-1 4-9-16,0 1 0 0,1 3 0 0,-1-2 0 15,-4 5 0-15,1-1 0 0,-2-1 0 0,-1-2 0 16,-1 4 0-16,0-2-62 0,-2-4-51 0,-1 2-45 15,-4 0-54-15,-1-1-57 0,2-3-58 0,-3 1-51 16,-2-3-52-16,-4 1-53 0,-6-7-66 0,15 13-320 0,-15-13-940 16,14 6 416-16</inkml:trace>
          <inkml:trace contextRef="#ctx0" brushRef="#br0" timeOffset="273852.2379">18863 16915 67 0,'8'-11'411'0,"-8"11"-36"0,10-19-42 0,-4 11-23 15,-6 8-21-15,16-16-17 0,-6 8-10 0,4 1-25 16,-1 4-25-16,10-3-24 0,-6 1-21 0,-17 5-16 16,44 0-11-16,-27 7-20 0,1 0-11 0,-4 5-19 15,2 0-7-15,-6 5-8 0,3 0-8 0,-7 2-12 16,-4 6-3-16,1 2 0 0,-6 2-5 0,-4 2-9 0,3-3-2 16,-8 0 6-16,-1-1-12 0,-1-1-1 0,0 4 1 15,-1-8-2-15,1 4 6 0,-1-5-5 0,-1 0-6 16,3-9-8-16,4 5 9 0,-2-6-4 0,7 1 10 15,-2-4-32-15,6-8 7 0,-11 16 1 0,11-16-6 16,-2 8 7-16,2-8 7 0,0 0 4 0,0 0-1 16,0 0 6-16,0 0 5 0,27 7 8 0,-27-7-2 15,28-1 4-15,-28 1-15 0,37-4 12 0,-20 8-6 16,4-3-4-16,-21-1 0 0,43 0-6 0,-22 3 0 0,0 3-4 16,0 2 2-16,-5 3-2 0,3-3-8 15,2 11 5-15,-5-7-4 0,3 8 12 0,-9-1-10 16,1 5 0-16,-8-7 4 0,4 9 10 0,-7-7 4 0,0 5-1 15,-2 2 1-15,-6-2 0 0,-5 2-1 0,1-4-1 16,0 1 3-16,-9-1-7 0,1-3-3 0,-6 2-4 16,-3-5-11-16,0-1-25 0,0-4-3 0,-4 1-13 15,2-4-17-15,-4-4-24 0,4-2-16 0,-12-2-8 16,9 0-16-16,-7-7-10 0,-3-4-18 0,1-3-15 16,14 2-29-16,-6-8-33 0,-2-9-30 0,6 1-41 15,3 0-282-15,3-3-623 0,11 5 275 0</inkml:trace>
          <inkml:trace contextRef="#ctx0" brushRef="#br0" timeOffset="274180.3716">19453 16607 154 0,'0'0'558'16,"0"0"-43"-16,0 0-8 0,0 0 2 0,0 0 9 15,0 0 6-15,20-5-20 0,-20 5-33 0,46-2-22 16,-18-3-68-16,2 2-39 0,18-6-30 0,2 0-3 16,1-3-28-16,2 0-24 0,5-3-14 0,0-3-25 15,-1 5-31-15,-4-3-10 0,4 3-30 0,-5-2-15 0,0 7-17 16,-6-4-19-16,-1-2-15 0,-5 6-24 15,-6-2-18-15,-3 4-27 0,-4-1-29 0,0 1-33 0,-9 2-32 16,1-1-29-16,-5 1-41 0,-14 4-44 0,21-2-41 16,-21 2-45-16,16-4-44 0,-16 4-32 0,0 0-42 15,0 0-39-15,0 0-66 0,0 0-319 0,0 0-891 16,0 0 394-16</inkml:trace>
          <inkml:trace contextRef="#ctx0" brushRef="#br0" timeOffset="274508.4414">20175 16025 233 0,'-14'-8'392'0,"1"-3"-30"16,4 8-13-16,9 3 10 0,-21-9 7 15,21 9 11-15,0 0 1 0,-21 2-4 0,21-2-10 0,0 0-16 16,0 0-16-16,0 0-22 0,21 36-13 0,-7-21-14 16,7 1-15-16,1-2-16 0,7 4-22 15,7 4-20-15,-8-5-19 0,9 1-16 0,5 4-20 0,-3-3-17 16,-1-7-14-16,-1 6-12 0,-8-2-14 0,0-3-12 15,0-3-10-15,0 4-16 0,-2-2-7 0,0 0-9 16,-4-2-4-16,-6-3-2 0,-1 4-9 0,0 1-6 16,-3-4-2-16,-3 6-2 0,-4-3-6 0,1-3-1 15,-1 7-1-15,-4 4-8 0,1-1-7 0,-6 1-2 0,-4 4-9 16,-1 3-5-16,-3 4-4 0,-7 8-2 0,-3-5-5 16,-1 9-12-16,-5-4-20 0,1-5-23 15,-9 1-21-15,-4 3-31 0,1 2-30 0,-6-3-36 0,3-5-34 16,-7 2-28-16,1-2-29 0,-1 2-44 0,0-5-39 15,11-1-83-15,-11-6-322 0,11 3-847 0,0-4 376 16</inkml:trace>
        </inkml:traceGroup>
        <inkml:traceGroup>
          <inkml:annotationXML>
            <emma:emma xmlns:emma="http://www.w3.org/2003/04/emma" version="1.0">
              <emma:interpretation id="{B9DB53F6-0A9F-49E5-84D1-1A716A060A08}" emma:medium="tactile" emma:mode="ink">
                <msink:context xmlns:msink="http://schemas.microsoft.com/ink/2010/main" type="inkWord" rotatedBoundingBox="22927,16556 24925,16502 24984,18690 22986,18744"/>
              </emma:interpretation>
              <emma:one-of disjunction-type="recognition" id="oneOf41">
                <emma:interpretation id="interp69" emma:lang="" emma:confidence="1">
                  <emma:literal/>
                </emma:interpretation>
              </emma:one-of>
            </emma:emma>
          </inkml:annotationXML>
          <inkml:trace contextRef="#ctx0" brushRef="#br0" timeOffset="275180.287">21807 16493 199 0,'0'0'496'0,"0"0"-20"0,0 0-6 0,-26-2 3 16,26 2 6-16,0 0-4 0,0 0-9 0,-17-3-25 16,17 3-25-16,0 0-32 0,0 0-15 0,0 0-17 0,0 0-22 15,0 0-24-15,0 0-25 0,0 0-26 0,0 0-25 16,0 0-24-16,0 0-20 0,25-16-24 0,-25 16-18 15,39-6-25-15,-13 2-35 0,4 2-51 0,2-4-58 16,12 0-58-16,-1 3-59 0,-11-4-63 0,13-1-78 16,0 4-70-16,-4-4-65 0,3 2-68 0,2-2-64 15,-14 0-332-15,4 0-954 0,-7-6 422 0</inkml:trace>
          <inkml:trace contextRef="#ctx0" brushRef="#br0" timeOffset="275711.4886">22316 16843 328 0,'-16'11'420'0,"1"1"-22"0,2-1 2 16,4-1 22-16,-1-5 14 0,10-5 16 0,-3 18 5 15,3-18-11-15,8 13-26 0,2-6-29 0,10-4-14 16,16 0-27-16,-3-3-13 0,16 0-35 0,8-7-23 16,3-7-30-16,18 3-27 0,-15 4-34 0,14-6-43 15,-16-1-47-15,-7-2-45 0,6 5-36 0,-3-5-32 0,-2 7-39 16,-7 0-31-16,-5-1-37 0,-14 5-39 15,-5-2-27-15,4 2-33 0,-12 0-37 0,-3 4-28 16,-13 1-27-16,0 0-28 0,0 0-37 0,0 0-52 0,0 0-293 16,0 0-782-16,0 0 345 0</inkml:trace>
          <inkml:trace contextRef="#ctx0" brushRef="#br0" timeOffset="275414.6559">22535 15851 117 0,'-4'-18'436'16,"2"1"-32"-16,-4 0-16 0,-1 3 4 0,7 6-7 15,0 8-7-15,5-16-6 0,-5 16-23 0,8-15-14 0,-8 15-17 16,13-3-14-16,-13 3-10 0,0 0-12 0,27 15-19 16,-16-4-18-16,4 10-11 0,-2 2-21 0,-5 1-24 15,0 9-16-15,1 6-14 0,1 0-22 0,-2 2-14 16,-6 1-8-16,2 2-16 0,-2-1-16 0,-2-1-32 15,5-2-31-15,-5 1-37 0,1 1-40 0,-4-4-42 16,0 3-46-16,3-14-45 0,0-2-36 0,3-1-35 16,-6 1-52-16,1-6-49 0,4-1-57 0,-8-2-377 15,4 1-860-15,0-3 381 0</inkml:trace>
          <inkml:trace contextRef="#ctx0" brushRef="#br0" timeOffset="275930.2451">22738 17331 351 0,'-15'24'378'16,"-1"1"-4"-16,3-5 13 0,7 6-3 0,-2-9-6 16,8 2-8-16,-2 0-12 0,4 0-17 0,4 4-22 15,2-6-19-15,7 3-25 0,-1-5-28 0,1-2-23 16,-1 0-23-16,7 6-19 0,-3-7-20 0,1 3-18 0,6 3-15 16,-10-8-8-16,-1 6-14 0,-1-6-12 15,-3 2-7-15,1 2-12 0,-3 3-8 0,0-3-6 0,-3 1-5 16,-2-1-9-16,-4 3-9 0,-4-5-14 0,-2 4-25 15,1-2-23-15,-2-2-22 0,-7-2-37 0,1 2-34 16,-2 0-41-16,1-5-33 0,-5 3-20 0,0-2-26 16,-5-4-36-16,-3 2-27 0,0-5-33 0,7-2-29 15,-8-5-301-15,2-2-716 0,-1-4 317 0</inkml:trace>
          <inkml:trace contextRef="#ctx0" brushRef="#br0" timeOffset="276102.0922">22935 17314 232 0,'38'-29'739'0,"6"-3"-45"0,-3 5-74 15,6-1-66-15,-2 0-46 0,0 6-52 0,3-6-48 16,0 6-42-16,-1-8-53 0,9 8-64 0,-5 10-70 0,-4-7-80 16,-4 7-81-16,2-2-106 0,-5 2-78 15,-9 5-73-15,1-1-85 0,-7 2-98 0,-4 5-278 0,-21 1-757 16,47-11 334-16</inkml:trace>
        </inkml:traceGroup>
        <inkml:traceGroup>
          <inkml:annotationXML>
            <emma:emma xmlns:emma="http://www.w3.org/2003/04/emma" version="1.0">
              <emma:interpretation id="{3BA7E556-398C-4E09-B973-60E94DDF2F41}" emma:medium="tactile" emma:mode="ink">
                <msink:context xmlns:msink="http://schemas.microsoft.com/ink/2010/main" type="inkWord" rotatedBoundingBox="24925,16273 26183,16238 26244,18486 24986,18520"/>
              </emma:interpretation>
              <emma:one-of disjunction-type="recognition" id="oneOf42">
                <emma:interpretation id="interp70" emma:lang="" emma:confidence="0.5">
                  <emma:literal>,</emma:literal>
                </emma:interpretation>
                <emma:interpretation id="interp71" emma:lang="" emma:confidence="0">
                  <emma:literal>;</emma:literal>
                </emma:interpretation>
                <emma:interpretation id="interp72" emma:lang="" emma:confidence="0">
                  <emma:literal>B</emma:literal>
                </emma:interpretation>
                <emma:interpretation id="interp73" emma:lang="" emma:confidence="0">
                  <emma:literal>&amp;</emma:literal>
                </emma:interpretation>
                <emma:interpretation id="interp74" emma:lang="" emma:confidence="0">
                  <emma:literal>{</emma:literal>
                </emma:interpretation>
              </emma:one-of>
            </emma:emma>
          </inkml:annotationXML>
          <inkml:trace contextRef="#ctx0" brushRef="#br0" timeOffset="277383.2397">23807 15750 6112 0,'-8'-11'34'0,"8"11"-42"0,-13-7-13 15,13 7 5-15,0 0 25 0,-15-7 41 0,15 7 15 16,0 0 6-16,0 0-3 0,0 0 4 0,-14 23 0 16,14-6 16-16,3 7 11 0,0 2 2 0,5 6 10 15,-1 6 18-15,7 4 4 0,-7 3-1 0,1 0 2 16,11 4-6-16,-11-1-1 0,0 4-8 0,3-2-8 16,-8-5-9-16,2 8-3 0,2-8-29 0,-6-1-70 0,4-3 0 15,-2-1 0-15,-4-12 0 0,1 3 0 16,0-5 0-16,-5-4 0 0,3-3 0 0,-4-1 0 0,-1-5 0 15,1 2 0-15,4-8 0 0,2-7 0 0,-8 18 0 16,8-18 0-16,-6 8 0 0,6-8 0 0,0 0 0 16,0 0 0-16,-30-23 0 0,22 7 0 0,3-9 0 15,-3-2 0-15,4-13 0 0,0-8 0 0,0-6 0 16,1-20 0-16,0-4 0 0,6 1 0 0,-1 2 0 16,-1 4 0-16,4 22 0 0,-5-4 0 0,2 4 0 15,3 0 0-15,-2 2 0 0,2 4 0 0,4 3 0 16,-2 1 0-16,4 8 0 0,-1 2 0 0,4 3 0 15,-1 1 0-15,3 1 0 0,-2 3 0 0,7 1 0 16,2 2 0-16,-2 5 0 0,-2 4 0 0,-2-2 0 0,3 5 0 16,-4 2 0-16,1 2 0 0,-17 2 0 0,32 9 0 15,-17 0 0-15,-1 3 0 0,1 8 0 0,-2 5 0 16,-5-3 0-16,1 9 0 0,-6 2 0 0,-3-3 0 16,-3 11 0-16,-6-3 0 0,1 0 0 0,-10 0 0 15,5-10 0-15,-1-2 0 0,-6 1 0 0,6-4 0 16,-2 1-1-16,-3-3-16 0,1 2 0 0,0-12 4 15,4 6 7-15,-7-3-5 0,10-4 8 0,-7-3-6 0,10 2 7 16,8-9-7-16,-14 8 7 0,14-8 1 0,-10 7-5 16,10-7 6-16,0 0-2 0,-8 11 0 0,8-11 9 15,0 0 2-15,0 0 1 0,0 0 8 0,0 0 8 16,-11 8-1-16,11-8-19 0,0 0-6 0,0 0 0 16,0 0 0-16,0 0 0 0,0 0 0 0,0 0 0 15,0 0 0-15,0 0 0 0,0 0 0 0,0 0 0 16,0 0 0-16,-13 6 0 0,13-6 0 0,0 0 0 15,0 0 0-15,0 0 0 0,0 0 0 0,0 0 0 16,0 0 0-16,0 0 0 0,0 0 0 0,0 0 0 16,0 0 0-16,0 0 0 0,0 0 0 0,0 0 0 0,0 0 0 15,0 0 0-15,0 0 0 0,0 0 0 0,0 0 0 16,0 0 0-16,0 0 0 0,0 0 0 0,0 0 0 16,0 0 0-16,0 0 0 0,0 0 0 0,0 0 0 15,0 0 0-15,0 0 0 0,0 0 0 0,0 0 0 16,0 0 0-16,0 0 0 0,0 0 0 0,0 0 0 15,0 0 0-15,0 0 0 0,0 0 0 0,0 0 0 16,0 0 0-16,-8 8 0 0,8-8 0 0,0 0 0 0,0 0 0 16,0 0 0-16,0 0 0 0,0 0 0 15,0 0 0-15,0 0 0 0,0 0 0 0,0 0 0 16,0 0 0-16,0 0 0 0,0 0 0 0,0 0 0 0,0 0 0 16,0 0 0-16,0 0 0 0,16 23 0 0,-3-13 0 15,1 6 0-15,4 1 0 0,0 9 0 0,11 2 0 16,-15-4 0-16,20 4 0 0,-4-1 0 0,5 0 0 15,1 2 0-15,-6-2 0 0,4-1 0 0,0 0 0 16,-10-7 0-16,1 0 0 0,3-4 0 0,-4 3 0 16,-5-1 0-16,-1-2 0 0,-4-2 0 0,0 2 0 15,-1-7 0-15,-5 0 0 0,-8-8 0 0,12 14 0 0,-12-14-253 16,3 13-170-16,-3-13-73 0,0 13-73 0,0-13-506 16,-2 13-1166-16,2-13 516 0</inkml:trace>
          <inkml:trace contextRef="#ctx0" brushRef="#br0" timeOffset="277764.9387">24505 16474 257 0,'0'0'574'0,"8"-16"-51"16,0 11-32-16,6-11-8 0,1 5-1 0,-1 0-18 15,5-1-36-15,5-2-39 0,4-2-37 0,0 8-37 16,1-1-32-16,-1 9-30 0,-6-4-23 0,-1 1-22 0,0 5-29 15,-21-2-17-15,35 7-17 0,-24-2-17 0,-3 2-13 16,2 12-16-16,-4-5-11 0,-4 6-7 0,-2 5-16 16,-6 4-5-16,-4 0-8 0,-4-3-6 0,-6 11-2 15,4-11-4-15,-8 8-6 0,0 0 10 0,2-12-16 16,6 4 4-16,-7-1 6 0,4-6-7 0,-4 0 2 16,11-3-2-16,-1-2-3 0,3-2-3 0,2 0 3 0,3 2-4 0,5-14 15 15,-3 8 9-15,3-8 0 0,0 0 11 0,18 16-6 16,-4-14 2-16,-14-2-8 0,35-1-9 0,-12 1 6 15,9 1-9-15,-3-1 7 0,1 5-5 0,1-4-15 16,1 6 4-16,-2-1-10 0,2 6 5 0,-1-2-7 16,-9 6 9-16,1 0-10 0,-2 6 1 0,-5 0 6 15,-3 4-1-15,-1 0-6 0,-4 3 6 0,-3 0-5 16,-10 11-14-16,2-2 0 0,-8 2 0 0,-2-1 0 0,-3-1 0 16,-5 0 0-16,-3-1 0 0,-5 0 0 15,-4-1 0-15,-7 0 0 0,-4-2 0 0,-1-6 0 0,-24 7 0 16,-9-3 0-16,-4 0-122 0,-5-6-108 0,-3-16-100 15,-7 14-103-15,-1-20-139 0,-5 7-512 0,2-4-1175 16,-42 4 520-16</inkml:trace>
        </inkml:traceGroup>
      </inkml:traceGroup>
    </inkml:traceGroup>
  </inkml:traceGroup>
</inkml:ink>
</file>

<file path=ppt/ink/ink16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31T04:02:31.348"/>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ED7C3F30-CEB6-4D56-B1EF-A2CFE0FD2AEA}" emma:medium="tactile" emma:mode="ink">
          <msink:context xmlns:msink="http://schemas.microsoft.com/ink/2010/main" type="inkDrawing" rotatedBoundingBox="1192,2413 6686,1615 6714,1807 1220,2606" semanticType="underline" shapeName="Other">
            <msink:sourceLink direction="with" ref="{0354B7C4-B610-4548-982E-5C3A2C90E658}"/>
          </msink:context>
        </emma:interpretation>
      </emma:emma>
    </inkml:annotationXML>
    <inkml:trace contextRef="#ctx0" brushRef="#br0">839 729 271 0,'-61'6'336'0,"-18"1"11"0,16 0 13 0,-17 7 15 0,3-3 3 15,16 0 1-15,0 0-18 0,-17 3-19 0,21 3-14 16,4-6-21-16,5 5-9 0,5-7-10 0,13 0-21 16,10-2-7-16,3-3-36 0,2 2-14 0,15-6-15 15,-9 7 3-15,9-7-4 0,0 0-2 0,102-5-10 16,1-4-2-16,65-10-30 0,15-6-22 0,27-4-10 16,9-5 5-16,33 1 25 0,14 5 11 0,11-6 3 15,11-2 0-15,-1 1-8 0,11 5-1 0,7 1-6 16,-11-6-32-16,-14-2-115 0,-5-1 0 0,-17-5 0 0,-9 7 0 15,-28 5 0-15,-20-8 0 0,-22-4 0 0,-23 7 0 16,-63 10 0-16,-6 2 0 0,-31 2 0 16,-11 1 0-16,-7 2 0 0,-14 3 0 0,-8 1 0 0,-3 4 0 15,0-2 0-15,-3 2 0 0,-4 4 0 0,-6 7 0 16,7-19 0-16,-7 19 0 0,0-8 0 0,0 8 0 16,0 0 0-16,0 0 0 0,0 0 0 0,0 0 0 15,-44 20 0-15,22-5-39 0,-18 7-612 0,-4 0-600 16,-1 1-1354-16,-6 0 600 0</inkml:trace>
  </inkml:traceGroup>
</inkml:ink>
</file>

<file path=ppt/ink/ink16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31T04:02:41.788"/>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4A7A968B-D722-40AB-9D22-CEB1F6B45C58}" emma:medium="tactile" emma:mode="ink">
          <msink:context xmlns:msink="http://schemas.microsoft.com/ink/2010/main" type="inkDrawing" rotatedBoundingBox="18694,1658 19532,6809 18410,6992 17572,1840" semanticType="verticalRange" shapeName="Other">
            <msink:sourceLink direction="with" ref="{37B2F4D8-B49F-4773-BDB0-171144B86986}"/>
            <msink:sourceLink direction="with" ref="{1EBB915D-B9B4-483B-92AB-BE3DC638A4A7}"/>
          </msink:context>
        </emma:interpretation>
      </emma:emma>
    </inkml:annotationXML>
    <inkml:trace contextRef="#ctx0" brushRef="#br0">139 336 48 0,'-11'-16'363'0,"3"-10"-9"0,-2 1-3 0,-1-1-3 16,0 1 17-16,1-2-4 0,0 3-3 0,4 7-1 16,0-2-7-16,-2 5-3 0,1-1-5 0,-1-3-14 15,2 5-16-15,3 4-7 0,-2-2-2 0,-2-1-3 0,7 12-9 16,-3-15-6-16,3 15-15 0,-6-14-19 15,6 14-17-15,-5-12-20 0,5 12-17 0,0 0-8 16,0 0-10-16,0 0-16 0,0 0-14 0,0 0-13 0,0 0-12 16,0 0-107-16,0 0-17 0,0 0 0 0,8 64 0 15,3-24 0-15,-1 2 0 0,3 3 0 0,-5 2 0 16,4 5 0-16,1 2 0 0,5 18 0 0,-4 3 0 16,4 4 0-16,-2-4 0 0,5 4 0 0,-5 4 0 15,0-5 0-15,3 2 0 0,4 5 0 0,-9-2 0 16,5 4 0-16,-4-1 0 0,1-1 0 0,-2-1 0 15,1 4 0-15,2 0 0 0,-1 1 0 0,-3-7 0 16,-1 3 0-16,2 1 0 0,-1 1 0 0,-2-8 0 16,-1 8 0-16,-4-5 0 0,1 0 0 0,2-6 0 15,-2 6 0-15,-6-5 0 0,6 2 0 0,-4-4 0 16,0 1 0-16,-6-1 0 0,6-2 0 0,-3 5 0 0,0-6 0 16,5-17 0-16,-4-4 0 0,1 3 0 0,-2 0 0 15,0 0 0-15,-2-4 0 0,4 2 0 0,-2 0 0 16,-2-2 0-16,2-2 0 0,2 2 0 0,-2 4 0 15,0-2 0-15,-2-5 0 0,4 1 0 0,-2 3 0 16,0-4 0-16,0-4 0 0,0 5 0 0,5-4 0 16,-4 1 0-16,-1-3 0 0,5-1 0 0,-2-3 0 15,4 0 0-15,-4-7 0 0,5 4 0 0,0 4 0 16,-1-11 0-16,-1 3 0 0,5-2 0 0,-4-1 0 16,7 9 0-16,-8-9 0 0,7-2 0 0,-9 0 0 15,2-1 0-15,0 1 0 0,1-10 0 0,-6 6 0 16,4 1 0-16,-2-8 0 0,2 7 0 0,-3-10 0 0,-2-12 0 15,6 26 0-15,-4-11 0 0,-2-15 0 0,0 0 0 16,11 28 0-16,-9-18 0 0,-2-10 0 16,3 23 0-16,-3-23 0 0,-3 19 0 0,3-19 0 0,3 22 0 15,-3-22 0-15,3 19 0 0,-3-19 0 0,6 19 0 16,-6-19 0-16,2 16 0 0,-2-16 0 0,3 16 0 16,-3-16 0-16,0 0 0 0,0 0 0 0,0 0 0 15,0 0 0-15,0 17 0 0,0-17 0 0,0 0 0 16,0 0 0-16,0 0 0 0,0 0 0 0,0 0 0 15,0 0 0-15,0 0 0 0,0 0 0 0,0 0 0 16,0 0 0-16,0 0 0 0,0 0 0 0,5 25 0 16,-5-25 0-16,0 0 0 0,0 0 0 0,0 0 0 15,0 0 0-15,0 0 0 0,42-3 0 0,-42 3 0 16,35-5 0-16,-35 5 0 0,55-8 0 0,-6-5 0 16,1 12 0-16,3-3 0 0,8 1 0 0,-2 1 0 0,20-8 0 15,-21 3 0-15,6 2 0 0,-6 1 0 0,-1-5 0 16,6-4 0-16,-12 2-337 0,6 3-242 0,-6-6-79 15,-3-5-446-15,-5-2-1194 0,1-2 529 16</inkml:trace>
  </inkml:traceGroup>
</inkml:ink>
</file>

<file path=ppt/ink/ink17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31T04:02:55.041"/>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44C60288-9E14-4E04-9919-DF577874A00B}" emma:medium="tactile" emma:mode="ink">
          <msink:context xmlns:msink="http://schemas.microsoft.com/ink/2010/main" type="inkDrawing" rotatedBoundingBox="25498,1709 26705,6654 25328,6990 24121,2045" semanticType="verticalRange" shapeName="Other">
            <msink:sourceLink direction="with" ref="{E2571FF1-9C6C-4838-82B3-4BFA63186181}"/>
            <msink:sourceLink direction="with" ref="{37B2F4D8-B49F-4773-BDB0-171144B86986}"/>
            <msink:sourceLink direction="with" ref="{1EBB915D-B9B4-483B-92AB-BE3DC638A4A7}"/>
          </msink:context>
        </emma:interpretation>
      </emma:emma>
    </inkml:annotationXML>
    <inkml:trace contextRef="#ctx0" brushRef="#br0">-13 176 1 0,'-25'3'315'0,"25"-3"-31"16,0 0-31-16,-18 4-23 0,18-4-21 0,0 0-18 15,0 0-11-15,0 0-7 0,0 0-16 0,0 0-15 16,88-7-16-16,-44 2-12 0,-1 0-10 0,3-4-11 16,-1 4-4-16,7-5-8 0,-6-6-3 0,1 6 4 15,-4-1 3-15,2-5-5 0,-5 5 2 0,-6-1 6 16,-5 0 2-16,0 2-8 0,-2-1 16 0,-5-1 11 16,-2 5 16-16,-3 0 3 0,-4 2 4 0,-2-1-14 0,-11 6-8 15,18-5-5-15,-18 5 4 0,0 0 1 16,29 15 12-16,-21 0 8 0,5 9 5 0,7 16-5 15,-3-2-7-15,0 17 2 0,7 17 2 0,-3 1-3 0,2 12 2 16,12 43-3-16,-9-42 4 0,9 40-5 0,2-4 8 16,1 5 1-16,6-6 11 0,-3 9-6 0,1-1 2 15,1-1-1-15,-6 3 6 0,2 2-7 0,-6 4 8 16,6-5 1-16,-9-5-1 0,-14-1 0 0,18 2-3 16,-5 0 1-16,-10-39-5 0,5 43-103 0,-1-5-34 15,-4-35 0-15,-9 36 0 0,4-43 0 0,7 1 0 16,-3-3 0-16,-1 5 0 0,-2-6 0 0,2 1 0 15,1-1 0-15,4 1 0 0,-4-8 0 0,-3 0 0 16,-1-18 0-16,4 12 0 0,-1-17 0 0,-1-5 0 16,0 2 0-16,-1 0 0 0,4-2 0 0,-11-1 0 15,8-3 0-15,-3-1 0 0,1-2 0 0,-9-11 0 16,5 2 0-16,-2-6 0 0,3 2 0 0,-1-1 0 0,-4 0 0 16,2-5 0-16,-3-3 0 0,-3 0 0 0,2-3 0 15,0 0 0-15,2 3 0 0,-6-6 0 16,6 4 0-16,-4-7 0 0,-2 3 0 0,0-12 0 0,3 20 0 15,0-11 0-15,-3-9 0 0,0 19 0 0,0-19 0 16,0 12 0-16,0-12 0 0,-3 14 0 0,3-14 0 16,-5 10 0-16,5-10 0 0,-9 18 0 0,1-13 0 15,-2 5 0-15,-4-1 0 0,-4-3 0 0,-8 2 0 16,-4-3 0-16,-18 4 0 0,1-5 0 0,-7 4 0 16,-23-1 0-16,-5 1 0 0,3-3 0 0,-11-2 0 15,12 1 0-15,-2 3 0 0,1-4 0 0,16 2 0 16,-15-2 0-16,20-3-302 0,0-3-112 0,1 2-33 15,2-3-41-15,4-6-50 0,-4 5-463 0,25-4-1083 16,-12-8 479-16</inkml:trace>
  </inkml:traceGroup>
</inkml:ink>
</file>

<file path=ppt/ink/ink17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31T04:05:00.329"/>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CC9B86E7-79BC-4CD8-9AF3-5186433C5BF3}" emma:medium="tactile" emma:mode="ink">
          <msink:context xmlns:msink="http://schemas.microsoft.com/ink/2010/main" type="inkDrawing" rotatedBoundingBox="13820,7334 15121,13386 13145,13811 11844,7759" semanticType="verticalRange" shapeName="Other">
            <msink:sourceLink direction="with" ref="{71C0CF94-80D7-46DF-A1B5-50955DC60E14}"/>
            <msink:sourceLink direction="with" ref="{E0B4DB26-6CE3-4CAA-A7BD-2F516C10A281}"/>
          </msink:context>
        </emma:interpretation>
      </emma:emma>
    </inkml:annotationXML>
    <inkml:trace contextRef="#ctx0" brushRef="#br0">-9 186 355 0,'0'0'400'0,"0"0"-45"0,0 0-29 0,-10 8-30 16,10-8-13-16,0 0-1 0,0 0-7 0,0 0 10 0,56-11-20 16,-30 3-17-16,6-1-23 0,11 0-23 0,4-3-11 15,1 0-9-15,0 2-8 0,2-1-18 0,-5-2-9 16,-2 0-5-16,0 0 8 0,-1 4 0 0,-11-3 1 16,2 3-5-16,-2 2-8 0,-4-3-7 0,2 3-6 15,3 1-6-15,-13 3-13 0,2-3-4 0,3 5-9 16,-6 1-2-16,3 3-5 0,1 4-10 0,1 9 3 15,1 2 16-15,1 9 4 0,3 17 3 0,4-3 18 0,0 27-9 16,0 0 7-16,-2 11 13 0,1 3-3 0,15 46 16 16,-1 0 5-16,-8-4 4 0,0 7-1 15,5 6 5-15,12-4-157 0,-2 6 0 0,-3 2 0 0,8 11 0 16,-4 2 0-16,-5 4 0 0,-5 10 0 0,7 1 0 16,-5 4 0-16,1-8 0 0,-11 5 0 0,-2-2 0 15,0 1 0-15,-2-4 0 0,-4-2 0 0,2-5 0 16,-3-11 0-16,-6-1 0 0,6-20 0 0,-12 1 0 15,-1-36 0-15,-5 1 0 0,5-1 0 0,-5-3 0 16,5-1 0-16,-5-5 0 0,-3 0 0 0,-4-11 0 16,1 1 0-16,3-13 0 0,-2-7 0 0,0 0 0 0,1 1 0 15,-4-6 0-15,3 1 0 0,-2 0 0 0,-1-6 0 16,0-1 0-16,0-10 0 0,0 9 0 0,2-12 0 16,3 0 0-16,-4-1 0 0,-1 3 0 0,5-7 0 15,-3 3 0-15,-1-3 0 0,-1-5 0 0,0 4 0 16,5 1 0-16,-3 0 0 0,-2-4 0 0,5 3 0 15,-2-6 0-15,-3 3 0 0,0 0 0 0,-2-5 0 16,4 4 0-16,-2-5 0 0,-2 0 0 0,2-13 0 0,-1 19 0 16,1-19 0-16,1 17 0 0,-2-5 0 15,1-12 0-15,-4 14 0 0,4-14 0 0,-3 17 0 16,3-17 0-16,-5 10 0 0,5-10 0 0,-9 13 0 0,1-6 0 16,-4 1 0-16,-2 1 0 0,-2 1 0 15,-6 1 0-15,-7 0 0 0,-18 4 0 0,1-4 0 16,-14 0 0-16,-15 4 0 0,-9-6 0 0,-4 0 0 0,-5 3 0 15,-5-5 0-15,-1 1 0 0,-1-4 0 0,6-8 0 16,-9 8 0-16,5-8 0 0,8-3 0 0,-3-5-17 16,2-9-669-16,4-5-562 0,0-9-1352 0,2-4 598 15</inkml:trace>
  </inkml:traceGroup>
</inkml:ink>
</file>

<file path=ppt/ink/ink17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31T04:04:49.326"/>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F7B7EFD5-618C-48B8-9254-5D45CE47339F}" emma:medium="tactile" emma:mode="ink">
          <msink:context xmlns:msink="http://schemas.microsoft.com/ink/2010/main" type="inkDrawing" rotatedBoundingBox="5259,8015 6194,13413 5026,13615 4090,8218" semanticType="verticalRange" shapeName="Other">
            <msink:sourceLink direction="with" ref="{71C0CF94-80D7-46DF-A1B5-50955DC60E14}"/>
          </msink:context>
        </emma:interpretation>
      </emma:emma>
    </inkml:annotationXML>
    <inkml:trace contextRef="#ctx0" brushRef="#br0">52 348 163 0,'-7'-30'343'0,"7"3"-12"16,-1 1-17-16,1-5 4 0,-2 5 4 0,-1-2-2 0,0 9-13 16,-2-1 1-16,2-6-9 0,-2 1-10 0,3 10 1 15,1-1-12-15,-3 4-4 0,1 4-6 16,3 8-10-16,-5-20-14 0,5 20-12 0,-4-10-19 0,4 10-25 16,-4-10-23-16,4 10-16 0,0 0-21 0,0 0-7 15,0 0 10-15,-6 38 2 0,6-9 5 0,0 16-5 0,5 4 5 0,-2 23 4 16,3 3 9-16,2 0 8 0,1 7-2 0,2 1-12 15,-8 3 12-15,10 7-8 0,0 38 6 0,3-5 3 0,3-1-135 16,-5 6-23-16,1 0 0 0,1 7 0 16,5 2 0-16,-2 1 0 0,-5 0 0 0,17 6 0 0,-12 5 0 15,2 9 0-15,5-4 0 0,-9-2 0 0,-2 3 0 16,9-15 0-16,-2 0 0 0,-1-5 0 0,0-8 0 16,-7-39 0-16,-1 3 0 0,10 34 0 0,-9-35 0 15,-3-3 0-15,10 0 0 0,-18-6 0 0,9-4 0 16,-8 5 0-16,3-10 0 0,-1-2 0 0,1 0 0 15,-6-20 0-15,6 3 0 0,-4-3 0 0,0-5 0 16,2 1 0-16,-2 0 0 0,-3-3 0 0,5-2 0 0,-7-2 0 16,4-1 0-16,1-11 0 0,0-3 0 0,-1-1 0 15,-2 0 0-15,0-4 0 0,0-6 0 0,5-2 0 16,-4 1 0-16,1-4 0 0,-2 1 0 0,0-12 0 16,5 21 0-16,-4-12 0 0,-1-9 0 0,5 15 0 15,-5-15 0-15,5 11 0 0,-5-11 0 0,0 0 0 16,-1 15 0-16,1-15 0 0,0 0 0 0,0 0 0 15,4 11 0-15,-4-11 0 0,0 0 0 0,0 0 0 0,0 0 0 16,0 0 0-16,-8 11 0 0,8-11 0 16,0 0 0-16,0 0 0 0,0 0 0 0,0 0 0 15,0 0 0-15,0 0 0 0,0 0 0 0,0 0 0 0,0 0 0 16,0 0 0-16,0 0 0 0,0 0 0 0,0 0 0 16,0 0 0-16,0 0 0 0,26 5 0 0,-26-5 0 15,32 3 0-15,-14 1 0 0,14-1 0 0,8 5 0 16,6-1 0-16,6-3 0 0,10 4 0 0,15 0 0 15,5-2 0-15,5-9 0 0,-2 6 0 0,-21-3 0 16,15 0 0-16,-1-6-1 0,-20 5-541 0,-2-6-50 16,23-8-67-16,-30 2-408 0,1-4-1155 0,-2 0 512 15</inkml:trace>
  </inkml:traceGroup>
</inkml:ink>
</file>

<file path=ppt/ink/ink17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31T04:06:22.240"/>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8A5315E6-258E-4373-910E-7D9FED0F4E0C}" emma:medium="tactile" emma:mode="ink">
          <msink:context xmlns:msink="http://schemas.microsoft.com/ink/2010/main" type="inkDrawing" rotatedBoundingBox="15287,13327 16205,18903 14782,19137 13863,13562" semanticType="verticalRange" shapeName="Other">
            <msink:sourceLink direction="with" ref="{49B13DEC-754F-4A8D-AA08-D6BEACA7CFB4}"/>
            <msink:sourceLink direction="with" ref="{D90F7E82-1EA4-4D51-8504-EC39134BC36F}"/>
          </msink:context>
        </emma:interpretation>
      </emma:emma>
    </inkml:annotationXML>
    <inkml:trace contextRef="#ctx0" brushRef="#br0">101 154 250 0,'0'0'414'0,"-36"-1"-5"0,19-1-15 0,17 2-20 16,-23-1-10-16,23 1-19 0,0 0-27 0,-27 0-33 16,27 0-31-16,0 0-13 0,0 0-12 0,0 0-11 15,0 0-13-15,62-16-12 0,-30 13-21 0,12-1-12 16,7-5-16-16,0 0-28 0,7 2-6 0,-8-1-14 15,5 1-10-15,-3-1-6 0,3 0-7 0,-4 0-7 16,-1-1-4-16,-7-3-6 0,1 8 2 0,-11-2 4 16,-2 3-3-16,-2-3 3 0,0 1-6 0,-10 2 3 15,-3 1-5-15,5 2 0 0,-21 0 0 0,33 5 1 16,-18 0 1-16,1 4 14 0,-2 4-1 0,1 6 1 16,-1 7 15-16,6 15 4 0,-6 1 9 0,2 7 10 15,-2 4 13-15,4 24-1 0,-3 2 14 0,-1 4-5 0,10 41 16 16,-9 6 5-16,-1-37 1 0,7 45 8 0,1 0-9 15,6-10-150-15,0 8 0 0,-5-1 0 16,4 6 0-16,4 2 0 0,-2 0 0 0,-1 4 0 0,8 0 0 16,-9-5 0-16,-1-7 0 0,4 4 0 0,-7-2 0 15,4 4 0-15,-3-10 0 0,-11-36 0 0,12 40 0 16,-7-3 0-16,0-3 0 0,-10-37 0 0,5 38 0 16,-9-36 0-16,8-7 0 0,-3 40 0 0,-4-35 0 15,-3-5 0-15,-2 1 0 0,1 5 0 0,6-3 0 16,-9 0 0-16,4-7 0 0,2 0 0 0,-2-3 0 15,-2-6 0-15,2-18 0 0,-2 1 0 0,0-4 0 16,5 2 0-16,-5-6 0 0,0 4 0 0,0-5 0 16,0-7 0-16,0-2 0 0,0-11 0 0,1-2 0 15,-1-10 0-15,0-1 0 0,-1 2 0 0,2-7 0 16,-1-10 0-16,0 18 0 0,0-18 0 0,3 12 0 0,-3-12 0 16,0 0 0-16,-4 15 0 0,4-15 0 0,0 0 0 15,0 0 0-15,0 0 0 0,0 0 0 16,0 15 0-16,0-15 0 0,0 0 0 0,0 0 0 0,0 0 0 15,0 0 0-15,-15 3 0 0,15-3 0 0,-34-3 0 16,-9-1 0-16,-8 8 0 0,-9-9 0 0,-29 6 0 16,-8 6 0-16,-2-3 0 0,-5-6 0 0,-41 16 0 15,52-11 0-15,3 1 0 0,5 1 0 0,3 2-1366 16,28-6-1478-16,4 0 654 0</inkml:trace>
  </inkml:traceGroup>
</inkml:ink>
</file>

<file path=ppt/ink/ink17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31T04:05:48.108"/>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77C86085-BF44-4BFB-AB1D-3442A2E29E5A}" emma:medium="tactile" emma:mode="ink">
          <msink:context xmlns:msink="http://schemas.microsoft.com/ink/2010/main" type="writingRegion" rotatedBoundingBox="2945,14303 6345,14303 6345,18709 2945,18709"/>
        </emma:interpretation>
      </emma:emma>
    </inkml:annotationXML>
    <inkml:traceGroup>
      <inkml:annotationXML>
        <emma:emma xmlns:emma="http://www.w3.org/2003/04/emma" version="1.0">
          <emma:interpretation id="{1331B2F2-1474-4EC4-AD4E-5E420347381D}" emma:medium="tactile" emma:mode="ink">
            <msink:context xmlns:msink="http://schemas.microsoft.com/ink/2010/main" type="paragraph" rotatedBoundingBox="2945,14303 6345,14303 6345,18709 2945,18709" alignmentLevel="1"/>
          </emma:interpretation>
        </emma:emma>
      </inkml:annotationXML>
      <inkml:traceGroup>
        <inkml:annotationXML>
          <emma:emma xmlns:emma="http://www.w3.org/2003/04/emma" version="1.0">
            <emma:interpretation id="{FEAB53EE-C1B1-4E59-9695-B6D249BB187D}" emma:medium="tactile" emma:mode="ink">
              <msink:context xmlns:msink="http://schemas.microsoft.com/ink/2010/main" type="line" rotatedBoundingBox="2945,14303 6345,14303 6345,18709 2945,18709"/>
            </emma:interpretation>
          </emma:emma>
        </inkml:annotationXML>
        <inkml:traceGroup>
          <inkml:annotationXML>
            <emma:emma xmlns:emma="http://www.w3.org/2003/04/emma" version="1.0">
              <emma:interpretation id="{EA7BA4ED-5CFD-40AE-A600-1C536301749F}" emma:medium="tactile" emma:mode="ink">
                <msink:context xmlns:msink="http://schemas.microsoft.com/ink/2010/main" type="inkWord" rotatedBoundingBox="2945,14303 6345,14303 6345,18709 2945,18709"/>
              </emma:interpretation>
            </emma:emma>
          </inkml:annotationXML>
          <inkml:trace contextRef="#ctx0" brushRef="#br0">2028 14022 72 0,'-49'24'353'0,"4"-7"-17"0,3 2-8 15,12-8 3-15,1-3 6 0,3 3 25 0,10-6 13 16,3 3 0-16,13-8-23 0,-16 6-30 0,16-6-31 15,0 0-23-15,0 0-20 0,0 0-25 0,0 0-23 16,39-25-21-16,-7 12-18 0,13-1-17 0,4-5-18 16,8 5-25-16,20-9-38 0,4 3-35 0,4 4-44 15,2-3-54-15,6-1-56 0,0 4-49 0,5 2-58 16,-5 7-63-16,7-1-73 0,-14 3-346 0,12 5-776 16,-8 8 344-16</inkml:trace>
          <inkml:trace contextRef="#ctx0" brushRef="#br0" timeOffset="-187.434">1958 13633 50 0,'0'0'416'0,"-10"9"-38"0,10-9-18 0,0 0-21 0,0 0-10 16,0 0-8-16,0 0 3 0,0 0-27 0,0 0-25 16,0 0-5-16,0 0-25 0,0 0-14 0,0 0-18 15,53-9-21-15,-24 8-14 0,5-3-19 0,-4-2-11 16,4 0-15-16,14 2-14 0,-1-5-16 0,2 3-8 16,7 0-11-16,-6 2-8 0,0-5-14 0,-2 7-22 15,2-3-23-15,-5-2-28 0,-2 5-33 0,-1-3-34 16,-13 2-34-16,-4-1-33 0,-2 6-41 0,-23-2-41 15,32 5-44-15,-23 0-37 0,-9-5-56 0,5 9-237 16,-5-9-655-16,0 0 290 0</inkml:trace>
          <inkml:trace contextRef="#ctx0" brushRef="#br0" timeOffset="718.7082">4121 13768 64 0,'-12'-24'406'0,"1"-2"-3"0,3 0 5 0,2 8 0 15,-7-2 23-15,5 2 0 0,0 3-1 0,1-4-18 16,-1 5-16-16,4-2-24 0,0 1-9 0,-2 7-8 16,6 8-6-16,-7-18-12 0,7 18-45 0,-3-11-28 15,3 11-22-15,-6-9-33 0,6 9-15 0,0 0-26 0,0 0-16 16,0 0-9-16,-7 43-9 0,7-9-2 15,0 10-1-15,0 9-11 0,-1 4 12 0,-2 24-3 16,-4-3 1-16,10-1-76 0,-1 5-54 0,-4-1 0 0,4 7 0 16,6 3 0-16,-2 40 0 0,-7-4 0 0,4-36 0 15,0 37 0-15,0-36 0 0,10 41 0 0,-18-47 0 16,4 5 0-16,-1 44 0 0,4-42 0 0,-1 32 0 16,-2-33 0-16,6 36 0 0,-2-37 0 0,-6-3 0 15,8 38 0-15,-2-35 0 0,-3-4 0 0,1 1 0 16,4-5 0-16,-3 3 0 0,-1-6 0 0,3 2 0 15,-1-3 0-15,-3 7 0 0,5-12 0 0,-10-3 0 16,10-17 0-16,-5 2 0 0,3 0 0 0,3-3 0 16,1 0 0-16,-7 0 0 0,1-1 0 0,-1-6 0 15,7 1 0-15,-1-8 0 0,-4-1 0 0,-2-8 0 16,3-2 0-16,-3 0 0 0,3-2 0 0,-3-1 0 0,0-1 0 16,2-3 0-16,1-2 0 0,-2-5 0 15,-1 4 0-15,0-2 0 0,2-7 0 0,-2 8 0 0,0-17 0 16,3 19 0-16,-6-9 0 0,3 4 0 0,0-14 0 15,-2 17 0-15,2-17 0 0,0 0 0 0,0 13 0 16,0-13 0-16,0 0 0 0,-4 12 0 0,4-12 0 16,0 0 0-16,0 0 0 0,4 11 0 0,-4-11 0 15,0 0 0-15,0 0 0 0,0 0 0 0,0 0 0 16,0 0 0-16,0 0 0 0,0 0 0 0,0 0 0 16,0 0 0-16,0 0 0 0,0 0 0 0,28 3 0 15,-28-3 0-15,0 0 0 0,38 1 0 0,-17 2 0 16,5-6 0-16,4 10 0 0,1-3 0 0,14-4 0 15,1-4 0-15,6-3 0 0,2 7 0 0,2 3 0 16,2-3 0-16,0-3 0 0,25-4-130 0,-23 0-334 16,-3 1-52-16,4-1-59 0,-1-4-69 0,-1-1-333 0,18-9-1059 15,-19 2 468-15</inkml:trace>
        </inkml:traceGroup>
      </inkml:traceGroup>
    </inkml:traceGroup>
  </inkml:traceGroup>
</inkml:ink>
</file>

<file path=ppt/ink/ink17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31T04:07:32.040"/>
    </inkml:context>
    <inkml:brush xml:id="br0">
      <inkml:brushProperty name="width" value="0.06667" units="cm"/>
      <inkml:brushProperty name="height" value="0.06667" units="cm"/>
      <inkml:brushProperty name="color" value="#FF0000"/>
      <inkml:brushProperty name="fitToCurve" value="1"/>
    </inkml:brush>
    <inkml:brush xml:id="br1">
      <inkml:brushProperty name="width" value="0.06667" units="cm"/>
      <inkml:brushProperty name="height" value="0.06667" units="cm"/>
      <inkml:brushProperty name="color" value="#24292B"/>
      <inkml:brushProperty name="fitToCurve" value="1"/>
    </inkml:brush>
  </inkml:definitions>
  <inkml:traceGroup>
    <inkml:annotationXML>
      <emma:emma xmlns:emma="http://www.w3.org/2003/04/emma" version="1.0">
        <emma:interpretation id="{C1EFF664-F324-4445-8093-32981065AA7B}" emma:medium="tactile" emma:mode="ink">
          <msink:context xmlns:msink="http://schemas.microsoft.com/ink/2010/main" type="writingRegion" rotatedBoundingBox="2214,808 14562,247 15379,18219 3031,18780"/>
        </emma:interpretation>
      </emma:emma>
    </inkml:annotationXML>
    <inkml:traceGroup>
      <inkml:annotationXML>
        <emma:emma xmlns:emma="http://www.w3.org/2003/04/emma" version="1.0">
          <emma:interpretation id="{A0C523B4-48AC-4846-B06C-5B3E96FA0BBE}" emma:medium="tactile" emma:mode="ink">
            <msink:context xmlns:msink="http://schemas.microsoft.com/ink/2010/main" type="paragraph" rotatedBoundingBox="4059,509 11266,529 11263,1856 4056,1836" alignmentLevel="2"/>
          </emma:interpretation>
        </emma:emma>
      </inkml:annotationXML>
      <inkml:traceGroup>
        <inkml:annotationXML>
          <emma:emma xmlns:emma="http://www.w3.org/2003/04/emma" version="1.0">
            <emma:interpretation id="{E51E2F60-548B-428C-81B2-0B1845B61675}" emma:medium="tactile" emma:mode="ink">
              <msink:context xmlns:msink="http://schemas.microsoft.com/ink/2010/main" type="inkBullet" rotatedBoundingBox="4059,698 4666,700 4665,833 4059,832"/>
            </emma:interpretation>
            <emma:one-of disjunction-type="recognition" id="oneOf0">
              <emma:interpretation id="interp0" emma:lang="" emma:confidence="0">
                <emma:literal>-</emma:literal>
              </emma:interpretation>
            </emma:one-of>
          </emma:emma>
        </inkml:annotationXML>
        <inkml:trace contextRef="#ctx0" brushRef="#br0">98 132 95 0,'0'0'389'16,"-23"-3"-15"-16,23 3-15 0,0 0-14 0,-34 3 0 16,34-3-7-16,-22 0 0 0,22 0-18 0,0 0-20 15,-21 1-29-15,21-1-21 0,0 0-25 0,0 0-18 16,0 0-10-16,0 0-8 0,0 0-21 0,0 0-7 16,43-23-25-16,-15 16-12 0,1 0-27 0,6-5-11 15,-1 5-22-15,11-2-31 0,-2-1-42 0,0-2-48 16,0-3-65-16,1 4-53 0,-2 5-73 0,-7 0-85 15,8 2-105-15,-8 1-234 0,-4 3-727 0,3 2 321 16</inkml:trace>
      </inkml:traceGroup>
      <inkml:traceGroup>
        <inkml:annotationXML>
          <emma:emma xmlns:emma="http://www.w3.org/2003/04/emma" version="1.0">
            <emma:interpretation id="{0B79C3A6-078E-463B-AD0A-6F9C610D2F12}" emma:medium="tactile" emma:mode="ink">
              <msink:context xmlns:msink="http://schemas.microsoft.com/ink/2010/main" type="line" rotatedBoundingBox="5071,512 11266,529 11263,1856 5067,1839">
                <msink:destinationLink direction="with" ref="{412D5134-54FD-489E-A648-A99C10A920C9}"/>
                <msink:destinationLink direction="with" ref="{47602D9C-36CE-42F4-839F-5DFA7DA0ADC6}"/>
              </msink:context>
            </emma:interpretation>
          </emma:emma>
        </inkml:annotationXML>
        <inkml:traceGroup>
          <inkml:annotationXML>
            <emma:emma xmlns:emma="http://www.w3.org/2003/04/emma" version="1.0">
              <emma:interpretation id="{208A8C1B-EA96-4B99-A697-869184EA556E}" emma:medium="tactile" emma:mode="ink">
                <msink:context xmlns:msink="http://schemas.microsoft.com/ink/2010/main" type="inkWord" rotatedBoundingBox="5070,819 5168,820 5166,1595 5068,1594"/>
              </emma:interpretation>
              <emma:one-of disjunction-type="recognition" id="oneOf1">
                <emma:interpretation id="interp1" emma:lang="" emma:confidence="1">
                  <emma:literal/>
                </emma:interpretation>
              </emma:one-of>
            </emma:emma>
          </inkml:annotationXML>
          <inkml:trace contextRef="#ctx0" brushRef="#br0" timeOffset="390.575">1062 197 223 0,'-10'-12'421'15,"5"0"14"-15,5 12 11 0,-6-18 22 0,4 10 8 16,2 8-2-16,-8-15-16 0,8 15-20 0,-6-11-36 0,6 11-31 15,0 0-33-15,0 0-23 0,0 0-21 0,0 0-21 16,0 0-7-16,0 0-12 0,0 0-12 0,-13 46-7 16,13-20-16-16,-1 0-18 0,-1 4-18 0,5 7-16 15,-3-6-14-15,2 6-16 0,1 4-14 0,-1 0-13 16,-2-4-41-16,4-6-69 0,0 11 0 0,2-4 0 16,-6-5 0-16,5-4 0 0,-2 1 0 0,-3-3 0 15,6 1 0-15,-4 0 0 0,4-5 0 0,-2-5 0 16,-1 1-150-16,-2 0-89 0,3-7-45 0,-1 0-52 15,3-3-52-15,-6-9-51 0,8 15-58 0,-1-10-77 16,-7-5-307-16,0 0-955 0,14 5 423 0</inkml:trace>
        </inkml:traceGroup>
        <inkml:traceGroup>
          <inkml:annotationXML>
            <emma:emma xmlns:emma="http://www.w3.org/2003/04/emma" version="1.0">
              <emma:interpretation id="{A5EA4087-AC52-4F4D-9266-B7307B324C03}" emma:medium="tactile" emma:mode="ink">
                <msink:context xmlns:msink="http://schemas.microsoft.com/ink/2010/main" type="inkWord" rotatedBoundingBox="6623,781 7614,783 7612,1527 6621,1524"/>
              </emma:interpretation>
              <emma:one-of disjunction-type="recognition" id="oneOf2">
                <emma:interpretation id="interp2" emma:lang="" emma:confidence="1">
                  <emma:literal/>
                </emma:interpretation>
              </emma:one-of>
            </emma:emma>
          </inkml:annotationXML>
          <inkml:trace contextRef="#ctx0" brushRef="#br0" timeOffset="1484.2148">2793 380 163 0,'0'0'338'0,"0"0"0"0,0 0 5 15,0 0 3-15,0 0-4 0,-34-19-1 0,34 19-5 16,-33-8-20-16,17 2-11 0,1-1-5 0,-4 2-9 16,19 5-11-16,-31-8-20 0,17 1-10 0,-2 1-16 15,3 0-14-15,13 6-7 0,-19-11-13 0,12 2-15 16,7 9 0-16,-9-15-17 0,4 5-12 0,5 10-16 0,5-22-4 16,-4 11-23-16,11 0-8 0,4-8-18 15,-2 5-6-15,7-5-8 0,1 3-6 0,-1 1-9 16,7 5 0-16,-6-2-12 0,5 1-4 0,-3 4-3 15,-1-1-5-15,1 8-4 0,-3-5-5 0,-2 5 2 16,-19 0-1-16,40 7-7 0,-24 3 0 0,5 6-1 16,-7-3-3-16,4 8-3 0,-7 2 2 0,1 1-6 0,-6 2 6 15,-3 3-5-15,-3 1 2 0,-1 2-5 0,-1 7 7 16,-9-1-6-16,1 3-2 0,-3-3-1 0,-1-4 3 16,-2 3 1-16,-4 1-4 0,0 0 3 0,5-16-4 15,-4 5 1-15,1-4 4 0,-1-1-5 0,5 3 1 16,-1-11 0-16,2 1 5 0,4 1-8 0,-1-8 3 15,-1 1-7-15,4 1 6 0,7-10-2 0,-9 9 4 16,9-9-7-16,-7 9 10 0,7-9-8 0,0 0 8 16,0 0 0-16,0 0 9 0,0 0-1 0,0 0 10 15,0 0-1-15,0 0-2 0,57-6 11 0,-57 6-22 16,44-12 9-16,-13 4 6 0,11-6-18 0,-1 6-2 16,3-3-5-16,4 3-42 0,-3 1-35 0,-2 3-40 15,5 0-74-15,-4 4-70 0,5-4-68 0,-4 3-77 0,3 1-82 16,2 0-82-16,-7 0-320 0,12 1-960 0,-10-1 426 15</inkml:trace>
        </inkml:traceGroup>
        <inkml:traceGroup>
          <inkml:annotationXML>
            <emma:emma xmlns:emma="http://www.w3.org/2003/04/emma" version="1.0">
              <emma:interpretation id="{138B21AD-9978-4733-882E-1969BD4AF332}" emma:medium="tactile" emma:mode="ink">
                <msink:context xmlns:msink="http://schemas.microsoft.com/ink/2010/main" type="inkWord" rotatedBoundingBox="8768,667 9212,668 9210,1461 8766,1460"/>
              </emma:interpretation>
              <emma:one-of disjunction-type="recognition" id="oneOf3">
                <emma:interpretation id="interp3" emma:lang="" emma:confidence="0.5">
                  <emma:literal>3</emma:literal>
                </emma:interpretation>
                <emma:interpretation id="interp4" emma:lang="" emma:confidence="0">
                  <emma:literal>z</emma:literal>
                </emma:interpretation>
                <emma:interpretation id="interp5" emma:lang="" emma:confidence="0">
                  <emma:literal>,</emma:literal>
                </emma:interpretation>
                <emma:interpretation id="interp6" emma:lang="" emma:confidence="0">
                  <emma:literal>Z</emma:literal>
                </emma:interpretation>
                <emma:interpretation id="interp7" emma:lang="" emma:confidence="0">
                  <emma:literal>.</emma:literal>
                </emma:interpretation>
              </emma:one-of>
            </emma:emma>
          </inkml:annotationXML>
          <inkml:trace contextRef="#ctx0" brushRef="#br0" timeOffset="2140.4525">4710 162 33 0,'-1'-7'405'0,"1"7"-24"0,-2-19-9 16,2 9 8-16,0 10-6 0,6-23 1 0,-2 15-14 0,5-7-10 16,-1 0-19-16,2 3-14 0,-4-3-11 15,14 6-33-15,-4-1-18 0,3-1-22 0,3-2-23 16,-6 8-21-16,7 0-16 0,-6-1-19 0,1 3-21 0,1 2-7 16,-3-5-17-16,-16 6-8 0,28 2-12 0,-28-2-10 15,22 11-9-15,-14-5-11 0,-1 1-6 0,-1 8-5 16,-4 2-4-16,2 1-7 0,-5-1-6 0,-6 2-4 15,-1-2-12-15,-3 7 0 0,3 1-13 16,-6-3-1-16,1 8-6 0,-2-8-2 0,-1 2-11 0,-1-6 2 16,5-2-2-16,1 3 5 0,2-4-14 0,-4-4-1 15,0 4-4-15,5-5 0 0,0-1 2 0,8-9-1 16,-13 11 4-16,13-11-6 0,-8 7-8 0,8-7 3 16,0 0 10-16,0 0 3 0,0 0 1 0,0 0 5 15,0 0 5-15,0 0 0 0,0 0 4 0,0 0 9 16,35 5 3-16,-35-5 6 0,28 0 0 0,-28 0 6 0,30 0-2 15,-9 3 3-15,-21-3 3 0,35 1 6 16,-15 2 4-16,-3 1-2 0,4 3 1 0,0 1 1 16,-2-1-2-16,-3 4-2 0,0-3 2 0,-1 4-4 0,-3-2-3 15,1 5-2-15,-5-1 6 0,0 1-7 0,-3-1-4 16,-3 5 1-16,-4 0-2 0,-3-2-2 0,2 1 0 16,-8 1 5-16,-4 1-7 0,1-1-3 0,-2 2-5 15,-3-2 0-15,-4-5-16 0,-4 5-20 0,5-6-21 16,-6-3-31-16,-1 0-46 0,2-2-27 0,5-7-23 15,4 2-19-15,-6-3-25 0,24 0-41 0,-37-3-46 16,21-1-65-16,-3-3-362 0,6-2-805 0,8 0 356 16</inkml:trace>
        </inkml:traceGroup>
        <inkml:traceGroup>
          <inkml:annotationXML>
            <emma:emma xmlns:emma="http://www.w3.org/2003/04/emma" version="1.0">
              <emma:interpretation id="{12A95B75-B44E-4BCA-A1D6-15753D4F5769}" emma:medium="tactile" emma:mode="ink">
                <msink:context xmlns:msink="http://schemas.microsoft.com/ink/2010/main" type="inkWord" rotatedBoundingBox="10497,527 11266,529 11263,1856 10493,1853"/>
              </emma:interpretation>
              <emma:one-of disjunction-type="recognition" id="oneOf4">
                <emma:interpretation id="interp8" emma:lang="" emma:confidence="0.5">
                  <emma:literal>4</emma:literal>
                </emma:interpretation>
                <emma:interpretation id="interp9" emma:lang="" emma:confidence="0">
                  <emma:literal>"</emma:literal>
                </emma:interpretation>
                <emma:interpretation id="interp10" emma:lang="" emma:confidence="0">
                  <emma:literal>,</emma:literal>
                </emma:interpretation>
                <emma:interpretation id="interp11" emma:lang="" emma:confidence="0">
                  <emma:literal>q</emma:literal>
                </emma:interpretation>
                <emma:interpretation id="interp12" emma:lang="" emma:confidence="0">
                  <emma:literal>9</emma:literal>
                </emma:interpretation>
              </emma:one-of>
            </emma:emma>
          </inkml:annotationXML>
          <inkml:trace contextRef="#ctx0" brushRef="#br0" timeOffset="2734.1284">6746-145 413 0,'5'-17'588'0,"-5"17"-62"0,0 0-56 0,5-9-34 16,-5 9-16-16,0 0-2 0,0 0-26 0,0 0-22 16,0 0-18-16,0 0-32 0,0 0-32 0,-36 36-22 15,24-13-18-15,0-3-17 0,-5 2-34 0,-1 1-17 16,-8 12-16-16,4 0-17 0,-1 3-13 0,1-3-15 16,-4 1-12-16,6 1-8 0,2 0-12 0,-1 1-16 15,6-11-4-15,-2 1-6 0,4-1-4 0,1-4-6 16,9 1-8-16,1-5-10 0,0 2-22 0,6-2 2 15,1-4-7-15,7 2 0 0,7-3-15 0,-5-3 7 16,11 1-13-16,4-5 1 0,2 0 1 0,12-3-8 16,2-1 0-16,-2-6 4 0,3-5-1 0,-3 3 4 15,0-2 5-15,0-5 1 0,-5 2 8 0,0-3 3 0,-10 1 8 16,-1-1 12-16,-3 0 4 0,-2 0 4 0,-3-5 7 16,-2-1 4-16,-9 5 3 0,3-2 15 15,-5-4 12-15,0 1 5 0,-3 1 9 0,-4 2 8 0,-1-5-11 16,2 7 8-16,-4-1 6 0,1 3-16 0,1 12-81 15,-5-19 0-15,3 8 0 0,2 11 0 0,0 0 0 16,-6-15 0-16,6 15 0 0,0 0 0 0,-7-11 0 16,7 11 0-16,0 0 0 0,0 0 0 0,0 0 0 15,-8 33 0-15,8-14 0 0,0 9 0 0,7 10 0 16,-6 2 0-16,4 6 0 0,-3 2 0 0,4 6 0 16,-4 0 0-16,4-1 0 0,1 3 0 0,-6-3 0 15,7 20 0-15,-5-19 0 0,-3 2-66 0,0-6-369 0,-6 2-85 16,6-3-94-16,-8 2-479 0,0 1-1184 0,-2-9 524 15</inkml:trace>
        </inkml:traceGroup>
      </inkml:traceGroup>
    </inkml:traceGroup>
    <inkml:traceGroup>
      <inkml:annotationXML>
        <emma:emma xmlns:emma="http://www.w3.org/2003/04/emma" version="1.0">
          <emma:interpretation id="{DDC0DD9C-CA75-4833-971E-D81B1F855235}" emma:medium="tactile" emma:mode="ink">
            <msink:context xmlns:msink="http://schemas.microsoft.com/ink/2010/main" type="paragraph" rotatedBoundingBox="5011,2400 11312,2208 11346,3320 5045,3513" alignmentLevel="3"/>
          </emma:interpretation>
        </emma:emma>
      </inkml:annotationXML>
      <inkml:traceGroup>
        <inkml:annotationXML>
          <emma:emma xmlns:emma="http://www.w3.org/2003/04/emma" version="1.0">
            <emma:interpretation id="{06565B83-9D4E-4EAF-8333-6A55F3AB2307}" emma:medium="tactile" emma:mode="ink">
              <msink:context xmlns:msink="http://schemas.microsoft.com/ink/2010/main" type="line" rotatedBoundingBox="5011,2400 11312,2208 11346,3320 5045,3513">
                <msink:destinationLink direction="with" ref="{412D5134-54FD-489E-A648-A99C10A920C9}"/>
                <msink:destinationLink direction="with" ref="{47602D9C-36CE-42F4-839F-5DFA7DA0ADC6}"/>
              </msink:context>
            </emma:interpretation>
          </emma:emma>
        </inkml:annotationXML>
        <inkml:traceGroup>
          <inkml:annotationXML>
            <emma:emma xmlns:emma="http://www.w3.org/2003/04/emma" version="1.0">
              <emma:interpretation id="{61AD14E5-C021-47D5-910A-4D5E11A1620E}" emma:medium="tactile" emma:mode="ink">
                <msink:context xmlns:msink="http://schemas.microsoft.com/ink/2010/main" type="inkWord" rotatedBoundingBox="5017,2615 5541,2599 5557,3142 5034,3158"/>
              </emma:interpretation>
              <emma:one-of disjunction-type="recognition" id="oneOf5">
                <emma:interpretation id="interp13" emma:lang="" emma:confidence="1">
                  <emma:literal/>
                </emma:interpretation>
              </emma:one-of>
            </emma:emma>
          </inkml:annotationXML>
          <inkml:trace contextRef="#ctx0" brushRef="#br0" timeOffset="3968.4174">1060 1937 140 0,'-5'-11'329'0,"5"11"-2"16,0 0-2-16,0 0-7 0,0 0-3 0,0 0-16 15,0 0-11-15,0 0-4 0,0 0-3 0,0 0 7 16,-20 26 10-16,15-14-10 0,-2 2-7 0,-2-1-2 16,4 5-16-16,-5-3-6 0,5 4-15 0,-1 0-18 15,1 0-14-15,2 7-12 0,0-8-15 0,-4 8 7 16,4-2-35-16,2 2-14 0,1-11-13 0,3 10-13 0,5-1 7 15,-5-7-27-15,2 2-12 0,8 3-7 0,3-2-6 16,0 0-4-16,-5-5 1 0,10 3 3 16,0-1-12-16,-2-10-6 0,5 7 1 0,2-6 9 0,-2-2 6 15,3-2 2-15,-5-4 4 0,7-4-2 0,-3 1-1 16,-3-1 1-16,5-3 1 0,-10 0 1 0,1-2 3 16,1 1-57-16,-4-1-20 0,0-3 0 0,-2-2 0 15,4-2 0-15,-9-1 0 0,3-2 0 0,-4-3 0 16,0-4 0-16,-7 0 0 0,-1-1 0 0,-3 0 0 15,-3-4 0-15,-6 0 0 0,1 4 0 0,0 1 0 16,-4-3 0-16,-1 6 0 0,-3-1 0 0,-2-1 0 16,-1 8 0-16,3 5 0 0,-1-2 0 0,1 2 0 0,-2 4 0 15,2 3 0-15,1 3 0 0,-1 1 0 0,19 1 0 16,-35 9 0-16,17-2-101 0,4 4-177 16,-1-1-56-16,2 6-66 0,5-1-73 0,2 0-82 0,0 0-454 15,4 2-1092-15,5-1 484 0</inkml:trace>
        </inkml:traceGroup>
        <inkml:traceGroup>
          <inkml:annotationXML>
            <emma:emma xmlns:emma="http://www.w3.org/2003/04/emma" version="1.0">
              <emma:interpretation id="{6B70A4EA-F106-4EFD-B5F6-7D614584282D}" emma:medium="tactile" emma:mode="ink">
                <msink:context xmlns:msink="http://schemas.microsoft.com/ink/2010/main" type="inkWord" rotatedBoundingBox="7292,2331 7383,2328 7402,2951 7312,2954"/>
              </emma:interpretation>
            </emma:emma>
          </inkml:annotationXML>
          <inkml:trace contextRef="#ctx0" brushRef="#br0" timeOffset="4452.7876">3274 1691 327 0,'-13'-12'481'0,"13"12"-1"0,-4-14 9 0,4 14 14 16,-7-8 13-16,7 8 1 0,-5-12-15 0,5 12-23 16,0 0-27-16,0 0-34 0,-6-13-36 0,6 13-31 15,0 0-20-15,0 0-24 0,0 0-24 0,0 0-21 0,0 0-24 16,0 0-19-16,0 0-19 0,-6 33-20 15,10-12-5-15,-2 5-76 0,1 1-99 0,7 11 0 0,-9-8 0 16,7 8 0-16,-3-7 0 0,3 5 0 0,0-5 0 16,-1-2 0-16,1 10 0 0,-2-11 0 0,-1-1 0 15,3 4 0-15,0-6 0 0,-3-2 0 0,-4-4 0 16,4 0-74-16,-2-5-334 0,-1 0-72 0,-2-2-85 16,-2 4-546-16,2-16-1203 0,-1 14 531 0</inkml:trace>
        </inkml:traceGroup>
        <inkml:traceGroup>
          <inkml:annotationXML>
            <emma:emma xmlns:emma="http://www.w3.org/2003/04/emma" version="1.0">
              <emma:interpretation id="{70F82A3F-36A4-4226-B108-D2BE8EBE5B26}" emma:medium="tactile" emma:mode="ink">
                <msink:context xmlns:msink="http://schemas.microsoft.com/ink/2010/main" type="inkWord" rotatedBoundingBox="9000,2310 11313,2239 11346,3320 9033,3391"/>
              </emma:interpretation>
              <emma:one-of disjunction-type="recognition" id="oneOf6">
                <emma:interpretation id="interp14" emma:lang="" emma:confidence="0.5">
                  <emma:literal>2</emma:literal>
                </emma:interpretation>
                <emma:interpretation id="interp15" emma:lang="" emma:confidence="0">
                  <emma:literal>.</emma:literal>
                </emma:interpretation>
                <emma:interpretation id="interp16" emma:lang="" emma:confidence="0">
                  <emma:literal>z</emma:literal>
                </emma:interpretation>
                <emma:interpretation id="interp17" emma:lang="" emma:confidence="0">
                  <emma:literal>I</emma:literal>
                </emma:interpretation>
                <emma:interpretation id="interp18" emma:lang="" emma:confidence="0">
                  <emma:literal>Q</emma:literal>
                </emma:interpretation>
              </emma:one-of>
            </emma:emma>
          </inkml:annotationXML>
          <inkml:trace contextRef="#ctx0" brushRef="#br0" timeOffset="5296.4577">5177 1860 142 0,'-26'0'279'15,"26"0"-5"-15,-37-5-4 0,23 5-5 0,14 0-15 0,-29-5 0 16,16 3-7-16,13 2-9 0,-24-7-5 0,24 7-16 15,-19-10 1-15,19 10-11 0,-16-7-2 0,16 7 3 16,-6-9-1-16,6 9-4 0,0 0-6 0,-13-12-9 16,13 12-11-16,-8-8-10 0,8 8-13 0,0 0-10 15,6-19-6-15,-6 19 0 0,10-14-2 0,-10 14-1 16,17-11-11-16,-17 11-1 0,18-8 10 0,-7 4-11 16,-11 4-3-16,24-4-13 0,-6 1-11 0,-18 3-13 15,34 11-5-15,-17-8-10 0,-4 5-3 0,3 8-9 0,0 0 1 16,-1 8-5-16,-4 0-10 0,-1-1-6 15,-2 3 11-15,-5 2-13 0,2-1-5 0,-7 3-10 16,-4-1 0-16,-6 2-5 0,1 5 7 0,1-7-17 16,-10 8 3-16,5-11 0 0,2 0 3 0,-8-4-6 15,5 4-1-15,-3-3 3 0,-5-1 2 0,5-2-3 16,6-7 0-16,-3-3-3 0,3 1 3 0,4 3 1 0,-4-10 1 16,13-4 2-16,-10 12 1 0,10-12-3 0,0 0 4 15,0 0 5-15,0 0 13 0,0 0 9 0,0 0 1 16,0 0 2-16,0 0-4 0,59-10-1 0,-31 4 2 15,2 3-5-15,12-8 9 0,1 3-16 0,1 2-4 16,5-3-5-16,-5 4-35 0,5-2-38 0,-4 2-68 16,3 0-77-16,4 0-84 0,-4-1-97 0,-3-4-113 15,1 7-437-15,-1-3-1015 0,-1 6 449 0</inkml:trace>
          <inkml:trace contextRef="#ctx0" brushRef="#br0" timeOffset="5871.7472">6648 1684 171 0,'2'-9'438'0,"-2"9"-17"0,13-17-6 0,0 4 18 0,-2 1 14 15,5-1-7-15,-2 0-18 0,1 2-28 0,-1 0-27 16,4 1-41-16,1 4-31 0,-1 2-26 0,1-2-31 16,2 3-23-16,-5 0-26 0,-16 3-19 0,0 0-14 15,42 7-20-15,-31 3-15 0,-3 1-8 0,-2 4-12 16,-3 1-16-16,-1 2-8 0,-2 5-16 0,-2 8-15 15,1-15-1-15,-10 12-14 0,3 2-10 0,-2 0-11 0,-3-3-7 16,-3-1-3-16,2-1-4 0,-4 1-17 16,0-2-8-16,-1-2-2 0,1-3-2 0,1 0 0 15,2-5 8-15,1-6-12 0,-1 5-3 0,7-7 7 0,0 1 6 16,8-7-1-16,-19 11-1 0,19-11-3 0,-8 5 0 16,8-5 3-16,0 0 3 0,0 0 6 0,0 0 4 15,0 0 9-15,0 0 2 0,0 0 5 0,40-34 11 16,-25 25 5-16,10-5 5 0,1 6 11 0,1 1 14 15,2 0 18-15,3-2 23 0,0 3 9 0,0 3 10 16,-3-2 8-16,5 10-2 0,-5-2-5 0,6 3 1 16,2 10-12-16,-8-5 1 0,0 1-13 0,-2 7-11 15,-4 1-4-15,-4 4-7 0,-3 2-17 0,-2 0 3 16,-6 1-3-16,-1 1-4 0,-7 5-10 0,0-5-9 16,-8 10-14-16,-2-11-12 0,-9 0-33 0,-12 3-28 15,-7 4-54-15,-7 1-62 0,-29 1-83 0,-8-4-66 16,0-1-60-16,-1-4-14 0,1-2-7 0,5 1-20 0,-6-6-423 15,1 3-926-15,23-8 410 0</inkml:trace>
        </inkml:traceGroup>
      </inkml:traceGroup>
    </inkml:traceGroup>
    <inkml:traceGroup>
      <inkml:annotationXML>
        <emma:emma xmlns:emma="http://www.w3.org/2003/04/emma" version="1.0">
          <emma:interpretation id="{E0892A8E-5796-4555-A2A8-7E8BEFBF9D39}" emma:medium="tactile" emma:mode="ink">
            <msink:context xmlns:msink="http://schemas.microsoft.com/ink/2010/main" type="paragraph" rotatedBoundingBox="5078,3830 11570,3740 11585,4756 5092,4846" alignmentLevel="3"/>
          </emma:interpretation>
        </emma:emma>
      </inkml:annotationXML>
      <inkml:traceGroup>
        <inkml:annotationXML>
          <emma:emma xmlns:emma="http://www.w3.org/2003/04/emma" version="1.0">
            <emma:interpretation id="{650679EC-0248-4299-A344-8096497ED4D3}" emma:medium="tactile" emma:mode="ink">
              <msink:context xmlns:msink="http://schemas.microsoft.com/ink/2010/main" type="line" rotatedBoundingBox="5078,3830 11570,3740 11585,4756 5092,4846">
                <msink:destinationLink direction="with" ref="{412D5134-54FD-489E-A648-A99C10A920C9}"/>
                <msink:destinationLink direction="with" ref="{47602D9C-36CE-42F4-839F-5DFA7DA0ADC6}"/>
              </msink:context>
            </emma:interpretation>
          </emma:emma>
        </inkml:annotationXML>
        <inkml:traceGroup>
          <inkml:annotationXML>
            <emma:emma xmlns:emma="http://www.w3.org/2003/04/emma" version="1.0">
              <emma:interpretation id="{B7051E47-66A5-492D-9BF6-CFAE40FD39A5}" emma:medium="tactile" emma:mode="ink">
                <msink:context xmlns:msink="http://schemas.microsoft.com/ink/2010/main" type="inkWord" rotatedBoundingBox="5082,4126 5688,4118 5698,4791 5092,4799"/>
              </emma:interpretation>
              <emma:one-of disjunction-type="recognition" id="oneOf7">
                <emma:interpretation id="interp19" emma:lang="" emma:confidence="1">
                  <emma:literal/>
                </emma:interpretation>
              </emma:one-of>
            </emma:emma>
          </inkml:annotationXML>
          <inkml:trace contextRef="#ctx0" brushRef="#br0" timeOffset="6731.0603">1124 3548 297 0,'-12'-12'330'0,"12"12"-5"0,0 0-5 16,0-10-1-16,0 10-14 0,0 0-5 0,0 0-14 0,0 0-19 16,0 0-12-16,0 0-13 0,0 0-1 0,0 0 13 15,-31 19-5-15,31-19-5 0,-13 21-6 0,8-4-17 16,-3-2-8-16,0 7-14 0,2-3-8 0,0 4-14 15,4 3-8-15,-4 0-17 0,6 1-13 0,0 3-13 16,0-4-12-16,4 2-10 0,4-1-10 0,-1 0-9 16,-4 0-8-16,11-1-10 0,6-4-5 0,-6 4-7 15,5-3-7-15,5-3 6 0,-3-4-12 0,5 3-2 16,3-6 1-16,-3 0-6 0,7-7-1 0,-4-3 0 16,2 0-1-16,-1-3 1 0,-1-3 4 0,-3-1-3 15,3-7-1-15,-4-4-3 0,2 3 6 0,-4-9-1 0,-1 2 13 16,-2-4 11-16,-3 1-5 0,-2-1 3 15,-1-4-7-15,-3-2-2 0,-4-1 12 0,-4-9-4 16,-3 7-7-16,-3-6-3 0,-8-3-1 0,1 3-7 0,-8 4-7 16,-1 0-8-16,-5 0 2 0,8 8-18 0,-8-1 5 15,-2 6-6-15,4 2-7 0,-4 3-11 0,4 5-13 16,-1 1-6-16,-1 5-9 0,-6-2-14 0,6 6-15 16,-4 2-13-16,1 3-24 0,11 1-27 0,-5 2-32 15,-3 2-36-15,5 3-53 0,6 0-48 0,2 3-45 16,-1 3-64-16,6-6-79 0,3 7-403 0,4-2-966 15,4 3 427-15</inkml:trace>
        </inkml:traceGroup>
        <inkml:traceGroup>
          <inkml:annotationXML>
            <emma:emma xmlns:emma="http://www.w3.org/2003/04/emma" version="1.0">
              <emma:interpretation id="{4CC54DDA-AA99-46F0-9A44-C28C72F58BAA}" emma:medium="tactile" emma:mode="ink">
                <msink:context xmlns:msink="http://schemas.microsoft.com/ink/2010/main" type="inkWord" rotatedBoundingBox="7498,3796 7652,3794 7664,4661 7510,4663"/>
              </emma:interpretation>
              <emma:one-of disjunction-type="recognition" id="oneOf8">
                <emma:interpretation id="interp20" emma:lang="" emma:confidence="1">
                  <emma:literal/>
                </emma:interpretation>
              </emma:one-of>
            </emma:emma>
          </inkml:annotationXML>
          <inkml:trace contextRef="#ctx0" brushRef="#br0" timeOffset="7106.0622">3557 3382 439 0,'-4'-19'486'0,"4"19"-27"16,0-15-8-16,0 15 26 0,-1-14 18 0,1 14 6 15,0-14-10-15,0 14-20 0,0 0-27 0,1-12-35 16,-1 12-38-16,0 0-35 0,0 0-28 0,0 0-18 16,0 0-18-16,0 0-16 0,0 0-18 0,0 0-13 0,-1 40-11 15,1-23-17-15,-5 13-17 0,0-4-15 0,0 4-149 16,5 1-16-16,0 8 0 0,0 2 0 16,-4-2 0-16,2 0 0 0,2 1 0 0,6-10 0 0,-7 1 0 15,2-1 0-15,4-1 0 0,-3-3 0 0,7 0-325 16,-2-3-125-16,-1 1-92 0,1-5-126 0,1 0-367 15,3-6-1121-15,0-1 497 0</inkml:trace>
          <inkml:trace contextRef="#ctx0" brushRef="#br0" timeOffset="27372.2354">3531 3102 80 0,'0'0'82'15,"0"0"-14"-15,0 0-11 0,-21-4-1 0,21 4-10 16,0 0-18-16,-24-1-1 0,24 1-21 0,0 0-21 15,-27 1-24-15,27-1-27 0,-21 4-72 0,21-4 32 16</inkml:trace>
        </inkml:traceGroup>
        <inkml:traceGroup>
          <inkml:annotationXML>
            <emma:emma xmlns:emma="http://www.w3.org/2003/04/emma" version="1.0">
              <emma:interpretation id="{138A9834-B06A-40EA-AB4E-EEDF9D85D8BA}" emma:medium="tactile" emma:mode="ink">
                <msink:context xmlns:msink="http://schemas.microsoft.com/ink/2010/main" type="inkWord" rotatedBoundingBox="9251,4005 11574,3973 11585,4756 9262,4788"/>
              </emma:interpretation>
              <emma:one-of disjunction-type="recognition" id="oneOf9">
                <emma:interpretation id="interp21" emma:lang="" emma:confidence="1">
                  <emma:literal/>
                </emma:interpretation>
              </emma:one-of>
            </emma:emma>
          </inkml:annotationXML>
          <inkml:trace contextRef="#ctx0" brushRef="#br0" timeOffset="8370.8079">7056 3405 87 0,'0'0'402'0,"-10"-16"-38"0,10 16-15 0,0 0-16 0,10-24 10 0,-2 19 2 0,-8 5-12 0,17-15-1 0,-2 5-10 15,1 2-12-15,0 0-27 0,5-1-18 0,-7 4-23 16,7 1-27-16,0 0-19 0,-2 3-17 16,-19 1-12-16,39 0-18 0,-20 7-16 0,-3-5-13 0,-16-2-14 15,27 10-14-15,-12-5-13 0,-7 2-1 0,0 4-13 16,0 5-8-16,-2-5-8 0,-6 6-2 0,0-1-6 16,0-1-5-16,-6 4-6 0,3-1-2 0,-9-1-5 15,3-2-6-15,-4 5-1 0,-3 0 0 0,-3 3-2 16,6-9-4-16,-3 1-2 0,3-3-2 0,2 2-3 15,-4-5 0-15,4-2-1 0,5 3 1 0,6-10 0 16,-15 9 1-16,15-9-2 0,0 0-5 0,-9 7 4 16,9-7-1-16,0 0 3 0,0 0 0 0,0 0-2 15,0 0 3-15,0 0-2 0,0 0 5 0,0 0 0 16,0 0 3-16,0 0 0 0,44-25 7 0,-31 20 5 16,3-3 7-16,2 4-4 0,0-1 5 0,2 1-2 0,1 4 7 15,-21 0 4-15,44 3 7 0,-17 1-2 0,-6 5-3 16,-4-4 4-16,4 0-2 0,-6 9-13 15,-1-3 6-15,-3 6-6 0,-3-3 7 0,0 8-11 0,-8 4-2 16,-1-7-10-16,-4 3-9 0,-5 8-4 0,-2-4-2 16,-1 0-12-16,-3-1-11 0,-13 5-15 0,6-5-7 15,-2-3-16-15,-7 3-15 0,6-5-13 0,-3-1-11 16,-6-3-12-16,-4 3-10 0,7-9-18 0,3-6-10 16,0 0-9-16,-4-4-11 0,2 0-8 0,1-4-6 15,-2 1-20-15,1-4-18 0,2-6-24 0,-1 3-15 16,3-6-22-16,-1-3-18 0,7 0-62 0,-1-3-209 15,-1-12-621-15,9 8 275 0</inkml:trace>
          <inkml:trace contextRef="#ctx0" brushRef="#br0" timeOffset="7699.7427">5257 3502 163 0,'0'0'344'0,"-21"-6"-15"0,21 6-8 0,-14-3 5 16,14 3 4-16,-14-11 0 0,14 11-24 0,-10-12-16 15,10 12-13-15,-5-14-10 0,5 14-12 0,11-19-21 16,-7 7-14-16,7 0-16 0,-2 1-19 0,4 0-7 16,2 0-29-16,-1-4-3 0,2 5-8 0,3 3-5 0,-1-3-8 15,3 1-9-15,-3 3-3 0,-2-1-13 0,1-1-8 16,2 5-5-16,2 1-5 0,-21 2-1 15,31 2-7-15,-12 1-6 0,-3 1-6 0,-3 6-10 0,1 2-4 16,-6-7-4-16,5 13-8 0,-6-1-2 0,-6 0 0 16,4 9-3-16,-5 0-4 0,-5-2-4 15,-1 4-5-15,-2-2-3 0,-7 12-1 0,3-14 6 0,-3 2-10 16,1 0 0-16,-4 7-3 0,0-8-3 0,4-1 4 16,-2 0 1-16,-3-4-1 0,3 0-2 0,-5 3 2 15,11-13-7-15,-4 7 4 0,1-6 0 0,5-1-1 16,-3 1 2-16,3-3-1 0,8-8 4 0,-15 16 1 15,15-16 4-15,-8 7 8 0,8-7 6 0,2 14 7 16,-2-14 8-16,0 0-1 0,14 10-10 0,-14-10 0 16,21 0-3-16,-21 0-2 0,42-2-7 0,-13 2 0 15,6-7 3-15,8-1-28 0,7 1-11 0,-2-4-29 16,3-1-45-16,1 4-68 0,-1-3-89 0,-1 3-100 16,3-3-114-16,-3 8-478 0,-6-8-1018 0,1-2 450 15</inkml:trace>
        </inkml:traceGroup>
      </inkml:traceGroup>
    </inkml:traceGroup>
    <inkml:traceGroup>
      <inkml:annotationXML>
        <emma:emma xmlns:emma="http://www.w3.org/2003/04/emma" version="1.0">
          <emma:interpretation id="{FCECB3DA-E4CA-4262-90CB-9F3E5597152F}" emma:medium="tactile" emma:mode="ink">
            <msink:context xmlns:msink="http://schemas.microsoft.com/ink/2010/main" type="paragraph" rotatedBoundingBox="2447,6679 12070,6005 12205,7930 2582,8603" alignmentLevel="1"/>
          </emma:interpretation>
        </emma:emma>
      </inkml:annotationXML>
      <inkml:traceGroup>
        <inkml:annotationXML>
          <emma:emma xmlns:emma="http://www.w3.org/2003/04/emma" version="1.0">
            <emma:interpretation id="{44907544-B14A-462F-ACDB-99D9D0321340}" emma:medium="tactile" emma:mode="ink">
              <msink:context xmlns:msink="http://schemas.microsoft.com/ink/2010/main" type="inkBullet" rotatedBoundingBox="2447,6679 5647,6455 5746,7871 2546,8095"/>
            </emma:interpretation>
          </emma:emma>
        </inkml:annotationXML>
        <inkml:trace contextRef="#ctx0" brushRef="#br0" timeOffset="70766.8788">-1422 7292 53 0,'-24'15'335'0,"0"-1"-32"0,8-2-17 15,3-1-11-15,5-7-12 0,0 7 2 0,8-11 5 16,-1 14-14-16,1-14 11 0,0 0-2 0,16 16-17 0,0-13-14 16,13-3-19-16,4-2-12 0,17-2-22 0,5-8-18 15,2 5-21-15,3-1-9 0,1 0-6 0,0 1-36 16,-5 0-26-16,2-11-40 0,-2 6-39 0,1 4-39 15,-7-3-42-15,-7 3-49 0,-1 1-50 0,-6 3-54 16,-8-3-57-16,-5 4-297 0,-4 2-653 0,-19 1 289 16</inkml:trace>
        <inkml:trace contextRef="#ctx0" brushRef="#br0" timeOffset="70579.3877">-1422 6915 238 0,'0'0'412'16,"0"0"-38"-16,-27-2-33 0,27 2-20 0,0 0-23 15,0 0-11-15,0 0 2 0,0 0-6 0,0 0-15 16,0 0-18-16,0 0-11 0,0 0-20 0,0 0-14 15,0 0-20-15,0 0-20 0,72 6-13 0,-38-3-16 0,-4-1-12 16,6 0-15-16,12-1-12 0,0-1-13 16,-3 0-10-16,1-1-18 0,-1 1-22 0,-1-2-31 0,-9 2-26 15,8 0-41-15,-12-2-42 0,1 0-32 0,-7 1-44 16,-4 1-46-16,-21 0-60 0,34-4-74 16,-34 4-280-16,0 0-696 0,14 4 308 0</inkml:trace>
        <inkml:trace contextRef="#ctx0" brushRef="#br0" timeOffset="105255.5049">621 5940 225 0,'0'0'301'0,"0"0"-28"0,0 0-29 15,0 0-23-15,33-23-21 0,-17 16-21 0,10-2-18 16,1-1-19-16,2-2-32 0,10-2-46 0,4-2-45 15,5 7-56-15,-5-4-58 0,1-2-240 0,-1 5-362 16,-8 2 160-16</inkml:trace>
        <inkml:trace contextRef="#ctx0" brushRef="#br0" timeOffset="105563.9564">1604 6006 131 0,'-32'-25'425'0,"32"25"-4"0,0 0-7 16,-11-11-36-16,11 11-26 0,0 0-2 0,-8-10-4 16,8 10-18-16,0 0-23 0,0 0-21 0,0 0-14 15,0 0-9-15,-16 43-8 0,11-19-9 0,5 7-16 0,0 9-12 16,-2 5-19-16,6-4-20 0,-6 8-16 0,2 0-14 15,0 0-13-15,5 3-14 0,-5 0-17 0,1-3-2 16,1 4-16-16,-2-1-5 0,0-3-17 0,2 0-21 16,-2-2-36-16,0 0-47 0,0-8-61 0,0-3-51 15,3-6-75-15,-2-4-76 0,1 0-77 0,3-7-119 16,-5-4-320-16,1-3-886 0,6-5 392 0</inkml:trace>
      </inkml:traceGroup>
      <inkml:traceGroup>
        <inkml:annotationXML>
          <emma:emma xmlns:emma="http://www.w3.org/2003/04/emma" version="1.0">
            <emma:interpretation id="{0D3354D7-1A30-4F04-931C-734DC85742D6}" emma:medium="tactile" emma:mode="ink">
              <msink:context xmlns:msink="http://schemas.microsoft.com/ink/2010/main" type="line" rotatedBoundingBox="7246,6646 12091,6307 12205,7930 7359,8269">
                <msink:destinationLink direction="with" ref="{4281A8E9-7DB4-44EC-9772-26B8E99DF8BA}"/>
                <msink:destinationLink direction="with" ref="{87996F2B-EAE8-4989-87F8-26D0D279A240}"/>
              </msink:context>
            </emma:interpretation>
          </emma:emma>
        </inkml:annotationXML>
        <inkml:traceGroup>
          <inkml:annotationXML>
            <emma:emma xmlns:emma="http://www.w3.org/2003/04/emma" version="1.0">
              <emma:interpretation id="{82D637AA-DF94-4501-B475-FB4AAC328AFE}" emma:medium="tactile" emma:mode="ink">
                <msink:context xmlns:msink="http://schemas.microsoft.com/ink/2010/main" type="inkWord" rotatedBoundingBox="7246,6646 9845,6464 9920,7536 7321,7718"/>
              </emma:interpretation>
              <emma:one-of disjunction-type="recognition" id="oneOf10">
                <emma:interpretation id="interp22" emma:lang="" emma:confidence="0.5">
                  <emma:literal>3</emma:literal>
                </emma:interpretation>
                <emma:interpretation id="interp23" emma:lang="" emma:confidence="0">
                  <emma:literal>}</emma:literal>
                </emma:interpretation>
                <emma:interpretation id="interp24" emma:lang="" emma:confidence="0">
                  <emma:literal>b</emma:literal>
                </emma:interpretation>
                <emma:interpretation id="interp25" emma:lang="" emma:confidence="0">
                  <emma:literal>s</emma:literal>
                </emma:interpretation>
                <emma:interpretation id="interp26" emma:lang="" emma:confidence="0">
                  <emma:literal>5</emma:literal>
                </emma:interpretation>
              </emma:one-of>
            </emma:emma>
          </inkml:annotationXML>
          <inkml:trace contextRef="#ctx0" brushRef="#br0" timeOffset="106907.5552">5344 5885 47 0,'0'-17'273'0,"0"17"-11"0,0 0-7 0,6-19-7 16,1 12-5-16,-7 7-12 0,13-10-11 0,-7 1-23 16,4 2-8-16,4 0-7 0,-14 7-10 0,29-8-17 15,-18 3-5-15,5-1-7 0,-16 6-2 0,27-3 6 0,-27 3-1 16,29 0-8-16,-29 0-16 0,24 2-16 0,-24-2 9 16,21 10-10-16,-13-7-4 0,-8-3-6 15,13 18-13-15,-6-6 0 0,-4 3 0 0,0 3 0 0,-1-1-15 16,-4 2-5-16,-3 5-3 0,-1 2-11 0,3 0-8 15,-5 1-2-15,1-1-4 0,-6 4 0 0,4-3-18 16,-4-1 15-16,-5-1-6 0,4-1-1 0,-1-2-8 16,1 1-15-16,-2-4-10 0,6-5-6 0,-3 1-14 15,2-4-5-15,3 4-15 0,0-7-12 0,-2 0 10 16,10-8 1-16,-14 11-3 0,14-11-1 0,-11 11-6 16,11-11 14-16,-7 5 2 0,7-5 4 0,0 0-1 0,0 0 7 15,0 0 3-15,0 0 4 0,0 0 1 0,0 0 14 16,0 0 29-16,0 0 25 0,34-24 14 15,-34 24 4-15,24-7 28 0,-5 0 2 0,-4 3 4 0,4 0 4 16,-19 4 5-16,45-4 8 0,-16 8 0 0,-2-1 9 16,2-1 3-16,-5-2 8 0,3 8 1 0,2-1 13 15,-8-1-4-15,-2 1-12 0,-1 1-17 0,1 3 1 16,2 5-8-16,-8-2-13 0,-2 2-4 0,2 2-5 16,-5-1-7-16,-2 8-14 0,-1 0 5 0,-5 2-9 15,-3 1-13-15,-5 1 5 0,-2 9-2 0,-4 0-10 16,-7-3-2-16,-1-4-3 0,-4 2 1 0,2-10 0 0,-10 4-31 15,-4-3-19-15,-1-2-31 0,1-4-26 0,-2-3-34 16,-1-4-44-16,8-4-48 0,-9-6-39 0,7-2-55 16,-1-5-38-16,6-2-59 0,3-9-87 0,-12-1-338 15,14-3-882-15,4-1 390 0</inkml:trace>
          <inkml:trace contextRef="#ctx0" brushRef="#br0" timeOffset="106235.7599">3210 6300 168 0,'3'-18'265'0,"1"8"-13"0,-3-2-5 0,6-1-8 16,1 0-7-16,1 3-6 0,2-7-14 0,2 1-9 16,-3 1-19-16,6-1-5 0,-2 0-4 0,4-2-6 15,1 5-19-15,-3 1-8 0,4 2 2 0,0-7-11 16,4 7-8-16,-7-1-3 0,0 6-6 0,-1-2-1 0,3-1-9 15,-1 2 3-15,0 1-22 0,-1 2 12 0,-17 3-20 16,34 0 5-16,-18 7-9 0,3 0-4 16,-3 5 8-16,-1 3 2 0,-2-3-5 0,-5 10-1 0,5 8-6 15,-10-3-2-15,-3 1-2 0,-2 3-7 0,-7 13-6 16,-11-6-7-16,-2 3-6 0,1 2 0 0,-6-2-5 16,3-1-5-16,-5-2 2 0,1 0-2 0,1-4-4 15,-2-5 11-15,2 2 7 0,6-9 4 0,-1-6 5 16,1 1 0-16,6-4-1 0,1-2 1 0,6-3 1 15,2-1 2-15,6-7-4 0,-15 12 0 0,15-12 0 16,-8 9 0-16,8-9 3 0,0 0 6 0,0 0 5 0,0 0 8 16,0 0 0-16,0 0-4 0,53-28-9 15,-22 16-4-15,-1 1-2 0,15-1-5 0,-3-2-8 0,7 3-3 16,6-2-2-16,-1 2-8 0,3-3 3 0,-1 6-4 16,2 1-16-16,-2-4-38 0,0 4-43 0,-6 0-59 15,-1-1-52-15,3 1-65 0,-4-5-69 0,-3 8-82 16,4-3-118-16,-5-6-318 0,-1 2-900 0,5-3 399 15</inkml:trace>
        </inkml:traceGroup>
        <inkml:traceGroup>
          <inkml:annotationXML>
            <emma:emma xmlns:emma="http://www.w3.org/2003/04/emma" version="1.0">
              <emma:interpretation id="{6586276F-BB96-4B77-9786-A7DB1F1CC9D3}" emma:medium="tactile" emma:mode="ink">
                <msink:context xmlns:msink="http://schemas.microsoft.com/ink/2010/main" type="inkWord" rotatedBoundingBox="11443,6481 12100,6435 12205,7930 11548,7976"/>
              </emma:interpretation>
              <emma:one-of disjunction-type="recognition" id="oneOf11">
                <emma:interpretation id="interp27" emma:lang="" emma:confidence="0.5">
                  <emma:literal>4</emma:literal>
                </emma:interpretation>
                <emma:interpretation id="interp28" emma:lang="" emma:confidence="0">
                  <emma:literal>,</emma:literal>
                </emma:interpretation>
                <emma:interpretation id="interp29" emma:lang="" emma:confidence="0">
                  <emma:literal>"</emma:literal>
                </emma:interpretation>
                <emma:interpretation id="interp30" emma:lang="" emma:confidence="0">
                  <emma:literal>.</emma:literal>
                </emma:interpretation>
                <emma:interpretation id="interp31" emma:lang="" emma:confidence="0">
                  <emma:literal>\</emma:literal>
                </emma:interpretation>
              </emma:one-of>
            </emma:emma>
          </inkml:annotationXML>
          <inkml:trace contextRef="#ctx0" brushRef="#br0" timeOffset="107525.3007">7500 5782 6445 0,'0'0'58'0,"15"-6"25"0,-15 6-54 0,0 0-16 16,30-5 2-16,-30 5-9 0,0 0 11 0,0 0 23 15,19 9 4-15,-19-9 0 0,4 14-8 0,-4-14-2 0,-7 27-2 16,2-8-7-16,-6 6 7 0,-3 1 12 0,1 1 2 15,0 10-13-15,-1 4 3 0,-1-3-5 0,2 2 9 16,2-2-8-16,1-11-1 0,2 11-4 0,2-8 1 16,-2-3-6-16,6 2 2 0,4 0 0 0,-2-2-7 15,6 0 11-15,-4-2-18 0,11-1 2 0,-2-3 1 16,8-2-2-16,1-7 2 0,2 2-7 0,-1-9 2 16,8 3 4-16,3-2-4 0,-2-5 0 0,6-2-2 0,-4 1-3 15,13-9 3-15,-13 0 8 0,-3 1-10 16,4-4-4-16,-2-1 6 0,-2-3-3 0,-2 1 6 15,-5-4-6-15,-1 0 8 0,0 2 14 0,-6-2 3 0,4-5 12 16,-10 10 4-16,-1-1 5 0,-1-4 10 0,1 1 0 16,-2 1 0-16,-4 2 3 0,3-3 18 0,-5 6-4 15,0 0-48-15,0 12-28 0,1-15 0 16,-1 15 0-16,0 0 0 0,4-14 0 0,-4 14 0 0,0 0 0 0,0 0 0 0,0 0 0 16,0 0 0-16,-13 48 0 0,11-24 0 0,2 6 0 15,2 9 0-15,-4 8 0 0,2 3 0 0,3 2 0 0,-1 1 0 16,1 22 0-16,-1-1 0 0,-1-2 0 0,3-16 0 15,-1 15 0-15,0-18 0 0,-6 18-155 0,9-17-236 16,-6-3-103-16,5-2-114 0,-5-1-483 0,-5 2-1181 16,5-12 523-16</inkml:trace>
        </inkml:traceGroup>
      </inkml:traceGroup>
    </inkml:traceGroup>
    <inkml:traceGroup>
      <inkml:annotationXML>
        <emma:emma xmlns:emma="http://www.w3.org/2003/04/emma" version="1.0">
          <emma:interpretation id="{8ACE16A3-ACFC-41EE-A389-62F08DBEE9A4}" emma:medium="tactile" emma:mode="ink">
            <msink:context xmlns:msink="http://schemas.microsoft.com/ink/2010/main" type="paragraph" rotatedBoundingBox="5539,8766 12565,8465 12610,9497 5583,9798" alignmentLevel="3"/>
          </emma:interpretation>
        </emma:emma>
      </inkml:annotationXML>
      <inkml:traceGroup>
        <inkml:annotationXML>
          <emma:emma xmlns:emma="http://www.w3.org/2003/04/emma" version="1.0">
            <emma:interpretation id="{3C6243DE-A866-4C58-AFD4-0F275351CC80}" emma:medium="tactile" emma:mode="ink">
              <msink:context xmlns:msink="http://schemas.microsoft.com/ink/2010/main" type="inkBullet" rotatedBoundingBox="5543,8859 6163,8832 6193,9542 5573,9569"/>
            </emma:interpretation>
          </emma:emma>
        </inkml:annotationXML>
        <inkml:trace contextRef="#ctx0" brushRef="#br0" timeOffset="108650.2002">1575 8354 134 0,'0'0'370'0,"-8"-8"-7"0,8 8-15 0,0 0-6 0,0 0-10 16,0 0-24-16,-13-7-11 0,13 7-20 0,0 0-13 15,0 0-10-15,0 0-1 0,-14 26-3 0,11-18-10 16,-2 6 2-16,-3 5-8 0,3 0-16 0,-3 7-10 16,6-7-18-16,-2 7-13 0,0 0-17 0,4 0-15 15,0 0-13-15,0-1-9 0,4 1-11 0,2-1-18 16,-1 1-2-16,1-10-12 0,4 6-7 0,3-3-10 16,3 0-5-16,-2-2-4 0,2-2-4 0,5 2 1 15,6-5 5-15,-1 2 2 0,-2-7-4 0,3 2-4 16,1-2 5-16,-4-2 6 0,3-3 0 0,0-2 3 15,-1-2 9-15,1-3 3 0,-1-6-2 0,-2 3 4 0,2-6-3 16,-2 0-1-16,-2-5 0 0,-1-2-2 0,-2 2-8 16,-3-4-7-16,-1-6-2 0,-1 2-2 0,-1-10-1 15,0-5 0-15,-5 4-9 0,-6-4-6 0,-4 1-9 16,-4-3 3-16,-3 4-8 0,-8 3 4 0,7 9-1 16,-6-1-26-16,-1 5 0 0,-4 1 0 0,-2 1 0 15,1 3 0-15,-7 5 0 0,2-2 0 0,-2 6-17 16,-2 3-42-16,2 2-28 0,-4 5-24 0,4 5-32 0,1 2-36 15,6 0-34-15,-2 5-35 0,5-3-41 0,6 8-46 16,3-2-40-16,-3 8-50 0,13 5-92 0,5-6-349 16,2 4-938-16,4-1 415 0</inkml:trace>
      </inkml:traceGroup>
      <inkml:traceGroup>
        <inkml:annotationXML>
          <emma:emma xmlns:emma="http://www.w3.org/2003/04/emma" version="1.0">
            <emma:interpretation id="{6F8ACB8B-BE95-45D0-886A-C9EB70F6A3E3}" emma:medium="tactile" emma:mode="ink">
              <msink:context xmlns:msink="http://schemas.microsoft.com/ink/2010/main" type="line" rotatedBoundingBox="7983,8662 12565,8465 12610,9497 8027,9693">
                <msink:destinationLink direction="with" ref="{4281A8E9-7DB4-44EC-9772-26B8E99DF8BA}"/>
                <msink:destinationLink direction="with" ref="{87996F2B-EAE8-4989-87F8-26D0D279A240}"/>
              </msink:context>
            </emma:interpretation>
          </emma:emma>
        </inkml:annotationXML>
        <inkml:traceGroup>
          <inkml:annotationXML>
            <emma:emma xmlns:emma="http://www.w3.org/2003/04/emma" version="1.0">
              <emma:interpretation id="{21D8F6EA-7233-4F80-A5A0-0191D6359FA0}" emma:medium="tactile" emma:mode="ink">
                <msink:context xmlns:msink="http://schemas.microsoft.com/ink/2010/main" type="inkWord" rotatedBoundingBox="7983,8675 8533,8651 8571,9527 8021,9551"/>
              </emma:interpretation>
              <emma:one-of disjunction-type="recognition" id="oneOf12">
                <emma:interpretation id="interp32" emma:lang="" emma:confidence="1">
                  <emma:literal/>
                </emma:interpretation>
              </emma:one-of>
            </emma:emma>
          </inkml:annotationXML>
          <inkml:trace contextRef="#ctx0" brushRef="#br0" timeOffset="173059.8056">3977 7974 31 0,'-6'12'104'0,"-1"7"-11"0,1-4-9 15,-2 4-1-15,1-5-17 0,1 5-5 0,4 2 1 16,-3-5-7-16,7 1-10 0,-4 0 5 0,7 0-2 16,-2 1-15-16,4-4-8 0,1 1 2 0,3-3-16 15,-3 2-2-15,2-5-15 0,3 1-20 0,1-2-38 0,2 2-69 16,-3-7-142-16,5 3 63 0</inkml:trace>
          <inkml:trace contextRef="#ctx0" brushRef="#br0" timeOffset="109025.2633">4401 8074 551 0,'0'0'634'0,"-10"-13"-17"0,10 13-40 0,-7-12-48 0,7 12-13 16,0 0 24-16,-6-10-3 0,6 10-32 0,-6-8-47 16,6 8-48-16,0 0-44 0,0 0-38 0,0 0-32 15,0 0-31-15,0 0-27 0,0 0-22 0,0 0-25 16,0 0-17-16,12 36-13 0,-5-17-79 0,-2 5-82 16,4 6 0-16,1-1 0 0,4 9 0 0,-6 4 0 15,5-4 0-15,-5 1 0 0,0 1 0 0,0 1 0 16,-1 0 0-16,-1 1 0 0,1 0 0 0,-6-9 0 0,4 5 0 15,-3-9 0-15,-2 9 0 0,0-9-184 0,0-3-193 16,-2 1-71-16,0-1-77 0,2-7-119 0,0-4-359 16,0 2-1085-16,0-17 480 0</inkml:trace>
        </inkml:traceGroup>
        <inkml:traceGroup>
          <inkml:annotationXML>
            <emma:emma xmlns:emma="http://www.w3.org/2003/04/emma" version="1.0">
              <emma:interpretation id="{7302CBEA-AE7A-4DF1-9C25-8A7D6F730085}" emma:medium="tactile" emma:mode="ink">
                <msink:context xmlns:msink="http://schemas.microsoft.com/ink/2010/main" type="inkWord" rotatedBoundingBox="9993,8575 12565,8465 12610,9497 10037,9607"/>
              </emma:interpretation>
              <emma:one-of disjunction-type="recognition" id="oneOf13">
                <emma:interpretation id="interp33" emma:lang="" emma:confidence="1">
                  <emma:literal/>
                </emma:interpretation>
              </emma:one-of>
            </emma:emma>
          </inkml:annotationXML>
          <inkml:trace contextRef="#ctx0" brushRef="#br0" timeOffset="110480.1363">7770 7922 62 0,'0'0'441'15,"-2"-19"-19"-15,2 19-19 0,3-14-24 0,4 6-16 16,-1-3-17-16,-6 11-8 0,13-19-14 0,-7 12-15 0,4 0-21 16,4-2-30-16,-1-1-23 0,2 2-23 0,1 4-23 15,3-3-19-15,-5 2-13 0,-14 5-20 0,34-3-16 16,-18 4-10-16,-16-1-9 0,24 6-10 0,-9 4-12 16,-2-1-6-16,-2 3-7 0,-3 3-9 0,-7 4-3 15,4 2-6-15,-10 3-10 0,5 4-13 0,-8-4-18 16,-4 4-8-16,2 0-11 0,-8-1-11 0,1 6-10 15,-3-9-1-15,4 2-9 0,-3-4-3 0,1-1 5 0,1-2-2 16,1 4-3-16,1-13 5 0,2 2 1 16,5-3 1-16,0-4 3 0,8-5 10 0,-12 13-14 0,12-13 24 15,0 0 1-15,0 0 28 0,0 0 17 0,0 0 18 16,0 0 7-16,0 0 8 0,49-18 6 0,-23 7 3 16,3-1 6-16,13-1 10 0,-2 0 8 0,3 5 5 15,-1-6 7-15,4 4-9 0,-1 4-8 0,3 3-10 16,-16 2-12-16,4-2-6 0,-3 6 0 0,1 1-3 15,-3 2-11-15,-3 4-5 0,-3 4 0 0,-1-2-9 16,-8 3 1-16,0 4-8 0,-2 2-4 0,1 2 3 16,-9 3-1-16,0 0-5 0,-1 0 2 0,-5 5-5 0,-5-1-1 15,-1 0 2-15,-4 8-1 0,-3-11-3 16,-6 8-6-16,-2-2 0 16,-4-1-13-16,-3-2-29 0,-5-3-44 0,-6-1-54 0,-2 0-79 0,-4-4-54 0,-5-3-60 15,-5 0-76-15,2-2-92 0,-3-5-389 0,-6-2-953 16,-1-1 422-16</inkml:trace>
          <inkml:trace contextRef="#ctx0" brushRef="#br0" timeOffset="109901.1722">6143 8102 377 0,'-15'-4'366'0,"15"4"-14"16,-27-3 2-16,27 3-18 0,-17-9-7 0,5 0-19 16,12 9-23-16,-16-9-17 0,10 0-24 0,6 9-16 15,-8-11-27-15,8 11-12 0,-2-13-16 0,2 13-12 0,3-19-15 16,-3 19-9-16,7-19-7 0,-1 10-10 15,2 3-4-15,-8 6-8 0,21-13-14 0,-13 8-1 0,-8 5-13 16,21-4-7-16,-21 4-10 0,0 0-4 0,43 15-1 16,-28-5-6-16,-1 3-8 0,-1 9-2 0,1 1-4 15,-6 3-10-15,-1 0-1 0,-9 5 2 0,1 10 0 16,-4-3-6-16,-2-6 1 0,3 7-2 0,-11-2-4 16,1 0-2-16,4-9-3 0,-4 0 1 0,-6-2-1 15,4 1-3-15,2-1 0 0,-7-5-1 0,5-2-1 16,-3 2 1-16,4-9 0 0,3 2-5 0,0-2-6 0,1 0 7 15,3-3-1-15,8-9-2 0,-14 8-1 16,14-8 2-16,-8 11-3 0,8-11 0 0,-5 8 4 0,5-8 12 16,0 0 19-16,0 0 13 0,0 0 3 0,48-15 1 15,-27 9-4-15,9-2-2 0,2-1-2 0,8-5-8 16,7 1-1-16,0-1-6 0,7 5-2 0,4-1-5 16,-2 3-12-16,-3 3-26 0,3-8-42 0,0 1-46 15,0 7-52-15,1-3-60 0,-1-4-60 0,-3 6-52 16,-4-2-68-16,-5 0-83 0,-1-1-287 0,-8 1-826 15,-3-4 365-15</inkml:trace>
        </inkml:traceGroup>
      </inkml:traceGroup>
    </inkml:traceGroup>
    <inkml:traceGroup>
      <inkml:annotationXML>
        <emma:emma xmlns:emma="http://www.w3.org/2003/04/emma" version="1.0">
          <emma:interpretation id="{EA90A01C-255E-46C2-846A-4F2F4493803C}" emma:medium="tactile" emma:mode="ink">
            <msink:context xmlns:msink="http://schemas.microsoft.com/ink/2010/main" type="paragraph" rotatedBoundingBox="5754,10508 13357,10163 13394,10981 5791,11326" alignmentLevel="3"/>
          </emma:interpretation>
        </emma:emma>
      </inkml:annotationXML>
      <inkml:traceGroup>
        <inkml:annotationXML>
          <emma:emma xmlns:emma="http://www.w3.org/2003/04/emma" version="1.0">
            <emma:interpretation id="{C50BA137-4DA2-420C-ACF8-00297CA073DD}" emma:medium="tactile" emma:mode="ink">
              <msink:context xmlns:msink="http://schemas.microsoft.com/ink/2010/main" type="inkBullet" rotatedBoundingBox="5756,10556 6395,10527 6428,11261 5789,11290"/>
            </emma:interpretation>
            <emma:one-of disjunction-type="recognition" id="oneOf14">
              <emma:interpretation id="interp34" emma:lang="" emma:confidence="0">
                <emma:literal>O</emma:literal>
              </emma:interpretation>
              <emma:interpretation id="interp35" emma:lang="" emma:confidence="0">
                <emma:literal>o</emma:literal>
              </emma:interpretation>
              <emma:interpretation id="interp36" emma:lang="" emma:confidence="0">
                <emma:literal>0</emma:literal>
              </emma:interpretation>
              <emma:interpretation id="interp37" emma:lang="" emma:confidence="0">
                <emma:literal>°</emma:literal>
              </emma:interpretation>
              <emma:interpretation id="interp38" emma:lang="" emma:confidence="0">
                <emma:literal>.</emma:literal>
              </emma:interpretation>
            </emma:one-of>
          </emma:emma>
        </inkml:annotationXML>
        <inkml:trace contextRef="#ctx0" brushRef="#br0" timeOffset="111394.0424">1898 10030 118 0,'-12'-8'428'0,"0"0"-2"0,-1 1-20 15,-2-1-22-15,1 4-6 0,14 4-3 16,-24-4-16-16,24 4-15 0,0 0-22 0,-39 7-25 15,25 3-23-15,6-1-18 0,0 3-17 0,-2 2-16 0,1 0-21 16,4 7-17-16,2 4-12 0,1 3-8 0,2 1-15 16,2 1-15-16,-2 1-11 0,6 7-13 0,-1-9-9 15,4 1-12-15,-1 6-1 0,5-8-11 0,0-1-10 16,0-1 0-16,1 1-19 0,2-6-2 0,1 3 0 16,3-4 0-16,1-2 1 0,2-5-13 0,-2-5-7 15,1 3 5-15,-1-7 2 0,8-5 3 0,0-1 11 16,0-3-10-16,3-3-8 0,-4-3 1 0,11-8 2 0,-13 2 4 15,1-6-6-15,5-3 1 0,-5-5-10 0,1-2 2 16,-6-2 2-16,-4-2-1 0,1 0-2 16,-13-4-4-16,-4 2-3 0,1-5 1 0,-12 3 0 0,1-1-16 15,-7 3 17-15,-7 4-4 0,1 4-8 0,-2-2 1 16,1 11-5-16,3 2 7 0,-9 2-7 0,4 1-3 16,-5 4 1-16,2 5-2 0,-3 1-3 0,1 3-8 15,0 6-1-15,-3 3-11 0,1 4-9 0,4 1-15 16,-2 2-21-16,7 4-21 0,-4 1-34 0,5 6-31 15,5 3-28-15,8-4-41 0,0 4-46 0,6 1-35 16,6 2-56-16,2-1-49 0,10 7-88 0,2-9-287 0,-1-2-849 16,15 2 375-16</inkml:trace>
      </inkml:traceGroup>
      <inkml:traceGroup>
        <inkml:annotationXML>
          <emma:emma xmlns:emma="http://www.w3.org/2003/04/emma" version="1.0">
            <emma:interpretation id="{1CC2F4EE-CEE3-45CB-9AA4-6D3B0B2CE5CB}" emma:medium="tactile" emma:mode="ink">
              <msink:context xmlns:msink="http://schemas.microsoft.com/ink/2010/main" type="line" rotatedBoundingBox="8461,10385 13357,10163 13394,10981 8498,11203">
                <msink:destinationLink direction="with" ref="{4281A8E9-7DB4-44EC-9772-26B8E99DF8BA}"/>
                <msink:destinationLink direction="with" ref="{87996F2B-EAE8-4989-87F8-26D0D279A240}"/>
              </msink:context>
            </emma:interpretation>
          </emma:emma>
        </inkml:annotationXML>
        <inkml:traceGroup>
          <inkml:annotationXML>
            <emma:emma xmlns:emma="http://www.w3.org/2003/04/emma" version="1.0">
              <emma:interpretation id="{3619D31F-A510-41A5-9F09-599DFF509274}" emma:medium="tactile" emma:mode="ink">
                <msink:context xmlns:msink="http://schemas.microsoft.com/ink/2010/main" type="inkWord" rotatedBoundingBox="8461,10385 13357,10163 13394,10981 8498,11203"/>
              </emma:interpretation>
              <emma:one-of disjunction-type="recognition" id="oneOf15">
                <emma:interpretation id="interp39" emma:lang="" emma:confidence="1">
                  <emma:literal/>
                </emma:interpretation>
              </emma:one-of>
            </emma:emma>
          </inkml:annotationXML>
          <inkml:trace contextRef="#ctx0" brushRef="#br0" timeOffset="112403.7878">6791 9697 366 0,'0'0'436'0,"0"0"-19"0,0 0-22 16,0 0-30-16,0 0-15 0,0 0-1 0,0 0 2 16,-55 13-4-16,55-13-18 0,-16 19-24 0,10-9-25 15,0 6-10-15,-2 0-13 0,0 1-13 0,1-2-12 16,1 4-17-16,-2-5-19 0,5 5-16 0,-7 5-13 16,2 1-18-16,8-8-17 0,-2 7-9 0,-3-5-12 15,5 0-10-15,0 8-8 0,5-2-15 0,2-1-4 16,1 1-7-16,0 0-13 0,3-4-1 0,7 5-10 0,-4-4-3 15,4 1-4-15,1-4-3 0,2 0-1 16,6-5-6-16,-4-1 0 0,4-4 1 0,0-2-6 0,0-3 9 16,4-4-3-16,-9-2-4 0,4-3 2 0,-2-8-3 15,3 3 10-15,-4-6 7 0,2-4 1 0,0-3-4 16,-5 4-5-16,-4-5-5 0,4-2 15 0,-6-2-9 16,1-13 4-16,-7 5-2 0,-2-4-3 0,-6-1-7 15,-6-4-6-15,-2 3-1 0,-2 11-2 0,-8-10-4 16,-3 3-4-16,-1 3-22 0,-2 4-6 0,-8 4-19 15,0 2-7-15,4 10-14 0,0 1-19 0,-14 2-11 0,0 4-7 16,12 5-29-16,-4 6-33 0,3 1-48 0,1 2-50 16,-1 6-66-16,6 2-74 0,-1 3-76 15,5 1-454-15,5 4-1005 0,2 3 445 0</inkml:trace>
          <inkml:trace contextRef="#ctx0" brushRef="#br0" timeOffset="111947.6405">4620 9776 361 0,'-21'-5'459'0,"21"5"-4"0,-19-2-26 0,19 2-35 0,0 0-32 15,0 0-17-15,-29 2-19 0,29-2-16 0,-12 12-16 16,12-12-21-16,-9 13-21 0,1-1-10 0,2 2-9 16,-2 0-2-16,2 5-10 0,-2 5-13 0,0-1-14 15,1 2-20-15,-1 3-5 0,-3 0-19 0,3-1-7 16,1 5-21-16,-1 3-8 0,2-3-11 0,4 7-10 0,-4-9-3 16,12 1-16-16,-6 0-14 0,2-3 3 0,4-1-5 15,2 3-3-15,4-4-11 0,1 0-2 0,3-3-7 16,0-3 3-16,4-1-3 0,3-5-10 0,4 0 7 15,-1-6-5-15,-2 3 3 0,3-6 7 0,0-2 11 16,-4-4 6-16,7-10-14 0,-1 4 4 0,-3-1-7 16,4-10-6-16,-5 1-5 0,-6-4 2 0,10-9 3 15,-2-4-7-15,-8 8 1 0,-3-9 0 0,0-1 4 16,-1-1-1-16,-9 7 6 0,1-9-5 0,-9-2-2 16,-3-3-6-16,-3 8-2 0,-6 0-8 0,-1 6 2 0,-1 4-14 15,-3 3 6-15,-10-6-4 0,2 13-15 0,3 1-1 16,-4 2-19-16,-5 7-7 0,1 1-12 0,-2 3-11 15,0 4-14-15,4 3-21 0,-4 6-29 0,5 1-37 16,0 2-50-16,0-1-46 0,9 5-51 0,-1 2-47 16,6 1-56-16,9-3-73 0,-2 7-394 0,1-9-955 15,6 1 422-15</inkml:trace>
          <inkml:trace contextRef="#ctx0" brushRef="#br0" timeOffset="112903.7538">8702 9671 106 0,'0'0'528'16,"0"0"-50"-16,0 0-42 0,0 0-40 0,0 0-36 0,0 0-15 16,0 0 7-16,0 0 8 0,17 8-19 0,-17-8-18 15,0 0-26-15,-8 30-16 0,5-22-17 0,3-8-7 16,-6 26-9-16,1-15-12 0,2 5-10 0,-2 3-12 16,0 0-10-16,4-1-17 0,-1 0-17 0,-1 7 0 15,3-1-13-15,0 1-18 0,3 2-5 0,5-4 2 16,0 3-11-16,0 0-10 0,5-3 3 0,1 3 0 0,6-2 0 15,0-3 0-15,-2 0-4 0,8 0-94 0,-1-2-20 16,4-4 0-16,3-3 0 0,-1-1 0 0,1-2 0 16,8-1 0-16,-8-8 0 0,-1 0 0 0,2-8 0 15,-7 1 0-15,3-6 0 0,-2 0 0 0,-1-8 0 16,-4 4 0-16,-2-6 0 0,-4-2 0 0,1-10 0 16,-4 6 0-16,-5-1 0 0,-1-11 0 0,-3-6 0 15,-5 0 0-15,-9 4 0 0,2 1 0 0,-8-4 0 16,-6 6 0-16,1 2 0 0,-2 4 0 0,-6 3 0 15,4 13 0-15,-4-1 0 0,2 2 0 0,-17 3 0 0,3 0 0 16,2 6 0-16,5 3-1 0,-9 6-303 0,14-1-47 16,0 5-49-16,0 2-52 0,0 0-67 0,1-2-509 15,-1 4-1112-15,8-4 492 0</inkml:trace>
        </inkml:traceGroup>
      </inkml:traceGroup>
    </inkml:traceGroup>
    <inkml:traceGroup>
      <inkml:annotationXML>
        <emma:emma xmlns:emma="http://www.w3.org/2003/04/emma" version="1.0">
          <emma:interpretation id="{CF1E3923-22C6-4515-B80E-ABD38B137EC1}" emma:medium="tactile" emma:mode="ink">
            <msink:context xmlns:msink="http://schemas.microsoft.com/ink/2010/main" type="paragraph" rotatedBoundingBox="2904,13483 15111,12642 15190,13786 2982,14627" alignmentLevel="1"/>
          </emma:interpretation>
        </emma:emma>
      </inkml:annotationXML>
      <inkml:traceGroup>
        <inkml:annotationXML>
          <emma:emma xmlns:emma="http://www.w3.org/2003/04/emma" version="1.0">
            <emma:interpretation id="{BE76CEE1-300F-4DA6-8A0D-A05AAAE96A02}" emma:medium="tactile" emma:mode="ink">
              <msink:context xmlns:msink="http://schemas.microsoft.com/ink/2010/main" type="line" rotatedBoundingBox="2904,13483 15111,12642 15190,13786 2982,14627">
                <msink:destinationLink direction="with" ref="{F5760F3C-BAD3-46B6-A2F4-637C151CCDFC}"/>
                <msink:destinationLink direction="with" ref="{BB15E23B-F957-40D9-AEF9-FC9E07F18681}"/>
              </msink:context>
            </emma:interpretation>
          </emma:emma>
        </inkml:annotationXML>
        <inkml:traceGroup>
          <inkml:annotationXML>
            <emma:emma xmlns:emma="http://www.w3.org/2003/04/emma" version="1.0">
              <emma:interpretation id="{3E589D0E-32D4-4C59-8D06-81F75440E922}" emma:medium="tactile" emma:mode="ink">
                <msink:context xmlns:msink="http://schemas.microsoft.com/ink/2010/main" type="inkWord" rotatedBoundingBox="2918,13688 3830,13626 3867,14170 2955,14233"/>
              </emma:interpretation>
              <emma:one-of disjunction-type="recognition" id="oneOf16">
                <emma:interpretation id="interp40" emma:lang="" emma:confidence="0.5">
                  <emma:literal>2</emma:literal>
                </emma:interpretation>
                <emma:interpretation id="interp41" emma:lang="" emma:confidence="0">
                  <emma:literal>z</emma:literal>
                </emma:interpretation>
                <emma:interpretation id="interp42" emma:lang="" emma:confidence="0">
                  <emma:literal>Z</emma:literal>
                </emma:interpretation>
                <emma:interpretation id="interp43" emma:lang="" emma:confidence="0">
                  <emma:literal>L</emma:literal>
                </emma:interpretation>
                <emma:interpretation id="interp44" emma:lang="" emma:confidence="0">
                  <emma:literal>.</emma:literal>
                </emma:interpretation>
              </emma:one-of>
            </emma:emma>
          </inkml:annotationXML>
          <inkml:trace contextRef="#ctx0" brushRef="#br0" timeOffset="166286.7785">-1056 13012 349 0,'0'0'383'0,"-24"1"-37"0,24-1-29 16,0 0-32-16,0 0-9 0,-21 4 2 0,21-4-10 15,0 0-4-15,0 0-7 0,0 0-24 0,0 0-26 16,0 0-18-16,71-4-18 0,-39 2-16 0,12 0-25 15,-2-4-1-15,6 1-21 0,-1-1 1 0,1 0-24 16,1-1-22-16,-3 0-47 0,3 0-57 0,1 0-55 16,-7 2-57-16,-7 1-66 0,6-1-79 0,-11 3-338 15,-12-1-688-15,-19 3 305 0</inkml:trace>
          <inkml:trace contextRef="#ctx0" brushRef="#br0" timeOffset="166474.2635">-1043 13445 27 0,'-23'18'337'16,"11"-5"-37"-16,-1 1-26 0,3-4-30 0,5 1-17 16,5-11-3-16,0 12 12 0,0-12 0 0,15 7-19 15,-15-7-11-15,45 0-19 0,-3-6-18 0,6-1-16 16,4-2-17-16,6-2-18 0,21-5-40 0,-2-3-48 16,-14 5-68-16,24 6-85 0,7-6-97 0,-15 3-283 15,8 3-546-15,-5 0 242 0</inkml:trace>
        </inkml:traceGroup>
        <inkml:traceGroup>
          <inkml:annotationXML>
            <emma:emma xmlns:emma="http://www.w3.org/2003/04/emma" version="1.0">
              <emma:interpretation id="{387EEB68-56EF-4028-BE12-D192A04F03CA}" emma:medium="tactile" emma:mode="ink">
                <msink:context xmlns:msink="http://schemas.microsoft.com/ink/2010/main" type="inkWord" rotatedBoundingBox="4928,13519 6395,13418 6462,14388 4995,14489"/>
              </emma:interpretation>
              <emma:one-of disjunction-type="recognition" id="oneOf17">
                <emma:interpretation id="interp45" emma:lang="" emma:confidence="1">
                  <emma:literal/>
                </emma:interpretation>
              </emma:one-of>
            </emma:emma>
          </inkml:annotationXML>
          <inkml:trace contextRef="#ctx0" brushRef="#br0" timeOffset="167755.4241">882 13028 73 0,'0'0'320'0,"0"0"-15"0,0 0-10 0,0 0-5 15,0 0-21-15,0 0-3 0,0 0-30 0,31-11-27 0,-12 5-9 16,8-3-36-16,2-1-11 0,2 1-15 16,5-4-13-16,6-1-20 0,1 0-18 0,-1 1-32 15,-8 3-43-15,4-3-44 0,-9 10-44 0,3-8-48 0,-3 4-47 16,2 2-74-16,-10 2-198 0,-4-1-479 0,4 2 212 15</inkml:trace>
          <inkml:trace contextRef="#ctx0" brushRef="#br0" timeOffset="168802.2254">2259 12818 61 0,'0'0'395'0,"-7"-24"25"0,2 11 15 15,4 0 27-15,1 13 17 0,-7-16 2 0,7 16-8 16,-3-17-22-16,3 17-34 0,0 0-36 0,-3-9-33 16,3 9-35-16,0 0-15 0,0 0 1 0,0 0 5 15,0 0-4-15,5 39-15 0,-4-19-22 0,1 8-19 16,3 4-18-16,0 8-18 0,-2 2-19 0,3-2-18 15,1 5-16-15,1-7-22 0,-8 7-133 0,11 0 0 0,-1 3 0 16,-2-2 0-16,6-4 0 0,-8 4 0 16,6-2 0-16,-1-1 0 0,-3 1 0 0,2-2-11 15,-1-6-377-15,-1 6-100 0,-1-5-112 0,-7-8-518 0,8-3-1210 16,-4-2 535-16</inkml:trace>
        </inkml:traceGroup>
        <inkml:traceGroup>
          <inkml:annotationXML>
            <emma:emma xmlns:emma="http://www.w3.org/2003/04/emma" version="1.0">
              <emma:interpretation id="{2C535B55-EB6C-42BF-889F-42C1E5B60913}" emma:medium="tactile" emma:mode="ink">
                <msink:context xmlns:msink="http://schemas.microsoft.com/ink/2010/main" type="inkWord" rotatedBoundingBox="7808,13150 8650,13092 8708,13925 7865,13983"/>
              </emma:interpretation>
            </emma:emma>
          </inkml:annotationXML>
          <inkml:trace contextRef="#ctx0" brushRef="#br0" timeOffset="179418.8915">3866 12569 258 0,'0'0'254'0,"-3"-21"8"0,0 9 0 15,3 12-6-15,-3-17 1 0,-2 5-17 0,5 12-5 16,-3-17-10-16,-1 6-1 0,4 11 8 0,-9-14 7 0,9 14-14 16,-5-10-6-16,5 10-12 0,0 0-20 0,-10-9-18 15,10 9-14-15,0 0-4 0,0 0-2 16,0 0 3-16,-22 23-2 0,17-8-4 0,-3 3-8 0,2 1-5 15,-1 2 5-15,6 4-7 0,-4 1-7 0,3 2 3 16,2 3-7-16,0-4-5 0,0 1-9 0,2 0-8 16,4 2-4-16,2 7-10 0,3-7-8 0,-2-3-6 15,5 11-2-15,-1-10-12 0,8 11-1 0,-4-2-9 16,6-7-2-16,2 2 10 0,-2-10-13 0,7 7 1 16,6-6-3-16,-1 2-2 0,0-3-9 0,1-3 0 15,4-5 0-15,-8-2 1 0,0-5 7 0,0 0 9 16,2-4 6-16,-1 1 8 0,-2-11 2 0,-1 3 7 15,-1-1-14-15,-2-6 2 0,1-2 3 0,-4-1 2 16,1-1 3-16,-2-4-2 0,-4-2 0 0,-1 2 5 16,-1-7-5-16,-5 0-1 0,2-12-7 0,-6 11-4 15,-1-11 1-15,-4 6-8 0,-6-6-3 0,-4-5-18 0,-1 0-22 16,-6 0 0-16,-4 2 0 0,-3 4 0 16,-5 6 0-16,2-3 0 0,-4 4 0 0,-6 4 0 0,0 4 0 15,4 8 0-15,1 2 0 0,-2-2 0 0,-2 7 0 16,4 2 0-16,-7-3 0 0,8 8 0 0,0 0 0 15,-2 3 0-15,-1 2 0 0,6 0-102 0,4 1-42 16,-3 2-36-16,9 0-38 0,2 3-49 0,5-4-42 16,0 1-37-16,8-8-42 0,-9 14-46 0,9-14-45 15,-2 11-409-15,2-11-961 0,0 0 425 0</inkml:trace>
        </inkml:traceGroup>
        <inkml:traceGroup>
          <inkml:annotationXML>
            <emma:emma xmlns:emma="http://www.w3.org/2003/04/emma" version="1.0">
              <emma:interpretation id="{BC3C28F2-EBEB-4FBB-B296-281F555AB188}" emma:medium="tactile" emma:mode="ink">
                <msink:context xmlns:msink="http://schemas.microsoft.com/ink/2010/main" type="inkWord" rotatedBoundingBox="10237,12978 11419,12896 11494,13975 10311,14057"/>
              </emma:interpretation>
              <emma:one-of disjunction-type="recognition" id="oneOf18">
                <emma:interpretation id="interp46" emma:lang="" emma:confidence="1">
                  <emma:literal/>
                </emma:interpretation>
              </emma:one-of>
            </emma:emma>
          </inkml:annotationXML>
          <inkml:trace contextRef="#ctx0" brushRef="#br0" timeOffset="181944.6342">7269 12257 30 0,'2'-16'428'0,"-2"16"13"0,5-12 3 15,-5 12-8-15,1-14-15 0,-1 14-23 0,0 0-20 16,7-12-26-16,-7 12-35 0,0 0-26 0,0 0-16 0,0 0 8 16,0 0-13-16,9 33 0 0,-4-14-17 15,3 8-16-15,-2 1-5 0,2 14-15 0,1 1-12 16,2 3 6-16,-3 8-31 0,-2-6-23 0,2 5-6 0,0 5-23 15,-1 14-5-15,1-18-15 0,-5-4-9 0,0 4-12 16,5-6-19-16,-3 0-3 0,1 2-18 16,-2-7-53-16,2 1-41 0,-6-13-55 0,5 7-60 0,-4-12-68 15,1-7-71-15,1-4-65 0,-6 7-68 0,8-13-73 16,-5-9-402-16,0 0-983 0,0 0 436 0</inkml:trace>
          <inkml:trace contextRef="#ctx0" brushRef="#br0" timeOffset="181668.7315">6276 12599 244 0,'0'0'333'0,"0"0"-9"16,0 0-1-16,0 0 5 0,-19-6-8 0,19 6-6 15,0 0-9-15,0 0-6 0,0 0-15 0,0 0-8 0,-32 3-8 16,32-3-10-16,0 0-7 0,0 0-14 0,-18 8-17 16,18-8-21-16,0 0-15 0,0 0-20 15,0 0-14-15,0 0-17 0,-8 7-7 0,8-7-2 0,0 0-2 16,0 0-4-16,0 0-11 0,80-7-11 0,-44-1-6 15,10 4-11-15,-1-7-6 0,5-1-10 0,1 3-19 16,5 0-3-16,0 0-24 0,1 2-47 0,-5-2-55 16,-2 4-63-16,5-6-58 0,-6 4-60 0,-4 0-55 15,-14 6-68-15,3-4-70 0,-14-1-310 0,3 3-832 16,3-2 369-16</inkml:trace>
        </inkml:traceGroup>
        <inkml:traceGroup>
          <inkml:annotationXML>
            <emma:emma xmlns:emma="http://www.w3.org/2003/04/emma" version="1.0">
              <emma:interpretation id="{037136C8-B2C6-4624-833F-6C0F1C155B32}" emma:medium="tactile" emma:mode="ink">
                <msink:context xmlns:msink="http://schemas.microsoft.com/ink/2010/main" type="inkWord" rotatedBoundingBox="12810,12847 15115,12688 15168,13459 12863,13618"/>
              </emma:interpretation>
              <emma:one-of disjunction-type="recognition" id="oneOf19">
                <emma:interpretation id="interp47" emma:lang="" emma:confidence="1">
                  <emma:literal/>
                </emma:interpretation>
              </emma:one-of>
            </emma:emma>
          </inkml:annotationXML>
          <inkml:trace contextRef="#ctx0" brushRef="#br0" timeOffset="184631.9232">8825 12569 306 0,'0'0'358'0,"-16"-3"3"0,16 3-12 15,0 0 2-15,-17-7 4 0,17 7-4 0,0 0-6 16,0 0-13-16,-15-5-16 0,15 5-18 0,0 0-18 16,0 0-19-16,0 0-9 0,0 0-28 0,0 0-19 15,0 0-20-15,0 0-18 0,0 0-12 0,0 0-14 16,0 0-13-16,0 0-14 0,0 0-10 0,53-11-6 0,-27 3-16 16,22-1-5-16,2-3-12 0,1 1-21 15,7-1-46-15,1-2-55 0,1-2-59 0,20-3-49 16,-2 1-68-16,-21 6-56 0,-1-3-54 0,-5 3-51 0,0-2-391 15,-2 5-849-15,-3 0 376 0</inkml:trace>
          <inkml:trace contextRef="#ctx0" brushRef="#br0" timeOffset="185164.1401">9947 12320 21 0,'0'0'282'0,"0"0"0"0,0 0-4 16,0 0 1-16,13-28 0 0,-13 28-6 0,0-10-9 16,0 10-11-16,1-15-12 0,-1 15-8 0,-1-17-5 15,1 17-3-15,1-21-5 0,-1 12-9 0,0 9-7 0,3-19-15 16,6 7-12-16,-8-2-17 0,-1 14-15 0,8-18-2 16,-1 5-6-16,1 4-12 0,4-4-3 15,1 0-11-15,-2 1-8 0,7-1-11 0,0 4-6 0,3 1-15 16,-2 4-5-16,0-3-9 0,7 3-3 0,-5 4-6 15,-21 0-6-15,35 3-3 0,-19 0-4 0,2 2-1 16,-2 2-3-16,-5 5-3 0,0 3-3 0,0 4-2 16,-4 7-4-16,-4 2 1 0,3 1-3 0,-6 10-1 15,-4-10-2-15,-4 11-1 0,-4-6 0 0,1-6 0 16,-10 15 0-16,4-7-2 0,-1 0 7 0,-3 2 7 16,5-1 0-16,-5-3 4 0,-6-4 4 0,4 3 2 15,3-10 1-15,5 5 1 0,-2-8 2 0,-3 0-2 16,7-5-3-16,2 1 1 0,0-6-2 0,5 1-6 15,-2-3-3-15,8-8 0 0,-10 13 0 0,10-13-5 16,-10 10-2-16,10-10 3 0,0 0 10 0,0 0 6 16,0 0 6-16,40 6 4 0,-19-9-3 0,-21 3-3 15,53-8-1-15,-11-3 3 0,4 3 4 0,6-4 10 16,-4-1-2-16,5-3 23 0,5 3 19 0,-2-4 5 16,0 5 12-16,3-4-5 0,-3 3-8 0,1-3-7 0,-6 2-7 15,0-1-11-15,-1 3-10 0,-3-4-7 0,-6 2-4 16,-10 6 1-16,-4 2-55 0,-1-2 0 0,-7-3 0 15,0 4 0-15,-3 0-15 0,-1 2-88 0,-15 5-36 16,22-7-32-16,-22 7-43 0,11-7-51 0,-11 7-45 16,0 0-53-16,0 0-63 0,0 0-76 0,0 0-446 15,0 0-1026-15,0 0 455 0</inkml:trace>
        </inkml:traceGroup>
      </inkml:traceGroup>
    </inkml:traceGroup>
    <inkml:traceGroup>
      <inkml:annotationXML>
        <emma:emma xmlns:emma="http://www.w3.org/2003/04/emma" version="1.0">
          <emma:interpretation id="{FC14759A-6746-489B-A1E1-3F45341200CB}" emma:medium="tactile" emma:mode="ink">
            <msink:context xmlns:msink="http://schemas.microsoft.com/ink/2010/main" type="paragraph" rotatedBoundingBox="6273,14873 14440,14413 14507,15599 6339,16058" alignmentLevel="3"/>
          </emma:interpretation>
        </emma:emma>
      </inkml:annotationXML>
      <inkml:traceGroup>
        <inkml:annotationXML>
          <emma:emma xmlns:emma="http://www.w3.org/2003/04/emma" version="1.0">
            <emma:interpretation id="{5C209832-4BBC-44ED-8B4A-1C571940FCC7}" emma:medium="tactile" emma:mode="ink">
              <msink:context xmlns:msink="http://schemas.microsoft.com/ink/2010/main" type="line" rotatedBoundingBox="6273,14873 14440,14413 14507,15599 6339,16058">
                <msink:destinationLink direction="with" ref="{F5760F3C-BAD3-46B6-A2F4-637C151CCDFC}"/>
                <msink:destinationLink direction="with" ref="{BB15E23B-F957-40D9-AEF9-FC9E07F18681}"/>
              </msink:context>
            </emma:interpretation>
          </emma:emma>
        </inkml:annotationXML>
        <inkml:traceGroup>
          <inkml:annotationXML>
            <emma:emma xmlns:emma="http://www.w3.org/2003/04/emma" version="1.0">
              <emma:interpretation id="{A3EA6F1C-187A-4ABD-B1DA-4D140F650DA2}" emma:medium="tactile" emma:mode="ink">
                <msink:context xmlns:msink="http://schemas.microsoft.com/ink/2010/main" type="inkWord" rotatedBoundingBox="6280,15001 6783,14972 6822,15661 6319,15690"/>
              </emma:interpretation>
              <emma:one-of disjunction-type="recognition" id="oneOf20">
                <emma:interpretation id="interp48" emma:lang="" emma:confidence="1">
                  <emma:literal/>
                </emma:interpretation>
              </emma:one-of>
            </emma:emma>
          </inkml:annotationXML>
          <inkml:trace contextRef="#ctx0" brushRef="#br0" timeOffset="169611.0792">2403 14353 363 0,'0'0'409'0,"-10"-8"-3"0,10 8-8 16,0 0-15-16,-12-8-18 0,12 8-23 0,0 0-20 16,0 0-22-16,0 0-14 0,0 0-13 0,-36 20-10 15,28-6-12-15,-3 2-10 0,1-2-12 0,2 5-15 16,-4 8-20-16,-1-6-12 0,3 1-21 0,-1 2-17 15,8 0-11-15,-4 6-12 0,1-3-31 0,4 0-6 16,-3 1-7-16,10-2-10 0,-3 3-3 0,6 0-9 16,-2-4-5-16,2 0-2 0,5 1-9 0,-3-2-5 0,7-3 0 15,-2 3-2-15,1-3-3 0,5-4-5 0,-2-7-1 16,5 4-1-16,-1 2 1 0,-3-9-4 16,0-4 1-16,1 2-4 0,-4-1 9 0,4-4 2 0,-21 0 3 15,40-9-1-15,-22 0 2 0,3 1 5 0,0-7 8 16,-7 4 8-16,0-5-4 0,7-5 4 0,-5-1-2 15,4-1 7-15,-11-1 0 0,2-5 2 0,-3-9-12 16,-3 0-3-16,-3-2-6 0,-7-2 1 0,3-2-5 16,-10-1-9-16,0 5-3 0,0 0 0 0,-8 2-10 15,-2 5 4-15,6 7-13 0,-3 4-10 0,-2 3-12 16,0 4-25-16,3 6-12 0,-1 0-9 0,1 4-26 16,-1 5-21-16,19 0-28 0,-42 7-30 0,26 4-37 15,-3 2-42-15,-2 4-47 0,7 6-44 0,-2 3-49 16,4 4-64-16,1 7-396 0,5 5-919 0,4-2 406 15</inkml:trace>
        </inkml:traceGroup>
        <inkml:traceGroup>
          <inkml:annotationXML>
            <emma:emma xmlns:emma="http://www.w3.org/2003/04/emma" version="1.0">
              <emma:interpretation id="{10D89BA6-A167-4194-9B82-4E6A40D0D984}" emma:medium="tactile" emma:mode="ink">
                <msink:context xmlns:msink="http://schemas.microsoft.com/ink/2010/main" type="inkWord" rotatedBoundingBox="8535,15018 8633,15013 8680,15863 8583,15868"/>
              </emma:interpretation>
              <emma:one-of disjunction-type="recognition" id="oneOf21">
                <emma:interpretation id="interp49" emma:lang="" emma:confidence="1">
                  <emma:literal/>
                </emma:interpretation>
              </emma:one-of>
            </emma:emma>
          </inkml:annotationXML>
          <inkml:trace contextRef="#ctx0" brushRef="#br0" timeOffset="186178.7213">4522 14376 269 0,'0'0'406'0,"-6"-8"19"0,6 8-2 15,-8-12 5-15,8 12 5 0,-6-13-8 0,6 13-2 16,-7-9-16-16,7 9-18 0,0 0-27 0,-8-15-25 16,8 15-23-16,0 0-29 0,0 0-25 0,0 0-20 15,0 0-14-15,0 0-11 0,-9 37-4 0,10-18-2 16,-1 10-14-16,7 14 3 0,-4-2-17 0,2 1-11 16,-1-1-9-16,1 8-13 0,2-8-7 0,2 3-14 15,-6 2-7-15,9-5-57 0,-4-3-63 0,-5-7 0 16,3-3 0-16,-4-2 0 0,3 4 0 0,1-3 0 15,1 4 0-15,-4-9 0 0,3-1 0 0,-3-3 0 16,1-3 0-16,0-2 0 0,0 0 0 0,2 1 0 16,-4-6-203-16,-2-8-122 0,6 18-69 0,-1-11-59 15,-5-7-70-15,6 12-83 0,-6-12-343 0,0 0-1026 0,0 0 454 16</inkml:trace>
        </inkml:traceGroup>
        <inkml:traceGroup>
          <inkml:annotationXML>
            <emma:emma xmlns:emma="http://www.w3.org/2003/04/emma" version="1.0">
              <emma:interpretation id="{69C78C44-8659-4F24-AFD1-0520986D0238}" emma:medium="tactile" emma:mode="ink">
                <msink:context xmlns:msink="http://schemas.microsoft.com/ink/2010/main" type="inkWord" rotatedBoundingBox="11078,15005 12146,14945 12184,15631 11117,15692"/>
              </emma:interpretation>
              <emma:one-of disjunction-type="recognition" id="oneOf22">
                <emma:interpretation id="interp50" emma:lang="" emma:confidence="0.5">
                  <emma:literal>2</emma:literal>
                </emma:interpretation>
                <emma:interpretation id="interp51" emma:lang="" emma:confidence="0">
                  <emma:literal>z</emma:literal>
                </emma:interpretation>
                <emma:interpretation id="interp52" emma:lang="" emma:confidence="0">
                  <emma:literal>Z</emma:literal>
                </emma:interpretation>
                <emma:interpretation id="interp53" emma:lang="" emma:confidence="0">
                  <emma:literal>L</emma:literal>
                </emma:interpretation>
                <emma:interpretation id="interp54" emma:lang="" emma:confidence="0">
                  <emma:literal>.</emma:literal>
                </emma:interpretation>
              </emma:one-of>
            </emma:emma>
          </inkml:annotationXML>
          <inkml:trace contextRef="#ctx0" brushRef="#br0" timeOffset="187241.1067">7170 14417 244 0,'-28'0'287'0,"28"0"-16"0,-22-3-7 0,22 3 0 0,0 0-6 16,-24-1-17-16,24 1-28 0,0 0-17 0,-15-7-21 16,15 7-22-16,0 0-17 0,0 0-9 15,-6-12-6-15,6 12-5 0,0 0-6 0,16-25-2 0,-8 18 8 16,3-2 0-16,1-1 6 0,0-2 2 0,3 5-4 15,-1 0-9-15,1-1-6 0,-1 3-12 0,4 1-12 16,-18 4-7-16,24-3-10 0,-24 3-3 0,29-4-5 16,-29 4-3-16,22 7-6 0,-22-7-1 0,21 18 11 15,-8-6 13-15,-5 7 2 0,5 4-11 0,-4 6 0 16,-2 0-3-16,-1-1-8 0,-6 4-5 0,2 8-8 16,-4-9 0-16,-3 2 0 0,2 1-7 0,-3-5-2 15,-4 3-2-15,-8 4-2 0,6-10 4 0,-6 10 6 16,2-12 1-16,-2-1-4 0,1-1 4 0,-3 1 2 15,0-4 0-15,-1-4 13 0,5-1 4 0,-5 0 8 16,6-1-1-16,1-3 10 0,1-2 8 0,0-1 4 16,13-7 5-16,-16 9 5 0,16-9 0 0,-14 5 6 0,14-5 0 15,0 0-7-15,0 0-8 0,0 0-4 16,0 0-9-16,0 0-3 0,0 0-10 0,33-39-9 16,-10 24-2-16,6 1-3 0,8-5-10 0,6 0-4 0,0 7 3 15,5-2-2-15,7 1-18 0,24-5-34 0,-28 10-53 16,5 1-67-16,23-1-75 0,1-2-64 0,-21 2-55 15,23 0-56-15,-26 4-56 0,-1-3-81 16,-2-4-278-16,-3-1-874 0,-4 5 387 0</inkml:trace>
        </inkml:traceGroup>
        <inkml:traceGroup>
          <inkml:annotationXML>
            <emma:emma xmlns:emma="http://www.w3.org/2003/04/emma" version="1.0">
              <emma:interpretation id="{C996767A-9C02-4745-A2C3-7C0FA1FD17E3}" emma:medium="tactile" emma:mode="ink">
                <msink:context xmlns:msink="http://schemas.microsoft.com/ink/2010/main" type="inkWord" rotatedBoundingBox="13716,14454 14440,14413 14507,15599 13783,15640"/>
              </emma:interpretation>
              <emma:one-of disjunction-type="recognition" id="oneOf23">
                <emma:interpretation id="interp55" emma:lang="" emma:confidence="0.5">
                  <emma:literal>3</emma:literal>
                </emma:interpretation>
                <emma:interpretation id="interp56" emma:lang="" emma:confidence="0">
                  <emma:literal>s</emma:literal>
                </emma:interpretation>
                <emma:interpretation id="interp57" emma:lang="" emma:confidence="0">
                  <emma:literal>,</emma:literal>
                </emma:interpretation>
                <emma:interpretation id="interp58" emma:lang="" emma:confidence="0">
                  <emma:literal>z</emma:literal>
                </emma:interpretation>
                <emma:interpretation id="interp59" emma:lang="" emma:confidence="0">
                  <emma:literal>}</emma:literal>
                </emma:interpretation>
              </emma:one-of>
            </emma:emma>
          </inkml:annotationXML>
          <inkml:trace contextRef="#ctx0" brushRef="#br0" timeOffset="187881.6956">9695 13977 380 0,'0'0'381'15,"-2"-22"-10"-15,2 22-11 0,4-16-5 0,0 1-15 16,3 2-16-16,1 0-5 0,1-1-24 0,3-4-27 16,9 2-20-16,-10 0-18 0,10 0-12 0,-7 3-5 15,5 0-15-15,4-1-14 0,-7 3-16 0,5 4-11 0,-4-1-8 16,1 4-18-16,0 0-11 0,-4-1-13 0,-14 5-9 16,31 5-8-16,-31-5-11 0,24 8-7 15,-15 3-7-15,-1 4-6 0,-5-1-4 0,4 10-7 0,-6 0-4 16,-1 2-4-16,-3 2-1 0,-3 10-7 15,-2-1-1-15,1-8 1 0,-1 0-8 0,-3 2-5 0,2-3 0 16,-4-2-5-16,0 0 1 0,2 5-3 0,4-10-3 16,-6-6 1-16,7 4 1 0,3-7 1 0,-4-1-8 15,7-11-2-15,-13 13 0 0,12-4 0 0,1-9-1 16,-8 10 0-16,8-10 1 0,0 0 0 0,0 0 3 16,0 0-1-16,0 0-1 0,0 0 13 0,0 0 3 15,46-27 2-15,-28 16 10 0,0-1-6 0,-1 4 9 16,9-6 1-16,1 3 5 0,1 4 4 0,0-3 1 15,-3 3 3-15,3 4 6 0,-4-1-2 0,7 8 0 16,-2-2-2-16,-10-1-5 0,5 6-2 0,2 3-5 16,-2 3-1-16,-8-5 1 0,5 13-3 0,-7 3-6 15,-1-1 1-15,0 3 3 0,-5-2-6 0,-2 4 2 16,-4-1-3-16,-2 4-3 0,-2-2-1 0,-11 9 0 16,4-8-9-16,-2-3 0 0,-13 10 3 0,-2-4-4 0,-3 0 0 15,-1-2-30-15,-4-4-32 0,-1 1-48 0,-4-2-62 16,-7 5-63-16,-1-9-69 0,-8 1-70 0,2 3-75 15,-1-2-98-15,-23 3-367 0,22-8-976 0,-1-3 432 16</inkml:trace>
        </inkml:traceGroup>
      </inkml:traceGroup>
    </inkml:traceGroup>
    <inkml:traceGroup>
      <inkml:annotationXML>
        <emma:emma xmlns:emma="http://www.w3.org/2003/04/emma" version="1.0">
          <emma:interpretation id="{906D05F5-A133-4792-82EF-EDDA34B0398D}" emma:medium="tactile" emma:mode="ink">
            <msink:context xmlns:msink="http://schemas.microsoft.com/ink/2010/main" type="paragraph" rotatedBoundingBox="6557,16037 14663,15987 14677,18354 6572,18403" alignmentLevel="3"/>
          </emma:interpretation>
        </emma:emma>
      </inkml:annotationXML>
      <inkml:traceGroup>
        <inkml:annotationXML>
          <emma:emma xmlns:emma="http://www.w3.org/2003/04/emma" version="1.0">
            <emma:interpretation id="{F32BB595-B61C-4B7A-8B64-6E9263938B2B}" emma:medium="tactile" emma:mode="ink">
              <msink:context xmlns:msink="http://schemas.microsoft.com/ink/2010/main" type="line" rotatedBoundingBox="6557,16037 14663,15987 14677,18354 6572,18403">
                <msink:destinationLink direction="with" ref="{F5760F3C-BAD3-46B6-A2F4-637C151CCDFC}"/>
                <msink:destinationLink direction="with" ref="{BB15E23B-F957-40D9-AEF9-FC9E07F18681}"/>
              </msink:context>
            </emma:interpretation>
          </emma:emma>
        </inkml:annotationXML>
        <inkml:traceGroup>
          <inkml:annotationXML>
            <emma:emma xmlns:emma="http://www.w3.org/2003/04/emma" version="1.0">
              <emma:interpretation id="{52BFAA7A-1EB0-4D52-B037-6F8DCC87EBC6}" emma:medium="tactile" emma:mode="ink">
                <msink:context xmlns:msink="http://schemas.microsoft.com/ink/2010/main" type="inkWord" rotatedBoundingBox="6559,16366 9316,16349 9324,17730 6567,17747"/>
              </emma:interpretation>
              <emma:one-of disjunction-type="recognition" id="oneOf24">
                <emma:interpretation id="interp60" emma:lang="" emma:confidence="1">
                  <emma:literal/>
                </emma:interpretation>
              </emma:one-of>
            </emma:emma>
          </inkml:annotationXML>
          <inkml:trace contextRef="#ctx0" brushRef="#br0" timeOffset="188647.2572">4908 16510 183 0,'-20'5'366'0,"20"-5"-10"15,-33 8-3-15,15-2 2 0,2 2-1 0,1 3-5 16,-4-3-13-16,5 3-23 0,-1-1-27 0,6 4-18 16,-3 0-6-16,4 3-18 0,2 0-19 0,-2 0-15 15,3 8-15-15,4-5-16 0,2-3-13 0,4 9-15 16,0 1-6-16,4-1-5 0,3 3-4 0,-3-5-15 16,7 3-6-16,4-2-8 0,0-5-13 0,3 0 8 15,14 5-9-15,-20-7-7 0,8-3-4 0,-5-8-10 16,3 7-2-16,3-9-3 0,-6-1-3 0,0-4 0 15,0 3 2-15,8-8-1 0,-3-2-4 0,-5 0-1 16,1-8 0-16,3-3-9 0,-7 3 0 0,2-9-6 16,-2-2-6-16,-1 0 1 0,-2-7-1 0,-3-5-4 0,-4 7-5 15,-1-8-5-15,-9 8 4 0,0-11 3 0,-10-2-14 16,-2-1-1-16,-5 4-7 0,3-1 8 16,-10 3-17-16,-3 6 7 0,-4 4-4 0,12 7 1 15,-6 4-10-15,1 5-13 0,-3 6-15 0,-6 1-17 0,-5 11-22 16,8-1-15-16,-8 4-21 0,4 16-29 0,-5-3-35 15,8 5-31-15,10-7-40 0,0 3-27 16,2 15-30-16,7-10-41 0,7 3-33 0,8-3-52 0,0 14-355 16,7-13-844-16,6 0 374 0</inkml:trace>
          <inkml:trace contextRef="#ctx0" brushRef="#br0" timeOffset="170064.1742">2602 15687 208 0,'0'0'504'0,"0"0"-22"16,-8-13-17-16,8 13-30 0,0 0-29 0,-11-7-32 15,11 7-35-15,0 0-31 0,0 0-30 0,0 0-23 0,-15 23-18 16,14-8-18-16,-6 9-5 0,-2 1-11 15,1 4-6-15,-2 1-12 0,2 12-8 0,0-4-9 16,3 8-8-16,0-6-11 0,1 5-5 0,2-1 0 0,4 2-8 16,6-5-14-16,-4 8-4 0,3-9-13 0,2 1-11 15,3-2 1-15,5-1-3 0,3-1-4 0,2-6-1 16,-6-10-3-16,7 2-1 0,-3-6-3 0,9 0-3 16,0-7 7-16,-2-5 1 0,2 0-2 0,-1-3 3 15,0-4 11-15,1-8-10 0,0-5 10 0,-2-4-37 16,-4-2-60-16,6-12 0 0,-7-2 0 0,2-6 0 15,-6 3 0-15,-5 0 0 0,-4-7 0 0,3 2 0 16,-11 0 0-16,-2-9 0 0,-11 3 0 0,-2-3 0 0,-4 3 0 16,-9-3 0-16,-2 6 0 0,0 7 0 15,-6 4 0-15,0 7 0 0,-9 6 0 0,3 4-286 16,-1 10-110-16,-3 5-96 0,2 2-127 0,-5 5-448 0,3 4-1155 16,-2 7 511-16</inkml:trace>
        </inkml:traceGroup>
        <inkml:traceGroup>
          <inkml:annotationXML>
            <emma:emma xmlns:emma="http://www.w3.org/2003/04/emma" version="1.0">
              <emma:interpretation id="{89BC531D-CDC4-45C6-B1FA-D224D20BF1B7}" emma:medium="tactile" emma:mode="ink">
                <msink:context xmlns:msink="http://schemas.microsoft.com/ink/2010/main" type="inkWord" rotatedBoundingBox="11065,16009 14663,15987 14677,18354 11080,18376"/>
              </emma:interpretation>
              <emma:one-of disjunction-type="recognition" id="oneOf25">
                <emma:interpretation id="interp61" emma:lang="" emma:confidence="1">
                  <emma:literal/>
                </emma:interpretation>
              </emma:one-of>
            </emma:emma>
          </inkml:annotationXML>
          <inkml:trace contextRef="#ctx0" brushRef="#br0" timeOffset="189944.0426">10167 16001 32 0,'0'0'355'0,"0"0"-37"0,4-7-18 15,-4 7-22-15,0 0-7 0,0 0-9 0,0 0 0 0,0 0-6 16,0 0-4-16,0 0-9 0,-17 41-26 0,10-30-3 16,-1 7-8-16,0-5-18 0,5 3-2 0,-3 1-14 15,1-1-17-15,-2 10-3 0,7 0-8 0,-1-4-10 16,-1 3-2-16,5 2-11 0,-3 0-7 0,2 2 1 15,3 0-10-15,6-1 1 0,4 6 7 0,1 3-13 16,-4-10-9-16,9 7-9 0,-5-12-5 0,5 3-4 16,2-8 1-16,-1-1-1 0,1-2 4 0,2-3-1 15,-1-1-2-15,4-2-3 0,-8-4 6 0,1-3-1 16,0-2-1-16,0-3 1 0,-3-3 2 0,1-3-5 16,-3 0 3-16,3-8-11 0,-3-1 4 0,-1 0 2 15,-1-3-2-15,-3-2-10 0,-3-4 5 0,0 1-1 16,-6-3-2-16,4 1-14 0,-6-2 5 0,-1-7-12 15,-7 0 1-15,-3-1-10 0,1 14-4 0,-1-1 0 16,-4 5-2-16,1-2-8 0,-1 4-17 0,-5 2-17 16,-3 3-16-16,5 5-24 0,1-1-31 0,-12 4-35 0,8 3-37 15,-8 2-35-15,0-4-53 0,12 3-50 0,-9 6-50 16,5 3-68-16,0-1-88 0,0-1-354 0,4 1-928 16,-2-1 410-16</inkml:trace>
          <inkml:trace contextRef="#ctx0" brushRef="#br0" timeOffset="189209.7482">7662 16106 248 0,'0'0'371'15,"0"0"-30"-15,0 0-18 0,0 0-20 0,0 0-14 16,0 0-3-16,-29 15-9 0,23-8-9 0,0 3-11 16,-3-1-15-16,1 4-12 0,0 5-14 0,0 0-7 15,-3 4-11-15,-2-2-12 0,2 5-14 0,0-1-14 16,1 2-13-16,4 0-12 0,-2 0-11 0,-3 1-7 15,9 4-17-15,0 9-8 0,-1-12-6 0,8 0-6 16,-3 4-7-16,9-4-4 0,-5 3-6 0,4-9-4 16,6 9-3-16,-3-6-4 0,3-3 4 0,3-2 11 15,4 0 2-15,-1-3 4 0,4-8 6 0,3 1 7 0,-2-7 4 16,-5 1 0-16,7-8-2 0,-2 1 9 16,2-8-6-16,-5-2 0 0,4-5-1 0,-6 1 3 15,12-9-1-15,-15 2-2 0,7-6-2 0,-1-5-3 0,-7 0 6 16,0 0-3-16,-7 4 5 0,-1 4-7 15,-4-1 3-15,-1-17-14 0,-2 6 3 0,-8 2-23 0,-3-3 2 16,-6 2-14-16,-6 0 1 0,6 12-7 0,-10-7-5 16,3 11 4-16,0 1-17 0,-1 7-11 0,-4-2-27 15,0 5-26-15,-6 3-22 0,3 4-23 0,1 4-27 16,-8 4-36-16,6 6-54 0,-2 0-71 0,3 5-63 16,-8 8-80-16,2 3-96 0,3 0-465 0,11-7-1065 15,8-4 471-15</inkml:trace>
          <inkml:trace contextRef="#ctx0" brushRef="#br1" timeOffset="333824.336">8333 15495 49 0,'-7'-12'317'0,"7"12"-10"0,-6-19-15 0,4 9-4 16,2 10-13-16,-12-23-7 0,5 10-9 0,2 4-8 15,5 9-2-15,-9-16 3 0,6 9 3 0,3 7-9 16,-13-12-9-16,6 2-20 0,7 10-10 0,-16-13-8 16,3 7 0-16,5-1 0 0,-6 0-19 0,-1 1-14 0,-5-1-10 15,-3 0 6-15,-9 2-15 0,3 3-6 0,-1 4-8 16,-1 3-9-16,-15-3 6 0,6 6-17 0,-5 2-2 16,-2-1-3-16,-1 8-4 0,0 2-5 0,-2 1-1 15,5 7-7-15,-5 0 3 0,2 11-3 0,3-2-1 16,-11 22-2-16,0-5-8 0,19-11-9 0,-13 19 3 15,7-1-1-15,-5 4-3 0,8 0 0 0,6 3-4 16,1 5-11-16,4 4-2 0,6-1-2 0,2 4-3 16,-1-2 1-16,14 2-10 0,1 0-3 0,14-3-6 15,-4-1 2-15,7 6-7 0,4-4-5 0,7-2 6 16,-2-4-6-16,9-3-1 0,4-5-5 0,0 2 0 16,-3-18-3-16,-4-1-5 0,22 14 3 0,-7-17 2 0,13 10 3 15,-8-14-2-15,1-5-10 0,4-8 0 0,1 1 7 16,18 11-6-16,-17-17 2 0,2-3-3 15,-2-6 4-15,-1 0-5 0,5-4 1 0,-1-4 1 0,-2-2 1 16,-4-5 1-16,7-5 1 0,-1-1 0 0,-2-6-1 16,-3-6-2-16,6 0 5 0,-5-4 4 0,1-5 5 15,15-13-17-15,-3-7 0 0,-21 13 0 0,15-16 0 16,-7 0 0-16,-4-10 0 0,-4-1 0 0,-4-4 0 16,1-7 0-16,-8-10 0 0,10-34 0 0,-21 30 0 15,1-39 0-15,-6 0 0 0,-9 35 0 0,-9-34 0 16,-5 41 0-16,-7 11 0 0,-4-12 0 0,-7 12 0 15,-3 4 0-15,3 25 0 0,-6 1 0 0,-6 1 0 0,1 6 0 16,-3 4 0-16,0 1 0 0,-12 1 0 0,6 6 0 16,-8 0 0-16,2 0 0 0,-5 1 0 15,3 6 0-15,-2 0 0 0,4 11-60 0,-4-4-146 0,2 5-35 16,4 0-34-16,4 2-54 0,3-2-38 0,13 5-47 16,-3-2-75-16,8 3-480 0,3-1-1049 0,2-3 464 15</inkml:trace>
        </inkml:traceGroup>
      </inkml:traceGroup>
    </inkml:traceGroup>
  </inkml:traceGroup>
</inkml:ink>
</file>

<file path=ppt/ink/ink17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31T04:07:31.368"/>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412D5134-54FD-489E-A648-A99C10A920C9}" emma:medium="tactile" emma:mode="ink">
          <msink:context xmlns:msink="http://schemas.microsoft.com/ink/2010/main" type="inkDrawing" rotatedBoundingBox="4835,832 5131,4930 4187,4998 3892,901" semanticType="verticalRange" shapeName="Other">
            <msink:sourceLink direction="with" ref="{0B79C3A6-078E-463B-AD0A-6F9C610D2F12}"/>
            <msink:sourceLink direction="with" ref="{06565B83-9D4E-4EAF-8333-6A55F3AB2307}"/>
            <msink:sourceLink direction="with" ref="{650679EC-0248-4299-A344-8096497ED4D3}"/>
          </msink:context>
        </emma:interpretation>
      </emma:emma>
    </inkml:annotationXML>
    <inkml:trace contextRef="#ctx0" brushRef="#br0">103 100 242 0,'-9'-13'388'0,"3"4"-19"0,0-5 4 0,-1 0 14 0,1 4 16 16,6 10 6-16,-11-13-1 0,11 13-17 15,-12-11-22-15,12 11-34 0,-8-9-26 0,8 9-30 0,0 0-22 16,-8-9-20-16,8 9-22 0,0 0-14 0,0 0-9 16,0 0-5-16,0 0-3 0,-14 37 3 0,9-16 3 15,3 6-9-15,2 11-3 0,-6 7 5 0,11 0-8 16,-4 7 8-16,-1 22-2 0,0 3-10 0,2 5-2 15,-4-3-4-15,4-1-72 0,-4 10-93 0,4 5 0 16,-2 39 0-16,0-46 0 0,-2 47 0 0,4-3 0 16,-2-37 0-16,6 42 0 0,-9-51 0 0,3 10 0 15,3-5 0-15,4 43 0 0,-7-42 0 0,5 0 0 0,-2-6 0 16,2 3 0-16,-2-3 0 0,3 2 0 0,1-3 0 16,1-1 0-16,3-3 0 0,-9-1 0 15,6 2 0-15,-2-6 0 0,-4-3 0 0,4-17 0 0,-1-1 0 16,-2-3 0-16,4 1 0 0,-3-1 0 0,-2-4 0 15,0 4 0-15,2-2 0 0,3-2 0 0,-6-4 0 16,4 2 0-16,-3-5 0 0,-1-10 0 0,4 9 0 16,-2-10 0-16,1 0 0 0,-4-1 0 0,-4 2 0 15,4-2 0-15,-1-7 0 0,2 0 0 0,-2-1 0 16,1 0 0-16,-3-7 0 0,-1 3 0 0,3-6 0 16,1-9 0-16,0 20 0 0,-7-9 0 0,7-11 0 15,0 16 0-15,0-16 0 0,-3 13 0 0,3-13 0 16,0 0 0-16,-5 14 0 0,5-14 0 0,-6 7 0 15,6-7 0-15,0 0 0 0,0 0 0 0,-6 12 0 16,6-12 0-16,0 0 0 0,0 0 0 0,-8 10 0 0,8-10 0 16,0 0 0-16,0 0 0 0,0 0 0 0,0 0 0 15,0 0 0-15,-7 9 0 0,7-9 0 0,0 0 0 16,0 0 0-16,0 0 0 0,0 0 0 0,0 0 0 16,0 0 0-16,0 0 0 0,0 0 0 0,0 0 0 15,0 0 0-15,0 0 0 0,0 0 0 0,0 0 0 16,0 0 0-16,0 0 0 0,0 0 0 0,0 0 0 15,0 0 0-15,0 0 0 0,13 14 0 0,-13-14 0 16,8 11 0-16,-8-11 0 0,21 8 0 0,-7-1 0 16,2-2 0-16,4 3 0 0,8-6 0 0,1 3 0 15,15 2 0-15,-1-5 0 0,7-2 0 0,1 0 0 16,4 0-140-16,23-6-219 0,-20-3-34 0,22 2-37 0,-3-5-45 16,5 2-47-16,-21-1-457 0,0-3-1060 0,-2 5 468 15</inkml:trace>
  </inkml:traceGroup>
</inkml:ink>
</file>

<file path=ppt/ink/ink17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31T04:07:41.507"/>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47602D9C-36CE-42F4-839F-5DFA7DA0ADC6}" emma:medium="tactile" emma:mode="ink">
          <msink:context xmlns:msink="http://schemas.microsoft.com/ink/2010/main" type="inkDrawing" rotatedBoundingBox="12618,475 13586,5565 12053,5857 11085,766" semanticType="verticalRange" shapeName="Other">
            <msink:sourceLink direction="with" ref="{0B79C3A6-078E-463B-AD0A-6F9C610D2F12}"/>
            <msink:sourceLink direction="with" ref="{06565B83-9D4E-4EAF-8333-6A55F3AB2307}"/>
            <msink:sourceLink direction="with" ref="{650679EC-0248-4299-A344-8096497ED4D3}"/>
          </msink:context>
        </emma:interpretation>
      </emma:emma>
    </inkml:annotationXML>
    <inkml:trace contextRef="#ctx0" brushRef="#br0">48 77 65 0,'0'0'430'0,"-21"9"-47"0,21-9-37 0,-15 6-12 16,15-6 9-16,-14 4 8 0,14-4 15 0,0 0 14 15,0 0 9-15,0 0-9 0,0 0-26 0,56 0-31 16,-26-5-28-16,20 0-14 0,-2-1-17 0,2-1-30 16,1-1-18-16,6 1-23 0,-6-1-19 0,-1 1-17 15,1-2-15-15,2 6-1 0,-7-1-20 0,1-1-13 16,-17 5-7-16,14 3-9 0,-17-3-11 0,0 2-5 16,-6-2-8-16,2 4 1 0,1 4-8 0,-7-1 15 15,1 5-26-15,3 4 10 0,-2 6-1 0,5 11 12 16,-5 8-2-16,-3 8 17 0,-1-1 5 0,12 24 14 15,-9 3 2-15,1 3-8 0,0 10-99 0,7 36 0 16,-7-38 0-16,10 45 0 0,-2-6 0 0,7-2 0 16,3 15 0-16,8 2 0 0,-3 5 0 0,1 2 0 0,-8 2 0 15,7-2 0-15,0-4 0 0,-2 0 0 16,3-4 0-16,-1-14 0 0,-4 0 0 0,-20-33 0 16,9 35 0-16,-4 1 0 0,-9-42 0 0,-1 2 0 0,-3 1 0 15,-4-3 0-15,-4 1 0 0,1-12 0 0,-2 7 0 16,7-3 0-16,-8-7 0 0,7 3 0 0,-9-22 0 15,2 17 0-15,3-21 0 0,-3 0 0 0,-1 1 0 16,-1-2 0-16,-3 1 0 0,4-1 0 0,-4-6 0 16,2-2 0-16,4-1 0 0,-2-10 0 0,1 11 0 15,-5-14 0-15,10-2 0 0,-8-5 0 0,1-3 0 16,2 3 0-16,0 2 0 0,-6-8 0 0,6 5 0 16,4-7 0-16,-4 5 0 0,0-5 0 0,0-11 0 0,-1 18 0 15,1-18 0-15,-3 18 0 0,6-7 0 0,-3-11 0 16,1 19 0-16,-5-11 0 0,4-8 0 0,0 19 0 15,-7-10 0-15,7-9 0 0,-3 19 0 0,-2-6 0 16,-3 2 0-16,2-4 0 0,-4 1 0 0,-4 4 0 16,-6 1 0-16,-2 2 0 0,-15 11 0 0,-9-10 0 15,2 5 0-15,-6-2 0 0,-2-1 0 0,-6 1 0 16,-19 7 0-16,5 1 0 0,-5-6 0 0,0-2 0 16,19-11 0-16,-21 7 0 0,2-6 0 0,26-8 0 15,-7 2 0-15,2-12-104 0,-2-4-1245 0,8-8-1459 16,-3-4 646-16</inkml:trace>
  </inkml:traceGroup>
</inkml:ink>
</file>

<file path=ppt/ink/ink17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31T04:08:29.462"/>
    </inkml:context>
    <inkml:brush xml:id="br0">
      <inkml:brushProperty name="width" value="0.06667" units="cm"/>
      <inkml:brushProperty name="height" value="0.06667" units="cm"/>
      <inkml:brushProperty name="color" value="#FF0000"/>
      <inkml:brushProperty name="fitToCurve" value="1"/>
    </inkml:brush>
    <inkml:brush xml:id="br1">
      <inkml:brushProperty name="width" value="0.06667" units="cm"/>
      <inkml:brushProperty name="height" value="0.06667" units="cm"/>
      <inkml:brushProperty name="color" value="#24292B"/>
      <inkml:brushProperty name="fitToCurve" value="1"/>
    </inkml:brush>
  </inkml:definitions>
  <inkml:traceGroup>
    <inkml:annotationXML>
      <emma:emma xmlns:emma="http://www.w3.org/2003/04/emma" version="1.0">
        <emma:interpretation id="{FCDCD4DF-6C5E-40CC-BDDC-6A16B26AB327}" emma:medium="tactile" emma:mode="ink">
          <msink:context xmlns:msink="http://schemas.microsoft.com/ink/2010/main" type="writingRegion" rotatedBoundingBox="15090,1988 25551,1678 25940,14799 15479,15109"/>
        </emma:interpretation>
      </emma:emma>
    </inkml:annotationXML>
    <inkml:traceGroup>
      <inkml:annotationXML>
        <emma:emma xmlns:emma="http://www.w3.org/2003/04/emma" version="1.0">
          <emma:interpretation id="{C16AE93C-AFCF-4AE8-9C0B-E1F8F9109B72}" emma:medium="tactile" emma:mode="ink">
            <msink:context xmlns:msink="http://schemas.microsoft.com/ink/2010/main" type="paragraph" rotatedBoundingBox="15090,1988 22902,1756 22976,4228 15163,4460" alignmentLevel="1"/>
          </emma:interpretation>
        </emma:emma>
      </inkml:annotationXML>
      <inkml:traceGroup>
        <inkml:annotationXML>
          <emma:emma xmlns:emma="http://www.w3.org/2003/04/emma" version="1.0">
            <emma:interpretation id="{8C441106-F176-466B-ADE9-09B691CD9D35}" emma:medium="tactile" emma:mode="ink">
              <msink:context xmlns:msink="http://schemas.microsoft.com/ink/2010/main" type="line" rotatedBoundingBox="15090,1988 22902,1756 22976,4228 15163,4460"/>
            </emma:interpretation>
          </emma:emma>
        </inkml:annotationXML>
        <inkml:traceGroup>
          <inkml:annotationXML>
            <emma:emma xmlns:emma="http://www.w3.org/2003/04/emma" version="1.0">
              <emma:interpretation id="{7C45B75F-0BDC-453A-A18D-C2C1BE5F68BF}" emma:medium="tactile" emma:mode="ink">
                <msink:context xmlns:msink="http://schemas.microsoft.com/ink/2010/main" type="inkWord" rotatedBoundingBox="15090,1988 22902,1756 22976,4228 15163,4460"/>
              </emma:interpretation>
              <emma:one-of disjunction-type="recognition" id="oneOf0">
                <emma:interpretation id="interp0" emma:lang="" emma:confidence="1">
                  <emma:literal/>
                </emma:interpretation>
              </emma:one-of>
            </emma:emma>
          </inkml:annotationXML>
          <inkml:trace contextRef="#ctx0" brushRef="#br0">1885 23 20 0,'-11'-10'296'0,"-1"0"10"0,1-3 20 0,5 7 4 15,6 6-15-15,-18-11-27 0,18 11-16 0,-8-10-21 16,8 10-10-16,0 0-18 0,0 0 3 15,0 0 2-15,0 0 2 0,0 0 7 0,0 0-10 0,0 0-21 0,40 27-8 16,-22-16-13-16,14-3-13 0,11 6-13 0,9-2-11 16,-4 0-15-16,5-5-8 0,1 3-16 0,-1-6-14 15,-3 4-12-15,0 1-3 0,-2-7-6 0,-3 5-8 16,1-3-8-16,-6 0-7 0,-6 0-6 0,-5-1-3 16,0 5-3-16,-10-4-5 0,-3 0-3 0,-2 3-3 15,-2 1 0-15,-1 2-2 0,-5 5 4 0,1 0-8 16,-7 10 2-16,0 6-6 0,-7-2-2 0,-2 11-1 15,-9-2 2-15,-1 6-4 0,-7 1-2 0,-1 8-4 0,-18 7-3 16,-3 0-4-16,-2 3-18 0,-3-1-29 0,-3 0-37 16,-7 3-57-16,-2-2-70 0,-16-4-80 15,-37 18-91-15,33-26-94 0,-42 16-317 0,40-21-860 0,-6 1 381 16</inkml:trace>
          <inkml:trace contextRef="#ctx0" brushRef="#br0" timeOffset="-269.7014">1028 458 368 0,'-16'-7'377'15,"16"7"-23"-15,0 0-5 0,-22-6-4 0,22 6-10 16,0 0-22-16,-13-2-12 0,13 2-21 0,0 0-19 15,0 0-11-15,0 0-4 0,0 0 7 0,0 0-14 0,0 0-12 16,64 4-3-16,-19-6-3 0,3-3-13 0,13-3-5 16,-2 1-2-16,30-6-11 0,0-1-1 0,3 0-2 15,-10 1-24-15,1-5-16 0,-6 4-12 0,2-1 1 16,-26 1-29-16,3 2-8 0,-6 1-6 0,-7-1-27 16,-14 4-25-16,0 1-23 0,-1 2-16 0,-7-2-25 15,-6 1-23-15,-15 6-15 0,21-3-17 0,-21 3-26 16,14-3-39-16,-14 3-55 0,0 0-37 0,0 0-30 15,0 0-26-15,0 0-24 0,0 0-14 0,0 0-24 16,-29-19-15-16,29 19-30 0,-27-10-256 0,9 6-708 0,1-7 314 16</inkml:trace>
          <inkml:trace contextRef="#ctx0" brushRef="#br0" timeOffset="-1238.3826">114 60 2802 0,'-4'-26'21'0,"1"19"50"0,3 7 15 16,-6-19 0-16,6 19-27 0,-5-9-18 0,5 9-5 0,0 0 2 16,0 0 22-16,0 0 35 0,0 0 27 15,-14 28 23-15,10-2 1 0,4 6 19 0,0 11 11 16,4 6-9-16,-3-2 5 0,1 3-6 0,4 7 6 0,1-2 0 16,-1-1 2-16,-3 1-2 0,5 0-17 0,-1-1-12 15,-1-2-1-15,-4-6-8 0,2 4-10 0,-2 1-8 16,3 0-5-16,-4-11-6 0,-2 0-7 0,1-1-11 15,0-11-12-15,-5 1-5 0,3-6 5 0,1 4-21 16,1-14-7-16,-3 2-5 0,1-1 2 0,2-1-5 16,0-13-4-16,-3 18-4 0,3-18 1 0,-3 14 2 15,3-14-6-15,-2 8 2 0,2-8-4 0,0 0 3 16,0 0-6-16,0 0 4 0,0 0-5 0,-22-43-1 16,17 12-1-16,-3-9-4 0,1-3 0 0,1-2 2 15,-1 0-3-15,3-1-5 0,-1-2-2 0,0 3-1 16,3 3-5-16,2-6 9 0,2-1-7 0,3 3-3 15,0-1 0-15,-1 1-2 0,8-3 7 0,-3 0-4 16,4 5-3-16,3 0 0 0,2 1-1 0,-9 5 1 16,4 12 2-16,0 2-5 0,2-1-4 0,1 3 5 15,-2 9-1-15,1-1 1 0,1 2 0 0,-2 3 2 0,5 2-5 16,-4 2 1-16,1 4 3 0,-16 1-4 0,33 6 0 16,-18 3 1-16,-1 3-1 0,6 7 4 15,-9 3-2-15,2 8 1 0,-1 4 1 0,-4 6 3 0,-6-1 2 16,4-2-5-16,-6 1 5 0,-1 7-11 0,-4-17 5 15,-3 17-9-15,-3-4-7 0,-2-1-7 0,-5 0-5 16,2-4-6-16,-5 1 5 0,-3-7-4 0,-3 3-6 16,-2-3-7-16,2 0-3 0,3-7 0 0,-2-4 6 15,4 0-1-15,-6 2 2 0,6 3 2 0,1-10 4 16,-1-1 5-16,6-2 2 0,1-2 5 0,1-1-1 16,4-1 0-16,10-7 4 0,-16 13 0 0,16-13 4 15,-6 11 0-15,6-11 0 0,1 18 3 0,-1-18 9 16,13 13-11-16,5-7 6 0,-4 4 2 0,4 0 3 0,9 1-2 15,2 2 4-15,0-4-1 0,5 3 1 16,7 0 5-16,-2 2-6 0,-6-3-8 0,0-1-31 16,-1 0-30-16,-7-1-36 0,17-1-36 0,-8 1-23 0,-5-2-30 15,0 1-33-15,-10 1-37 0,-2 1-43 0,-2-1-51 16,-2 0-66-16,-5 0-242 0,-3-1-728 0,-5-8 323 16</inkml:trace>
          <inkml:trace contextRef="#ctx0" brushRef="#br0" timeOffset="-738.4191">449 1302 34 0,'0'0'379'0,"22"-11"-33"0,-4 8-27 0,0 1-25 15,1-3-4-15,3 5-4 0,-1-2-4 0,-21 2-37 16,39 4-22-16,-18-1-29 0,-1 2-8 0,9 4-17 15,-9-4-24-15,-4 4-5 0,1-1-10 0,-5 7-15 0,0-4-21 16,-4 7-5-16,-1 1-5 0,-6 6-17 0,-1-2-9 16,-3 3-3-16,-2 0-18 0,-1-1 1 15,-4 3-27-15,-3-2-9 0,4 2-9 0,-10-2-7 0,-1-2-6 16,4-2 4-16,2 0-5 0,-7-3-2 0,7 3-10 16,-4-10-3-16,3-1-3 0,1 0-4 0,1 0 1 15,0-1 1-15,4-4 0 0,-2 0 7 0,11-6 13 16,-15 8-5-16,15-8 0 0,-14 6 6 0,14-6 5 15,0 0 5-15,0 0 8 0,0 0 15 0,0 0 15 16,0 0 17-16,0 0 11 0,0 0 9 0,0 0 14 16,25-39 7-16,-13 31 2 0,0 0 4 0,9-1 8 15,-2 2 7-15,6 0-14 0,-3 4 2 0,7-1-1 16,-8 2-3-16,4 2-5 0,1 3-10 0,1 3-3 16,-6-1-2-16,6 2-6 0,-4 8-5 0,-4-4-7 15,2 8-11-15,-10-7 0 0,2 5 1 0,-2 7-8 16,-3-9-3-16,-1 8-1 0,-7-1-3 0,-3 1-3 0,-5 2-3 15,0-1-13-15,-8 2-16 0,-2-2-11 0,-11 4-14 16,5-5-7-16,-10 0-18 0,-4 2-15 0,-2-6-21 16,-2-6-17-16,-1 1-28 0,1-6-4 0,-5-2-18 15,1-6-19-15,2 1-26 0,0-4-25 0,0-9-25 16,4-4-31-16,-2-6-76 0,6-4-192 0,-1 0-600 16,1-5 265-16</inkml:trace>
          <inkml:trace contextRef="#ctx0" brushRef="#br0" timeOffset="2013.608">3533 217 324 0,'-2'-13'404'0,"-3"1"-37"0,5 12-24 0,-3-15 9 16,3 15 3-16,-8-12-2 0,8 12-16 0,0 0-22 16,0 0-16-16,0 0-15 0,0 0-4 0,0 0-2 0,0 0 6 15,1 60-11-15,6-18-11 0,-1 3-14 0,2 0-12 16,-4 1-8-16,7 1-10 0,-3 3-15 15,5 3-8-15,-4 3-14 0,4-8-19 0,-3 2-14 0,-1-5-10 16,1 5-16-16,-2-5-6 0,-2-3-14 0,7-3-14 16,-11-7-5-16,4-4-11 0,-4-5-4 0,4 2-7 15,-6-8-9-15,0 0 5 0,2-6-16 0,1 1-4 16,-3-12-1-16,2 19 3 0,-2-19-5 0,0 10 0 16,0-10-3-16,0 0 4 0,0 0-19 0,0 0-16 15,0 0 0-15,0 0 0 0,-13-50 0 0,5 12 0 16,0-9 0-16,1-8 0 0,-1-16 0 0,-3-1 0 15,6-3-16-15,1-1-19 0,-6-5 0 0,7 5 9 0,3 0 1 16,6 23 7-16,-6 1-2 0,7 1-2 0,-3 1 1 16,4 2 6-16,0 3 13 0,2 0-12 15,4 0 1-15,4 7 1 0,0 4-3 0,-4 8 0 0,5 0 26 16,-3 7-23-16,5-4 2 0,-6 12 2 0,2-4-5 16,1 11-2-16,1-2 4 0,-3 1 2 0,-16 5-2 15,36 15 5-15,-11-3 10 0,-7 7-15 0,-2 7 5 16,2 0 4-16,-2 14-4 0,-2-2 1 0,-6 4-9 15,-3-1-6-15,-3 8-14 0,-9-4-12 0,-1 0-16 16,-5-3-31-16,-1 3-6 0,-2-5-7 0,-8 6-12 16,3-4-9-16,-11-2-5 0,3-2 8 0,-3-2-2 15,0-3 1-15,3 2 11 0,-2-4 9 0,11-9 10 16,-3 2 12-16,2-6 9 0,2 1 7 0,1 2 5 16,7-8 8-16,1 1 2 0,2-4 4 0,2-3 6 15,6-7 8-15,-3 17 12 0,3-17 26 0,11 15 14 0,3-7 7 16,3 3 7-16,10-3 3 0,0 2-3 0,4-5-1 15,12 8-2-15,0-4-2 0,-1-1-4 0,0 2-3 16,-1 2 1-16,6-5-3 0,-15 0-5 0,0 5-14 16,-5-5-24-16,4 0-27 0,-6 3-32 0,3-4-50 15,-4 2-49-15,-5-1-47 0,-3 1-54 0,-1 0-60 16,-3-3-77-16,-12-5-291 0,16 10-771 0,-16-10 341 16</inkml:trace>
          <inkml:trace contextRef="#ctx0" brushRef="#br0" timeOffset="2513.5461">4133 1067 459 0,'0'0'462'0,"70"-5"-43"0,-52 2-39 0,-18 3-37 16,40-6-30-16,-21 6-21 0,0-1-24 0,-19 1-25 15,37-1-21-15,-19 2-25 0,1 0-20 0,0 5-10 16,-1-2-21-16,-5 7-16 0,3 0-8 0,-3 4-12 15,-5 0-7-15,-2 2-5 0,1 0-20 0,-1 8-6 16,-6 0-8-16,-2 4-5 0,-2 0-6 0,-3-3-16 16,-7 10-10-16,7-7-14 0,-2-3-14 0,-2 1-14 15,-1-1-18-15,-2-1-16 0,1-1 7 0,0-3-29 16,-1 3-11-16,1-9 0 0,5 0-4 0,-5-4 12 16,3 1 1-16,-1-1-1 0,3-4 6 0,8-7 1 15,-11 15 4-15,11-15 1 0,-11 9 5 0,11-9 5 16,0 0 5-16,-8 7 7 0,8-7 19 0,0 0 22 15,0 0 26-15,0 0 14 0,0 0 19 0,0 0 26 0,0 0 0 16,30-26 23-16,-15 17 10 0,-1 2 13 0,5 0 14 16,-4 2 15-16,12-2 10 0,-9 6 6 0,6-5 3 15,0 5 7-15,-2-2-19 0,-1 3-11 0,8 4-15 16,-10-2-12-16,2 2-13 0,-5 4-8 0,3 3-12 16,-7-3-10-16,5 4-4 0,-7 6-7 0,4-4-9 15,-2 6-7-15,-4 6-5 0,-5 0-10 0,2-6-1 16,-10-2-4-16,3 8-7 0,-4-3-1 0,-2 2-1 15,-7-2-4-15,-1-3-6 0,-3-1-9 0,-2-1-11 16,-3 2-26-16,-3-7-25 0,-2 0-20 0,-5-2-31 16,4-8-27-16,-4 4-32 0,-9-3-25 0,11-8-19 15,-13-3-23-15,14 0-25 0,-12-6-28 0,0-3-52 0,1-8-46 16,3-1-75-16,-2-7-276 0,1-9-788 0,4 0 350 16</inkml:trace>
          <inkml:trace contextRef="#ctx0" brushRef="#br0" timeOffset="2794.7884">4640 604 5935 0,'0'0'422'0,"0"0"-196"0,0 0-63 0,-2 12-56 16,2-12-9-16,0 0-32 0,0 0 3 0,64-14 13 16,-32 7-16-16,11-5-8 0,1 0 27 0,1-2-15 15,4 0-3-15,0-2-13 0,-3 3-37 0,4-3-32 16,-8 3-43-16,-6-3-41 0,-7 4-53 0,3-1-70 16,-7 0-51-16,0-1-48 0,-4-1-59 0,-7 4-54 0,4-3-109 15,-11-2-305-15,1 0-919 0,-2-2 406 0</inkml:trace>
          <inkml:trace contextRef="#ctx0" brushRef="#br0" timeOffset="3857.1957">5329-232 85 0,'0'0'584'0,"0"0"-41"0,-8-14-55 0,8 14-50 15,0 0-32-15,0 0-14 0,0 0-1 0,0 0-13 16,0 0-3-16,0 0-21 0,16 34-30 0,-3-9-21 15,-3 9-20-15,1 6-21 0,-1 1-13 0,1 4 1 0,-1 1-18 16,-2 3-12-16,1 3-19 0,-4 1-16 0,1 3-14 16,1-1-16-16,-2 0-15 0,1 16-17 15,-6-18-7-15,3 2-18 0,-4-1 9 0,2 3-26 0,-1-3-8 16,0-2-17-16,0-6 3 0,0-1-3 0,0-3-43 16,0-13-13-16,0 2 0 0,0-5 0 0,0-7 0 15,0-1 0-15,0-3 0 0,-1-7 0 0,1-8 0 16,1 13 0-16,-1-13 0 0,0 0 0 0,0 0-13 15,0 0-47-15,0 0-11 0,0 0-14 0,2-66-2 16,-5 25-9-16,-2-9-2 0,-3-24-4 0,0-8 6 16,0-1 9-16,-3-2 9 0,3-3 10 0,-2 7 13 15,-1 2 6-15,4 6 12 0,6 20 14 0,6-1 14 0,-4 0 7 16,6 2 6-16,2-1 21 0,9 3 6 16,-1 2 5-16,4 3 3 0,0 2-1 0,2 6-3 15,2-2 0-15,-1 8-9 0,-3 6-2 0,5 5-1 0,-2-3-8 16,-2 8 4-16,-2 4-2 0,-4 3-3 0,-3 2-6 15,7 1 4-15,-20 5-4 0,31 2 1 0,-31-2-4 16,21 21-2-16,-10-7-1 0,-8 12 1 0,4 5-8 16,-3 10 2-16,-7 2-3 0,6 5 1 0,-12 1-5 15,1-1-5-15,-3 4-8 0,-7-2-8 0,2 2-9 16,-5-2-2-16,-1-3-5 0,-1-1-3 0,-3 1 3 16,-4-4 2-16,3 0 0 0,-1 1 3 0,0-10 3 15,-1 4 2-15,1-9 6 0,6 5 0 0,4-11 4 0,1-5 5 16,2-1-1-16,6 0 5 0,-3-1 1 15,4-1-2-15,0-4 3 0,3 3 3 0,5-1 5 0,0-13 14 16,10 25 14-16,-2-11 16 0,2-1 5 0,9 0 7 16,5 2 4-16,2-1 3 0,11 3 0 0,0 4-5 15,3-5-5-15,-2 0-2 0,5-5-6 0,-1 7-4 16,3-3-3-16,3 2-14 0,-4-3-21 0,-1 0-25 16,0 1-29-16,-9-4-43 0,-4 1-44 0,12-4-47 15,-8 4-38-15,-4-6-23 0,-4 2-14 0,-4-2-16 16,-6 0-8-16,0-3-2 0,0 1 1 0,-16-4 9 15,20 2 19-15,-20-2 3 0,0 0 14 0,0 0 15 16,0 0 17-16,21-14 20 0,-21 14 28 0,0-10 36 0,0 10 28 16,-2-16 41-16,2 16 57 0,-2-19 44 15,2 19 34-15,-4-20 33 0,4 20 36 0,0-16 32 16,0 4 31-16,1 1 14 0,-1 11 25 0,7-22 14 0,-3 13 2 16,6-6-7-16,-4 0-7 0,6 4-10 0,-3-1-12 15,6 0-10-15,-1 2-11 0,1 3-11 0,-1 2-18 16,0-4-8-16,4 8-22 0,-18 1-12 0,24-6-17 15,-24 6-12-15,23 5-8 0,-23-5-12 0,29 16-11 16,-21-3-1-16,4 7-12 0,0 5-15 0,-4 1-12 16,-2 2-3-16,-4 2-10 0,-1 7 0 0,-7 1-7 15,-2 4-7-15,-2 1-6 0,-7-2 2 0,-1-1-8 16,-1 5 1-16,-2-5-4 0,-2-1 3 0,-4-1 1 16,1-1 3-16,1-4 0 0,10-7 4 0,6 0-3 15,-6-6-4-15,2-5 2 0,5 0 3 0,0-5-1 0,4-2 0 16,4-8 7-16,-2 18 5 0,2-18 18 0,14 13 19 15,1-10 8-15,1 0 5 0,13-3 2 16,14-3 1-16,5 0 8 0,5-3 21 0,6-3 26 0,2-1 30 16,24-6 44-16,2-3-179 0,-2-1-12 0,15-3 0 15,-3 1 0-15,3 3 0 0,1-1 0 0,-1 3 0 16,-7-2 0-16,-13 0 0 0,-18 12 0 0,-9 2 0 16,-3-1 0-16,-2 3 0 0,-17-4 0 0,-1 4 0 15,-7 1 0-15,-7-2 0 0,-2 3 0 0,-14 1 0 16,21-3 0-16,-21 3 0 0,0 0 0 0,22 0 0 15,-22 0 0-15,0 0 0 0,0 0 0 0,0 0 0 16,0 0 0-16,0 0 0 0,0 0 0 0,0 0-620 0,0 0-643 16,0 0-1366-16,0 0 604 0</inkml:trace>
        </inkml:traceGroup>
      </inkml:traceGroup>
    </inkml:traceGroup>
    <inkml:traceGroup>
      <inkml:annotationXML>
        <emma:emma xmlns:emma="http://www.w3.org/2003/04/emma" version="1.0">
          <emma:interpretation id="{4B98BE4A-B1C3-444E-B219-163B133847BE}" emma:medium="tactile" emma:mode="ink">
            <msink:context xmlns:msink="http://schemas.microsoft.com/ink/2010/main" type="paragraph" rotatedBoundingBox="17723,7291 24820,7523 24761,9324 17664,9092" alignmentLevel="2"/>
          </emma:interpretation>
        </emma:emma>
      </inkml:annotationXML>
      <inkml:traceGroup>
        <inkml:annotationXML>
          <emma:emma xmlns:emma="http://www.w3.org/2003/04/emma" version="1.0">
            <emma:interpretation id="{0D41A8B2-316A-4392-B4F8-78D4979C654E}" emma:medium="tactile" emma:mode="ink">
              <msink:context xmlns:msink="http://schemas.microsoft.com/ink/2010/main" type="line" rotatedBoundingBox="17723,7291 24820,7523 24761,9324 17664,9092"/>
            </emma:interpretation>
          </emma:emma>
        </inkml:annotationXML>
        <inkml:traceGroup>
          <inkml:annotationXML>
            <emma:emma xmlns:emma="http://www.w3.org/2003/04/emma" version="1.0">
              <emma:interpretation id="{262D467F-963C-4015-8AC2-C3DF7B729764}" emma:medium="tactile" emma:mode="ink">
                <msink:context xmlns:msink="http://schemas.microsoft.com/ink/2010/main" type="inkWord" rotatedBoundingBox="17723,7308 22245,7455 22187,9240 17664,9092"/>
              </emma:interpretation>
              <emma:one-of disjunction-type="recognition" id="oneOf1">
                <emma:interpretation id="interp1" emma:lang="" emma:confidence="1">
                  <emma:literal/>
                </emma:interpretation>
              </emma:one-of>
            </emma:emma>
          </inkml:annotationXML>
          <inkml:trace contextRef="#ctx0" brushRef="#br0" timeOffset="85775.91">2924 5054 174 0,'0'0'471'0,"-41"18"-20"0,31 0-13 0,2 8-10 16,-2 15-18-16,2 4 5 0,0 5 5 0,2 0 7 15,4 6-10-15,2 15-19 0,0 6-26 0,7-22-17 16,2 16-20-16,-2-15-16 0,12 13-25 0,-4-18-19 16,-6 5-15-16,6-7-20 0,-1 2-14 0,-1-3-20 15,-2-3-15-15,-1 3-22 0,-2-4-16 0,5-6-16 16,-10-9-10-16,3-1-44 0,-1-2-83 0,1-2 0 0,-4-7 0 15,0 2 0-15,2-5 0 0,-4-3 0 0,0-11 0 16,2 19 0-16,-2-19 0 0,3 13 0 0,-3-13 0 16,0 0-152-16,0 0-99 0,-17 6-41 0,17-6-27 15,0 0-27-15,-29-22-26 0,14 14-22 0,1-6-29 16,-7-1-20-16,0-3-424 0,-1-2-938 0,2 1 414 16</inkml:trace>
          <inkml:trace contextRef="#ctx0" brushRef="#br0" timeOffset="86322.6886">2583 5418 217 0,'14'-23'272'0,"7"3"-10"0,1 1-14 0,6 3-13 16,-1-1-2-16,4 0-16 0,10 0-11 0,-2 4-12 15,7 1-12-15,-4 5-13 0,1 2-22 0,1 3-9 0,-11 2-9 16,11 2-6-16,-12 3-1 0,11 2 1 0,-3 9-6 16,-11-7-13-16,-2 6 3 0,-3 1 0 0,2 6-4 15,-5 2 2-15,-5 1-6 0,-6 0 3 0,-4 3 1 16,2 13-7-16,-8-6-6 0,-2 6-6 0,-10 3-4 16,2-3-6-16,-9 1-6 0,-4-3-3 0,-4 1-7 15,-2 1-2-15,0-3-6 0,0 0-6 0,2-6-5 16,-3 0-5-16,-1 3-2 0,5-13 1 0,2-2-7 15,-1 0-6-15,-3-5-2 0,9 3-10 0,-7-7 6 16,2 4-13-16,4-8-4 0,2-2 9 0,-5 2-8 0,7-6-4 16,16-1-2-16,-40-6-2 0,26 0 2 0,-4 3 10 15,-1-5-9-15,19 8-1 0,-23-12-3 16,12 6 7-16,11 6-2 0,-17-13 7 0,10 7-6 0,7 6 0 16,-13-12-1-16,13 12 1 0,-3-8-9 0,3 8 13 15,0 0 2-15,0 0 9 0,16-19 6 0,-16 19 14 16,31 0 8-16,-10 0 12 0,7 5 7 0,1-2 7 15,3 5 9-15,8 0 4 0,-6-6 0 0,14 6 4 16,-1-1 0-16,1 3-7 0,2-4-7 0,-1 2-7 16,0 4-4-16,-5-3-1 0,0 0-5 0,-11 1-2 15,11-2-5-15,-15 3-6 0,-2-3-4 0,0 3-1 0,-3-9-3 16,-3 6-4-16,0-3-5 0,-3 3-11 0,-1-2-18 16,1-1-29-16,-5 0-32 0,1 4-29 0,1-4-46 15,-15-5-41-15,22 5-52 0,-9-1-52 0,-13-4-62 16,14 3-88-16,-14-3-307 0,0 0-809 0,0 0 358 15</inkml:trace>
          <inkml:trace contextRef="#ctx0" brushRef="#br0" timeOffset="86775.7788">3845 6168 99 0,'-9'-14'528'0,"9"14"-7"15,-10-8 0-15,10 8-13 0,-8-8-16 0,8 8-19 16,0 0-17-16,0 0-21 0,-8-8-31 0,8 8-39 16,0 0-40-16,0 0-27 0,0 0-25 0,0 0 18 15,0 0 1-15,-8 27-7 0,8-12-6 0,-2 8-17 16,2 2-20-16,2-1-14 0,0 9-20 0,-2-2-20 15,6 9-20-15,-6 1-118 0,2-2-50 0,2-2 0 0,-2-4 0 16,3 3 0-16,-4-7 0 0,-1 2 0 0,2 1 0 16,1-3 0-16,-3 2 0 0,-3-7 0 15,6 1 0-15,-3 1 0 0,-3-1 0 0,1-6 0 0,4-6-297 16,1 2-136-16,-1-3-62 0,-2-2-77 0,0-10-494 16,6 15-1154-16,-6-15 510 0</inkml:trace>
          <inkml:trace contextRef="#ctx0" brushRef="#br0" timeOffset="87229.8837">4200 5973 269 0,'-21'-2'339'0,"2"0"-15"0,-2 0-10 0,0-1-5 15,21 3-3-15,-46 0 0 0,20 0-7 0,3 0-4 16,23 0-10-16,-38 2-11 0,20-2-12 0,18 0-6 15,-22 3-10-15,22-3-9 0,-21 2-11 0,21-2-21 0,0 0-11 16,0 0-5-16,0 0 5 0,0 0 1 0,0 0-8 16,0 0-2-16,0 0-28 0,64-5-8 15,-21 0-12-15,7-8-12 0,6 7-12 0,2-12 2 0,21 3 4 16,7-10 9-16,1 1-1 0,-4 9-9 0,-4-3-15 16,-21 7-6-16,-2-4-8 0,2 5-13 0,-9-9-20 15,0 6-29-15,-8 1-40 0,-15 3-21 0,-5 4-45 16,-4-6-36-16,-2 7-43 0,-7-2-43 0,-8 6-47 15,14-13-38-15,-14 13-31 0,-4-13-37 0,4 13-36 16,0 0-38-16,-31-19-68 0,12 14-257 0,1-2-814 16,-1-2 360-16</inkml:trace>
          <inkml:trace contextRef="#ctx0" brushRef="#br0" timeOffset="87511.1137">4439 5463 67 0,'0'0'417'16,"0"0"-6"-16,-21-2-45 0,21 2-36 0,0 0 10 15,0 0 1-15,0 0 6 0,0 0-2 0,0 0-3 16,0 0-8-16,0 0-18 0,0 0-22 0,35 28-28 0,-14-21-24 16,8 5-25-16,13-5-18 0,0 0-22 0,-12 0-12 15,12 3-25-15,1-3-10 0,0 3-15 0,-1-5-10 16,3 1-9-16,-3-1-13 0,-7 2-10 0,7 0-10 16,-12-2-4-16,-1 2-7 0,5 0 1 0,-7 1-6 15,0-1-10-15,-1 4-1 0,-7-4-8 0,-3 1-1 16,-1 3-3-16,-1-4-4 0,-1 2-5 0,-5 2-4 15,-2 4 6-15,-1-2-4 0,-5 6 2 0,-5 2-8 16,-3 2-1-16,-3 2-5 0,-3 1-3 0,-1-2-6 16,-10 11-15-16,-3-4-21 0,-2 5-31 0,-4-1-29 15,1 0-46-15,-3 2-48 0,6-4-46 0,-4 2-44 0,2-1-63 16,0 0-87-16,1-4-373 0,4-1-878 16,6-5 388-16</inkml:trace>
          <inkml:trace contextRef="#ctx0" brushRef="#br0" timeOffset="88276.6861">5556 5452 33 0,'-4'-19'527'0,"4"19"-54"16,4-13-27-16,-4 13-20 0,0 0-22 0,0 0 4 15,0 0 6-15,0 0-6 0,0 0-20 0,0 0-14 0,0 0-25 16,8 54-30-16,-8-27-5 0,1-1-8 0,4 3 0 16,-2 14-18-16,2 1-9 0,-2-1-20 0,7-2-22 15,-2 3-15-15,5-3-14 0,-5 4-14 0,-5 0-17 16,5-5-14-16,-2 3-17 0,1-3-23 0,-1-2-123 15,-1 3 0-15,-3-11 0 0,-1 1 0 0,1-2 0 16,-2-2 0-16,0-4 0 0,0-1 0 0,-2-6 0 0,2-1 0 16,-1 3 0-16,1-6 0 0,0-12 0 15,0 15 0-15,0-15 0 0,-5 11 0 0,5-11 0 16,0 0 0-16,0 0 0 0,0 0 0 0,0 0 0 0,-23-38 0 16,14 12 0-16,-2-4 0 0,1-8 0 0,-1-7 0 15,-1-1 0-15,1-1 0 0,5-3 0 0,-4 4 0 16,2-6 0-16,2-4 0 0,-1 4 0 0,6-1 0 15,2 5 0-15,-5-1 0 0,7 3 0 0,-2 1 0 16,1 0 0-16,3 8 0 0,1-1 0 0,1 9 0 16,1 0 0-16,0 3 0 0,4 4 0 0,0-3 0 15,2 6 0-15,-1 4 0 0,3 1 0 0,2-2 0 0,-2 8 0 16,3-1 0-16,-1 4 0 0,1-2 0 16,3 6 0-16,-2 1 0 0,-20 0 0 0,44 13 0 0,-24-4 0 15,-3 3 0-15,4 3 0 0,0 10 0 0,-6 2 0 16,-4-1 0-16,-3 1 0 0,-2 12 0 0,-6-7 0 15,-3 8 0-15,0-4 0 0,-10 2 0 0,0-3 0 16,4 3 0-16,-9-2 0 0,3-7 0 0,-4 5 0 16,2-8-21-16,-11 4-74 0,4 2 15 0,-3-4-7 15,6-5 0-15,3-2-5 0,-2-1 1 0,-1 3-4 16,0-9 4-16,0 7 5 0,5-7 5 0,1 0 4 0,1-1 9 16,0 0 6-16,2-5 3 0,4 4 9 0,0-1 4 15,0-1 2-15,2 2 4 0,6-12 2 0,-5 15 6 16,5-4 3-16,0-11 7 0,8 20 8 0,-1-13 14 15,7 4 5-15,0-3 4 0,4-2-2 0,3-1 6 16,3 6-5-16,3-5 4 0,4 1-4 0,-2 3-3 16,-1-4 0-16,6-1-8 0,-3-2-33 0,-4 1-47 15,2 0-59-15,0-7-61 0,-4 3-47 0,-4 0-48 0,-21 0-48 16,39-3-43-16,-23 1-57 0,-16 2-318 16,25-7-826-16,-9 0 365 0</inkml:trace>
          <inkml:trace contextRef="#ctx0" brushRef="#br0" timeOffset="88463.6018">6093 6076 197 0,'0'0'301'0,"2"-17"17"0,-2 17 6 0,3-17 14 0,-3 17 5 0,1-11 8 0,-1 11 23 0,2-12-1 16,-2 12-7-16,0 0 2 0,0 0 2 0,0 0-6 16,0 0-10-16,0 0-5 0,0 0-19 0,35 26 1 15,-27-12-12-15,5 5-25 0,-5 4-19 0,3 0-16 0,-1 3-23 16,3 4-24-16,1 6-15 0,-1-8-27 0,-3 9-19 16,3 0-13-16,-4 1-14 0,-1-1-59 0,-1-6-65 15,-1-2 0-15,2-2 0 0,-1-1-24 0,-4 0-149 16,-2-2-84-16,1-5-89 0,0 1-88 0,-4-3-108 15,2-8-528-15,2 3-1158 0,-2-12 513 0</inkml:trace>
          <inkml:trace contextRef="#ctx0" brushRef="#br0" timeOffset="88776.1246">6571 5834 477 0,'-22'0'626'0,"22"0"-51"0,0 0-24 16,0 0-24-16,0 0-28 0,-13-10-28 0,13 10-27 15,0 0-23-15,0 0-29 0,0 0-37 0,43-16-37 16,-22 12-32-16,8-2-23 0,-2 1-31 0,4-3-24 16,2 1-14-16,11-4-60 0,-3 1-58 0,1 5-58 0,-13-1-66 15,1 0-75-15,-1-1-81 0,5 1-71 16,-3 0-84-16,-4 4-99 0,-6-3-476 0,3 1-1011 0,5-3 448 16</inkml:trace>
        </inkml:traceGroup>
        <inkml:traceGroup>
          <inkml:annotationXML>
            <emma:emma xmlns:emma="http://www.w3.org/2003/04/emma" version="1.0">
              <emma:interpretation id="{20120FD4-9C53-4ECC-8873-953AED5DB808}" emma:medium="tactile" emma:mode="ink">
                <msink:context xmlns:msink="http://schemas.microsoft.com/ink/2010/main" type="inkWord" rotatedBoundingBox="22227,7438 24820,7523 24768,9123 22175,9038"/>
              </emma:interpretation>
              <emma:one-of disjunction-type="recognition" id="oneOf2">
                <emma:interpretation id="interp2" emma:lang="" emma:confidence="0.5">
                  <emma:literal>2B</emma:literal>
                </emma:interpretation>
                <emma:interpretation id="interp3" emma:lang="" emma:confidence="0.5">
                  <emma:literal>2 M</emma:literal>
                </emma:interpretation>
                <emma:interpretation id="interp4" emma:lang="" emma:confidence="0">
                  <emma:literal>2 B</emma:literal>
                </emma:interpretation>
                <emma:interpretation id="interp5" emma:lang="" emma:confidence="0">
                  <emma:literal>2B}</emma:literal>
                </emma:interpretation>
                <emma:interpretation id="interp6" emma:lang="" emma:confidence="0">
                  <emma:literal>2 ,</emma:literal>
                </emma:interpretation>
              </emma:one-of>
            </emma:emma>
          </inkml:annotationXML>
          <inkml:trace contextRef="#ctx0" brushRef="#br0" timeOffset="89303.9721">7139 5608 346 0,'-11'-14'372'16,"11"14"-12"-16,-7-14-10 0,7 14-18 0,-1-19-14 15,-4 12 14-15,5 7-10 0,0-19-11 0,0 19-18 16,3-19-28-16,0 11-26 0,4-4-18 0,-7 12-12 16,14-19-16-16,-2 5-6 0,-8 7-2 0,11-5-10 15,-2 5-10-15,1 2-12 0,1-2-16 0,2 2-13 16,-17 5-13-16,24-6-10 0,-9 2-9 0,-15 4-7 16,0 0-12-16,33 4-6 0,-33-4-6 0,18 13-5 0,-5 0-5 15,-5 3-4-15,-2 2 2 0,1 1-7 0,-6 1-2 16,4 21-9-16,-5-2-5 0,-5-12 1 15,-3-1-3-15,0 14 1 0,-1-4-7 0,-4 2 2 0,-5-9-2 16,4-6-1-16,-2 5 0 0,-5 8-2 0,-3-3 2 16,5-11-7-16,-2-1 10 0,5-2-9 0,0 2-1 15,3-7 7-15,-3 6 3 0,0-5 6 0,8-4 4 16,0 0-9-16,1-3 4 0,-1-1 1 0,8-7 5 16,-6 15 8-16,6-15 9 0,-3 12 31 0,3-12 28 15,0 0 14-15,0 0 25 0,24 6-6 0,-24-6-8 16,36 0-6-16,-7-2-6 0,5 1-2 0,-3-5-69 0,2 1-49 15,11-2 0-15,-1 3 0 0,0 0 0 0,-9-2 0 16,9 0 0-16,-12 0 0 0,10-2 0 0,1-3 0 16,-13 4 0-16,16 0 0 0,-13-2 0 0,-2 1 0 15,3 1-86-15,-3 0-245 0,1-1-58 0,-3 1-70 16,0-7-79-16,-1 4-91 0,-9-8-332 0,6 4-1039 16,-8 1 460-16</inkml:trace>
          <inkml:trace contextRef="#ctx0" brushRef="#br0" timeOffset="90427.8948">8022 5366 394 0,'0'0'474'0,"-5"-13"-22"0,5 13-2 16,0 0 0-16,0 0-11 0,-3-11 9 0,3 11 5 16,0 0-9-16,0 0-31 0,0 0-7 0,11 38-23 15,-8-19-17-15,3 7-9 0,2 1-21 0,-1-1-21 16,4 11-25-16,-1-3-16 0,-2 11-19 0,5-3-20 15,-5 3-19-15,3 0-21 0,0-4-49 0,-3 8-146 0,-3-1 0 16,3 0 0-16,-3-1 0 0,-2-2 0 0,0 0 0 16,0-4 0-16,-3 3 0 0,0-6 0 15,0-8 0-15,0 0 0 0,3-6 0 0,-1 1 0 0,-2-10 0 16,0 0 0-16,0-4 0 0,0-11 0 0,2 19 0 16,-2-19 0-16,0 0 0 0,-2 12 0 0,2-12 0 15,0 0 0-15,0 0 0 0,0 0 0 0,-26-57 0 16,12 17 0-16,0 4 0 0,-7-6 0 0,3-5 0 15,-8-24 0-15,4 23 0 0,3 3 0 0,-5-20 0 16,4 13 0-16,4 2 0 0,0 3 0 0,2 1 0 16,3 3 0-16,3-1 0 0,0 3 0 0,1 0 0 0,6 0 0 15,-4 10 0-15,5 2 0 0,0 0 0 16,3 3 0-16,0 0 0 0,5 0 0 0,-1 9 0 0,1-2 0 16,0 1 0-16,4 3 0 0,0 3 0 0,2 0 0 15,1 1 0-15,1 1 0 0,0 5 0 0,5 1 0 16,-1 1 0-16,-20 3 0 0,44 5 0 0,-23 2 0 15,6 5 0-15,-5 1 0 0,4 2 0 0,-2 5 0 16,-3 1 0-16,0 14 0 0,1-1 0 0,-9-9 0 16,0 2 0-16,-2 14 0 0,-6-13-42 0,-4 1-7 15,1 0 0-15,-4 1 4 0,-4 0 4 0,-2-3-1 0,-2 1 8 16,-2-2 5-16,-3-2 1 0,-1 4-1 0,-5-3 10 16,0-3 2-16,-1 0 6 0,-2-2-16 0,0 2 11 15,-3-3 6-15,2 0 0 0,-2-1 3 0,0-2 5 16,3 1-7-16,-2-3 10 0,9-4 2 0,-3-1 9 15,4 5-11-15,-1-6 10 0,5 3-8 0,0-3 3 16,0 3-1-16,6-3-2 0,6-8 23 0,-3 20-15 16,1-11 6-16,2-9 8 0,8 23 14 0,0-9 20 15,5-3 1-15,1-1 8 0,4 2 7 0,3 0-10 0,8 0-39 16,-2-1-26-16,2 0 0 0,1 2 0 0,4-4 0 16,8 3 0-16,-12-1 0 0,4-4 0 0,4 7 0 15,-4-5 0-15,9 2 0 0,-12 0-48 0,3-2-116 16,-4 0-39-16,2 3-44 0,10-4-43 0,-10-1-26 15,-3 4-13-15,-8-5-4 0,-2 0 7 0,-5-2 11 16,-1-1 28-16,-13-3 25 0,0 0 24 0,0 0 25 16,0 0 26-16,0 0 22 0,24-7 33 0,-24 7 33 15,0 0 27-15,-6-23 30 0,6 23 27 0,-6-15 18 16,6 15 28-16,-10-25 25 0,-1 13 35 0,3-3 15 0,0 3 13 16,1-4 24-16,6 9 26 0,-1-7 5 0,2 14-13 15,-5-24-6-15,5 14-6 0,0 10-3 16,8-26 1-16,-1 14-11 0,1 2-3 0,-5 1 3 0,-3 9-8 15,11-19-6-15,-4 12-3 0,-7 7 2 0,17-14-8 16,-7 7-6-16,-1 2 2 0,-9 5-4 0,21-8-10 16,-21 8 6-16,28 0 1 0,-28 0 2 0,28 8-21 15,-13-1-10-15,1 5-6 0,-3 2-7 0,1-1-8 16,1 9 5-16,-3 1 7 0,-4 5-21 0,4 1-9 16,-6 3-15-16,-3 6 13 0,-1 1-9 0,-4-10 4 15,-1 3-19-15,-10 6 4 0,-4 3-7 0,2-14 4 0,-7 7-5 16,1-3-2-16,-5 2 5 0,-6-2-2 0,3-3 3 15,-1-1-4-15,-4 0 2 0,7-8 0 0,1 0 0 16,0-1 6-16,6-6-7 0,-1 3-5 0,6-6 9 16,7-2-4-16,-1-1 6 0,9-6-1 0,-20 11 8 15,20-11 14-15,-9 8 13 0,9-8-6 0,0 0-39 16,0 0 0-16,0 0 0 0,0 0 0 0,61-3 0 16,-32-5 0-16,12-3 0 0,3 2 0 0,10 2 0 0,23-11 0 15,2 6 0-15,3-3 0 0,3 3 0 16,0 3 0-16,-7-1 0 0,-18 4 0 0,-1 1 0 0,0-2 0 15,-9-1 0-15,-5 4 0 0,-2 1 0 0,-9-1 0 16,-3 4 0-16,-4-3 0 0,-5 3 0 0,-4-4 0 16,-18 4 0-16,30-1 0 0,-30 1 0 0,23-2 0 15,-23 2 0-15,0 0 0 0,0 0 0 0,21 0 0 16,-21 0 0-16,0 0 0 0,0 0 0 0,0 0 0 16,0 0 0-16,0 0 0 0,0 0-431 0,0 0-114 15,0 0-73-15,-42-28-482 0,34 21-1191 0,8 7 527 16</inkml:trace>
        </inkml:traceGroup>
      </inkml:traceGroup>
    </inkml:traceGroup>
    <inkml:traceGroup>
      <inkml:annotationXML>
        <emma:emma xmlns:emma="http://www.w3.org/2003/04/emma" version="1.0">
          <emma:interpretation id="{B8C7693A-098E-4849-BC71-7E99DA500065}" emma:medium="tactile" emma:mode="ink">
            <msink:context xmlns:msink="http://schemas.microsoft.com/ink/2010/main" type="paragraph" rotatedBoundingBox="17397,13105 25847,12604 25975,14762 17525,15262" alignmentLevel="2"/>
          </emma:interpretation>
        </emma:emma>
      </inkml:annotationXML>
      <inkml:traceGroup>
        <inkml:annotationXML>
          <emma:emma xmlns:emma="http://www.w3.org/2003/04/emma" version="1.0">
            <emma:interpretation id="{791A3746-BD0B-461D-A75A-A4A8B913917B}" emma:medium="tactile" emma:mode="ink">
              <msink:context xmlns:msink="http://schemas.microsoft.com/ink/2010/main" type="inkBullet" rotatedBoundingBox="17429,13644 19694,13510 19771,14812 17506,14946"/>
            </emma:interpretation>
            <emma:one-of disjunction-type="recognition" id="oneOf3">
              <emma:interpretation id="interp7" emma:lang="" emma:confidence="0">
                <emma:literal>→</emma:literal>
              </emma:interpretation>
            </emma:one-of>
          </emma:emma>
        </inkml:annotationXML>
        <inkml:trace contextRef="#ctx0" brushRef="#br1" timeOffset="318204.6659">2576 11953 67 0,'-32'5'418'16,"0"-1"-13"-16,3 3 17 0,0 0-25 0,0 0-20 15,5 0-8-15,7-1-9 0,2-2-13 0,15-4-25 0,-22 9-31 16,22-9-28-16,-8 6-18 0,8-6-10 15,0 0-6-15,35 7-10 0,8-4-10 0,9-2-16 0,30-10-3 16,1 6-17-16,13-9-14 0,-1-6-4 0,6-1-6 16,45-4-8-16,-50 0-4 0,4 0-15 0,36-6-13 15,-44 10-12-15,1 0 0 0,-8 4-11 0,0-3-20 16,-7 10 2-16,-1-5-22 0,-21 4-19 0,-4 6-24 16,-7-2-27-16,-15 2-24 0,1-3-20 0,-6 0-19 15,-4 6-23-15,-21 0-17 0,21 4-22 0,-21-4-28 16,0 0-48-16,13 8-32 0,-13-8-37 0,0 0-39 15,0 0-45-15,-37 19-50 0,13-16-320 0,5 1-811 0,-7-1 359 16</inkml:trace>
        <inkml:trace contextRef="#ctx0" brushRef="#br1" timeOffset="318610.893">3603 11428 84 0,'-14'-14'426'0,"4"-1"-12"16,-1-1 6-16,1-1 12 0,2 7-7 0,-1-6-2 15,4 11-9-15,5 5-13 0,-10-19-36 0,10 19-35 16,-3-9-30-16,3 9-32 0,0 0-30 0,0 0-22 16,0 0-11-16,0 0-14 0,0 0-10 0,37 19-13 15,-15-1-19-15,-1 2-14 0,16 6-3 0,-3-2-25 0,7 1-7 16,3 1-13-16,1 1-5 0,3-1-13 16,3-5-6-16,4-1-4 0,-2 3-7 0,3-6-10 15,-5 2-14-15,4-7-18 0,-6-3-11 0,0-1-6 0,-3-4-2 16,-12-1-2-16,-4 3-2 0,-1-6 1 15,0 0-1-15,-8 1 5 0,0-8 1 0,4 4-2 16,-7-2 4-16,-4 0-4 0,-14 5 4 0,15-12 2 0,-4 6 1 16,-11 6 6-16,11-7 8 0,-11 7 0 0,0 0 7 15,13-8 1-15,-13 8-1 0,0 0 3 0,0 0-8 16,0 0 1-16,0 0-4 0,-22 36-2 0,9-12 2 16,-2 4 6-16,-7 8-6 0,-5 9-3 0,3 1 1 15,-10 18-2-15,5-15-3 0,2 3 2 0,-2 0-3 16,-8 10-2-16,3-11-1 0,-3 10-4 0,7-13-18 15,-1-3-17-15,-1 2-26 0,3-4-36 0,-1-5-43 0,4 0-51 16,-3-10-42-16,12-4-61 0,-2 1-72 0,4-12-105 16,-4 2-390-16,8-8-936 0,-1-3 415 15</inkml:trace>
      </inkml:traceGroup>
      <inkml:traceGroup>
        <inkml:annotationXML>
          <emma:emma xmlns:emma="http://www.w3.org/2003/04/emma" version="1.0">
            <emma:interpretation id="{A6B049D4-65AC-49B5-A493-5902ACE7E187}" emma:medium="tactile" emma:mode="ink">
              <msink:context xmlns:msink="http://schemas.microsoft.com/ink/2010/main" type="line" rotatedBoundingBox="20929,12896 25847,12604 25975,14762 21056,15053"/>
            </emma:interpretation>
          </emma:emma>
        </inkml:annotationXML>
        <inkml:traceGroup>
          <inkml:annotationXML>
            <emma:emma xmlns:emma="http://www.w3.org/2003/04/emma" version="1.0">
              <emma:interpretation id="{187CABE2-0EDA-4B46-A956-D8407453CA82}" emma:medium="tactile" emma:mode="ink">
                <msink:context xmlns:msink="http://schemas.microsoft.com/ink/2010/main" type="inkWord" rotatedBoundingBox="20941,13100 23013,12978 23105,14532 21033,14654"/>
              </emma:interpretation>
              <emma:one-of disjunction-type="recognition" id="oneOf4">
                <emma:interpretation id="interp8" emma:lang="" emma:confidence="1">
                  <emma:literal/>
                </emma:interpretation>
              </emma:one-of>
            </emma:emma>
          </inkml:annotationXML>
          <inkml:trace contextRef="#ctx0" brushRef="#br1" timeOffset="319892.0517">5965 11653 211 0,'-21'-2'351'0,"3"-2"0"15,4-1-12-15,-1 0 2 0,15 5-11 0,-19-15-29 16,6 5-14-16,12 1-28 0,-4-4-36 0,3-3-21 16,4-2-16-16,9-6-11 0,4-1-4 0,1 2-11 0,6 1-7 15,10-8-11-15,0 6-7 0,-3 6-13 0,11-3-12 16,-3 8-7-16,6-1 0 0,1 5-12 0,2 9-2 16,-1 2-2-16,-2 3-14 0,1 7-2 0,-1 2-4 15,-1 10-4-15,-5 3-1 0,1 2 8 0,-4 6-8 16,-2 6 0-16,-8-4 3 0,-1 6-4 0,-4 2 4 15,-3 2-3-15,-7 3 1 0,-1 2 1 0,-6 0-5 16,-7 0-3-16,0-2 4 0,-6-2-9 0,-3-2-5 16,1-2-5-16,-1-5-2 0,2-10-5 0,1-3 1 15,-2-3-4-15,5-8-1 0,0 1-3 0,-1-5 0 16,2-4-2-16,7-7 3 0,-21 1-3 0,21-1-3 16,-16-20-2-16,7-6-6 0,-1-12 0 0,-1-15-4 0,3-21-3 15,1-9-1-15,-1 0 0 0,2-3-14 16,6 4-1-16,5-3-3 0,3 11 0 0,3-4 1 0,7-1 1 15,2 3 0-15,9-2 3 0,11 5 2 0,-7 6 6 16,8 1 6-16,-12 21-6 0,6 0-2 16,2 4 0-16,-1 5-13 0,-1 4-34 0,-3 6-56 0,-6 11-55 15,12-4-50-15,-12 12-46 0,-9 6-36 0,1 1-41 16,1 8-61-16,-3 7-72 0,-8 0-252 0,7 14-776 16,3 9 344-16</inkml:trace>
          <inkml:trace contextRef="#ctx0" brushRef="#br1" timeOffset="320360.7729">7150 11443 256 0,'8'-25'377'15,"4"13"14"-15,-3-2 4 0,6 4-17 0,2-4-9 16,1 5-18-16,8-5-17 0,-9 9-28 0,15 0-28 16,-4 1-16-16,4 4-24 0,-3 4-16 0,3 1-18 15,0 5-21-15,3 6-20 0,0 10-13 0,-6-9-15 16,2 11-11-16,2 6-13 0,-7 1-11 0,-2 4-10 16,-1 8-6-16,-3 0-9 0,-5 0-6 0,-1 23-6 15,-6-23-7-15,2 0-5 0,-7 4-4 0,-4-1-7 16,1-3-1-16,-8-1-6 0,8 2-2 0,-8-6-5 0,1-13-2 15,1 2 0-15,-5-9-5 0,7-3-2 16,-1-4-1-16,-1 0 0 0,-2-7 0 0,8-8-3 0,-8 11 2 16,8-11-2-16,0 0 0 0,0 0-3 0,-21-34-1 15,15 4 5-15,6 0 1 0,-2-11 3 0,-3-6-4 16,5 0 1-16,4-1-5 0,2-27 0 0,-3-1 1 16,5 2 1-16,5-6-1 0,1 5 10 0,6 4 13 15,-3-1 15-15,1 20-2 0,-4 0-3 0,4-2-2 16,3 8-7-16,-5 2-6 0,-2 1-15 0,1 7-28 15,-2 11-42-15,-7 0-44 0,2 8-47 0,3 2-45 16,-4 0-52-16,-4 10-61 0,-3 5-55 0,0 0-58 16,0 0-390-16,0 0-875 0,0 0 387 0</inkml:trace>
        </inkml:traceGroup>
        <inkml:traceGroup>
          <inkml:annotationXML>
            <emma:emma xmlns:emma="http://www.w3.org/2003/04/emma" version="1.0">
              <emma:interpretation id="{7A6365C8-16A0-498A-99ED-B05936167A30}" emma:medium="tactile" emma:mode="ink">
                <msink:context xmlns:msink="http://schemas.microsoft.com/ink/2010/main" type="inkWord" rotatedBoundingBox="23345,12752 25847,12604 25975,14762 23473,14910"/>
              </emma:interpretation>
              <emma:one-of disjunction-type="recognition" id="oneOf5">
                <emma:interpretation id="interp9" emma:lang="" emma:confidence="0.5">
                  <emma:literal>ef</emma:literal>
                </emma:interpretation>
                <emma:interpretation id="interp10" emma:lang="" emma:confidence="0.5">
                  <emma:literal>e f</emma:literal>
                </emma:interpretation>
                <emma:interpretation id="interp11" emma:lang="" emma:confidence="0">
                  <emma:literal>of</emma:literal>
                </emma:interpretation>
                <emma:interpretation id="interp12" emma:lang="" emma:confidence="0">
                  <emma:literal>if</emma:literal>
                </emma:interpretation>
                <emma:interpretation id="interp13" emma:lang="" emma:confidence="0">
                  <emma:literal>If</emma:literal>
                </emma:interpretation>
              </emma:one-of>
            </emma:emma>
          </inkml:annotationXML>
          <inkml:trace contextRef="#ctx0" brushRef="#br1" timeOffset="320798.2335">8399 11801 251 0,'0'0'334'0,"0"0"0"0,0 0-23 0,0 0-16 16,0 0-30-16,36-12-25 0,-36 12-21 0,25-15-22 16,-14 6-20-16,0-1-13 0,-1-5-12 0,1 4-5 15,0-5-23-15,2 2-6 0,-5 1-17 0,6-8-6 16,-1 0-14-16,-5-3 1 0,-1 6-18 0,-1-7-4 15,0-1-6-15,-2 1-12 0,5 2-5 0,-9 1-4 16,-3-5-6-16,6 1 9 0,-3 9-12 0,4 0-8 0,-6-9-1 16,-3 14 3-16,2-6-3 0,-2 6 1 0,2-2 4 15,-7 1-3-15,1 2 1 0,-4 1 12 0,3 2-2 16,10 8 4-16,-26-10 2 0,6 10 1 0,20 0 5 16,-32 4 8-16,12 3-1 0,-1 0 9 0,1 5 4 15,-1 5 8-15,1 2 13 0,6 0 10 0,-4 8 16 16,1 9 4-16,2 3 5 0,9 2 16 0,-2 3 6 15,5 6 8-15,3-2 2 0,6 27 3 0,2-22-5 16,-2-1 0-16,9 1-12 0,1 3-9 0,3-6-7 16,9-2-13-16,-4 4-11 0,4-9-11 0,1 1-8 15,-1-6-10-15,7-4-4 0,0-5-7 0,-1-6-21 16,4-4-17-16,-9-7-19 0,0-5-29 0,3 0-40 0,-3-7-53 16,-5-5-66-16,8-4-63 0,-6-8-68 0,-5-2-74 15,12-13-83-15,-16 12-402 0,3-17-952 16,-5 0 422-16</inkml:trace>
          <inkml:trace contextRef="#ctx0" brushRef="#br1" timeOffset="321407.5952">9185 12034 299 0,'19'-24'357'0,"10"-5"-9"0,13-4 5 0,17-15 63 16,11 10 55-16,11-6 27 0,4 8 12 0,5-9 11 0,38-17-19 15,-40 24-30-15,37-17-37 0,-36 13-42 0,-3 8-28 16,4-6-43-16,-8 11-55 0,-7-2-99 16,-23 7-122-16,-1 3-168 0,3 0-168 0,-5 5-196 0,0-1-489 15,-2-4-1055-15,3 5 468 0</inkml:trace>
          <inkml:trace contextRef="#ctx0" brushRef="#br1" timeOffset="321266.9486">9483 11318 271 0,'8'-6'486'0,"5"-6"-49"15,1 4-21-15,1-3-15 0,1 1-30 0,5-6-34 16,-2 6-30-16,3-9-33 0,4-4-23 0,6 0-26 16,-9 1-26-16,7-8-21 0,-4-4-21 0,-4-1-20 15,-1-2-20-15,0-8-21 0,-15 2-26 0,7-7-14 0,-6 0-12 16,-7-7-15-16,-4 6 2 0,8 0 7 0,-11 8-12 16,1 12 4-16,-4-8-2 0,4 8 5 0,-5 5 10 15,1 4 11-15,-3-1 4 0,5 7 17 0,-5 5-6 16,5 0 3-16,-5 0-3 0,5 5-1 0,8 6-4 15,-22-5 0-15,22 5-1 0,-34 5 2 0,20 4 4 16,-1 3 10-16,-2 7 3 0,-1 3 2 0,2 8 12 16,3 8 3-16,4 5 6 0,1 4 13 0,3 3 13 15,3 2 4-15,2 22-2 0,2-3-3 0,4 1 9 16,4-1 9-16,3 8 0 0,6-4-8 0,-5 4-6 16,1-3-6-16,1-2-5 0,0 1-10 0,1-3-65 15,1 5-48-15,-5 4 0 0,1-3 0 0,6-10 0 0,-9 3 0 16,0-1 0-16,-9-17 0 0,2 0 0 15,-2 3 0-15,0-3 0 0,-2-6 0 0,-7 1 0 16,4-1 0-16,-2-9 0 0,2-8 0 0,-3 1 0 0,-2-1 0 16,1-5 0-16,-6-2-257 0,1-8-49 0,-3-4-50 15,-1-2-44-15,-5-3-49 0,0-2-56 0,-8-10-54 16,-12-6-335-16,4-2-967 0,0-6 428 0</inkml:trace>
        </inkml:traceGroup>
      </inkml:traceGroup>
    </inkml:traceGroup>
  </inkml:traceGroup>
</inkml:ink>
</file>

<file path=ppt/ink/ink17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31T04:09:16.920"/>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4281A8E9-7DB4-44EC-9772-26B8E99DF8BA}" emma:medium="tactile" emma:mode="ink">
          <msink:context xmlns:msink="http://schemas.microsoft.com/ink/2010/main" type="inkDrawing" rotatedBoundingBox="5621,6789 6217,11511 4968,11668 4373,6946" semanticType="verticalRange" shapeName="Other">
            <msink:sourceLink direction="with" ref="{0D3354D7-1A30-4F04-931C-734DC85742D6}"/>
            <msink:sourceLink direction="with" ref="{6F8ACB8B-BE95-45D0-886A-C9EB70F6A3E3}"/>
            <msink:sourceLink direction="with" ref="{1CC2F4EE-CEE3-45CB-9AA4-6D3B0B2CE5CB}"/>
          </msink:context>
        </emma:interpretation>
      </emma:emma>
    </inkml:annotationXML>
    <inkml:trace contextRef="#ctx0" brushRef="#br0">39 120 203 0,'-5'-12'400'0,"3"-2"-4"0,2 14-33 0,-8-20-21 16,4 9 5-16,4 11 23 0,-7-15 4 0,4 4-14 16,3 11-4-16,-6-15-15 0,6 15-29 0,-5-16-29 15,5 16-25-15,-2-8-27 0,2 8-20 0,0 0-22 16,0 0-24-16,0 0-19 0,0 0-14 0,0 0-10 0,0 0 34 15,-1 45 8-15,4-3-20 0,-3 5 11 0,8 27-2 16,-5 6-24-16,0 6 4 0,2 1 2 16,-2 6-1-16,2 37-3 0,-5-39 5 0,0 43-9 0,0-3 17 15,2 0 6-15,1 4-14 0,0 1 4 0,-1-4-117 16,-2-5-23-16,0 3 0 0,-2-3 0 0,9-35 0 16,-6 40 0-16,10-5 0 0,-15-39 0 0,4 42 0 15,1-4 0-15,-1-33 0 0,5 34 0 0,-3-40 0 16,2 5 0-16,0-4 0 0,2 5 0 0,0 35 0 15,-1-39 0-15,2-3 0 0,-4 2 0 0,10-5 0 16,-5 3 0-16,-2-4 0 0,2-5 0 0,7-8 0 0,-9-13 0 16,5-3 0-16,-1 0 0 0,-2-4 0 15,0-3 0-15,3-2 0 0,-1-4 0 0,-2-2 0 0,-2-9 0 16,-1-5 0-16,-3 0 0 0,2-5 0 0,0-5 0 16,0 4 0-16,-2-7 0 0,3 1 0 0,-5-12 0 15,1 15 0-15,-1-15 0 0,2 15 0 0,-2-15 0 16,5 7 0-16,-5-7 0 0,0 0 0 0,0 0 0 15,0 14 0-15,0-14 0 0,0 0 0 0,0 0 0 16,0 0 0-16,0 0 0 0,0 0 0 0,0 13 0 16,0-13 0-16,0 0 0 0,0 0 0 0,0 0 0 0,0 0 0 15,0 0 0-15,8 12 0 0,-8-12 0 0,0 0 0 16,27 9 0-16,-11-5 0 0,0-4 0 0,12 1 0 16,5 3 0-16,11-6 0 0,7 7 0 0,-1-7 0 15,7 2 0-15,25 6 0 0,-2-6 0 0,-1-4 0 16,1 2 0-16,4 2-249 0,-4 0-173 0,-18 0-26 15,-2-6-30-15,22 2-19 0,-29-4-49 0,-2-2-380 16,-1 0-1002-16,-1-7 444 0</inkml:trace>
  </inkml:traceGroup>
</inkml:ink>
</file>

<file path=ppt/ink/ink18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31T04:09:25.943"/>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87996F2B-EAE8-4989-87F8-26D0D279A240}" emma:medium="tactile" emma:mode="ink">
          <msink:context xmlns:msink="http://schemas.microsoft.com/ink/2010/main" type="inkDrawing" rotatedBoundingBox="14966,5444 16443,11608 13609,12287 12133,6123" semanticType="verticalRange" shapeName="Other">
            <msink:sourceLink direction="with" ref="{0D3354D7-1A30-4F04-931C-734DC85742D6}"/>
            <msink:sourceLink direction="with" ref="{6F8ACB8B-BE95-45D0-886A-C9EB70F6A3E3}"/>
            <msink:sourceLink direction="with" ref="{1CC2F4EE-CEE3-45CB-9AA4-6D3B0B2CE5CB}"/>
          </msink:context>
        </emma:interpretation>
      </emma:emma>
    </inkml:annotationXML>
    <inkml:trace contextRef="#ctx0" brushRef="#br0">121 165 4049 0,'-28'-3'127'0,"8"3"-94"0,-9-4-6 15,13 1 9-15,16 3 5 0,0 0-4 0,-28 0-12 16,28 0 24-16,0 0 29 0,0 0 41 0,0 0 34 16,0 0 12-16,0 0 0 0,93-10-5 0,-41 3-6 15,10-2-2-15,23 0-6 0,4-5-11 0,-4 9-9 16,0-2-16-16,-2 0-10 0,-3-3-8 0,-1 1-6 0,-21 5-9 15,4-4-8-15,17 3-8 0,-20-2-5 0,2 0-5 16,-1 4 0-16,-3-2-7 0,1 3 1 0,-3 1 0 16,-4-6-7-16,-8 4 11 0,-9 3-6 0,0 0 1 15,-4 7 5-15,1-1-4 0,-6 2 18 0,-1 6-3 16,-1 2 8-16,6 11 11 0,-2 8 23 0,2 9 24 16,-2 5 11-16,10 24 6 0,3 7 1 0,20 38-7 15,-19-33-137-15,15 41 0 0,2-4 0 0,-3 5 0 16,2 1 0-16,-2 3 0 0,6 7 0 0,-3 4 0 15,-2-4 0-15,3 5 0 0,-7-1 0 0,-4 1 0 16,-5 1 0-16,0 3 0 0,-4 1 0 0,-1 2 0 0,-1-6 0 16,-14-7 0-16,2-1 0 0,-4-3 0 0,-6 4 0 15,-7-8 0-15,5 2 0 0,-12-39 0 0,7 41 0 16,-1-7 0-16,-6-35 0 0,2 3 0 0,1 27 0 16,-1-35 0-16,-3-1 0 0,-11 43 0 0,11-44 0 15,6 3 0-15,-4-4 0 0,4-1 0 0,-6-2 0 16,5-4 0-16,-2 2 0 0,3-6 0 0,1-16 0 0,-12-4 0 15,12-6 0-15,-1 10 0 0,2-7 0 0,-8-4 0 16,6 2 0-16,-2-2 0 0,-1-4 0 16,-2-1 0-16,3-10 0 0,-4 0 0 0,1-4 0 0,-1 4 0 15,0-6 0-15,-1-5 0 0,1-2 0 0,0 1 0 16,-4-1 0-16,1-3 0 0,2-6 0 0,1-8 0 16,-4 21 0-16,-2-11 0 0,0 0 0 0,-4 1 0 15,-3 0 0-15,-3-1 0 0,-24 7 0 0,-5-6 0 16,-8 4 0-16,-30 2 0 0,-9-4 0 0,-51 0 0 15,-14 3 0-15,-15 0 0 0,-1-1 0 0,3-8 0 16,-3 5 0-16,12 0 0 0,17 9 0 0,43-6 0 16,-35 11 0-16,46-10 0 0,5 3 0 0,0-8 0 15,4-3-1366-15,25 0-1478 0,5-5 654 0</inkml:trace>
  </inkml:traceGroup>
</inkml:ink>
</file>

<file path=ppt/ink/ink18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31T04:10:19.295"/>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F5760F3C-BAD3-46B6-A2F4-637C151CCDFC}" emma:medium="tactile" emma:mode="ink">
          <msink:context xmlns:msink="http://schemas.microsoft.com/ink/2010/main" type="inkDrawing" rotatedBoundingBox="5694,13231 6178,17627 5256,17728 4772,13333" semanticType="verticalRange" shapeName="Other">
            <msink:sourceLink direction="with" ref="{BE76CEE1-300F-4DA6-8A0D-A05AAAE96A02}"/>
            <msink:sourceLink direction="with" ref="{5C209832-4BBC-44ED-8B4A-1C571940FCC7}"/>
            <msink:sourceLink direction="with" ref="{F32BB595-B61C-4B7A-8B64-6E9263938B2B}"/>
          </msink:context>
        </emma:interpretation>
      </emma:emma>
    </inkml:annotationXML>
    <inkml:trace contextRef="#ctx0" brushRef="#br0">51 140 148 0,'-5'-19'382'0,"5"0"-9"15,-1 3-14-15,-3-1 26 0,0 2 10 0,2 4 10 0,2 11-8 16,-6-21-18-16,6 21-31 0,-5-13-37 0,5 13-29 15,-2-10-31-15,2 10-25 0,0 0-22 0,0 0-17 16,0 0-8-16,0 0-6 0,-13 35-2 0,10-11-1 16,-2 4-2-16,1 3 0 0,8 11-1 0,-8 4-4 15,7 2 13-15,-2 25 9 0,7-19 9 0,-1-1 0 16,6 25-2-16,-5 0-5 0,11 6 7 0,-9 3-4 16,2-1-3-16,3 0-86 0,1 42-101 0,-8-40 0 15,5 4 0-15,-5 1 0 0,3 32 0 0,-5-36 0 16,4 1 0-16,-2 38 0 0,-2-37 0 0,-1 4 0 15,5 35 0-15,-9-47 0 0,6 10 0 0,6-2 0 0,-8 2 0 16,-1-2 0-16,9-8 0 0,-6 3 0 0,1 7 0 16,-2-17 0-16,2 2 0 0,-2-2 0 15,3-1 0-15,-3-19 0 0,0 19 0 0,-4-4 0 0,3-19 0 16,-5 1 0-16,1 0 0 0,-1 3 0 0,2-6 0 16,-4-2 0-16,7 1 0 0,-3-4 0 0,-2-5 0 15,-2-1 0-15,2-8 0 0,-3 1 0 0,3-5 0 16,-2 1 0-16,2-3 0 0,0-4 0 0,-1-2 0 15,1-3 0-15,-5 3 0 0,3-4 0 0,1 3 0 16,-2-4 0-16,1-4 0 0,2-10 0 0,0 25 0 16,-2-14 0-16,-2 3 0 0,4-14 0 0,-9 17 0 15,8-8 0-15,1-9 0 0,-5 24 0 0,-3-17 0 0,8-7 0 16,-5 19 0-16,4-15 0 0,1-4 0 16,-8 11 0-16,8-11 0 0,-7 14 0 0,7-14 0 15,0 0 0-15,-6 10 0 0,6-10 0 0,0 0 0 0,-3 10 0 16,3-10 0-16,0 0 0 0,0 0 0 0,0 0 0 15,0 0 0-15,0 0 0 0,-5 13 0 0,5-13 0 16,0 0 0-16,0 0 0 0,0 0 0 0,0 0 0 16,0 0 0-16,0 0 0 0,0 0 0 0,0 0 0 15,21 12 0-15,-21-12 0 0,16 5 0 0,-2 2 0 16,1-5 0-16,4 1 0 0,3 1 0 0,7-2 0 16,5 5 0-16,8-1 0 0,2 0 0 0,6 1 0 15,0-2 0-15,1-2 0 0,1 1 0 0,2 1 0 0,2 3 0 16,-4-6 0-16,4-2-157 0,-6 0-306 15,1 0-48-15,-5-2-56 0,-2-4-516 0,-4-7-1172 16,-8 1 519-16</inkml:trace>
  </inkml:traceGroup>
</inkml:ink>
</file>

<file path=ppt/ink/ink18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31T04:07:30.524"/>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0824F0F9-D0A9-4B73-93FE-62FE244D7DC5}" emma:medium="tactile" emma:mode="ink">
          <msink:context xmlns:msink="http://schemas.microsoft.com/ink/2010/main" type="writingRegion" rotatedBoundingBox="2281,1353 3161,1353 3161,2025 2281,2025"/>
        </emma:interpretation>
      </emma:emma>
    </inkml:annotationXML>
    <inkml:traceGroup>
      <inkml:annotationXML>
        <emma:emma xmlns:emma="http://www.w3.org/2003/04/emma" version="1.0">
          <emma:interpretation id="{ACD7540F-18D4-4CD4-8E83-109ADFFE1B3D}" emma:medium="tactile" emma:mode="ink">
            <msink:context xmlns:msink="http://schemas.microsoft.com/ink/2010/main" type="paragraph" rotatedBoundingBox="2281,1353 3161,1353 3161,2025 2281,2025" alignmentLevel="1"/>
          </emma:interpretation>
        </emma:emma>
      </inkml:annotationXML>
      <inkml:traceGroup>
        <inkml:annotationXML>
          <emma:emma xmlns:emma="http://www.w3.org/2003/04/emma" version="1.0">
            <emma:interpretation id="{75724AA9-7025-4FF9-9933-F812C6CE7B24}" emma:medium="tactile" emma:mode="ink">
              <msink:context xmlns:msink="http://schemas.microsoft.com/ink/2010/main" type="line" rotatedBoundingBox="2281,1353 3161,1353 3161,2025 2281,2025"/>
            </emma:interpretation>
          </emma:emma>
        </inkml:annotationXML>
        <inkml:traceGroup>
          <inkml:annotationXML>
            <emma:emma xmlns:emma="http://www.w3.org/2003/04/emma" version="1.0">
              <emma:interpretation id="{4DF0413B-41F0-4EA3-888E-2548BF588C33}" emma:medium="tactile" emma:mode="ink">
                <msink:context xmlns:msink="http://schemas.microsoft.com/ink/2010/main" type="inkWord" rotatedBoundingBox="2281,1353 3161,1353 3161,2025 2281,2025"/>
              </emma:interpretation>
            </emma:emma>
          </inkml:annotationXML>
          <inkml:trace contextRef="#ctx0" brushRef="#br0">-1733 1228 300 0,'-20'18'277'0,"14"-3"-21"15,-7-1 0-15,10 0 0 0,-2-3 3 0,5-11 1 16,5 15-10-16,-5-15-11 0,22 8-5 0,-1-5-28 16,23-9-22-16,1-1-28 0,8 3 0 0,2-5-28 15,6-2-44-15,19-10-47 0,-3 7-53 0,-19-1-67 16,23 2-84-16,2-4-85 0,-27 8-252 0,4-1-545 15,19-7 241-15</inkml:trace>
          <inkml:trace contextRef="#ctx0" brushRef="#br0" timeOffset="-187.5179">-1693 777 340 0,'-23'-2'413'0,"23"2"-38"0,0 0-21 0,0 0 3 16,-29 0 8-16,29 0 7 0,0 0-1 15,0 0-18-15,-20 2-32 0,20-2-26 0,0 0-24 0,0 0-26 16,0 0-21-16,0 0-19 0,0 0-12 0,0 0-9 15,0 0-15-15,61 7-16 0,-31-9-17 0,14-2-13 16,-1-2-29-16,5 1-15 0,4-3-22 0,-2-1-41 16,-1-1-45-16,1 1-67 0,7 0-63 0,-9-8-60 15,-2 7-65-15,-4 0-88 0,-3-2-98 0,-12 5-270 16,-6 3-800-16,-2-4 354 0</inkml:trace>
        </inkml:traceGroup>
      </inkml:traceGroup>
    </inkml:traceGroup>
  </inkml:traceGroup>
</inkml:ink>
</file>

<file path=ppt/ink/ink18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31T04:10:43.046"/>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BB15E23B-F957-40D9-AEF9-FC9E07F18681}" emma:medium="tactile" emma:mode="ink">
          <msink:context xmlns:msink="http://schemas.microsoft.com/ink/2010/main" type="inkDrawing" rotatedBoundingBox="15918,12436 17127,17814 15476,18185 14268,12807" semanticType="verticalRange" shapeName="Other">
            <msink:sourceLink direction="with" ref="{BE76CEE1-300F-4DA6-8A0D-A05AAAE96A02}"/>
            <msink:sourceLink direction="with" ref="{5C209832-4BBC-44ED-8B4A-1C571940FCC7}"/>
            <msink:sourceLink direction="with" ref="{F32BB595-B61C-4B7A-8B64-6E9263938B2B}"/>
          </msink:context>
        </emma:interpretation>
      </emma:emma>
    </inkml:annotationXML>
    <inkml:trace contextRef="#ctx0" brushRef="#br0">-18 215 389 0,'-18'3'363'0,"18"-3"-31"0,0 0-20 16,0 0-19-16,0 0-11 0,-23 0-1 0,23 0 15 0,0 0 8 16,0 0-10-16,0 0-8 0,50-14-21 0,-7 0-17 15,1 2-12-15,4-2-12 0,0-2-14 0,-1 3-11 16,2-3-14-16,1 4-11 0,0-5-11 0,-2 4-9 16,-5-2-11-16,2 4-8 0,-3-2-7 0,0 1-6 15,-15 5-3-15,2 1-14 0,0-1-3 0,-7 2-5 16,5 5-10-16,-11-1-8 0,-16 1-2 0,32 5 11 15,-17 3 3-15,6 6 14 0,-4 11 18 0,-2 2 8 16,6 16 20-16,1 7 3 0,1 19 6 0,-4 10 13 16,3 3 10-16,7 43-35 0,-10-32-148 0,10 42 0 15,0-6 0-15,8 6 0 0,-8 0 0 0,6 3 0 16,1 17 0-16,-1 2 0 0,8 6 0 0,5 3 0 0,2-3 0 16,-3 6 0-16,6-4 0 0,-4-3 0 0,-4 1 0 15,0-11 0-15,3 3 0 0,-4-6 0 16,-9-10 0-16,5-4 0 0,-14-8 0 0,-9-34 0 0,7 33 0 15,-16-33 0-15,4 34 0 0,2-38 0 0,-1 3 0 16,-2 31 0-16,-1-35 0 0,-1-10 0 0,-1 8 0 16,-8-14 0-16,12 1 0 0,-3-19 0 0,-1 3 0 15,0-4 0-15,-1-6 0 0,1-5 0 0,6 4 0 16,-7-8 0-16,-1-9 0 0,-4 2 0 0,2-3 0 16,3-2 0-16,-7-7 0 0,3-3 0 0,0-4 0 15,-1-1 0-15,-2 0 0 0,0-11 0 0,5 12 0 16,-5-12 0-16,0 15 0 0,0-15 0 0,0 0 0 0,1 10 0 15,-1-10 0-15,0 0 0 0,0 0 0 16,0 0 0-16,0 0 0 0,2 15 0 0,-2-15 0 16,0 0 0-16,0 0 0 0,0 0 0 0,0 0 0 0,0 0 0 15,0 0 0-15,0 0 0 0,-3 12 0 0,3-12 0 16,-20 11 0-16,1-5 0 0,0-1 0 0,-13 6 0 16,-16 2 0-16,-4-2 0 0,-28 4 0 0,-11 4 0 15,-52 7 0-15,43-8 0 0,-38 4 0 0,37-4 0 16,5 1 0-16,-42 8 0 0,66-15 0 0,-19 6 0 15,1-5-370-15,32-1-934 0,-3-5-1412 0,0 0 625 16</inkml:trace>
  </inkml:traceGroup>
</inkml:ink>
</file>

<file path=ppt/ink/ink18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31T04:14:39.783"/>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616956A7-408F-4D87-9633-6DB1DBBA2304}" emma:medium="tactile" emma:mode="ink">
          <msink:context xmlns:msink="http://schemas.microsoft.com/ink/2010/main" type="inkDrawing" rotatedBoundingBox="19355,568 19768,5208 18717,5301 18304,662" semanticType="verticalRange" shapeName="Other">
            <msink:sourceLink direction="with" ref="{827DCDD5-7057-429C-AB67-E340CBB34B20}"/>
          </msink:context>
        </emma:interpretation>
      </emma:emma>
    </inkml:annotationXML>
    <inkml:trace contextRef="#ctx0" brushRef="#br0">32 140 202 0,'-7'-19'447'0,"-1"-3"0"0,3 7-1 0,-1 1-8 16,4 2-2-16,1-1-27 0,1 13-19 0,-2-21-21 15,2 21-9-15,-3-14-25 0,3 14-27 0,0-12-23 16,0 12-23-16,0 0-21 0,0 0-14 0,0 0-19 0,0 0-4 16,0 0-1-16,0 0-8 0,21 53 0 15,-15-24-14-15,2 13-6 0,0 3-3 0,-1 12-9 16,4 16-3-16,-5 4-6 0,4 7-5 0,3 7-1 0,-5 1-1 15,2 35-12-15,4-2-135 0,-8-33 0 0,-1 39 0 16,5 4 0-16,-4-6 0 0,2 9 0 0,-8 2 0 16,7 2 0-16,4-3 0 0,-6-10 0 0,1 9 0 15,1-8 0-15,-1-39 0 0,0 47 0 0,-4-5 0 16,-2-41 0-16,5 39 0 0,-4-38 0 0,-1-1 0 16,2-1 0-16,-4 4 0 0,2-7 0 0,-6-1 0 15,6-4 0-15,-6-2 0 0,2-1 0 0,0-5 0 16,0 1 0-16,0-22 0 0,-3 15 0 0,1-17 0 15,2 0 0-15,1-2 0 0,0-4 0 0,-2-4 0 16,2-2 0-16,-2-2 0 0,10-11 0 0,-8-4 0 0,3-4 0 16,0 0 0-16,-2-3 0 0,2-1 0 0,2-4 0 15,1 4 0-15,-3-15 0 0,-3 15 0 0,3-15 0 16,0 15 0-16,0-15 0 0,0 0 0 0,3 13 0 16,-3-13 0-16,0 0 0 0,0 0 0 0,-3 14 0 15,3-14 0-15,0 0 0 0,0 0 0 0,0 0 0 16,0 0 0-16,0 0 0 0,0 0 0 0,6 8 0 15,-6-8 0-15,0 0 0 0,0 0 0 0,0 0 0 16,0 0 0-16,0 0 0 0,15 7 0 0,-15-7 0 16,0 0 0-16,21 7 0 0,-21-7 0 0,27 9 0 15,-6-3 0-15,0-2 0 0,7 5 0 0,4-2 0 16,13 0 0-16,-4 0 0 0,5 1 0 0,1-4 0 0,1-1 0 16,8 2 0-16,0-4 0 0,3-1 0 0,-7 1 0 15,9-3-99-15,-5-3-335 0,2 2-40 0,-1-8-63 16,1-1-80-16,-2-2-388 0,-8-3-1089 0,-3-4 481 15</inkml:trace>
  </inkml:traceGroup>
</inkml:ink>
</file>

<file path=ppt/ink/ink18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31T04:14:55.324"/>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E0A4FF89-CDC0-44F6-89E8-2A6AC516E949}" emma:medium="tactile" emma:mode="ink">
          <msink:context xmlns:msink="http://schemas.microsoft.com/ink/2010/main" type="inkDrawing" rotatedBoundingBox="27490,627 27805,5777 26474,5859 26158,708" semanticType="verticalRange" shapeName="Other">
            <msink:sourceLink direction="with" ref="{827DCDD5-7057-429C-AB67-E340CBB34B20}"/>
          </msink:context>
        </emma:interpretation>
      </emma:emma>
    </inkml:annotationXML>
    <inkml:trace contextRef="#ctx0" brushRef="#br0">56 46 259 0,'0'0'344'16,"-29"-5"-28"-16,29 5-27 0,-16-3-22 0,16 3-25 15,0 0-10-15,-13-6-4 0,13 6-12 0,0 0-4 16,0 0-19-16,0 0-9 0,69 0-16 0,-22 0-13 0,1 0-14 15,8-2-11-15,0 4-9 0,5-4-12 0,23 2-6 16,-4 0 7-16,-19-4-9 0,-2 1-17 0,2 0 8 16,0-2-4-16,-3 2-1 0,0-1-2 0,-5 3-6 15,-4-5-1-15,-2 6-2 0,-4-1-7 0,-9 2-4 16,-7 5-5-16,2-3-7 0,-10 3-1 0,-1 3 3 0,3-2-3 16,0 10 6-16,9 11 18 0,-11 0 5 0,1 15 13 15,-6 0 7-15,2 11 7 0,-1 22 7 0,1 6-7 16,-10-4 6-16,7 12-1 0,-7 34 5 0,-3-32 1 15,4 38 4-15,1 0 1 16,-2-1-2-16,2 13 1 0,2 3 5 0,-5 3-3 16,1 8-3-16,-3-10-10 0,5 1-2 0,-1 2-3 0,-6-4-14 15,1-2 9-15,3 0-2 0,-5-2-6 0,3-5-2 16,-3-4-1-16,3-5-68 0,-3-37-23 0,-3 40 0 16,1-38 0-16,1 40 0 0,4-42 0 0,-3 2 0 15,3 36 0-15,-6-41 0 0,-5 0 0 0,6 1 0 16,-6-3 0-16,4-10 0 0,0-1 0 0,1-16 0 15,2 13 0-15,-4-21 0 0,-3 2 0 0,5 3 0 0,-1-10 0 16,-4-4 0-16,-1 4 0 0,2-5 0 0,1-11 0 16,-1 0 0-16,1-6 0 0,0-4 0 0,6 2 0 15,-8-5 0-15,1 2 0 0,-2-3 0 0,4-7 0 16,-3 4 0-16,1-3 0 0,-1 1 0 0,-5-1 0 16,5-2 0-16,-6 2 0 0,-2-5 0 0,-3 1 0 0,-2-4 0 15,0 0 0-15,-10-2 0 0,-4 0 0 0,-10-7 0 16,-4 0 0-16,-6-1 0 0,2-5 0 0,-8-1 0 15,3-4 0-15,2-1 0 0,-22-7 0 0,23 7 0 16,2-7-276-16,3-2-187 0,1-1-54 0,5-1-72 16,-1 2-469-16,4-2-1146 0,-1-6 507 0</inkml:trace>
  </inkml:traceGroup>
</inkml:ink>
</file>

<file path=ppt/ink/ink18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31T04:14:56.437"/>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39DFF8A7-A79C-40FF-B1D1-DF43384943C9}" emma:medium="tactile" emma:mode="ink">
          <msink:context xmlns:msink="http://schemas.microsoft.com/ink/2010/main" type="writingRegion" rotatedBoundingBox="28030,1036 33388,860 33458,2986 28100,3162"/>
        </emma:interpretation>
      </emma:emma>
    </inkml:annotationXML>
    <inkml:traceGroup>
      <inkml:annotationXML>
        <emma:emma xmlns:emma="http://www.w3.org/2003/04/emma" version="1.0">
          <emma:interpretation id="{A4517311-E771-4C3F-826B-761A65678FA3}" emma:medium="tactile" emma:mode="ink">
            <msink:context xmlns:msink="http://schemas.microsoft.com/ink/2010/main" type="paragraph" rotatedBoundingBox="28030,1036 33388,860 33458,2986 28100,3162" alignmentLevel="1"/>
          </emma:interpretation>
        </emma:emma>
      </inkml:annotationXML>
      <inkml:traceGroup>
        <inkml:annotationXML>
          <emma:emma xmlns:emma="http://www.w3.org/2003/04/emma" version="1.0">
            <emma:interpretation id="{19E87C8B-D2E9-4B95-A992-A9D336B41DDE}" emma:medium="tactile" emma:mode="ink">
              <msink:context xmlns:msink="http://schemas.microsoft.com/ink/2010/main" type="line" rotatedBoundingBox="28030,1036 33388,860 33458,2986 28100,3162"/>
            </emma:interpretation>
          </emma:emma>
        </inkml:annotationXML>
        <inkml:traceGroup>
          <inkml:annotationXML>
            <emma:emma xmlns:emma="http://www.w3.org/2003/04/emma" version="1.0">
              <emma:interpretation id="{FA81E6E0-5190-4284-BE89-60AA4C1D3397}" emma:medium="tactile" emma:mode="ink">
                <msink:context xmlns:msink="http://schemas.microsoft.com/ink/2010/main" type="inkWord" rotatedBoundingBox="28043,1408 30374,1331 30415,2559 28083,2635"/>
              </emma:interpretation>
              <emma:one-of disjunction-type="recognition" id="oneOf0">
                <emma:interpretation id="interp0" emma:lang="" emma:confidence="1">
                  <emma:literal/>
                </emma:interpretation>
              </emma:one-of>
            </emma:emma>
          </inkml:annotationXML>
          <inkml:trace contextRef="#ctx0" brushRef="#br0">52 323 30 0,'-15'-12'377'0,"1"1"-37"0,3 3-25 16,8 0-9-16,3 8-39 0,-12-13-23 0,12 13-25 16,4-17-14-16,-4 17-11 0,11-17-16 0,8 6-10 15,-3 2-19-15,13-6-8 0,3 5-22 0,-2 3-6 0,14-6-13 16,-11 7-10-16,12-1 6 0,-14 1-19 0,1-3-10 0,-2 3-1 16,1 1-9-16,-1-2 1 15,-10 5 1-15,7-3 0 0,-9 2-2 0,-18 3 4 0,30 0-1 0,-30 0 1 16,21 2-4-16,-21-2-4 0,16 8 0 0,-16-8 4 15,11 7 0-15,-8 4 0 0,-3-11-2 0,5 20-13 16,-5-1 0-16,2-2-2 0,-2 0-4 0,-2-1 7 16,2 5 1-16,0 3 4 0,0-3-6 0,0-2-2 15,0 3-6-15,2 1-1 0,-4 3 0 0,4-4-2 16,3 4-5-16,-1-3 7 0,3-4-2 0,-1 0 3 16,6-4 4-16,-1 3 1 0,0-3 0 0,3-3-2 15,1-1 6-15,-1-3 10 0,2 0 3 0,5-2 0 16,-2-5 1-16,2 2-10 0,5-9 2 0,3 1-3 0,-2-2-1 15,-6-8-7-15,1-3-5 0,-1 2 1 0,0-2-2 16,2-5-5-16,-9 1-1 0,7-13 2 0,-7 8-8 16,-6-3-2-16,5-6-5 0,-5 5 1 15,-3-2-5-15,-7 5-1 0,-1 0-7 0,-3 1 6 16,-2-2-5-16,-7 2-1 0,1 5-1 0,0-1 1 16,-7 5 1-16,-2-1-3 0,9 7 1 0,-14 0-5 0,4 3 0 15,-1-1-3-15,-1 7-7 0,-3-3-5 16,2 6-5-16,0 0-21 0,-1 6-15 0,8-3-34 0,3 2-46 15,-3 0-12-15,7 4-46 0,-2-2-29 0,1 2-40 16,6-1-47-16,1 1-43 0,7-9-364 0,0 17-782 16,0-17 346-16</inkml:trace>
          <inkml:trace contextRef="#ctx0" brushRef="#br0" timeOffset="-473.4274">113-245 32 0,'5'-19'428'16,"-4"1"-3"-16,6 2 16 0,-1-2-33 0,0 0-13 0,1 2-9 15,1 1-19-15,-3 7-15 0,-5 8-24 0,8-17-31 16,-8 17-25-16,1-9-25 0,-1 9-22 0,0 0-11 16,0 0 3-16,21 30 2 0,-16-5-16 0,3 11-3 15,-5 6-21-15,4-1-8 0,-6 6-3 0,2 5-11 16,-3-3-10-16,2 5-14 0,-2 2-8 0,2 18-15 16,-4-20-10-16,4 1-13 0,1-2 0 0,-1 1-23 15,-1 0 6-15,1-1-7 0,7-3-9 0,-9 1-3 16,8-5-5-16,-1-1-8 0,-2-5-6 0,4-8-6 15,-2-6-21-15,-4 0-18 0,3-8-27 0,1 1-35 16,-4-4-33-16,2-4-42 0,-4-4-45 0,-1-7-38 0,15 9-47 16,-15-9-33-16,0 0-44 0,0 0-48 15,0 0-51-15,11-29-368 0,-16 13-893 0,2-13 394 0</inkml:trace>
          <inkml:trace contextRef="#ctx0" brushRef="#br0" timeOffset="404.3834">1517-49 181 0,'19'-8'427'0,"5"3"-29"0,-2-1-27 0,11 1-22 15,-1 0-34-15,1 6-5 0,1-1-18 0,1 3-20 16,9 4-22-16,-1 3-18 0,-5 5-23 16,3 1-17-16,-3 6-14 0,-3 1-19 0,-1 2-12 15,-4 2-13-15,-2 7-11 0,-3-1-11 0,-7 5-8 16,-2 2-12-16,-3-1-9 0,-7 3-10 0,1-2-6 15,-4 0-1-15,-5-8-4 0,-1 5-15 0,-6-10 5 16,5 3-2-16,-7-3-8 0,3-2-2 0,-6-3-1 16,2-3-4-16,0-5-4 0,0-1 7 0,1-3 4 15,-3-6 20-15,1 0 13 0,13-4 10 0,-27 0 14 0,27 0 2 16,-28-15-5-16,7 0-7 0,7-8-9 0,3-6-10 16,-7-13-6-16,7-7-7 0,1 1-12 0,2-2-3 15,0-1-5-15,7 3-2 0,1 1-4 0,3-1-5 16,3 6-2-16,9-3-7 0,-1 3 0 0,7 7-14 15,1-1-7-15,6 1-19 0,2 6-21 0,4-4-18 16,-12 10-24-16,10-3-45 0,-7 7-38 0,2 4-36 0,-3 3-43 16,-3-2-33-16,0 11-39 0,-2-4-43 0,2 2-50 15,-12 0-324-15,-9 5-799 16,34-2 354-16</inkml:trace>
        </inkml:traceGroup>
        <inkml:traceGroup>
          <inkml:annotationXML>
            <emma:emma xmlns:emma="http://www.w3.org/2003/04/emma" version="1.0">
              <emma:interpretation id="{13915BE2-7738-45C7-B922-8A879BEE49E7}" emma:medium="tactile" emma:mode="ink">
                <msink:context xmlns:msink="http://schemas.microsoft.com/ink/2010/main" type="inkWord" rotatedBoundingBox="30562,953 33388,860 33458,2986 30632,3079"/>
              </emma:interpretation>
              <emma:one-of disjunction-type="recognition" id="oneOf1">
                <emma:interpretation id="interp1" emma:lang="" emma:confidence="0.5">
                  <emma:literal>ref</emma:literal>
                </emma:interpretation>
                <emma:interpretation id="interp2" emma:lang="" emma:confidence="0.5">
                  <emma:literal>re f</emma:literal>
                </emma:interpretation>
                <emma:interpretation id="interp3" emma:lang="" emma:confidence="0">
                  <emma:literal>refs</emma:literal>
                </emma:interpretation>
                <emma:interpretation id="interp4" emma:lang="" emma:confidence="0">
                  <emma:literal>r f</emma:literal>
                </emma:interpretation>
                <emma:interpretation id="interp5" emma:lang="" emma:confidence="0">
                  <emma:literal>re F</emma:literal>
                </emma:interpretation>
              </emma:one-of>
            </emma:emma>
          </inkml:annotationXML>
          <inkml:trace contextRef="#ctx0" brushRef="#br0" timeOffset="828.8297">2543-28 97 0,'0'0'398'16,"-22"-10"-17"-16,22 10-16 0,0 0-52 0,0 0-26 16,0 0-22-16,0 0-6 0,0 0-25 0,0 0-22 0,0 0 0 15,45-8-30-15,-45 8-11 0,43 7-5 0,-17-3-1 0,1 0-1 16,-1 4-13-16,3 8-10 0,-4-6-17 0,7 16-9 15,-11-8-9-15,3 1-11 16,-4 7-9-16,-1-2-8 0,-3 2-6 0,-3 4-12 0,1 7-1 0,-3 0-6 16,-9-10-7-16,1 14-13 0,-3 3 7 0,-1-5-4 15,-6 1-4-15,-1-12-7 0,2 1 3 0,-4-2-5 16,-1-5 3-16,-4 4-9 0,7-11 3 0,-1-1-2 16,-2-1 5-16,4-6 6 0,-1 1 25 0,8-8 21 15,-11 10 51-15,11-10 14 0,0 0 10 16,0 0-12-16,0 0-16 0,0 0-5 0,0 0-14 0,-14-41-10 15,14 12-16-15,3-13-3 0,2 4-9 0,1-7-11 16,5-6-2-16,2 0-7 0,11-19-8 0,-6 19-2 0,6-15-6 16,-3 14-9-16,8-14-5 15,-4 20-5-15,2-4-24 0,-1 5-21 0,3 1-23 0,-8 3-27 16,1 3-26-16,2 5-30 0,-6 9-44 0,-4 2-33 16,-2 10-29-16,-1-1-28 0,2 3-28 0,-7 2-28 15,-6 8-28-15,0 0-46 0,0 0-308 0,0 0-770 16,0 0 341-16</inkml:trace>
          <inkml:trace contextRef="#ctx0" brushRef="#br0" timeOffset="1186.5488">3387 239 180 0,'0'0'290'0,"15"8"-9"0,-15-8-13 16,24 3-16-16,-24-3-19 0,32-4-6 0,-32 4-18 15,40-7-23-15,-16-4-15 0,5 7-10 16,-3-13-24-16,-1 5-14 0,1 0-10 0,-2-7-16 0,-3 0-7 15,0 0-9-15,-2 0 1 0,-3-3-9 16,-1-2 4-16,-3 3 0 0,-4 3 0 0,4-5 5 0,-9 5 7 16,2-1-7-16,-4 3 6 0,1 5 4 15,-2-7-5-15,3 6-1 0,-9-3 6 0,2 4-8 16,3-1-3-16,-6 0-12 0,7 12-1 0,-17-14-7 0,-1 7-7 16,4 6-3-16,14 1-8 0,-44 3 3 0,15 2-3 15,2 6 1-15,2 4 9 0,-4 1 11 0,-3 13 12 16,3 1 12-16,6 4 3 0,-2 4-2 0,8 3-3 0,3 4 1 15,4 0-4-15,2 4-2 0,5 3-9 0,6 1-3 16,2-5-8-16,2 4-4 0,-1-2-9 0,8-1-4 16,1-3 0-16,6-2-10 0,-2-3-8 0,-1-7-2 15,4 0-16-15,-3-9-27 0,4-4-23 0,-2-3-29 16,4-8-50-16,1-4-65 0,1-2-47 0,-6-4-55 16,-21 0-53-16,52-17-86 0,-28 4-304 15,9-9-792-15,1-6 351 0</inkml:trace>
          <inkml:trace contextRef="#ctx0" brushRef="#br0" timeOffset="1787.6389">4023 722 180 0,'0'-25'331'0,"0"9"-15"16,4 2-10-16,4-4-12 0,1 5-10 0,2-1-5 15,10-9 3-15,3 6-5 0,13-7 7 0,4 5-6 16,3-7-5-16,10 9-11 0,-1-6-3 0,29-2 7 0,-3-5 6 15,-1 2-10-15,1 3-3 0,3 0-5 0,-4-2-7 16,-20 9-22-16,19-4-23 0,-16 4-21 0,-3 6-15 16,-5-5-21-16,-4 7-53 0,-5-4-75 15,-11 6-110-15,-2-1-138 0,-5 6-150 0,-2-8-187 16,-4 8-302-16,-4 1-943 0,-16 2 417 0</inkml:trace>
          <inkml:trace contextRef="#ctx0" brushRef="#br0" timeOffset="1606.5345">4206 93 82 0,'1'-13'383'0,"1"-1"-35"16,4 0-27-16,1 2-41 0,5-6-14 0,4-1 0 16,5 2-8-16,11-12 5 0,1-2-7 0,3-1-5 15,5 2-15-15,-3-4 2 0,5-1-21 0,-3 2-17 16,-9-4-16-16,-2 3-22 0,-2-7-20 0,-4-1-16 0,1 1-14 15,-7 0-7-15,-2-1-10 0,-4 2-11 0,0-3-8 16,-6 4-5-16,3 11-8 0,-8-13 1 0,-8 12-3 16,3 2-6-16,-3 1 7 0,0 2-5 0,2 6-6 15,-2-1 1-15,-2 2-4 0,-1 5 3 16,3 1-2-16,-5-2-5 0,-1 6-8 0,14 7-2 16,-28-7-7-16,28 7 0 0,-33 12-5 0,15-3 1 15,-3 8-2-15,0 9-4 0,-1 13-2 0,4 8 11 0,-1 3-1 16,3 20-2-16,5 5 1 0,4 0 2 0,6 11-1 15,2-7 6-15,-1 8-8 0,3-1 2 0,1-7 6 16,-1-3-8-16,2 9-1 0,-2-2-6 0,-3-1 3 16,-3-3-3-16,6-1-1 0,-3-4-2 0,-3-1 2 15,-1-16-4-15,0-4 0 0,-3 19-3 0,1-20-1 16,-2 0 1-16,0 1 3 0,1-5-9 16,-1-3-1-16,-5-7-4 0,2 1-11 0,0-11-17 15,1 3-19-15,-1-5-22 0,0-4-30 0,1-3-44 0,-1-5-44 16,5-5-41-16,-7-1-37 0,5-2-33 0,8-6-56 15,-26 0-71-15,26 0-267 0,-30-14-752 16,15 5 333-16</inkml:trace>
        </inkml:traceGroup>
      </inkml:traceGroup>
    </inkml:traceGroup>
  </inkml:traceGroup>
</inkml:ink>
</file>

<file path=ppt/ink/ink18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31T04:15:23.387"/>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138F87D5-5BFE-4285-B1AD-65BB2BDAB47F}" emma:medium="tactile" emma:mode="ink">
          <msink:context xmlns:msink="http://schemas.microsoft.com/ink/2010/main" type="inkDrawing" rotatedBoundingBox="15346,5696 16282,11069 14146,11442 13210,6069" semanticType="verticalRange" shapeName="Other">
            <msink:sourceLink direction="with" ref="{C28687B1-7BC8-4C68-98F9-A919902CB7ED}"/>
            <msink:sourceLink direction="with" ref="{44D05855-2452-4DF1-9F5A-425BB902BEA9}"/>
            <msink:sourceLink direction="with" ref="{96352C9E-C65D-4803-ABC4-60E21A9C20FD}"/>
            <msink:sourceLink direction="with" ref="{F1270603-2B1A-401F-93A7-7FCA2138CE9F}"/>
          </msink:context>
        </emma:interpretation>
      </emma:emma>
    </inkml:annotationXML>
    <inkml:trace contextRef="#ctx0" brushRef="#br0">-10 253 53 0,'0'0'406'0,"0"0"-38"0,0 0-30 0,-23-3-34 15,23 3-29-15,0 0 8 0,0 0-17 0,0 0-4 16,0 0-21-16,31-23-19 0,-12 16-16 0,5 0-9 0,8-1-17 15,11-3-13-15,2-3-4 0,4 5-6 0,-6-1-7 16,7 1-11-16,-5-5-14 0,1 6-12 0,-1-3-7 16,-2-1-10-16,1 0-9 0,-3 0-3 0,1-1 1 15,-8 5 0-15,-2-3 1 0,0 2 0 0,-6 0 0 0,6 1 5 16,-3-3-2-16,-9 6 1 16,4-1-3-16,-4 1-2 0,-3 1-3 0,4 4 0 0,-21 0 0 0,32 8 2 0,-16 3-6 15,0 9 9-15,5 2 16 16,0 15 3-16,2 6 2 0,-1 5 6 0,4 22-4 15,3 6-2-15,-5 4 5 0,1 5 5 0,-2 5 0 0,12 46 9 16,-1-11 0-16,1 8-3 0,-3 2 4 0,0-2 1 16,0 5 2-16,4 1-57 0,-8 0-74 0,6-2 0 0,-5 1 0 15,2 2 0-15,10 0 0 0,-5-1 0 0,-3 1 0 16,-2-2 0-16,-1-1 0 16,-3-7 0-16,-10-39 0 0,2 47 0 0,6-10 0 0,-15-38 0 15,5 36 0-15,-3-35 0 0,1-4 0 0,3 5 0 0,-8-3 0 16,2-2 0-16,0 1 0 0,1-9 0 0,-5-1 0 0,2-3 0 15,-1-20 0-15,-1-1 0 0,0 18 0 16,-4-25 0-16,4 1 0 0,-1 7 0 0,-3-5 0 0,4 4 0 16,1-8 0-16,-6-4 0 0,6 3 0 0,-6-7 0 15,4 2 0-15,-2-14 0 16,2 0 0-16,-5 1 0 0,2-8 0 0,3 7 0 0,-5-7 0 16,1-5 0-16,1 2 0 0,1-3 0 0,-3 3 0 15,0-6 0-15,0-10 0 0,-5 22 0 0,5-11 0 0,0-11 0 16,-6 19 0-16,6-9 0 0,-7 6 0 15,4-8 0-15,-3 1 0 0,-2 7 0 0,-4-4 0 16,1 2 0-16,-3-2 0 0,-7 5 0 0,-3-7 0 0,-7 8 0 16,-10 1 0-16,-9-4 0 0,-5 4 0 0,-26 7 0 15,-4 0 0-15,-5-4 0 0,-8 1 0 0,-43 6 0 0,-2-3 0 16,0 0 0-16,44-10 0 0,-38 4 0 0,43-11 0 16,4 1 0-16,-5 1 0 0,4 0 0 0,6-7 0 0,25 2-32 15,-1-7-1329-15,7-1-1472 16,4-4 652-16</inkml:trace>
  </inkml:traceGroup>
</inkml:ink>
</file>

<file path=ppt/ink/ink18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31T04:15:35.358"/>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A3BA513B-76C6-4B43-932C-BED9A00123F0}" emma:medium="tactile" emma:mode="ink">
          <msink:context xmlns:msink="http://schemas.microsoft.com/ink/2010/main" type="writingRegion" rotatedBoundingBox="18655,7109 22864,7336 22766,9150 18557,8923"/>
        </emma:interpretation>
      </emma:emma>
    </inkml:annotationXML>
    <inkml:traceGroup>
      <inkml:annotationXML>
        <emma:emma xmlns:emma="http://www.w3.org/2003/04/emma" version="1.0">
          <emma:interpretation id="{4721F96C-8ECA-4D65-B6A1-FC60C1033324}" emma:medium="tactile" emma:mode="ink">
            <msink:context xmlns:msink="http://schemas.microsoft.com/ink/2010/main" type="paragraph" rotatedBoundingBox="18655,7109 22864,7336 22766,9150 18557,8923" alignmentLevel="1"/>
          </emma:interpretation>
        </emma:emma>
      </inkml:annotationXML>
      <inkml:traceGroup>
        <inkml:annotationXML>
          <emma:emma xmlns:emma="http://www.w3.org/2003/04/emma" version="1.0">
            <emma:interpretation id="{F1279C19-FF70-4203-BED2-48A1F1208E63}" emma:medium="tactile" emma:mode="ink">
              <msink:context xmlns:msink="http://schemas.microsoft.com/ink/2010/main" type="line" rotatedBoundingBox="18655,7109 22864,7336 22766,9150 18557,8923"/>
            </emma:interpretation>
          </emma:emma>
        </inkml:annotationXML>
        <inkml:traceGroup>
          <inkml:annotationXML>
            <emma:emma xmlns:emma="http://www.w3.org/2003/04/emma" version="1.0">
              <emma:interpretation id="{90B67881-5D80-4C95-A32C-A7D6F75EB8D7}" emma:medium="tactile" emma:mode="ink">
                <msink:context xmlns:msink="http://schemas.microsoft.com/ink/2010/main" type="inkWord" rotatedBoundingBox="18655,7109 22864,7336 22766,9150 18557,8923"/>
              </emma:interpretation>
              <emma:one-of disjunction-type="recognition" id="oneOf0">
                <emma:interpretation id="interp0" emma:lang="" emma:confidence="1">
                  <emma:literal/>
                </emma:interpretation>
              </emma:one-of>
            </emma:emma>
          </inkml:annotationXML>
          <inkml:trace contextRef="#ctx0" brushRef="#br0">1542 926 220 0,'0'0'300'0,"-22"-3"-18"0,22 3-8 0,-18 0-6 16,18 0 9-16,0 0-4 0,0 0-2 0,-32 0-26 16,32 0-1-16,0 0-27 0,0 0-24 0,0 0 3 15,0 0-7-15,0 0 5 0,0 0 10 0,0 0-11 0,0 0-4 16,0 0-23-16,0 0-8 0,79 0-18 0,-36 0-12 16,-1-1-20-16,7-6-2 0,1-3-7 0,6-1 2 15,4-1 8-15,-3-1 12 0,22-6-3 16,-18 6 1-16,16 1-11 0,-23 0-11 0,3 2-10 15,-4 1-11-15,-5-5-8 0,-15 7-9 0,-4 0-5 0,-3-3-8 16,-5 3-10-16,-4 4-6 0,-5-2-10 0,-12 5-15 16,17-7-19-16,-17 7-29 0,18-6-36 0,-18 6-29 15,10-8-48-15,-10 8-44 0,0 0-39 0,0 0-47 16,0-12-64-16,0 12-70 0,0 0-330 0,-16-15-811 0,16 15 360 16</inkml:trace>
          <inkml:trace contextRef="#ctx0" brushRef="#br0" timeOffset="375.995">2226 383 198 0,'0'0'353'0,"-16"-9"-18"15,16 9-10-15,-18-8-20 0,18 8-16 0,0 0-10 0,-16-6-7 16,16 6 2-16,0 0 2 0,0 0-3 0,0 0 0 16,-7 23-17-16,7-23-6 0,20 21-5 0,-7-9-16 15,1 2-10-15,10-1-16 0,2 0-10 16,-2 2-20-16,3-4-17 0,4 2-11 0,-4-2-21 15,11 4-13-15,-4-9-10 0,9 3-10 0,-9-2-11 0,0-1-9 16,-2-1-8-16,1-3-13 0,-2 1-6 0,-1 2-14 16,-2-1-4-16,1-2-5 0,-2 1-8 0,-5-3 1 0,-2 2-2 15,-20-2 0-15,30 5-2 0,-17-4-1 16,-13-1-4-16,21 4-2 0,-21-4 2 0,14 6 0 16,-14-6-2-16,0 0 1 0,10 10 0 0,-10-10 0 15,0 15-4-15,0-15 4 0,-10 26-2 0,-1-9 3 0,1 4-4 0,-3 2 1 16,-1 2 1-16,0 3-3 15,-10 7 1-15,3 1-11 0,1-10-8 0,0 10-18 16,-3-3-12-16,2 0-32 0,7-6-37 0,-1-1-26 0,1-1-36 16,6 0-37-16,0 0-47 0,-3-12-48 0,6 6-63 15,2-3-403-15,3-7-841 0,0-9 372 0</inkml:trace>
          <inkml:trace contextRef="#ctx0" brushRef="#br0" timeOffset="1024.0037">3236 273 372 0,'0'0'502'0,"4"-12"-47"0,-4 12-52 16,0 0-29-16,8-10-26 0,-8 10-20 0,0 0-9 15,0 0-15-15,27 37-13 0,-19-15-20 0,-2 4-20 16,2 4-25-16,5 12-10 0,-2-6-14 0,-3 7-5 15,0 0-4-15,2 0-5 0,-4-2-13 0,2 4-8 0,0-1-18 0,-1 6-11 16,-1-4-2-16,1-1-15 0,-6 0-7 0,4 3-10 16,-3-6-10-16,1 3-10 0,-6-5-9 0,6-1-3 15,-6-11-9-15,3 0 2 0,0-1-9 0,-2-2-14 16,2-2-4-16,-5-4-3 0,5-1-4 0,-1-7-1 16,1-1-7-16,0-10-6 15,-3 17-10-15,3-17-10 0,-4 8-1 0,4-8-7 16,0 0-13-16,0 0-5 0,0 0 4 0,-21-27-4 0,13 3 1 15,-4 3-4-15,-3-7 0 0,-1 1 3 0,2-18-2 16,-2 9 6-16,1-4 3 0,1-3 3 0,1 5 9 0,2 6 2 16,8-4 1-16,-6 5 6 0,5 4 1 0,0 1 4 15,1 0 5-15,3 0-3 0,-1-2-5 0,2 0 3 16,2 2-2-16,1 1-1 0,2 0 1 0,1-2-1 0,1 1-1 16,0 2-1-16,3 0-2 0,0 3-4 0,2 5 1 15,1-8 1-15,4 5-1 0,-4 4-2 16,1 1 0-16,-1 2 7 0,1 0-4 0,-4 5 2 15,0 1-1-15,-11 6-1 0,24-7 2 0,-9 6 0 16,-15 1-4-16,27 1 1 0,-27-1 2 0,30 10-1 0,-18-2 3 16,0 2 1-16,-2 2-1 0,5 4 1 0,-7 1 0 15,6 2 1-15,-6 0-1 0,-2 4 1 0,2 1-1 0,-3 2 4 16,-3 1-3-16,-2-1-2 0,-2 3-6 0,-4-3-7 16,-1 4-7-16,-7 4-12 0,4-4-11 0,-9 4-16 15,5-5-6-15,-9 3-8 0,-1-3-7 0,3-7-7 16,2 1-8-16,-2-1-17 0,0 0 9 15,0-3-18-15,-1 0 7 0,8-8-12 0,-2 4 1 16,1-4-6-16,1 3-2 0,1-7 7 0,3 0-2 16,-1 0-10-16,11-7-5 0,-14 12 0 0,7-6 1 0,7-6-1 15,0 0 6-15,-14 10 11 0,14-10 11 16,0 0 15-16,0 0 15 0,0 0 6 0,0 0 16 0,0 0 4 16,0 0-1-16,0 0-21 0,57-16-43 0,-57 16-50 15,29-7-64-15,-19 4-231 0,-10 3-508 0,19-13 225 16</inkml:trace>
          <inkml:trace contextRef="#ctx0" brushRef="#br0" timeOffset="-644.2689">198 25 281 0,'0'0'377'0,"-13"-13"-9"15,13 13-6-15,-13-9-10 0,13 9-3 0,0 0-10 16,-10-5-5-16,10 5-17 0,0 0-26 0,0 0-25 0,0 0-21 16,-12 22 12-16,12-5 7 15,0 11-4-15,1 10-4 0,4 8-5 0,-3-1-9 16,9 4 12-16,-2 3 3 0,-2 1-14 0,1 1-20 0,5-2-3 0,-4 21-10 15,1-19-6-15,-2 0-14 0,2 20-11 0,1-20-11 16,-5 1-13-16,2-3-14 0,-5 4-12 0,5-4-19 0,-1-3-13 16,1 3-97-16,-3-6 0 0,1-4 0 0,-1-2 0 15,-3-13 0-15,-1 2 0 16,1-1 0-16,-2-3 0 0,0-10 0 0,0 1 0 16,0 1 0-16,0-8 0 0,0-9 0 0,0 19 0 0,0-19 0 15,-2 12 0-15,2-12 0 0,0 0 0 0,0 0 0 16,-9 7 0-16,9-7 0 0,0 0 0 0,0 0 0 15,-26-33 0-15,11 13 0 0,6-7 0 0,-10-7 0 16,3-4-81-16,-2 2-32 0,2-7 5 0,0 3-1 16,1-4 4-16,3 5 8 0,-1-10 6 0,-2 6 13 0,7-2 6 15,-1 4 7-15,2-4 6 0,2 5 8 0,5-5 1 16,0 4 5-16,0 0 4 0,7-1 2 0,4 1 7 0,-3 3 3 16,3-2-2-16,4 2 3 0,6 0 6 0,-1 1-1 15,8 3 3-15,1 1 2 0,-1 4-2 0,3 1 1 16,3 4 6-16,-7 8 0 0,-3-1 1 0,3 7-1 15,-1-1 3-15,-2 4 1 0,-2 2-2 0,-1 5 4 0,-21 0 0 16,40 11 1-16,-24 2 4 0,4 7 4 0,-3 4 3 16,-5 2 1-16,-3 15 0 15,2-3 0-15,-7 0 3 0,-3 3 1 0,-4 3-7 16,-8-2 1-16,3-3 0 0,-7 6-4 0,-2-2-1 16,-7-1-3-16,1 0-11 0,-3 2-7 0,-6-8-9 0,2 7-13 15,-4-9-12-15,-1 0-9 0,0-5-11 0,-1-2-3 16,-1 3-8-16,9-15 2 0,-1 3 4 0,1-6 0 15,0 2-12-15,3-6 19 0,6 0 9 0,-2-2-6 16,4-2 8-16,-1-3 11 0,18-1-1 0,-29 4 12 16,29-4 11-16,-21 1-1 0,21-1 12 0,0 0 2 0,0 0 16 15,0 0 4-15,0 0 10 0,0 0 10 0,0 0 5 16,0 0 5-16,0 0-1 0,44-16-2 0,-44 16-2 0,46 3-6 16,-19-3 4-16,2 1-5 15,2 5 2-15,-2-1-3 0,11 10-5 0,-8-6 2 16,-3 0-4-16,11 6-2 0,-11-4-5 0,-2 5 3 0,-3-1 0 15,5 0-14-15,-7 2-11 0,6-3-21 0,-6 0-19 16,-3-3-34-16,4 4-31 0,-7-4-23 0,3-2-32 0,-3 1-28 16,-3-2-32-16,0 0-40 0,-3-2-45 0,4-1-65 15,-14-5-227-15,14 3-663 0,-14-3 294 0</inkml:trace>
          <inkml:trace contextRef="#ctx0" brushRef="#br0" timeOffset="-421.2408">812 1070 146 0,'0'0'427'0,"5"-12"-21"0,-5 12-17 0,3-16-20 16,-3 16-23-16,5-9-14 0,-5 9 0 0,0 0 1 15,0 0-2-15,0 0-1 0,0 0-11 0,0 0-19 16,16 31-20-16,-8-12-15 0,-2 3-17 0,2 4-19 16,-1-2-14-16,4 6-13 0,-3-4-21 0,0 4-23 0,-1 1-22 0,2 6-5 15,2-7-21-15,-3 0-6 16,2 5-28-16,-2-9-24 0,5 7-34 0,-11-6-48 15,4-2-51-15,0 1-50 0,-4-7-57 0,3-3-42 0,-4-1-50 16,3 0-54-16,-1 1-73 0,-3-16-85 0,-7 18-274 0,7-18-829 16,-6 10 367-16</inkml:trace>
          <inkml:trace contextRef="#ctx0" brushRef="#br0" timeOffset="2170.8867">1167 580 22 0,'0'0'476'0,"3"-10"-52"16,-3 10-32-16,0 0-21 0,0 0-16 0,0 0-6 15,0 0-12-15,13 30-17 0,-12-19-13 0,-1 11-28 0,4-7-23 16,-8 5-24-16,4 6-19 0,-1 2-17 16,-4-1-11-16,5-1-7 0,0 4-9 0,-8-4-16 0,1 1-15 15,-1-3-16-15,2 1-11 0,-5 1-9 0,0-4-12 16,-5 1-6-16,-2 0-9 0,7 0-8 0,-7-6-8 0,4 0-5 16,-1-5-7-16,6 2-2 0,-6-3-7 15,4-1-4-15,6-5-4 0,5-5-1 16,-18 11-1-16,18-11-5 0,-6 10-3 0,6-10-2 0,0 0-5 15,0 0-2-15,0 0 2 0,0 0 1 0,0 0-1 16,0 0-1-16,0 0-1 0,56-6-5 0,-29 3 0 0,2 3 7 16,16 6-3-16,-10-6 6 0,7 7 1 0,3-4 1 15,8 2 0-15,-2 6-3 0,1-1 1 0,-1 0-4 0,2 6 0 16,5-2-2-16,-7 5-1 0,-1-5-19 0,-5 5-22 16,-3 0-28-16,-6-2-41 0,-8-4-32 15,1 2-39-15,-2 2-38 0,-5 0-44 0,-1 0-53 16,-6-8-68-16,-1 3-106 0,0-2-279 15,-6-2-823-15,-8-8 364 0</inkml:trace>
          <inkml:trace contextRef="#ctx0" brushRef="#br0" timeOffset="1469.9879">3538 1007 140 0,'0'0'228'0,"16"-2"-19"0,-16 2-12 0,14-5-3 16,-14 5-14-16,20-3-2 0,-20 3-7 0,16-4-4 16,-16 4-6-16,0 0-7 0,32 0-6 0,-32 0-2 15,24 5-4-15,-24-5-5 0,21 9-6 0,-7-1-10 0,1 1-13 16,-1 5-6-16,-1-2-8 0,-3-2-1 0,2 6-6 15,-4-2-9-15,0 1-12 0,-1-3-4 0,-4 6-2 16,-3-1-8-16,2-2-2 0,-2-1-7 16,-5 5-3-16,-2-2-7 0,-1-4-11 0,2 2-1 15,-5-3 2-15,0-1-4 0,-2 0-11 0,8 0-10 0,-5-4-10 16,10-7-10-16,-16 12-7 0,8-5-1 0,8-7-6 16,-19 4-1-16,19-4-3 0,-18 3 6 15,18-3 1-15,0 0-1 0,0 0 7 0,0 0 1 0,0 0 5 16,-29-7 12-16,29 7 8 0,0 0 14 0,0 0 13 15,0 0-1-15,0 0 9 0,0 0 8 0,40-30-3 16,-28 27 11-16,-12 3 5 0,35-4 9 0,-19 3 16 16,-16 1 15-16,50 0 16 0,-21 1 13 0,0 3 13 15,-1 3 16-15,1 0 20 0,5 0 19 0,-4 5 2 16,4-2-11-16,-3 1-3 0,-2 6-14 0,6 3-13 16,-8 1-19-16,-4 0-5 0,-3 1-15 0,-4-1-14 15,-1 4-8-15,-4 0-11 0,-9 1-6 0,-2 2-9 16,-3 3-2-16,-7-4-8 0,-1 2-5 0,-9 5-3 15,-2 0-12-15,-7-1-10 0,-5-2-6 0,-4 2-15 0,-4-6-21 16,-1 3-43-16,-8-4-48 0,-23 4-49 0,22-11-58 0,-10-3-60 16,-14 2-67-16,-5-10-73 0,-3-8-466 15,1 0-953-15,-9-3 422 0</inkml:trace>
        </inkml:traceGroup>
      </inkml:traceGroup>
    </inkml:traceGroup>
  </inkml:traceGroup>
</inkml:ink>
</file>

<file path=ppt/ink/ink18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31T04:14:30.290"/>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B8FD9931-E5BB-4815-ACEF-8668BD0E1387}" emma:medium="tactile" emma:mode="ink">
          <msink:context xmlns:msink="http://schemas.microsoft.com/ink/2010/main" type="writingRegion" rotatedBoundingBox="657,633 17868,-435 18900,16173 1688,17242"/>
        </emma:interpretation>
      </emma:emma>
    </inkml:annotationXML>
    <inkml:traceGroup>
      <inkml:annotationXML>
        <emma:emma xmlns:emma="http://www.w3.org/2003/04/emma" version="1.0">
          <emma:interpretation id="{5097AFB3-64BC-4C41-9269-0A589E24F18C}" emma:medium="tactile" emma:mode="ink">
            <msink:context xmlns:msink="http://schemas.microsoft.com/ink/2010/main" type="paragraph" rotatedBoundingBox="714,595 17974,321 18004,2182 744,2457" alignmentLevel="1"/>
          </emma:interpretation>
        </emma:emma>
      </inkml:annotationXML>
      <inkml:traceGroup>
        <inkml:annotationXML>
          <emma:emma xmlns:emma="http://www.w3.org/2003/04/emma" version="1.0">
            <emma:interpretation id="{BD829B6F-3469-418D-968F-28CB2F264884}" emma:medium="tactile" emma:mode="ink">
              <msink:context xmlns:msink="http://schemas.microsoft.com/ink/2010/main" type="inkBullet" rotatedBoundingBox="714,598 2268,574 2298,2432 744,2457"/>
            </emma:interpretation>
            <emma:one-of disjunction-type="recognition" id="oneOf0">
              <emma:interpretation id="interp0" emma:lang="" emma:confidence="0">
                <emma:literal>Q</emma:literal>
              </emma:interpretation>
              <emma:interpretation id="interp1" emma:lang="" emma:confidence="0">
                <emma:literal>8</emma:literal>
              </emma:interpretation>
              <emma:interpretation id="interp2" emma:lang="" emma:confidence="0">
                <emma:literal>.</emma:literal>
              </emma:interpretation>
              <emma:interpretation id="interp3" emma:lang="" emma:confidence="0">
                <emma:literal>@</emma:literal>
              </emma:interpretation>
              <emma:interpretation id="interp4" emma:lang="" emma:confidence="0">
                <emma:literal>a</emma:literal>
              </emma:interpretation>
            </emma:one-of>
          </emma:emma>
        </inkml:annotationXML>
        <inkml:trace contextRef="#ctx0" brushRef="#br0">1028 307 1716 0,'-26'-45'4'0,"-4"1"63"0,3 3 18 0,-9 7 17 0,4 1 13 15,-1 4 2-15,-3 3 0 0,12 10 7 0,-3 0 5 16,8 7 0-16,-9-1 0 0,4 7-10 0,-3 3 11 16,-5 6 2-16,5 1 12 0,-13 10 8 0,3 7 5 15,0 9 15-15,0 11 7 0,-18 19-3 0,7 5-11 16,-1 11 0-16,5 4 10 0,-14 31-4 0,7 5-2 15,24-45 5-15,-5 11-13 0,6-4-7 0,5-2-4 16,5 3-7-16,3 0-11 0,7-7-8 0,6 4-6 16,6-7-13-16,1-1-10 0,9 0-4 0,3-19-4 15,15 12-2-15,-9-17-6 0,16-6-4 0,2-1-5 16,23 3-5-16,-10-18 1 0,19-3-2 0,4-8 8 16,-1-9 13-16,1-10 0 0,1-8-6 0,-3-2 1 15,-1-5-8-15,-1-13-6 0,-3-4-2 0,-1-5-3 0,-1-9-1 16,-9 1-4-16,2-10 0 0,-4-1 1 15,-6-6-9-15,-9-1 0 0,-8-10-6 0,0-1-14 16,-6-42-5-16,-15 28-18 0,-10-40-6 0,-17 41-15 0,-4-37-13 16,-11 6-6-16,-4 41 6 0,-4 9 3 0,-3 3 5 15,-6 11-10-15,4 13 5 0,-1 9 10 16,-3 2-13-16,1 5-11 0,-13 6-4 0,3 8 6 0,-5 3-12 16,2 7-2-16,-7 5-25 0,-17 8 1 0,24 5-38 15,-21 14-28-15,27-3-36 0,-20 11-62 0,25-1-34 16,-3 6-33-16,-9 20-45 0,25-13-60 0,0 2-87 15,10-2-337-15,6 0-905 0,3 0 401 0</inkml:trace>
        <inkml:trace contextRef="#ctx0" brushRef="#br0" timeOffset="-375.0094">460 724 132 0,'-17'-3'336'0,"-4"-1"-20"0,1-3-12 0,4 1-8 0,2-2-4 15,3 3-12-15,-4-2 3 0,6-7-10 0,9 14-8 16,-7-16-11-16,4 6-17 0,3 10-18 0,8-19-10 16,0 5-14-16,0 0-14 0,8 0-12 0,-1 2-14 15,10 0-14-15,-2 2-16 0,1-1-9 0,-5 3-14 16,3 4-10-16,-1 3-10 0,2 1-6 0,-2 0-6 15,-1 5-5-15,0 3-3 0,-4 2-9 0,-3 5-4 0,-1-1-6 16,-2 8-2-16,-4 4 1 0,-1 3-1 16,-8 3-6-16,-5 6-5 0,-2 1-4 0,-9 2 0 15,-3-2-1-15,-6-2-5 0,1 3-3 0,-2-5-2 16,-8 1-2-16,10-2 0 0,-10 1 4 0,0-3-10 16,2-1 2-16,-2-2-2 0,3-5 0 0,1 7 2 15,4-10-1-15,6-7-7 0,3 3 7 0,5-3-4 0,2-2 0 16,2-2 0-16,-2 6-1 0,2-9-3 0,11-7 6 15,-8 8-7-15,8-8 2 0,0 0 8 0,0 0 17 16,0 0 14-16,29 12 9 0,-29-12 3 0,56-10-5 16,-24 1-3-16,18-3-3 0,-2-1-6 0,0-1-5 15,8 0 2-15,18-10-7 0,-19 8-4 0,2-1-10 16,1-2-11-16,-3 3-17 0,1-6-22 0,-3-2-25 16,-4 3-32-16,-5-4-40 0,2 2-26 0,-7-2-27 15,-5-6-10-15,-6 4-11 0,-10 1-4 0,6-9-6 16,-5-1-5-16,-6-2-8 0,0-5-10 0,-11 1-11 15,1-8-17-15,-6 2-31 0,-5-7-10 0,-12-18-186 16,4 20-539-16,-6 2 238 0</inkml:trace>
      </inkml:traceGroup>
      <inkml:traceGroup>
        <inkml:annotationXML>
          <emma:emma xmlns:emma="http://www.w3.org/2003/04/emma" version="1.0">
            <emma:interpretation id="{5E6131B1-CD62-41F3-A502-6B7C6B7F60EB}" emma:medium="tactile" emma:mode="ink">
              <msink:context xmlns:msink="http://schemas.microsoft.com/ink/2010/main" type="line" rotatedBoundingBox="3175,556 17974,321 18002,2045 3202,2281"/>
            </emma:interpretation>
          </emma:emma>
        </inkml:annotationXML>
        <inkml:traceGroup>
          <inkml:annotationXML>
            <emma:emma xmlns:emma="http://www.w3.org/2003/04/emma" version="1.0">
              <emma:interpretation id="{2B0A6FE5-FC2E-48D4-BF0D-C75E45DF12AE}" emma:medium="tactile" emma:mode="ink">
                <msink:context xmlns:msink="http://schemas.microsoft.com/ink/2010/main" type="inkWord" rotatedBoundingBox="3175,556 9445,456 9473,2181 3202,2281"/>
              </emma:interpretation>
              <emma:one-of disjunction-type="recognition" id="oneOf1">
                <emma:interpretation id="interp5" emma:lang="" emma:confidence="0.5">
                  <emma:literal>Reduce</emma:literal>
                </emma:interpretation>
                <emma:interpretation id="interp6" emma:lang="" emma:confidence="0">
                  <emma:literal>Rede</emma:literal>
                </emma:interpretation>
                <emma:interpretation id="interp7" emma:lang="" emma:confidence="0">
                  <emma:literal>Rederive</emma:literal>
                </emma:interpretation>
                <emma:interpretation id="interp8" emma:lang="" emma:confidence="0">
                  <emma:literal>Redeye</emma:literal>
                </emma:interpretation>
                <emma:interpretation id="interp9" emma:lang="" emma:confidence="0">
                  <emma:literal>Reducer</emma:literal>
                </emma:interpretation>
              </emma:one-of>
            </emma:emma>
          </inkml:annotationXML>
          <inkml:trace contextRef="#ctx0" brushRef="#br0" timeOffset="1906.0822">2719 343 278 0,'0'0'482'0,"0"0"-54"0,-26 32-30 0,26-19 10 15,0 9 14-15,-1-4 2 0,1 9-4 0,-2 11-10 16,4 6-12-16,-4-3-31 0,2 6-35 0,0 4-19 16,-3 3-9-16,3-2-24 0,-2 3-1 0,1 1-27 15,-4-1-20-15,-3 14-12 0,5-16-17 0,-7 22-16 16,-1-25-17-16,4 3-10 0,-1-1-18 0,-1 0-12 16,-1 0-13-16,2-5-9 0,0-6-5 0,-3 0-7 15,3-4-14-15,1-8-36 0,1-3-46 0,0-10 0 0,4-1 0 16,0-3 0-16,-2-1 0 0,4-11 0 0,-2 14 0 15,2-14 0-15,0 0 0 0,0 0 0 0,0 0 0 16,0 0 0-16,0 0 0 0,-6-56 0 0,6 17 0 16,-2-7 0-16,2-11 0 0,-5 2 0 0,-1-22 0 15,4 6 0-15,-4-1 0 0,-1 16 0 0,3 4 0 16,0-19 0-16,8 18 0 0,-1-6 0 0,8-10 0 16,-8 13 0-16,10 3 0 0,1-19 0 0,2 24 0 15,4 2 0-15,2 2 0 0,5 0 0 0,1 1 0 16,4 6 0-16,-3 2 0 0,-2 12 0 0,7-9 0 15,-5 16 0-15,-4-3 0 0,3 5 0 0,5 3 0 0,-6 3 0 16,2 2 0-16,-8 7 0 0,0 0 0 0,8 7 0 16,-5 3 0-16,2 7 0 0,-2 1 0 15,-5 3 0-15,3 14 0 0,-1 4 0 0,-6 2 0 0,-6 3 0 16,-5-3 0-16,-8 6 0 0,1 5 0 0,-10-3 0 16,1-2 0-16,-9 0 0 0,-8 1 0 0,5-3 0 15,-5-1 0-15,-5-1 0 0,-3-5 0 0,-4-4 0 16,0-2 0-16,5-5 0 0,-3-4 0 0,-1-3 0 15,1-2 0-15,-1-4 0 0,10-3 0 0,9-5 0 16,-8 4 0-16,0-1 0 0,8-5-15 0,0-2-71 16,2-1 6-16,3 0 0 0,16-2-1 0,-29 0 12 15,29 0 5-15,-22 1 5 0,22-1 1 0,-13 6-6 0,13-6-7 16,0 0 6-16,0 0 3 0,0 0 6 0,0 0 8 16,0 0 3-16,0 16 8 0,0-16 2 0,27 15 6 15,-11-7 0-15,2 5 5 0,0-4 1 0,9 2 2 16,0 1 4-16,-3 0 7 0,16 2-3 0,-14-3 2 15,6-1 1-15,-9 3-2 0,10-3 2 0,-2-2 2 16,-1-3 4-16,2 1-1 0,0-2 4 0,4 0-5 16,-3 0 2-16,-2-1 4 0,11-8 1 0,-14 5 0 15,1-9 3-15,3 2 6 0,-3 2 4 0,-3-6 0 16,3 4 6-16,-2 1 3 0,2-4 3 0,-2-6-3 16,2 2 5-16,-2-5 3 0,-3 1 5 0,2 0-3 15,-5-5 1-15,1 4 8 0,-1-3 0 0,-3 3 0 0,1-2 8 16,-9 5 1-16,3 3 6 0,-7-3 15 0,2 1 17 15,-1 1-1-15,-6-1-1 0,2 1-8 16,-3 3 1-16,0 11-10 0,-4-20-1 0,4 9-1 0,0 11-40 16,-13-15-28-16,6 8 0 0,-4 0 0 0,11 7 0 15,-19-11 0-15,19 11 0 0,-32 4 0 0,12 4 0 16,1-1 0-16,5 2 0 0,-1 3 0 0,-6 7 0 16,7-4 0-16,3 8 0 0,0-1 0 0,1 4 0 15,0 4 0-15,9-3 0 0,-2 1 0 0,3-6 0 16,4 6 0-16,9 2 0 0,0-6 0 0,1-2 0 15,1 3 0-15,6-5 0 0,1-3 0 0,7-6 0 16,3-1 0-16,7 1 0 0,-4-10-8 0,7-1-201 0,-7-5-42 16,3-3-38-16,11-7-35 0,-8-5-10 15,-4-6-11-15,-3 1-7 0,-2 2 7 0,0-10 9 16,-6-1 20-16,1 4 32 0,-8 4 47 0,-4 0 43 0,-1 3 48 16,-3 0 53-16,-1 1 42 0,0 0 41 0,-4 5 42 15,-1 0 22-15,-4 1 40 0,3 2 23 0,-1 1 32 16,-1 4 26-16,-2 9 27 0,0-16-13 0,0 16-8 15,0 0-17-15,0 0-11 0,-10-8 12 0,10 8 6 16,0 0 9-16,0 0 11 0,-35 26 0 0,23-13 14 16,0 5-17-16,-5-1-12 0,1 6-8 0,2-1-9 15,1 2-10-15,-1-2-16 0,1 5-11 0,-2-5-10 16,6 1-9-16,1 0-12 0,3 2-12 0,-1-10-48 16,6 4-31-16,-2 7 0 0,2-15 0 0,2 4 0 15,-2-4 0-15,6 1 0 0,-6-12 0 0,16 17 0 16,-6-8 0-16,-10-9 0 0,29 0 0 0,-29 0 0 15,36-10 0-15,-15 1 0 0,3-7 0 0,-1-5 0 0,4-7 0 16,0-10 0-16,-3-5 0 0,-3-9 0 0,2-20 0 16,-4-11 0-16,-6 5 0 0,-10-6 0 0,2-3-12 15,-7 7-53-15,2 0 12 0,-8 2 1 0,3 6 6 16,-1 17 3-16,0 1 9 0,-4-2 6 0,-1 9 10 16,3-6 13-16,0 11 18 0,1-1 17 0,-2 4 9 15,1 9 15-15,1 4 5 0,2 7 11 0,-1 5 0 16,0-3-49-16,-1 3-21 0,7 14 0 0,-3-12 0 15,3 12 0-15,0 0 0 0,0 0 0 0,0 0 0 16,0 0 0-16,-16 31 0 0,13-5 0 0,1 14 0 16,-3-2 0-16,4 0 0 0,-3 10 0 0,1 5 0 15,6 1 0-15,-3 0 0 0,5 21 0 0,2 1 0 0,-1-2 0 16,5-4 0-16,-7-12 0 0,15 14 0 0,-5-4 0 16,1 3 0-16,-7-22 0 0,6 1 0 15,2-3 0-15,-3-1 0 0,3 6 0 0,-2-11 0 0,1-3 0 16,-2-9 0-16,1-3 0 0,-1-1 0 0,1 0 0 15,1-13 0-15,-1 3 0 0,1-4 0 0,-1-4 0 16,2 3 0-16,2-10 0 0,-18 0 0 0,32 0 0 16,-13-7 0-16,-3-1 0 0,4-3 0 0,-6-1 0 15,5-5 0-15,-1-7 0 0,3 3 0 0,-7-3 0 16,1 1 0-16,-1-1 0 0,-1 1 0 0,-3-1 0 16,-1-1 0-16,-4 2 0 0,5 1 0 0,-7 3 0 15,2 0 0-15,-4 5 0 0,-1-2 0 0,2 6 0 16,-2 10 0-16,-3-19 0 0,3 19 0 0,-5-14 0 15,5 14 0-15,0 0 0 0,-13-12 0 0,13 12 0 16,0 0 0-16,0 0 0 0,0 0 0 0,-31 19 0 0,23-9 0 16,-3 7 0-16,6-4 0 0,-4 2 0 0,7 4 0 15,-1 4 0-15,0-4 0 0,3 3 0 0,6-4 0 16,1 7 0-16,1-8 0 0,3 2 0 0,5 3 0 16,0-3 0-16,5 0 0 0,4-3 0 0,-2-3 0 15,-2-5 0-15,3 0 0 0,3 0 0 0,-3-7 0 16,3-2 0-16,-6-3 0 0,8-3 0 0,-6-5 0 15,-4 0 0-15,5-2 0 0,-3-5 0 0,-2-3 0 16,-3 3 0-16,-3-8 0 0,-3-1 0 0,2-7 0 16,-5 8 0-16,-1-3 0 0,-4 8 0 0,1-4 0 15,-3 0 0-15,0 9 0 0,0 3 0 0,-5-5 0 16,4 8 0-16,1-1 0 0,0 12 0 0,-5-15 0 0,5 15 0 16,-3-14 0-16,3 14 0 0,0 0 0 0,0 0 0 15,0 0 0-15,0 0 0 0,0 0 0 0,0 0 0 16,-5 43 0-16,6-29 0 0,4 3 0 0,2 2 0 15,-1-1 0-15,4 2 0 0,4 4 0 0,-4-10-6 16,3 4-264-16,-1-3-54 0,3-4-41 0,1-3-33 16,-2-4-33-16,4-1-42 0,-18-3-26 0,39-7-406 15,-25-1-979-15,0-2 434 0</inkml:trace>
          <inkml:trace contextRef="#ctx0" brushRef="#br0" timeOffset="2376.8336">5312 965 1272 0,'22'-22'36'0,"-3"-2"89"0,1 1 47 0,-3 1 28 15,1-1 25-15,-2 2 6 0,-6 6 16 0,3 1 15 16,-1-3 15-16,-5 10 7 0,-4-4-9 0,-3 11-15 0,13-11-17 15,-13 11-7-15,0 0-1 0,0 0-5 0,0 0 8 16,0 0 5-16,0 0 0 0,-21 34-7 0,5-12-6 16,1 3-3-16,-2 3-18 0,2 1-2 0,-1-2-11 15,-5 8-21-15,9-6-11 0,0 1-10 0,1-1-24 16,2-5-10-16,2 4-13 0,1-4-9 0,4 3-13 16,4-2-3-16,-1-8-6 0,6 4-10 0,7 1-6 15,-6-6-25-15,5-4-35 0,1 2 0 0,7-6 0 16,2 3 0-16,4-3 0 0,-4-5 0 0,4-3 0 15,3-1 0-15,-1-6 0 0,5 4 0 0,-5-9 0 16,0-2 0-16,0-3 0 0,-1 1 0 0,6-10 0 16,-11 5 0-16,5-8-3 0,-7 9-18 0,-5-7 4 15,2 2 7-15,-8-5-2 0,-4 3 1 0,5-1-5 16,-6 0 13-16,-5 2 2 0,6 2 0 0,-6 5 0 16,-3 0 4-16,-3 2 2 0,-2 1-8 0,-2 1 1 0,1 3 10 15,-4 3 3-15,-2 2 6 0,15 7-12 0,-21-4-1 16,21 4 0-16,-30 7 1 0,17 4 1 0,2 1-3 15,0 3 0-15,-4 4 5 0,7 7 5 0,3 0-18 16,4 4 13-16,1-4-5 0,8 13-3 0,0-10 0 16,9 9 0-16,1-1 0 0,3-4 0 0,1-2 0 15,6 0 0-15,-7-12 0 0,9 9 0 0,-4-9 0 16,-2-4 0-16,3 3 0 0,2-6 0 0,3-4 0 16,-3 3 0-16,-3-8 0 0,7-2 0 0,-5-1 0 0,0 0 0 15,-5-3-43-15,-2-2-67 0,-2-2-45 16,-5 0-63-16,-2-1-57 0,2-8-41 0,-6-1-66 15,3 1-47-15,-9 1-80 0,-2-6-450 0,-2-5-1040 0,-2 2 461 16</inkml:trace>
          <inkml:trace contextRef="#ctx0" brushRef="#br0" timeOffset="3896.2787">6788 1093 334 0,'0'0'381'0,"-7"21"-23"0,4-9-1 0,0-2-21 16,0 6-16-16,0-6-25 0,3-10-8 0,3 21-15 16,0-6-24-16,3-4-17 0,6 3-12 15,-3-4-23-15,4 0-15 0,0 1-5 0,3-4-9 0,0 0-9 0,0-1-2 0,5-5-2 16,-21-1-7-16,40-1 1 0,-19-4-4 0,6-3-4 15,-8-5-4-15,2-4-10 0,5-1-8 0,-8-7-8 16,2-10-11-16,1-4-6 0,-6-5-11 0,6-2-12 16,-7-2-2-16,4-6-7 0,-9-1-6 0,4-2-2 15,-2-14-5-15,-6 0-6 0,3 23-1 0,-1-2-2 16,1-2 2-16,-5 4 7 0,2-1-4 0,-5 10 5 16,4-5-5-16,-8 6 8 0,-4 0 9 0,1 10-6 15,2 4 8-15,2-2 5 0,-5 7-9 0,3 1 6 16,-6 2 2-16,6 7-7 0,-1 2-5 0,6 7 0 15,0 0-17-15,-18-6-1 0,18 6 0 0,-21 19-4 16,10-4-7-16,-3 11 15 0,6 4-22 0,-2 9 6 0,2 1-5 16,-2 1-1-16,7 6-5 0,-2 0 0 0,5 5 1 15,0 1 0-15,0-4-5 0,2 4 5 0,3 3-8 16,0 0 2-16,11 13-2 0,-4-21 5 0,3 1-8 16,6 1 7-16,-4-7-6 0,4 2 7 0,2 5-7 15,2-9 2-15,4-4-2 0,-5-3-1 0,2-4-3 16,-5-9 26-16,3-2-29 0,-2-2 6 0,4-8 0 15,-3 0-1-15,5 0 1 0,-2-7-6 0,-5-2 20 16,5-3 7-16,2-6 12 0,0-5 0 0,-1 0 0 16,2-2-37-16,0-13 0 0,1-6 0 0,-2-4 0 15,-6-4 0-15,4-7 0 0,3-23 0 0,-7-1 0 16,-1-4 0-16,-2 3 0 0,-4-2 0 0,-4 5 0 0,2 0 0 16,-9 16 0-16,-2 4 0 0,-2-1 0 0,-2 0 0 15,-2 4 0-15,0 4 0 0,0 1 0 0,-3 15 0 16,1 0 0-16,-2 4 0 0,-2 2 0 0,4 8 0 15,1-1 0-15,-5 5 0 0,4 1 0 0,6 10 0 16,-13-9 0-16,13 9 0 0,0 0 0 0,-34 19 0 16,20-5 0-16,3 10 0 0,-9 2 0 0,6 16 0 15,-5 0 0-15,4 4 0 0,4 4 0 0,-2 0 0 16,-1 21 0-16,7-16 0 0,3 21 0 0,2-4 0 16,7-2 0-16,1-17 0 0,4 22 0 0,3-22 0 15,4 14 0-15,3-18 0 0,-6 0 0 0,2 0 0 16,8-9 0-16,-5 2 0 0,2-7 0 0,-8-10 0 15,1-2 0-15,6-3 0 0,-9-5 0 0,2-1 0 0,1-3 0 16,-7-4 0-16,5-1 0 0,-12-6 0 0,21 6 0 16,-21-6 0-16,0 0-5 0,36-15-41 15,-27 7 17-15,6-6-1 0,-1 1 14 0,-3 3 15 0,-1-8 12 16,1 4 23-16,0-2 11 0,-3 1-8 0,5 1-37 16,-1-2 0-16,-3 4 0 0,-1-1 0 0,-1 3 0 15,-7 10 0-15,6-15 0 0,-6 15 0 0,6-11 0 16,-6 11 0-16,4-9 0 0,-4 9 0 0,0 0 0 15,0 0 0-15,0 0 0 0,0 0 0 0,0 0 0 16,0 0 0-16,0 0 0 0,-20 35 0 0,14-20 0 16,1 2 0-16,0 7 0 0,5-5 0 0,5 9 0 15,2-12 0-15,-1 1 0 0,4 2 0 0,4-1 0 0,1-3 0 16,4-5 0-16,-3 0 0 0,5-4 0 0,-2-2 0 16,3-1 0-16,-2-2 0 0,-20-1 0 15,46-12 0-15,-17 2 0 0,-8 1 0 0,0-5 0 0,4-6 0 16,-7-1 0-16,3 2 0 0,-5-7 0 0,2 7 0 15,-7-4 0-15,2 1 0 0,-5 5 0 0,-2 3 0 16,1-4 0-16,-1 5 0 0,-4 3 0 0,-2 10 0 16,6-18 0-16,-6 18 0 0,2-12 0 0,-2 12 0 15,0 0 0-15,0 0 0 0,0 0 0 0,0 0 0 16,0 0 0-16,0 0 0 0,0 0 0 0,4 45 0 16,1-30 0-16,0 4 0 0,6 4 0 0,-1 1 0 15,3-3 0-15,1 3-9 0,1-3-59 0,4-2-34 16,-10-9-29-16,6 8-24 0,-2-5-21 0,0-2-28 15,-4-4-24-15,-9-7-26 0,16 10-16 0,-16-10-28 16,13 3-38-16,-13-3-45 0,0 0-68 0,0 0-406 16,-13-35-927-16,4 13 410 0</inkml:trace>
          <inkml:trace contextRef="#ctx0" brushRef="#br0" timeOffset="4107.6149">7136 570 28 0,'-87'8'459'16,"26"0"-20"-16,12 2-31 0,5 2-35 0,11-5-11 16,7-1-19-16,11 0-17 0,3-2 5 0,12-4 10 15,0 0 7-15,0 0-15 0,0 0-31 0,0 0-31 16,67 4-24-16,-14-14-18 0,27-4-22 0,-1-1-20 16,7-4-22-16,-2-1-16 0,2 7-17 0,1-5-23 15,-2 3-35-15,-6 0-74 0,-18 4-85 0,19-3-98 16,-27 4-87-16,1 1-99 0,-5 0-132 0,-3-1-292 0,1 2-859 15,-18-3 381-15</inkml:trace>
        </inkml:traceGroup>
        <inkml:traceGroup>
          <inkml:annotationXML>
            <emma:emma xmlns:emma="http://www.w3.org/2003/04/emma" version="1.0">
              <emma:interpretation id="{D9896EAE-21A2-4454-BB34-81EE8CEE63B7}" emma:medium="tactile" emma:mode="ink">
                <msink:context xmlns:msink="http://schemas.microsoft.com/ink/2010/main" type="inkWord" rotatedBoundingBox="10095,619 14267,553 14286,1770 10114,1836"/>
              </emma:interpretation>
              <emma:one-of disjunction-type="recognition" id="oneOf2">
                <emma:interpretation id="interp10" emma:lang="" emma:confidence="0.5">
                  <emma:literal>native</emma:literal>
                </emma:interpretation>
                <emma:interpretation id="interp11" emma:lang="" emma:confidence="0">
                  <emma:literal>nativize</emma:literal>
                </emma:interpretation>
                <emma:interpretation id="interp12" emma:lang="" emma:confidence="0">
                  <emma:literal>mateine</emma:literal>
                </emma:interpretation>
                <emma:interpretation id="interp13" emma:lang="" emma:confidence="0">
                  <emma:literal>matinee</emma:literal>
                </emma:interpretation>
                <emma:interpretation id="interp14" emma:lang="" emma:confidence="0">
                  <emma:literal>martie</emma:literal>
                </emma:interpretation>
              </emma:one-of>
            </emma:emma>
          </inkml:annotationXML>
          <inkml:trace contextRef="#ctx0" brushRef="#br0" timeOffset="5039.8046">9376 817 283 0,'0'0'356'0,"9"17"-21"16,-9-17 0-16,0 11-14 0,0-11-14 0,7 17-31 15,-6-9-18-15,-1-8-10 0,7 19-18 0,-7-10-17 16,0-9-15-16,1 18-19 0,-1-18-16 0,-1 16-16 16,1-3-19-16,0-13-2 0,0 19-14 0,-2-9-14 15,2-10-4-15,-3 15 1 0,3-15-21 0,-5 14-7 16,5-14-4-16,-3 11-5 0,3-11 14 0,0 0 15 15,0 0 18-15,-7 11 23 0,7-11 23 0,0 0 13 16,0 0 0-16,0 0-6 0,0 0-6 0,12-37-4 0,-6 23-7 16,0-3-8-16,4 3 0 0,1-7-5 0,-1 2-16 15,4-5 4-15,1 5-3 0,-1-5-1 16,1 3-12-16,1-3-2 0,1 2 0 0,-2 4-7 0,1-3 10 16,-3 4 1-16,-4 0-19 0,3 6 1 0,-3-2-9 15,-2 6-9-15,1 0-4 0,-8 7-6 0,14-12 1 16,-14 12-20-16,11-7-37 0,-11 7 0 0,0 0 0 15,0 0 0-15,23 15 0 0,-20-1 0 0,3 3 0 16,1-3 0-16,-1 11 0 0,2 6 0 0,-1-4 0 16,4 14 0-16,-8-13 0 0,5 1 0 0,-1-1 0 15,-1 3 0-15,0-1 0 0,2-4 0 0,0 1 0 16,-1-2 0-16,1-2 0 0,-2-5 0 0,1 1 0 0,-1-7 0 16,-4-1 0-16,4-1 0 0,-1-3 0 0,-5-7 0 15,10 10 0-15,-10-10 0 0,19 3 0 16,-19-3 0-16,0 0 0 0,35-23 0 0,-20 9 0 0,2-5 0 15,-2-3-11-15,-1 0-3 0,4-4 3 0,-2 0 7 16,3-10-7-16,-1 2 4 0,-4 11 0 0,1-5 1 0,-1 2-7 0,-3 1 8 16,-1-1 4-16,4 5-1 0,-6 7 1 0,-1-3 3 0,-1 8-5 15,1-1-3-15,-7 10 4 0,8-15 4 0,-8 15-7 16,8-7 4-16,-8 7 2 0,0 0 0 0,0 0-6 16,0 0 2-16,25 34 0 0,-17-20 2 0,0 10-3 15,0 2 0-15,5 0 4 0,-5 3-9 0,3 6-7 16,-3-9-8-16,2-4-20 0,-3-3-27 0,4 4-34 15,-3-8-39-15,0 4-38 0,0-4-53 0,0 0-46 16,0-8-35-16,3 0-23 0,-1 1-31 0,-10-8-23 16,33 1-28-16,-33-1-5 0,37-13-37 0,-17 4-242 0,4-7-764 15,3-3 338-15</inkml:trace>
          <inkml:trace contextRef="#ctx0" brushRef="#br0" timeOffset="5939.195">10584 470 71 0,'-56'-16'314'0,"-4"2"-6"16,2 6-8-16,9 1-10 0,1 1-13 0,12 1-1 16,-5 5 2-16,12 0-27 0,8 3-4 0,6-1-16 15,15-2-9-15,0 0-5 0,-28 1 1 0,28-1 26 16,0 0 20-16,0 0 4 0,0 0-19 0,0 0-24 16,85-19-23-16,-36 6-17 0,9 5-20 0,21-8-14 15,4-1-15-15,5-3-5 0,-3 5-23 0,8 3-7 0,0-7-8 16,5 0-9-16,-6 1-7 0,-4 2-6 15,-1 3-7-15,-10-2 3 0,-26 4-19 0,5 6-11 16,-11-3-9-16,-11 2-19 0,1 5-22 0,-8-3-19 0,1 6-19 16,-11 0-26-16,-17-2-36 0,28 5-38 0,-19 2-26 15,1 0-35-15,-10-7-37 0,9 24-41 0,-7-8-61 16,1 0-76-16,-3 2-301 0,-3 1-787 0,0 0 348 16</inkml:trace>
          <inkml:trace contextRef="#ctx0" brushRef="#br0" timeOffset="5689.212">10621 889 901 0,'20'-21'90'0,"0"5"48"0,-9 1 19 15,2 4 25-15,0 0 16 0,-1 0 6 0,-4 4 18 0,-8 7 23 16,10-15 9-16,-10 15 4 15,7-7-13-15,-7 7-11 0,0 0-22 0,0 0-8 0,0 0 8 16,0 0 7-16,0 0 2 0,0 0 0 0,-53 23-7 16,35-6 3-16,2-2-6 0,-5 3-11 0,5 1-10 15,3-6-17-15,-6 5-16 0,9 3-20 0,-3-1-15 16,1 5-6-16,7-8-11 0,2 2-9 0,3-2-6 0,0 2-15 16,3 0 0-16,2-4-16 0,4 3-4 15,6 2-6-15,-6-7-2 0,6 2-4 0,-2 1-12 16,3-8-4-16,-2 4 0 0,0-3-13 0,6-4-7 0,-4-1-4 15,-16-4-3-15,32-2-3 0,-32 2 9 0,32-5-3 16,-16-4 2-16,0-5-6 0,0 1 3 0,0-6-2 16,-3 3 7-16,-5-3 0 0,6-4 0 0,-6 8 7 15,4-7 4-15,-4-1 17 0,0 8 12 0,0-6 20 16,-7 2 6-16,4 3 1 0,0-1 3 0,-2 7 6 16,-3-1-1-16,0 11 0 0,7-14-6 0,-7 14-9 15,1-13-5-15,-1 13-1 0,0 0-12 0,3-13-15 16,-3 13-34-16,0 0 0 0,0 0 0 0,0 0 0 15,0 0 0-15,0 0 0 0,0 0 0 0,-4 51 0 16,5-34 0-16,2 4 0 0,4 1 0 0,-2 2 0 16,1-2 0-16,7 3 0 0,1-5 0 0,-4-2 0 15,3-4 0-15,0-1 0 0,3-2 0 0,-5-2 0 0,5-1 0 16,3-3 0-16,-1-1 0 0,-18-4-23 0,37-8-11 16,-18 1 12-16,-3-4-5 0,8-6 9 15,-6-3-11-15,1-7 2 0,-1-13-5 0,1-10-7 0,-3-19-6 16,-3-3-5-16,-2-8-3 0,-1-1 1 0,-9-5 5 15,4 6 5-15,-5 2 2 0,-5 5 8 0,4 0 2 16,-7 22 4-16,1 13 6 0,-1-5 17 0,3 4-5 16,-3 11 5-16,2 9 3 0,3 5 3 0,-2-1 1 15,5 4-6-15,0 11 1 0,-7-12 2 0,7 12 3 16,0 0-5-16,0 0 4 0,0 0 3 0,-9 38-6 16,10-14-3-16,-1 17 3 0,7 3 4 0,1 2-2 15,0 5 1-15,-2 6 0 0,6 17 2 16,-8-20-2-16,9 18-2 0,-2 2 0 0,-6-24 0 0,2 2-11 15,1 0 9-15,-5-2-3 0,3-2-15 0,-2-3-4 16,2-4-16-16,-6-11-25 0,5 0-22 0,-8-3-45 0,6-8-36 16,-3-1-33-16,0-3-30 0,0-8-17 0,0-7-16 15,-7 11-18-15,7-11-24 0,0 0-36 0,0 0-25 16,0 0-28-16,-54-37-333 0,33 18-785 0,-5-15 348 16</inkml:trace>
          <inkml:trace contextRef="#ctx0" brushRef="#br0" timeOffset="6601.3894">11500 951 322 0,'3'25'339'0,"-1"-1"-4"0,2-6-18 0,4 0-17 15,0 1-14-15,0-4-16 0,7 7-23 0,-1-7-25 16,-1-1-12-16,0 2-26 0,1-4-4 0,-2-1-2 16,2 0 5-16,-1-1-6 0,-7-5 7 0,-6-5-2 15,16 14 3-15,-16-14 9 0,13 5 9 0,-13-5 8 16,0 0 15-16,12 8 8 0,-12-8 8 0,0 0 6 15,0 0 8-15,0 0 3 0,32-13 1 0,-32 13 1 16,19-17 7-16,-6 5 5 0,-2-3-3 0,3 0-8 16,1 0-39-16,6-7-223 0,-4 0 0 0,1-1 0 15,9-15 0-15,-4 6 0 0,-2-6 0 0,1 2 0 16,-8-9 0-16,1 4 0 0,3-4 0 0,-9 0 0 16,-1 1 0-16,-6-2 0 0,-4 6 0 0,2-2 0 15,-6 16 0-15,-2 4 0 0,0 6 0 0,-2 1 0 0,-1 4 0 16,-5 4 0-16,-3-2 0 0,3 6 0 0,16 3 0 15,-37 7 0-15,17-1 0 0,8 3 0 0,0 3 0 16,1 0 0-16,3 3 0 0,2-2 0 0,1 3 0 16,10 0 0-16,1 2 0 0,2 3 0 0,5-6 0 15,1 1 0-15,2-1-85 0,4 4-123 0,2-3 4 16,-7-5 16-16,4-1 20 0,-2-1 14 0,-2 2 17 16,6-4 18-16,-7 4 9 0,4-3 14 0,-2 0 14 15,0-1 11-15,-2 5 12 0,1-2 6 0,-1 0 10 16,1 2 3-16,-7 0 5 0,5 0 3 0,-1 2-2 15,-4 0 10-15,4 3 5 0,-8-2 3 0,3-1-1 16,-1 2 5-16,1-2 1 0,-1 1 0 0,-3 1 0 16,1-2 2-16,-4-6 4 0,0-8-4 0,3 19 1 0,3-12 5 15,-6-7 1-15,0 0 0 0,8 17 4 0,-8-17 6 16,0 0 8-16,11 6 6 0,-11-6 7 0,0 0 1 16,0 0 5-16,0 0 7 0,0 0 6 0,36-18 3 15,-30 11 9-15,4-8 4 0,1 4-3 0,0-2 2 16,0-1 10-16,1-2 3 0,0 2 16 0,0 1-1 15,-3-5 7-15,-1 4 1 0,0 1 8 0,5 0 3 16,-6 3 0-16,1 1-9 0,-2 1-5 0,-6 8-9 16,0 0-10-16,11-12-10 0,-11 12-7 0,0 0-8 15,5-7-12-15,-5 7-6 0,0 0-21 0,0 0-27 16,0 0-19-16,0 0-55 0,-1 37-66 0,-6-22-85 16,7-2-89-16,-8 1-76 0,2-2-82 0,2 1-96 15,-2-5-385-15,6-8-1047 0,-13 16 462 0</inkml:trace>
          <inkml:trace contextRef="#ctx0" brushRef="#br0" timeOffset="6742.0037">12204 500 106 0,'-6'-7'333'0,"-1"-2"-40"16,7 9-28-16,-8-14-26 0,8 14-39 0,-1-15-50 15,1 15-68-15,0 0-81 0,9-12-113 0,-9 12-148 16,18-5-281-16,-18 5 125 0</inkml:trace>
          <inkml:trace contextRef="#ctx0" brushRef="#br0" timeOffset="7242.6178">12791 425 424 0,'21'3'446'0,"0"1"-21"15,0 2-3-15,-2 1-22 0,-3 2-26 0,3-2-24 0,-1 3-32 16,-3 0-22-16,-1 6-31 0,0-6-23 15,-1 8-26-15,-5-2-21 0,5 7-20 0,-6 2-19 16,-6-1-12-16,-1 2-15 0,0 0-11 0,-6 1-13 0,2 4-11 16,-2-3-8-16,-5 2-13 0,1-3-8 15,-6 10 3-15,3-11-12 0,-1-1-11 16,-2-2-5-16,3-3-10 0,-1 3-7 0,2-9-17 0,3-1-12 0,1 0-11 16,-4 0-5-16,9-6 5 0,3-7-6 0,-5 11 4 15,5-11 1-15,0 0 3 0,0 0 3 0,0 0-2 16,0 0-3-16,28-56 3 0,-14 30-7 0,2-6-1 15,2-10 0-15,1-1 3 0,2-6 7 0,0 1 18 16,0 0 33-16,0 1 32 0,-1 4 13 0,3 1 7 16,-4-2 4-16,-3 5 5 0,0 3-6 0,-3 11-8 0,-5-1-6 15,-2 7-4-15,-4 4-3 0,1-1-14 16,-1 6-1-16,-2 10-9 0,0 0-6 0,-10-18-3 16,10 18-5-16,0 0-6 0,0 0-1 0,-54 26-6 0,38-2-2 15,-4 2-1-15,0 3-1 0,-1 8 0 0,6 0-6 16,4 5 1-16,6 5 5 0,-1-3 0 0,4 3 3 15,-1-1 2-15,9-1-5 0,7 4-2 0,3-8 1 16,4-1 5-16,0-4 1 0,3 1 8 0,6-4 11 16,0-7 18-16,6-4 13 0,-6-6 5 0,0-5-1 15,3 4-14-15,-3-5-8 0,1-4 4 0,-1 0-9 16,-2-3-15-16,-4-5-10 0,-2 1-17 0,1-4-27 16,4-4-28-16,-9 4-35 0,3-5-36 0,-4 1-43 15,-4-1-56-15,3-5-42 0,-9-1-51 0,4 2-24 16,-5-2-53-16,-12-1-57 0,-2-2-441 0,-4-5-959 15,-6 1 424-15</inkml:trace>
        </inkml:traceGroup>
        <inkml:traceGroup>
          <inkml:annotationXML>
            <emma:emma xmlns:emma="http://www.w3.org/2003/04/emma" version="1.0">
              <emma:interpretation id="{2255BD2C-538B-453B-90B4-77739B9CDCE3}" emma:medium="tactile" emma:mode="ink">
                <msink:context xmlns:msink="http://schemas.microsoft.com/ink/2010/main" type="inkWord" rotatedBoundingBox="15633,637 17979,600 17997,1773 15652,1810"/>
              </emma:interpretation>
              <emma:one-of disjunction-type="recognition" id="oneOf3">
                <emma:interpretation id="interp15" emma:lang="" emma:confidence="0.5">
                  <emma:literal>.</emma:literal>
                </emma:interpretation>
                <emma:interpretation id="interp16" emma:lang="" emma:confidence="0">
                  <emma:literal>*</emma:literal>
                </emma:interpretation>
                <emma:interpretation id="interp17" emma:lang="" emma:confidence="0">
                  <emma:literal>,</emma:literal>
                </emma:interpretation>
                <emma:interpretation id="interp18" emma:lang="" emma:confidence="0">
                  <emma:literal>D</emma:literal>
                </emma:interpretation>
                <emma:interpretation id="interp19" emma:lang="" emma:confidence="0">
                  <emma:literal>$</emma:literal>
                </emma:interpretation>
              </emma:one-of>
            </emma:emma>
          </inkml:annotationXML>
          <inkml:trace contextRef="#ctx0" brushRef="#br0" timeOffset="8228.4545">15092 811 148 0,'-42'0'354'0,"7"-1"-9"0,8-1-13 15,4 2-25-15,23 0-18 0,-33 0-8 0,33 0-20 16,-18 0-7-16,18 0-7 0,0 0 2 0,0 0-2 16,0 0-18-16,0 0-17 0,56-10-23 0,-11 1-18 0,0 2-18 15,5-5-17-15,3 1-13 0,6 3-10 0,0-4-13 16,23-3-21-16,-23 5-35 0,27 0-27 0,-27-3-28 16,24-6-29-16,-2 5-47 0,-24 0-29 0,22-3-48 15,-17 10-47-15,-1-2-58 0,20-6-68 0,-24 4-271 16,24-1-658-16,-25 5 291 0</inkml:trace>
          <inkml:trace contextRef="#ctx0" brushRef="#br0" timeOffset="8040.967">15363 425 290 0,'0'0'543'0,"0"-16"-28"0,0 16-36 15,-5-14-43-15,5 14-39 0,0 0-28 0,0 0-17 16,0 0 2-16,0 0 2 0,0 0-3 0,-8 43-30 16,2-17-19-16,-2-3-15 0,1 16-12 0,-2-1-26 0,-1 6-10 15,1-3-24-15,-1 5-13 0,-3-2-15 0,0 1-32 0,0 5 0 0,-1-10-17 16,-2 5-14-16,3-2-9 0,0-3-10 0,2-1-13 15,0-13-10-15,1-1-10 0,-1 2 3 0,3-1-15 0,-2-11-4 16,2 1-9-16,5-2-4 0,-3-2-2 0,4-4-1 16,2-8-22-16,-8 11-20 0,8-11 0 15,0 0 0-15,0 0 0 0,0 0 0 0,10-46 0 0,1 7 0 16,-1-5 0-16,2-7 0 0,9-21 0 0,-5-8 0 16,10 2 0-16,-5 4 0 0,3 3 0 0,5 4 0 15,-4-2 0-15,-2 17 0 0,-1 3 0 0,1 2 0 16,6-2 0-16,-8 2 0 0,4 6 0 0,-1-1 0 15,-5 9 0-15,-2 6 0 0,-1 1 0 0,3 7 0 16,-3 0 0-16,-2 4 0 0,-1 3 0 0,2 2 0 16,-3 7 0-16,-12 3 0 0,28 2 0 0,-11 5 0 15,3 9 0-15,0 3 0 0,5 13 0 0,2 10 0 0,-5 1 0 16,4 2 0-16,-4 10 0 0,6 11 0 0,1 6 0 16,-7-4 0-16,2 2 0 0,-11-15 0 15,3-2 0-15,-3 2 0 0,0-2 0 0,-5 3 0 0,0-8 0 16,-2 1 0-16,-4-5 0 0,-2 1 0 0,0-16 0 15,-2-3 0-15,-4 0 0 0,4-10 0 0,-4 2 0 16,-2-3-29-16,-5-5-338 0,3-5-57 0,-9-3-34 16,19-2-44-16,-50-6-24 0,21-4-456 0,-12-9-1062 15,-3-8 470-15</inkml:trace>
          <inkml:trace contextRef="#ctx0" brushRef="#br0" timeOffset="8619.052">16544 955 406 0,'-31'9'472'16,"12"-1"-28"-16,2-4-21 0,-1 1-16 0,18-5-11 15,-15 7-9-15,15-7-15 0,0 0-14 0,0 0-33 16,36 12-30-16,5-5-26 0,11-5-34 0,6-2-22 16,4-1-24-16,17 1-22 0,-18-1-43 0,19 3-60 15,-24-1-79-15,-3-4-96 0,2 3-97 0,-9 0-114 16,-4 2-145-16,-7-2-271 0,-3-1-798 0,-1 0 353 0</inkml:trace>
          <inkml:trace contextRef="#ctx0" brushRef="#br0" timeOffset="8431.5656">16772 590 218 0,'-18'6'415'0,"4"-1"-21"15,14-5-16-15,-20 8-13 0,20-8-18 0,-14 9-9 16,14-9-12-16,0 0-24 0,-5 10-10 0,5-10-16 0,0 0-25 15,40 11-17-15,-9-11-28 0,1 0-20 16,11-5-19-16,-3-1-33 0,7 1-28 0,-4 0-41 16,-9 2-57-16,-2-1-69 0,2 1-63 0,-6-2-62 0,-7 3-65 15,2-2-83-15,-7 3-342 0,-16 1-731 0,29-4 323 16</inkml:trace>
        </inkml:traceGroup>
      </inkml:traceGroup>
    </inkml:traceGroup>
    <inkml:traceGroup>
      <inkml:annotationXML>
        <emma:emma xmlns:emma="http://www.w3.org/2003/04/emma" version="1.0">
          <emma:interpretation id="{1DFC9C27-E1B4-420D-9C59-4F2EBBBBC417}" emma:medium="tactile" emma:mode="ink">
            <msink:context xmlns:msink="http://schemas.microsoft.com/ink/2010/main" type="paragraph" rotatedBoundingBox="1131,6545 13666,5639 13761,6947 1226,7854" alignmentLevel="1"/>
          </emma:interpretation>
        </emma:emma>
      </inkml:annotationXML>
      <inkml:traceGroup>
        <inkml:annotationXML>
          <emma:emma xmlns:emma="http://www.w3.org/2003/04/emma" version="1.0">
            <emma:interpretation id="{C28687B1-7BC8-4C68-98F9-A919902CB7ED}" emma:medium="tactile" emma:mode="ink">
              <msink:context xmlns:msink="http://schemas.microsoft.com/ink/2010/main" type="line" rotatedBoundingBox="1131,6545 13666,5639 13761,6947 1226,7854">
                <msink:destinationLink direction="with" ref="{138F87D5-5BFE-4285-B1AD-65BB2BDAB47F}"/>
                <msink:destinationLink direction="with" ref="{1A1D5214-2E06-42F0-A307-0B1589F5FAAA}"/>
              </msink:context>
            </emma:interpretation>
          </emma:emma>
        </inkml:annotationXML>
        <inkml:traceGroup>
          <inkml:annotationXML>
            <emma:emma xmlns:emma="http://www.w3.org/2003/04/emma" version="1.0">
              <emma:interpretation id="{6C5E21A6-535F-4367-88BD-DF62070F3B68}" emma:medium="tactile" emma:mode="ink">
                <msink:context xmlns:msink="http://schemas.microsoft.com/ink/2010/main" type="inkWord" rotatedBoundingBox="1140,6671 4450,6431 4529,7523 1219,7763"/>
              </emma:interpretation>
              <emma:one-of disjunction-type="recognition" id="oneOf4">
                <emma:interpretation id="interp20" emma:lang="" emma:confidence="1">
                  <emma:literal/>
                </emma:interpretation>
              </emma:one-of>
            </emma:emma>
          </inkml:annotationXML>
          <inkml:trace contextRef="#ctx0" brushRef="#br0" timeOffset="39176.3661">487 6792 187 0,'0'0'365'16,"-27"-1"-13"-16,27 1-29 0,0 0-24 0,0-19-3 16,0 19 3-16,27-18-19 0,1 6-21 0,15-3-20 0,5 2-44 15,8-3-3-15,20 0-21 0,7 4-24 16,-24 3-6-16,27-5-18 0,-8 0-12 0,-17 7-11 0,19-4-23 0,-22 3-9 15,1 1-17-15,2-7-11 0,24 1-16 16,-3-5-10-16,-26 7-18 0,25-4-4 0,-25 2-13 16,2 4-33-16,-2-3-37 0,-2 4-53 0,-4-2-65 0,1 1-84 15,-6 2-296-15,2 0-636 16,-12 1 281-16</inkml:trace>
          <inkml:trace contextRef="#ctx0" brushRef="#br0" timeOffset="38933.9739">1336 6225 349 0,'0'0'389'0,"0"0"-32"0,-34 18-22 0,25-5 25 15,-1 3 3-15,-3 1 5 16,1 5-17-16,-1 3-19 0,3-2-17 0,-4 13-23 0,2 0-17 16,3 2-8-16,2 2-24 0,-1-1-13 15,7 1-14-15,-6 2-14 0,-1 1-15 0,3-3-15 16,1-3-3-16,2 5-17 0,-4-2-9 0,4-13-12 0,0 3-8 0,-2-4-3 15,-3 1-15-15,4-2-4 0,0-5-13 0,0-1-5 16,-2-5-9-16,2 2-9 0,-1-5-2 0,4-11-8 16,-6 15-6-16,6-15-10 0,-3 14 14 0,3-14 6 15,-7 8 16-15,7-8-6 0,0 0 4 0,0 0-10 16,0 0 2-16,0 0-4 0,-6-46-5 16,12 14-12-16,-1-7 6 0,0-9-9 0,8-3-3 15,1-18-12-15,4 16-5 0,-4-3 1 0,10-11 10 16,-1 17-14-16,-2-6 8 0,9-12-11 0,-3 22-4 0,1-7 21 15,1 10-31-15,-4-1 11 0,6 3-6 0,-9-1 7 16,9 8-5-16,-4 3-4 0,-9 6 6 0,-1 2 5 16,2 4-6-16,-6 7-9 0,-1-2 0 0,-1 3 0 15,-3 6 0-15,-8 5 0 0,16-8 0 0,-16 8 0 0,0 0 0 16,37 19 0-16,-18 1 0 0,3 11 0 0,-4-2 0 16,6 12 0-16,-1 0 0 0,-2 5 0 0,-1 1 0 15,3 3 0-15,-2 0 0 0,0-1 0 0,-1 2 0 16,-4 5 0-16,-1-6 0 0,3 2 0 0,-9-3 0 15,4-4 0-15,-3 3 0 0,-6-6 0 0,3-2 0 0,-7-12 0 16,-5 1 0-16,5 1 0 0,-6-6 0 0,-2 2 0 16,3-11 0-16,2 4 0 0,-5-5-312 0,-4 0-60 15,4-7-48-15,-6 3-53 0,-7-4-37 16,-6-5-508-16,1-5-1102 0,-6 0 488 0</inkml:trace>
          <inkml:trace contextRef="#ctx0" brushRef="#br0" timeOffset="39424.4003">2679 6457 299 0,'0'0'385'0,"-8"5"-29"0,8-5-17 15,0 0 14-15,0 0 5 0,0 0-10 0,21 19-27 16,-21-19-30-16,34 2-26 0,-9-2-32 0,2 0-19 0,9 1-23 15,7-4-17-15,-9 3-22 0,-4-1-14 0,14-2-17 16,-11-2-22-16,-2 5-34 0,2-1-31 0,-5 1-43 16,-4-3-36-16,-3 0-59 0,-5 2-56 0,-16 1-77 15,27-3-78-15,-27 3-330 0,21-3-698 0,-21 3 309 0</inkml:trace>
          <inkml:trace contextRef="#ctx0" brushRef="#br0" timeOffset="39634.3992">2623 6784 416 0,'-43'19'440'0,"6"-2"-21"0,14-4-36 0,9 0-11 15,2-3 8-15,8 0 3 0,4 1-23 0,0-11-31 16,17 19-28-16,6-6-31 0,10-6-26 0,16 5-22 16,7-5-24-16,26-1-16 0,-4-1-20 0,7-5-14 0,-6 0-14 0,4 0-18 15,2-4-9-15,-3 1-20 0,-2 2-38 0,5-3-46 16,-3 9-49-16,-22-9-60 0,-3 1-60 15,-5 1-48-15,-7 0-74 0,-13 1-84 0,-5-3-381 0,-6 1-814 16,-8 2 360-16</inkml:trace>
        </inkml:traceGroup>
        <inkml:traceGroup>
          <inkml:annotationXML>
            <emma:emma xmlns:emma="http://www.w3.org/2003/04/emma" version="1.0">
              <emma:interpretation id="{28F5C889-29A7-4CCF-8D67-1CAFB641DF94}" emma:medium="tactile" emma:mode="ink">
                <msink:context xmlns:msink="http://schemas.microsoft.com/ink/2010/main" type="inkWord" rotatedBoundingBox="5142,6255 8196,6034 8271,7067 5217,7288"/>
              </emma:interpretation>
              <emma:one-of disjunction-type="recognition" id="oneOf5">
                <emma:interpretation id="interp21" emma:lang="" emma:confidence="0.5">
                  <emma:literal>--5</emma:literal>
                </emma:interpretation>
                <emma:interpretation id="interp22" emma:lang="" emma:confidence="0">
                  <emma:literal>-5</emma:literal>
                </emma:interpretation>
                <emma:interpretation id="interp23" emma:lang="" emma:confidence="0">
                  <emma:literal>55</emma:literal>
                </emma:interpretation>
                <emma:interpretation id="interp24" emma:lang="" emma:confidence="0">
                  <emma:literal>555</emma:literal>
                </emma:interpretation>
                <emma:interpretation id="interp25" emma:lang="" emma:confidence="0">
                  <emma:literal>*5</emma:literal>
                </emma:interpretation>
              </emma:one-of>
            </emma:emma>
          </inkml:annotationXML>
          <inkml:trace contextRef="#ctx0" brushRef="#br0" timeOffset="41358.4003">4490 5814 119 0,'-21'-3'399'0,"21"3"-11"0,-16-5-23 16,16 5-5-16,0 0-7 0,-19-6-18 15,19 6-23-15,0 0-15 0,0 0-20 0,-14-5-24 16,14 5-14-16,0 0-21 0,0 0-21 0,0 0-9 15,0 0-14-15,0 0-13 0,40-13-13 0,-16 5-12 16,5 1-10-16,4-4-11 0,11 0-2 0,4-2-2 0,5 0-5 0,-2-3-8 16,9 1-9-16,-3 1-9 15,-4 2-10-15,3-1-5 0,-4 4-5 0,1 2-8 16,-4-5-8-16,-2 5-13 0,-13 5-18 0,-2 0-27 0,-5 2-33 0,2 0-19 16,-8 2-41-16,0 0-38 15,-21-2-31-15,35 3-34 0,-27 1-29 0,0 4-40 0,-8-8-53 0,13 11-98 0,-8-2-245 16,-5-9-730-16,-4 17 322 15</inkml:trace>
          <inkml:trace contextRef="#ctx0" brushRef="#br0" timeOffset="42200.4016">5568 6153 49 0,'-20'1'500'15,"20"-1"-13"-15,-32 3-31 0,32-3-29 0,-25 3 4 0,25-3 2 16,-17 0-20-16,17 0-34 0,0 0-36 0,0 0-32 15,0 0-24-15,0 0-25 0,0 0-26 0,0 0-24 0,0 0-23 0,0 0-18 16,66-16-17-16,-31 10-17 0,-1-1-13 0,6-5-14 16,0 1-22-16,-7 2-34 15,0 3-42-15,-1-1-37 0,-2-1-55 0,-3 2-63 16,4 1-41-16,-4 1-59 0,-6 1-57 0,-3 1-69 16,-18 2-106-16,29-3-266 0,-29 3-803 0,19-6 355 0</inkml:trace>
          <inkml:trace contextRef="#ctx0" brushRef="#br0" timeOffset="42652.3638">6403 5856 59 0,'-2'-14'454'0,"2"14"-13"0,0 0-34 0,-3-12-37 15,3 12 7-15,0 0 1 0,0 0-22 0,0 0-34 16,0 0-31-16,0 0-33 0,0 0-20 16,0 0-23-16,0 0-14 0,0 0-13 0,0 0-16 0,-24 29-19 15,17-20-12-15,1 6-10 0,3 1-13 0,-4 3-12 16,1-4-9-16,0 3-9 0,4-3-8 0,0-1-8 0,2 3-7 16,2 1-6-16,0-1-7 0,2-5-3 15,4 4-1-15,2-1-4 0,3 3 0 0,8-1-2 16,-2-2-3-16,5 2-2 0,3-1-2 0,-3-2 2 0,5-2-1 15,0 0 2-15,0-2-1 0,3 2-3 0,-8-1-1 16,3-3-1-16,-7-1-6 16,4 5 0-16,-3-6 2 0,-7 1 5 0,7 0-1 15,-13 0 5-15,-8-7-2 0,14 13 6 0,-9-2-1 0,-5-11-4 16,0 15 1-16,0-15-1 0,-6 23-13 0,-5-12 3 16,1 5-3-16,-3-2-4 0,-1 5 3 0,-4-4-7 15,-1 3 3-15,-2 1-9 0,-2-4 6 0,1 3-10 0,-4 1-28 16,2-7-30-16,-1 0-20 0,-3-3-30 0,4 0-42 15,-3-3-47-15,4-4-36 0,-4-4-36 0,-2-1-39 16,2-4-36-16,1-7-50 0,1-2-104 0,-6-10-250 0,9 4-802 16,-4-9 354-16</inkml:trace>
          <inkml:trace contextRef="#ctx0" brushRef="#br0" timeOffset="42872.3635">6364 5961 129 0,'16'-9'352'15,"7"-8"-4"-15,-1 3-14 0,7-1 9 0,3 1 15 16,8-5 16-16,8 2 12 0,7-5 8 0,1 2-3 0,23-9 4 16,3-2-7-16,9 3-29 0,-8 2-36 0,-7 2-28 15,-15 9-29-15,-7-3-23 0,-4 6-37 0,-2-3 5 0,-4 6-42 16,-16 0-20-16,0 5-21 0,-12-2-22 0,-3 4-17 16,-13 2-20-16,22-5-22 0,-22 5-31 0,14-3-25 15,-14 3-28-15,0 0-45 0,0 0-41 16,0 0-58-16,0 0-51 0,0 0-45 0,0 0-56 15,0 0-74-15,0 0-458 0,0 0-937 0,0 0 416 16</inkml:trace>
        </inkml:traceGroup>
        <inkml:traceGroup>
          <inkml:annotationXML>
            <emma:emma xmlns:emma="http://www.w3.org/2003/04/emma" version="1.0">
              <emma:interpretation id="{7D9EA73E-6EF6-491F-BE6D-90967234886B}" emma:medium="tactile" emma:mode="ink">
                <msink:context xmlns:msink="http://schemas.microsoft.com/ink/2010/main" type="inkWord" rotatedBoundingBox="9777,6154 10979,6067 11044,6962 9841,7049"/>
              </emma:interpretation>
              <emma:one-of disjunction-type="recognition" id="oneOf6">
                <emma:interpretation id="interp26" emma:lang="" emma:confidence="0.5">
                  <emma:literal>12-18</emma:literal>
                </emma:interpretation>
                <emma:interpretation id="interp27" emma:lang="" emma:confidence="0">
                  <emma:literal>1218</emma:literal>
                </emma:interpretation>
                <emma:interpretation id="interp28" emma:lang="" emma:confidence="0">
                  <emma:literal>1-18</emma:literal>
                </emma:interpretation>
                <emma:interpretation id="interp29" emma:lang="" emma:confidence="0">
                  <emma:literal>12-8</emma:literal>
                </emma:interpretation>
                <emma:interpretation id="interp30" emma:lang="" emma:confidence="0">
                  <emma:literal>18-18</emma:literal>
                </emma:interpretation>
              </emma:one-of>
            </emma:emma>
          </inkml:annotationXML>
          <inkml:trace contextRef="#ctx0" brushRef="#br0" timeOffset="43718.402">9106 5629 23 0,'-8'-12'545'0,"-3"4"-7"0,3-4-23 0,8 12-30 16,-15-11-1-16,15 11-2 0,-9-12-14 0,9 12-31 15,-10-7-44-15,10 7-39 0,0 0-37 16,0 0-23-16,0 0-16 0,0 0 9 0,0 0-7 0,7 43-2 15,1-18-22-15,4 2-18 0,3 13-20 16,-2-2-19-16,1 4-20 0,-1-3-15 0,-3 6-17 0,1 3-12 16,-2-3-17-16,-1 2-39 0,-1-1-79 0,4-4 0 15,-6 9 0-15,0-9 0 0,-4 3 0 0,-2-3 0 0,1-15 0 16,0 3 0-16,0-4 0 0,0 1 0 16,-2-10 0-16,-3-2-114 0,5 0-219 0,0-4-73 15,0-11-75-15,0 15-66 0,0-15-505 0,0 0-1140 0,0 0 505 16</inkml:trace>
          <inkml:trace contextRef="#ctx0" brushRef="#br0" timeOffset="44208.3675">9705 5821 383 0,'-9'-9'385'0,"9"9"-23"0,-11-7-31 15,11 7-21-15,-14-12-6 0,14 12 0 0,-13-11-2 0,13 11-20 16,-10-11-26-16,10 11-15 16,-1-12-21-16,1 12-26 0,3-15-10 0,5 0-8 15,-3 7-12-15,3-4-16 0,0 3-9 0,5-3-5 16,-4 0-17-16,4 4-9 0,2-3-10 0,-1-3-3 0,0 6-11 0,1 1-8 16,-2-4-2-16,0 4-10 15,1 2-5-15,-14 5-3 0,24-7-6 0,-24 7-4 0,23 4-3 16,-23-4-4-16,27 14-2 0,-13-1-5 0,-1 0-2 15,-3 7 1-15,3 5-6 0,-5 1-5 0,3 1-1 0,-3 1 2 16,-7 12-5-16,-1 1-1 0,-6-2-4 0,-2-2-1 16,-2 4-4-16,-2-3-5 0,-9 4 1 0,0 1-10 0,-8-5-7 15,5-5-1-15,-3 3-1 0,-7-7-2 0,-3 2 1 16,7-10-2-16,2-2 3 0,3 0 4 0,2-8 1 16,7 3 1-16,0-8-3 0,3 1 6 15,2-1 2-15,11-6 9 0,-16 8 3 0,16-8 8 16,0 0 0-16,0 0-1 0,0 0 3 0,0 0 0 0,0 0 0 15,40 5 1-15,-40-5 0 0,53-6-2 0,-19 0-1 16,-2 3 2-16,1-1 6 0,12 1 4 0,2-1-2 16,-4 1 2-16,2 3-4 0,-2-3-1 0,-9-1-1 15,9-5-4-15,1 9-4 0,-11 2-18 0,-2-4-30 16,-2 1-52-16,-2-1-63 0,-4 0-64 0,-6 1-79 0,-17 1-104 16,26-4-450-16,-13 2-919 15,3-3 406-15</inkml:trace>
        </inkml:traceGroup>
        <inkml:traceGroup>
          <inkml:annotationXML>
            <emma:emma xmlns:emma="http://www.w3.org/2003/04/emma" version="1.0">
              <emma:interpretation id="{C455E5E0-AD69-4162-B3C2-10A175AC52AA}" emma:medium="tactile" emma:mode="ink">
                <msink:context xmlns:msink="http://schemas.microsoft.com/ink/2010/main" type="inkWord" rotatedBoundingBox="11890,5786 13668,5657 13761,6947 11984,7076"/>
              </emma:interpretation>
            </emma:emma>
          </inkml:annotationXML>
          <inkml:trace contextRef="#ctx0" brushRef="#br0" timeOffset="44617.5994">11278 5834 3931 0,'-22'8'399'0,"9"-8"-256"0,13 0-17 15,-19 5 51-15,19-5-37 16,-18 3-32-16,18-3-17 0,0 0 5 0,0 0 12 0,0 0 8 16,0 0-3-16,0 0-7 0,0 0-11 0,0 0-12 15,50 10-5-15,-23-10-8 0,-3 1-10 0,10-2-5 16,-4 1-2-16,4 0-9 0,0-1-3 0,9-2-8 0,-11-3-13 16,2 1-25-16,-5 0-39 0,3-3-40 0,-6-1-41 0,2-2-49 15,0-1-56-15,-12 2-61 16,1 2-73-16,6-6-106 0,-9 0-281 0,-1 0-811 15,-3 0 359-15</inkml:trace>
          <inkml:trace contextRef="#ctx0" brushRef="#br0" timeOffset="44859.5251">12005 5282 337 0,'-6'-8'528'0,"6"8"-46"0,0 0-38 15,0 0-28-15,0 0 0 0,0 0 10 0,0 0-1 0,0 0-26 16,0 0-26-16,0 0-19 0,27 43-27 0,-13-21-31 16,-1 8-20-16,3 7-25 0,-4 1-17 0,2 3-32 0,-3 1-12 15,2 0-16-15,0 3-21 0,-3 2-15 0,-4-1-6 16,0 1-18-16,-4-1-16 16,4-1-10-16,7-5-23 0,-13-1-32 0,-1-10-49 0,2 12-50 15,-6-10-60-15,4-4-84 0,1-8-76 0,-2-1-71 16,-3-1-83-16,5-5-94 0,0-12-356 0,-1 14-963 0,1-14 426 15</inkml:trace>
          <inkml:trace contextRef="#ctx0" brushRef="#br0" timeOffset="45441.9058">12430 5395 132 0,'0'0'508'0,"-11"-15"-31"0,11 15-49 15,-10-11-43-15,10 11-30 0,-4-12-34 0,4 12-23 16,0 0-21-16,0 0-18 0,0 0-4 0,0 0-19 16,-15 34-21-16,15-16-14 0,2 2-7 15,3 6-8-15,-1-3-9 0,1 6-11 0,0 0-12 0,6 0-9 16,-1 8-15-16,0-8-4 0,9 7-7 0,-5-10-10 16,1 2-10-16,4 5-8 0,-3-5-7 15,-2-2-1-15,9 6-11 0,-2-6-4 0,-5 0 0 0,8-2-6 16,2 6-7-16,1 2-4 0,-6-11-10 0,1 5-1 15,4 4-4-15,-5-7-4 0,0-1 0 0,-4 1-7 16,-2-2-3-16,-1-1 0 0,-1-4-9 0,-5 2-9 16,-2-6-4-16,-4 3-4 0,-4-1-3 0,-3 2-4 15,-3-1-1-15,0-1-4 0,-6 2-8 0,0-1-3 16,-6-6-2-16,-2 7-1 0,-2-6-7 0,-2 4 3 16,-4-9-1-16,2 1 5 0,-1-3-8 0,-1 4-1 15,9 1 4-15,0-7 2 0,-6 0 4 0,6-1 1 0,21 0 7 16,-35-2 2-16,35 2 5 0,-23-9 11 0,17 3 6 15,6 6 7-15,-11-14 3 0,8 2 0 0,3 12 5 16,3-18 4-16,2 3 7 0,4-1 2 0,2-4 2 16,4-1 4-16,4-3 2 0,-3 3 6 0,11-10 7 15,-4 5 20-15,4-3 15 0,4-5 16 0,-2 2 23 0,4-1 15 16,1-7 19-16,1 0 30 0,2 1 13 0,-2-5 1 16,-4-2-16-16,-2 1-114 0,-2-5-74 0,-8 3 0 15,-4 1 0-15,-6-1 0 0,1 4 0 0,-7-1 0 16,-6-2 0-16,1 6 0 0,-4 9 0 0,-5-5 0 0,-7-4 0 15,4 12 0-15,-2 4 0 0,-10-9 0 0,3 13 0 16,-1-1 0-16,-1 2 0 0,-12 0 0 0,0-1 0 16,8 9 0-16,0 2 0 0,0 7 0 0,-4-1 0 15,-1 2 0-15,8 2-239 0,-1 4-202 0,0 4-80 16,6 1-111-16,3-3-428 16,1 0-1148-16,5-4 508 0</inkml:trace>
        </inkml:traceGroup>
      </inkml:traceGroup>
    </inkml:traceGroup>
    <inkml:traceGroup>
      <inkml:annotationXML>
        <emma:emma xmlns:emma="http://www.w3.org/2003/04/emma" version="1.0">
          <emma:interpretation id="{3C343C65-C0E2-43A3-9E0E-CA990ECDE20F}" emma:medium="tactile" emma:mode="ink">
            <msink:context xmlns:msink="http://schemas.microsoft.com/ink/2010/main" type="paragraph" rotatedBoundingBox="6137,7915 13627,7450 13698,8592 6208,9057" alignmentLevel="3"/>
          </emma:interpretation>
        </emma:emma>
      </inkml:annotationXML>
      <inkml:traceGroup>
        <inkml:annotationXML>
          <emma:emma xmlns:emma="http://www.w3.org/2003/04/emma" version="1.0">
            <emma:interpretation id="{E09FFADB-D393-42BF-B780-1640BB3515F0}" emma:medium="tactile" emma:mode="ink">
              <msink:context xmlns:msink="http://schemas.microsoft.com/ink/2010/main" type="inkBullet" rotatedBoundingBox="6160,8294 6757,8256 6762,8325 6165,8362"/>
            </emma:interpretation>
            <emma:one-of disjunction-type="recognition" id="oneOf7">
              <emma:interpretation id="interp31" emma:lang="" emma:confidence="0">
                <emma:literal>-</emma:literal>
              </emma:interpretation>
            </emma:one-of>
          </emma:emma>
        </inkml:annotationXML>
        <inkml:trace contextRef="#ctx0" brushRef="#br0" timeOffset="46508.1029">5498 7753 368 0,'0'0'374'0,"-23"1"-29"0,23-1-20 0,-20 0-17 16,20 0-18-16,0 0-14 0,0 0-11 0,-23 2-23 15,23-2-14-15,0 0-23 0,0 0-11 16,0 0-15-16,0 0-14 0,0 0-5 0,0 0-8 16,0 0-17-16,43 15-15 0,-43-15-14 0,50-1-9 0,-15-2-6 15,-4-1-14-15,3 1-18 0,9-1-23 0,0-5-33 16,-1 0-38-16,-12 1-26 0,12-2-36 0,1 0-50 0,-9 4-48 15,-5 2-53-15,0-6-67 0,-5 2-302 16,-3 1-669-16,0 2 295 0</inkml:trace>
      </inkml:traceGroup>
      <inkml:traceGroup>
        <inkml:annotationXML>
          <emma:emma xmlns:emma="http://www.w3.org/2003/04/emma" version="1.0">
            <emma:interpretation id="{44D05855-2452-4DF1-9F5A-425BB902BEA9}" emma:medium="tactile" emma:mode="ink">
              <msink:context xmlns:msink="http://schemas.microsoft.com/ink/2010/main" type="line" rotatedBoundingBox="6604,7886 13627,7450 13698,8592 6675,9028">
                <msink:destinationLink direction="with" ref="{138F87D5-5BFE-4285-B1AD-65BB2BDAB47F}"/>
                <msink:destinationLink direction="with" ref="{1A1D5214-2E06-42F0-A307-0B1589F5FAAA}"/>
              </msink:context>
            </emma:interpretation>
          </emma:emma>
        </inkml:annotationXML>
        <inkml:traceGroup>
          <inkml:annotationXML>
            <emma:emma xmlns:emma="http://www.w3.org/2003/04/emma" version="1.0">
              <emma:interpretation id="{6080137D-9778-4F5A-B611-DA31C1EB0CE6}" emma:medium="tactile" emma:mode="ink">
                <msink:context xmlns:msink="http://schemas.microsoft.com/ink/2010/main" type="inkWord" rotatedBoundingBox="6610,7974 7429,7923 7492,8943 6673,8993"/>
              </emma:interpretation>
              <emma:one-of disjunction-type="recognition" id="oneOf8">
                <emma:interpretation id="interp32" emma:lang="" emma:confidence="0.5">
                  <emma:literal>3</emma:literal>
                </emma:interpretation>
                <emma:interpretation id="interp33" emma:lang="" emma:confidence="0">
                  <emma:literal>z</emma:literal>
                </emma:interpretation>
                <emma:interpretation id="interp34" emma:lang="" emma:confidence="0">
                  <emma:literal>]</emma:literal>
                </emma:interpretation>
                <emma:interpretation id="interp35" emma:lang="" emma:confidence="0">
                  <emma:literal>Z</emma:literal>
                </emma:interpretation>
                <emma:interpretation id="interp36" emma:lang="" emma:confidence="0">
                  <emma:literal>.</emma:literal>
                </emma:interpretation>
              </emma:one-of>
            </emma:emma>
          </inkml:annotationXML>
          <inkml:trace contextRef="#ctx0" brushRef="#br0" timeOffset="47030.3546">5960 7563 28 0,'0'0'345'15,"-6"-9"-26"-15,6 9-26 0,8-19-31 0,4 5-27 0,3 1-12 16,12 0-23-16,0-4-11 0,10-5-20 0,-1 1-12 16,5 4-15-16,-1-2-12 0,2 8-6 0,-8 4-9 0,-4-1-5 15,4 1 2-15,-4 2-9 0,-1-1-6 0,-8 5-6 0,-2 1 2 16,-19 0 10-16,37 1-6 16,-17 3-2-16,-11-1-22 0,6 6 12 0,-7 0-10 15,3 1-1-15,-5 7 6 0,-4 2-3 0,0 7-3 0,-6-2-13 16,1 2-4-16,-5 2 0 0,2-2-6 0,-4 5-6 15,-4-4-4-15,-4 6 2 0,2-5-10 0,1-3-6 16,-4 2 2-16,2-6-1 0,-1-1-5 0,2 2 0 0,0 0-8 0,3-6 0 16,-1-1 6-16,-1 0-5 15,5-4-7-15,-1-3 4 0,5 0-2 0,6-8-4 16,-8 14 2-16,8-14 1 0,-10 5 3 0,10-5 11 16,0 0 0-16,0 0 0 0,0 0-5 0,0 0 13 15,0 0-3-15,0 0-3 0,35-22 3 0,-23 13 2 16,5 2-3-16,-2-5-1 0,2 6 4 0,4 1 1 15,2 1-12-15,-2-1 2 0,6 2 4 0,3 0-4 0,2 3-5 16,-4 3-6-16,-3 1-2 0,3 7-1 0,-3-4 4 0,-1 7 2 16,-3 1-9-16,-8 2 13 15,3 4-7-15,-1 3-3 0,-7-1 2 0,-2 3 1 0,-4 0-1 16,-2 3-4-16,-4-1 5 0,-7 1-2 0,2-2-3 16,-11-4 4-16,-1 3-8 0,-7 5 2 0,-3-3 2 15,4-9-1-15,-10 7-2 0,-5-4-1 0,1-2-4 16,-3-2-9-16,-2-6-9 0,-2 3-34 0,-2-7 3 0,0-3-16 15,2 2-20-15,5-7-14 0,-1 0-23 0,15-1-20 16,1-5-26-16,0 3-34 0,6-3-41 0,6-2-74 16,1-3-362-16,4-1-737 0,1-2 326 0</inkml:trace>
        </inkml:traceGroup>
        <inkml:traceGroup>
          <inkml:annotationXML>
            <emma:emma xmlns:emma="http://www.w3.org/2003/04/emma" version="1.0">
              <emma:interpretation id="{4C07509E-4AEA-490F-B088-1A9BC8E6B025}" emma:medium="tactile" emma:mode="ink">
                <msink:context xmlns:msink="http://schemas.microsoft.com/ink/2010/main" type="inkWord" rotatedBoundingBox="9045,7734 9938,7679 10009,8821 9116,8876"/>
              </emma:interpretation>
              <emma:one-of disjunction-type="recognition" id="oneOf9">
                <emma:interpretation id="interp37" emma:lang="" emma:confidence="0.5">
                  <emma:literal>7-10</emma:literal>
                </emma:interpretation>
                <emma:interpretation id="interp38" emma:lang="" emma:confidence="0">
                  <emma:literal>1-10</emma:literal>
                </emma:interpretation>
                <emma:interpretation id="interp39" emma:lang="" emma:confidence="0">
                  <emma:literal>710</emma:literal>
                </emma:interpretation>
                <emma:interpretation id="interp40" emma:lang="" emma:confidence="0">
                  <emma:literal>7-0</emma:literal>
                </emma:interpretation>
                <emma:interpretation id="interp41" emma:lang="" emma:confidence="0">
                  <emma:literal>7110</emma:literal>
                </emma:interpretation>
              </emma:one-of>
            </emma:emma>
          </inkml:annotationXML>
          <inkml:trace contextRef="#ctx0" brushRef="#br0" timeOffset="48242.365">8360 7297 209 0,'0'0'416'0,"-18"-11"-10"0,18 11-31 15,-12-10-19-15,12 10-26 0,-8-8-18 0,8 8-13 16,0 0-18-16,0 0-20 0,-2-16-22 16,2 16-23-16,0 0-28 0,32-10-24 0,-14 7-10 15,3-2-13-15,1 4-13 0,4-5-14 0,4 3-10 0,1 2-5 16,-1 2-14-16,-1-2-10 0,0 1-4 0,0-3-8 15,0 2-10-15,3-1 0 0,-5 2-8 0,-1-1-3 0,1-2-3 16,-11 0-2-16,3-3 3 0,-4 0 2 0,4 2 8 16,-19 4 13-16,21-8 4 0,-13 0 5 0,-8 8 4 15,13-13 6-15,-5 6-5 0,-8 7 4 0,9-17 1 0,-4 13 0 16,-5 4 0-16,10-15-1 16,-10 15-1-16,0 0-5 0,5-11-4 0,-5 11-1 15,0 0-8-15,0 0-8 0,0 0-4 0,0 0 3 16,0 0-13-16,0 0-3 0,0 44 0 0,-4-20 10 0,4 7-2 15,-1-2 0-15,-1 18 1 0,2 5 5 0,2-2-2 0,3 6-4 16,-4-2-4-16,4 16-6 0,-5-17-2 0,0 3-1 16,0 1 2-16,0 14-9 0,0-20 4 15,0-3-4-15,-3 3-12 0,1-1 5 0,2-9 0 16,-5 0-6-16,1-3-5 0,-6-9 2 0,8-4-2 16,-1-6-16-16,0-5-21 0,1 0-21 0,-3-3-27 0,5-11-31 15,-1 16-42-15,1-16-46 0,-7 7-62 0,7-7-54 16,0 0-41-16,0 0-44 0,0 0-52 0,0 0-422 15,-35-34-943-15,21 15 417 0</inkml:trace>
          <inkml:trace contextRef="#ctx0" brushRef="#br0" timeOffset="48418.9462">8437 7898 208 0,'0'0'362'0,"0"0"-27"15,0 0-16-15,0 0-27 0,-2-13-21 0,2 13-18 16,0 0-15-16,36-13-5 0,-20 6-18 0,17-2-27 0,9-4-17 15,5-3-15-15,7 1-23 0,2 1-4 0,-3-1-14 16,5 0-36-16,-2 1-43 0,-1 1-54 0,-2 2-62 16,-2-3-90-16,-3 1-128 0,2-5-231 0,-2 8-571 15,3-2 253-15</inkml:trace>
        </inkml:traceGroup>
        <inkml:traceGroup>
          <inkml:annotationXML>
            <emma:emma xmlns:emma="http://www.w3.org/2003/04/emma" version="1.0">
              <emma:interpretation id="{EC844B07-FC3F-4126-926E-6D6974754EAB}" emma:medium="tactile" emma:mode="ink">
                <msink:context xmlns:msink="http://schemas.microsoft.com/ink/2010/main" type="inkWord" rotatedBoundingBox="11258,7655 13630,7508 13687,8417 11314,8565"/>
              </emma:interpretation>
            </emma:emma>
          </inkml:annotationXML>
          <inkml:trace contextRef="#ctx0" brushRef="#br0" timeOffset="48836.4055">10600 7504 226 0,'0'0'437'15,"-24"0"-6"-15,24 0-29 0,0 0-25 0,-23-3-24 0,23 3-12 16,0 0 0-16,0 0-7 0,0 0-11 15,0 0-25-15,0 0-31 0,0 0-22 16,0 0-22-16,69 8-25 0,-42-8-14 0,2 0-23 0,5 2-8 16,-3-4-22-16,-3-2-17 0,1 4-19 0,3-1-36 15,0-2-41-15,-3 0-41 0,2 0-50 0,-1 2-66 0,-2-7-55 16,-11 4-65-16,11 0-71 16,-1-7-95-16,-6 3-287 0,4 1-770 0,-5-1 340 0</inkml:trace>
          <inkml:trace contextRef="#ctx0" brushRef="#br0" timeOffset="49086.3449">11542 7017 318 0,'0'0'493'0,"-9"-11"-30"0,9 11-41 15,0 0-32-15,0 0-10 0,0 0 11 0,0 0-5 16,0 0-11-16,0 0-7 0,0 0-6 0,0 0-32 15,17 40-41-15,-8-26-15 0,1 10-15 0,-1-3-12 0,4 4-28 16,-5 1-16-16,5 11-17 0,-2 1-23 0,-1-10-9 0,-2 15-21 16,3-2-12-16,-3 6-13 15,-1 0-10-15,-4-1-10 0,8-1-7 0,-3 2-19 0,-1-4-29 16,-7 2-38-16,3 0-56 0,-3-4-50 0,0-1-74 0,0-13-75 16,3 3-75-16,-3-4-79 15,3-7-107-15,-1-9-397 0,3-3-994 0,-5-7 440 0</inkml:trace>
          <inkml:trace contextRef="#ctx0" brushRef="#br0" timeOffset="49515.2714">12289 7084 605 0,'0'0'592'0,"8"-12"-60"0,-8 12-54 16,8-12-49-16,-8 12-39 0,0 0-34 15,0 0-27-15,0 0-28 0,0 0-20 0,0 0-19 16,0 0-22-16,0 40-26 0,-1-22-14 0,-6 5-18 16,-1 3-15-16,2 1-15 0,-2 3-11 0,1 10-17 15,1-1-9-15,-2-4-8 0,6 4-14 0,4-9-5 16,-1 0-7-16,-1 0 0 0,7 7-5 0,-1-10-8 0,2 4-1 16,7 4-7-16,-1-9-4 0,1 2-2 15,12 5-4-15,-13-9 2 0,1 2 0 0,6-4-2 0,-2-3 1 16,2-4-5-16,-2 1 2 0,0-9-2 0,1 1 8 15,-3-2 2-15,15-2 6 0,-8-4-16 0,5-4-6 16,-3-2 8-16,0-3-11 0,1-2-4 0,2-8-2 0,6-3 0 0,-9 3 0 16,6-11-6-16,-11 9 12 15,7-11-4-15,-2-6-4 0,-8-2-9 0,1-3-1 16,-9 1 0-16,-1-3 1 0,-9 0-9 0,-3 4-13 16,-8 1 3-16,-2 3-8 0,-8 3-4 0,-1 1-8 15,-6 4-3-15,-2 3-10 0,4 5-4 0,-9-3-10 0,0 4-17 16,-9 4-9-16,1 4-22 0,1 0-38 0,-1 5-47 15,8 4-68-15,-7 0-63 0,-5 3-66 0,4-1-85 16,9 2-521-16,4 3-1063 0,-4-2 469 0</inkml:trace>
        </inkml:traceGroup>
      </inkml:traceGroup>
    </inkml:traceGroup>
    <inkml:traceGroup>
      <inkml:annotationXML>
        <emma:emma xmlns:emma="http://www.w3.org/2003/04/emma" version="1.0">
          <emma:interpretation id="{A924EAF3-7A68-4F44-BC17-44D279A6DFAC}" emma:medium="tactile" emma:mode="ink">
            <msink:context xmlns:msink="http://schemas.microsoft.com/ink/2010/main" type="paragraph" rotatedBoundingBox="7074,9539 13645,9429 13665,10575 7093,10686" alignmentLevel="4"/>
          </emma:interpretation>
        </emma:emma>
      </inkml:annotationXML>
      <inkml:traceGroup>
        <inkml:annotationXML>
          <emma:emma xmlns:emma="http://www.w3.org/2003/04/emma" version="1.0">
            <emma:interpretation id="{96352C9E-C65D-4803-ABC4-60E21A9C20FD}" emma:medium="tactile" emma:mode="ink">
              <msink:context xmlns:msink="http://schemas.microsoft.com/ink/2010/main" type="line" rotatedBoundingBox="7074,9539 13645,9429 13665,10575 7093,10686">
                <msink:destinationLink direction="with" ref="{138F87D5-5BFE-4285-B1AD-65BB2BDAB47F}"/>
                <msink:destinationLink direction="with" ref="{1A1D5214-2E06-42F0-A307-0B1589F5FAAA}"/>
              </msink:context>
            </emma:interpretation>
          </emma:emma>
        </inkml:annotationXML>
        <inkml:traceGroup>
          <inkml:annotationXML>
            <emma:emma xmlns:emma="http://www.w3.org/2003/04/emma" version="1.0">
              <emma:interpretation id="{931C0477-9DF8-490D-A841-8F071A1875A4}" emma:medium="tactile" emma:mode="ink">
                <msink:context xmlns:msink="http://schemas.microsoft.com/ink/2010/main" type="inkWord" rotatedBoundingBox="7074,9575 7171,9573 7189,10684 7093,10686"/>
              </emma:interpretation>
              <emma:one-of disjunction-type="recognition" id="oneOf10">
                <emma:interpretation id="interp42" emma:lang="" emma:confidence="0.5">
                  <emma:literal>.</emma:literal>
                </emma:interpretation>
                <emma:interpretation id="interp43" emma:lang="" emma:confidence="0">
                  <emma:literal>,</emma:literal>
                </emma:interpretation>
                <emma:interpretation id="interp44" emma:lang="" emma:confidence="0">
                  <emma:literal>'</emma:literal>
                </emma:interpretation>
                <emma:interpretation id="interp45" emma:lang="" emma:confidence="0">
                  <emma:literal>l</emma:literal>
                </emma:interpretation>
                <emma:interpretation id="interp46" emma:lang="" emma:confidence="0">
                  <emma:literal>|</emma:literal>
                </emma:interpretation>
              </emma:one-of>
            </emma:emma>
          </inkml:annotationXML>
          <inkml:trace contextRef="#ctx0" brushRef="#br0" timeOffset="107304.3075">6443 9224 159 0,'-10'-17'305'0,"9"8"-18"0,1 9 0 15,-4-23 1-15,1 13 0 0,0-5-3 0,-2 2-4 16,2-1-4-16,0-1 2 0,0 2 0 0,-2-1-6 15,3 0-4-15,-3 1 0 16,4 0 10-16,1 13-2 0,-7-19-6 0,2 11 11 16,5 8-11-16,-4-15-6 0,4 15-15 0,-5-11-13 15,5 11-21-15,0 0-13 0,0 0-12 0,0 0-1 0,0 0-3 16,-16 48 10-16,11-5 10 0,5 8 1 16,-3 0-18-16,0 4-14 0,6 21-13 0,0-22-58 0,-1 15-105 15,4-12 0-15,-1-3 0 0,-2-1 0 0,-5 3 0 0,4-3 0 16,-2-3 0-16,5 0 0 0,-7-3 0 0,4-1 0 15,-1-6 0-15,3-10 0 0,-4-3 0 16,3-2 0-16,-2-5 0 0,-1-6 0 0,4-3 0 16,-4-11 0-16,3 16 0 0,-3-16 0 0,-2 15-153 15,2-15-252-15,0 0-76 0,0 0-93 0,0 0-523 0,0 0-1187 16,0 0 525-16</inkml:trace>
        </inkml:traceGroup>
        <inkml:traceGroup>
          <inkml:annotationXML>
            <emma:emma xmlns:emma="http://www.w3.org/2003/04/emma" version="1.0">
              <emma:interpretation id="{75E81A82-71E8-46E9-A005-E8744192BD92}" emma:medium="tactile" emma:mode="ink">
                <msink:context xmlns:msink="http://schemas.microsoft.com/ink/2010/main" type="inkWord" rotatedBoundingBox="9117,9664 10858,9635 10869,10281 9128,10310"/>
              </emma:interpretation>
              <emma:one-of disjunction-type="recognition" id="oneOf11">
                <emma:interpretation id="interp47" emma:lang="" emma:confidence="1">
                  <emma:literal/>
                </emma:interpretation>
              </emma:one-of>
            </emma:emma>
          </inkml:annotationXML>
          <inkml:trace contextRef="#ctx0" brushRef="#br0" timeOffset="50666.8138">8480 9390 318 0,'-28'-1'434'15,"28"1"-19"-15,-17 0-30 0,17 0-30 0,0 0-24 16,-25 1-15-16,25-1-17 0,0 0-16 0,0 0-18 16,-19 2-14-16,19-2-8 0,0 0-9 0,0 0-3 15,0 0-6-15,0 0-1 0,0 0-13 0,0 0-12 16,61 5-15-16,-61-5-14 0,40-4-22 0,-20 1-6 15,9 2-13-15,0-5-23 0,2 0-7 0,10-4-12 16,1 2-13-16,-3-4-18 0,-4 5-39 0,7-2-43 16,1-4-53-16,-6-1-71 0,6 2-78 0,-11 4-85 0,-3-2-96 15,-5-2-462-15,3 4-945 0,-4-3 418 0</inkml:trace>
          <inkml:trace contextRef="#ctx0" brushRef="#br0" timeOffset="51182.3774">9250 9165 361 0,'0'0'388'0,"0"0"-34"16,0 0-22-16,0 0-31 0,0 0-15 0,0 0-11 16,0 0-7-16,28-35-35 0,-12 24 1 0,1 4-37 15,1-1-5-15,9-3-13 0,-7 4-26 16,4 0 2-16,3-1-22 0,-6 0-17 0,-4 5-2 15,11 2-11-15,-7 1 0 0,-21 0-11 0,48 1-6 0,-31 2-7 0,4 5-1 16,-3 2-9-16,-7-2-8 0,4 8-3 0,-4 0-7 16,-3 8-7-16,-2 3-2 15,-6 1-4-15,-3 1-3 0,-2 8-7 0,-9 3-1 0,-4-2-3 16,-3-4-6-16,-1 4-2 0,1-1-6 0,-3-3 6 16,-2 0-7-16,1-1-1 0,4-9-4 0,1-4 3 15,0 4-5-15,-1-9 9 0,-2 1-24 0,10-1 16 16,-1-6 0-16,0 0 1 0,6 1-2 0,-1-5 5 15,9-5 9-15,-12 7 2 0,12-7 8 0,0 0-1 0,0 0 10 16,0 0 5-16,0 0 3 0,0 0-5 0,0 0-2 16,0 0-5-16,65-8 0 0,-37 2-4 0,-1 2-1 15,0 1 1-15,4-2 4 0,14 2 9 0,-4-1 12 16,9-1 11-16,-8-2 16 0,1 5 13 0,7-6 1 0,-2 4-8 16,-6 3-6-16,-9-5-12 0,1 5-3 0,-3-6-10 15,1 7-16-15,-5-4-22 0,-9 3-34 0,2-3-51 16,-20 4-61-16,34 0-63 0,-24-3-68 0,-10 3-78 15,21-4-93-15,-21 4-439 0,0 0-945 0,22-2 418 16</inkml:trace>
        </inkml:traceGroup>
        <inkml:traceGroup>
          <inkml:annotationXML>
            <emma:emma xmlns:emma="http://www.w3.org/2003/04/emma" version="1.0">
              <emma:interpretation id="{D4476467-7A9D-4F4F-8BE1-5A35B33635AF}" emma:medium="tactile" emma:mode="ink">
                <msink:context xmlns:msink="http://schemas.microsoft.com/ink/2010/main" type="inkWord" rotatedBoundingBox="12994,9440 13645,9429 13662,10423 13010,10434"/>
              </emma:interpretation>
              <emma:one-of disjunction-type="recognition" id="oneOf12">
                <emma:interpretation id="interp48" emma:lang="" emma:confidence="1">
                  <emma:literal/>
                </emma:interpretation>
              </emma:one-of>
            </emma:emma>
          </inkml:annotationXML>
          <inkml:trace contextRef="#ctx0" brushRef="#br0" timeOffset="52021.1516">12349 9071 30 0,'-10'-12'450'0,"-1"-4"-21"0,1 6-35 0,4-4-28 16,4 3-36-16,2-2-34 0,2-1-14 0,6-3-16 0,0 3-18 16,6-1-30-16,5-1-16 15,4 2-22-15,-6-1-17 0,8 4-19 0,3 0-11 0,0 4-17 0,-4 1-5 16,-3 0-15-16,-1 6-9 0,-20 0-7 0,41 6-8 16,-25 1-10-16,3 1-7 0,-8 4-7 15,2 4-7-15,-5 2-5 0,-2 4-6 0,1 0-6 16,-6 6-17-16,-1-1 8 0,-9 12 2 0,-2-11-5 0,-1 9 2 15,-7-3-4-15,-2 3-6 0,4-6 5 0,-1-7-3 16,-5-1-2-16,3 2-2 0,-1-5 3 0,-2 0-1 16,4-2-6-16,0-2 2 0,-5-3 3 0,9-1-8 15,6-3 10-15,1-2-2 0,0 1-5 0,8-8-2 16,-12 7 7-16,12-7-3 0,0 0 3 0,0 0 0 0,0 0 2 16,0 0-2-16,0 0 0 0,0 0 2 0,0 0 5 15,23-27-3-15,-12 20 3 0,3-4 0 0,3 4-4 16,2-1 2-16,-2-3 5 0,3 4 9 0,1 2-8 15,3 3 3-15,8 1-1 0,-3 2 1 0,1 1 0 0,1 2-1 16,2 3-1-16,-4 0 4 0,2 6 3 0,1 1-6 16,-3 0-3-16,-5 3 3 0,1 2 2 0,-2 5-3 15,-7-3 3-15,-3 4-4 0,-1-2-2 0,-5 3 4 16,-4-10-1-16,-3 11-1 0,-3-8-3 0,-4-3 0 16,-5 7 0-16,-3 1 1 15,-4-2-3-15,1-1 0 0,-7-7-1 0,-1 4-2 0,-9 4-4 16,6-7-13-16,-13 2-17 0,2-4-29 0,-2-3-21 15,9-4-29-15,-12-2-38 0,13-2-43 0,-10-1-57 16,-3-5-65-16,11-5-87 0,-9 0-277 0,14 2-729 16,-3-6 322-16</inkml:trace>
        </inkml:traceGroup>
      </inkml:traceGroup>
    </inkml:traceGroup>
    <inkml:traceGroup>
      <inkml:annotationXML>
        <emma:emma xmlns:emma="http://www.w3.org/2003/04/emma" version="1.0">
          <emma:interpretation id="{9CE59492-79D9-4EF0-861D-A0C2A910145E}" emma:medium="tactile" emma:mode="ink">
            <msink:context xmlns:msink="http://schemas.microsoft.com/ink/2010/main" type="paragraph" rotatedBoundingBox="5066,12165 13510,11742 13567,12881 5123,13303" alignmentLevel="2"/>
          </emma:interpretation>
        </emma:emma>
      </inkml:annotationXML>
      <inkml:traceGroup>
        <inkml:annotationXML>
          <emma:emma xmlns:emma="http://www.w3.org/2003/04/emma" version="1.0">
            <emma:interpretation id="{800773DB-736B-4F85-91A1-5F80F666F2C3}" emma:medium="tactile" emma:mode="ink">
              <msink:context xmlns:msink="http://schemas.microsoft.com/ink/2010/main" type="inkBullet" rotatedBoundingBox="5066,12165 5944,12122 5951,12261 5073,12305"/>
            </emma:interpretation>
            <emma:one-of disjunction-type="recognition" id="oneOf13">
              <emma:interpretation id="interp49" emma:lang="" emma:confidence="0">
                <emma:literal>-</emma:literal>
              </emma:interpretation>
            </emma:one-of>
          </emma:emma>
        </inkml:annotationXML>
        <inkml:trace contextRef="#ctx0" brushRef="#br0" timeOffset="73021.0021">4352 11697 10 0,'0'0'361'16,"-11"9"-12"-16,11-9-4 0,0 0-3 0,0 0 5 15,0 0 15-15,32 11-7 0,-32-11-10 16,47-7-10-16,-5-5-19 0,7 1-6 0,5 0-27 16,-1-5-19-16,2 1-27 0,1 1-27 0,0-2-17 15,-1 2-24-15,-2-1-26 0,-4 4-25 0,-1-1-29 0,-7 4-33 0,-9 1-35 16,-5 3-28-16,-4 0-33 0,-4 4-37 16,-2-1-29-16,-17 1-20 0,29-2-13 0,-29 2-10 0,0 0-14 15,27 2-27-15,-27-2-33 0,0 0-46 0,8 7-55 16,-8-7-301-16,0 0-677 0,0 0 301 0</inkml:trace>
      </inkml:traceGroup>
      <inkml:traceGroup>
        <inkml:annotationXML>
          <emma:emma xmlns:emma="http://www.w3.org/2003/04/emma" version="1.0">
            <emma:interpretation id="{DD7193BB-73E6-408A-8F7F-AE27219201A9}" emma:medium="tactile" emma:mode="ink">
              <msink:context xmlns:msink="http://schemas.microsoft.com/ink/2010/main" type="line" rotatedBoundingBox="6337,12101 13510,11742 13567,12881 6394,13240">
                <msink:destinationLink direction="with" ref="{268C4F4A-830E-4E8A-B393-8759EE7BA419}"/>
              </msink:context>
            </emma:interpretation>
          </emma:emma>
        </inkml:annotationXML>
        <inkml:traceGroup>
          <inkml:annotationXML>
            <emma:emma xmlns:emma="http://www.w3.org/2003/04/emma" version="1.0">
              <emma:interpretation id="{21E773C6-F0CA-45DA-BA73-0331B197DA72}" emma:medium="tactile" emma:mode="ink">
                <msink:context xmlns:msink="http://schemas.microsoft.com/ink/2010/main" type="inkWord" rotatedBoundingBox="6354,12446 6480,12439 6520,13234 6394,13240"/>
              </emma:interpretation>
              <emma:one-of disjunction-type="recognition" id="oneOf14">
                <emma:interpretation id="interp50" emma:lang="" emma:confidence="1">
                  <emma:literal/>
                </emma:interpretation>
              </emma:one-of>
            </emma:emma>
          </inkml:annotationXML>
          <inkml:trace contextRef="#ctx0" brushRef="#br0" timeOffset="108312.2159">5681 11924 381 0,'-7'-12'433'0,"7"12"4"0,-12-14-9 0,5 6-6 16,7 8 2-16,-11-12 3 0,11 12-11 0,-10-14-24 16,10 14-35-16,-8-5-28 15,8 5-40-15,0 0-18 0,0 0-5 0,0 0-17 16,0 0 6-16,0 0-17 0,-1 31-5 0,1-10-7 0,8 4-11 16,-7 2-14-16,4 4-4 0,-5-2-20 0,8 7-11 15,-2 6-7-15,3-1-11 0,-3 0-12 0,5 0-15 16,-8-11-7-16,4 1-30 0,1 8-84 0,0-3 0 15,-3-8 0-15,1 3 0 0,-3-4 0 0,4-1 0 0,-1 0 0 16,-1 0 0-16,-2-9 0 0,-3 2 0 0,5-3 0 0,-2-3 0 16,2 0 0-16,-3-3 0 0,2-1-51 15,-4-9-256-15,8 15-52 0,0-10-56 0,-8-5-61 16,13 6-59-16,-13-6-473 0,0 0-1092 0,0 0 483 16</inkml:trace>
        </inkml:traceGroup>
        <inkml:traceGroup>
          <inkml:annotationXML>
            <emma:emma xmlns:emma="http://www.w3.org/2003/04/emma" version="1.0">
              <emma:interpretation id="{6F4CC6F0-0ABE-4CE2-80C0-3E3E6590237C}" emma:medium="tactile" emma:mode="ink">
                <msink:context xmlns:msink="http://schemas.microsoft.com/ink/2010/main" type="inkWord" rotatedBoundingBox="8928,12107 10343,12037 10383,12833 8967,12904"/>
              </emma:interpretation>
              <emma:one-of disjunction-type="recognition" id="oneOf15">
                <emma:interpretation id="interp51" emma:lang="" emma:confidence="1">
                  <emma:literal/>
                </emma:interpretation>
              </emma:one-of>
            </emma:emma>
          </inkml:annotationXML>
          <inkml:trace contextRef="#ctx0" brushRef="#br0" timeOffset="108860.416">8330 11909 3767 0,'-28'3'241'0,"28"-3"-111"15,-22 0-25-15,22 0 15 0,-21 4 34 0,21-4 11 16,-16 2-11-16,16-2 2 0,0 0-9 0,0 0 4 16,-27 1-1-16,27-1-18 0,0 0-14 0,0 0-12 15,0 0-9-15,0 0-8 0,0 0-10 0,0 0-9 16,0 0-6-16,70-15-3 0,-41 9-7 0,14-2-4 0,4 0-7 16,0-3-31-16,-4 0-37 0,7 4-61 0,-7-3-48 15,5 0-64-15,-6 1-53 0,-1 0-76 16,-12 1-67-16,0 1-440 0,0 5-903 0,-8-3 400 0</inkml:trace>
          <inkml:trace contextRef="#ctx0" brushRef="#br0" timeOffset="109431.9131">8901 11672 346 0,'0'0'333'0,"0"-12"-8"0,0 12-9 0,1-14-4 0,-1 14-13 16,7-14-13-16,-7 14-11 15,8-15-17-15,5 2-13 0,-7 6-19 0,7-4-7 0,1-1-3 0,-1 1-13 16,2 0-8-16,2-1-16 0,1 2-6 0,0 0-11 15,1 0-8-15,-2-1-9 16,4 3-15-16,-1 2-3 0,-1 0-6 0,-3 0-6 0,1 5-13 16,-17 1-7-16,29 0-2 0,-29 0 1 15,28 13-4-15,-20-4 0 0,3 4-9 0,-3 5-5 0,-2 1-10 16,-2 7-2-16,0 4-9 0,-2 2-5 0,-4 7-5 16,-4 0-6-16,-2-2-2 0,-5 4-7 0,-1 1-2 15,-1-1-2-15,-2-3-4 0,-8-1-5 0,3 0-4 0,0 0-12 16,-3-2-8-16,0 0-12 0,-4-3-13 0,8-10-10 15,-3 1-6-15,-2-3-3 0,5-1-4 0,4-3 1 16,-4 1-1-16,3-6 4 0,7-3-2 0,0-1 11 0,3 0 0 16,8-7-2-16,-16 10 5 15,16-10-3-15,-11 5 6 0,11-5 5 0,0 0 14 16,0 0 21-16,0 0 16 0,0 0 13 0,0 0 14 0,49-18 12 16,-28 14 6-16,6-8 11 0,2 1 14 0,5 0 10 15,6-5-4-15,0 4-4 0,-1-1-2 0,-6 5-6 16,9-6-8-16,0 2-10 0,-12 5-6 0,1 0-6 15,3 3-8-15,7-6-3 0,-10 4-8 0,1 2-21 16,-7 1-20-16,3-1-22 0,-9-3-24 0,-3 4-36 0,-16 3-36 16,29-4-34-16,-7-1-42 0,-2 2-49 15,-20 3-47-15,19-8-68 0,-5 1-94 0,-14 7-383 0,10-15-909 16,-10 15 402-16</inkml:trace>
        </inkml:traceGroup>
        <inkml:traceGroup>
          <inkml:annotationXML>
            <emma:emma xmlns:emma="http://www.w3.org/2003/04/emma" version="1.0">
              <emma:interpretation id="{38FE9B6C-2789-409A-AA2E-E83FE501B52E}" emma:medium="tactile" emma:mode="ink">
                <msink:context xmlns:msink="http://schemas.microsoft.com/ink/2010/main" type="inkWord" rotatedBoundingBox="12601,11788 13510,11742 13561,12764 12652,12809"/>
              </emma:interpretation>
              <emma:one-of disjunction-type="recognition" id="oneOf16">
                <emma:interpretation id="interp52" emma:lang="" emma:confidence="0.5">
                  <emma:literal>3</emma:literal>
                </emma:interpretation>
                <emma:interpretation id="interp53" emma:lang="" emma:confidence="0">
                  <emma:literal>z</emma:literal>
                </emma:interpretation>
                <emma:interpretation id="interp54" emma:lang="" emma:confidence="0">
                  <emma:literal>.</emma:literal>
                </emma:interpretation>
                <emma:interpretation id="interp55" emma:lang="" emma:confidence="0">
                  <emma:literal>5</emma:literal>
                </emma:interpretation>
                <emma:interpretation id="interp56" emma:lang="" emma:confidence="0">
                  <emma:literal>s</emma:literal>
                </emma:interpretation>
              </emma:one-of>
            </emma:emma>
          </inkml:annotationXML>
          <inkml:trace contextRef="#ctx0" brushRef="#br0" timeOffset="110369.3735">12026 11353 112 0,'-8'-7'338'0,"8"7"-17"0,0-17-12 0,0 17-15 16,8-16-1-16,0 4-4 0,5 1-7 0,1-1-26 15,-1 0-21-15,5 0-22 16,6-5-14-16,0 6-18 0,2 1-9 0,-1 0-12 0,3-1-9 0,0 4-9 16,0 1-17-16,-7 4-5 0,-4 2-10 0,4 0-3 15,-21 0-8-15,39 2-8 0,-22 7-2 0,-2 1 4 0,-1 3-1 16,-7 0-1-16,1 6-4 16,4 3-6-16,-5 4-7 0,-6 3-3 0,1 2-15 0,-5 8-3 0,-2 0-8 15,-3-9 0-15,-5 7-10 0,5-6 1 0,-2-3-5 16,-4-4-5-16,3 2-2 0,-4 0-4 0,1-2-3 15,-2-3-3-15,3-3-12 16,3-5-5-16,2-6-4 0,-3 5 1 0,3-3-2 16,8-9 0-16,-6 9-4 0,6-9 2 0,0 0 11 0,-7 11-4 15,7-11-2-15,0 0 19 0,0 0 16 0,0 0 21 16,0 0 21-16,0 0 9 0,0 0 2 0,29-42 3 16,-14 31 4-16,2-1 9 0,6-4 4 0,1-1 4 0,1 7 3 15,4-7-2-15,0 10-5 0,-1-2 1 0,0 0-5 16,-4 5-6-16,5 0-10 0,-1 4-8 0,0 1-1 15,-7 2-6-15,0 1-8 0,0 7-1 0,-3-3-3 16,6 10-14-16,-10-5 0 0,2 6-3 0,-3 6 2 16,-3-3-10-16,1 2 4 0,-6 2-9 0,0 5-2 0,-5-3-14 15,-5-1 11-15,-3-1 4 0,0 0-6 0,-13 11-6 16,0-4-6-16,-1-9-3 0,-9 6-18 0,-9-7-24 16,-3 3-22-16,-2-2-27 0,-10 2-36 0,-3-5-25 15,-22 3-36-15,19-10-36 0,3-7-64 0,-1-2-54 16,-2 1-73-16,10-6-97 0,-7-4-408 0,7-3-991 15,-5 0 438-15</inkml:trace>
        </inkml:traceGroup>
      </inkml:traceGroup>
    </inkml:traceGroup>
    <inkml:traceGroup>
      <inkml:annotationXML>
        <emma:emma xmlns:emma="http://www.w3.org/2003/04/emma" version="1.0">
          <emma:interpretation id="{9D583CCF-1225-4097-8C0F-70AEFEAC9EAE}" emma:medium="tactile" emma:mode="ink">
            <msink:context xmlns:msink="http://schemas.microsoft.com/ink/2010/main" type="paragraph" rotatedBoundingBox="5930,14219 14164,13285 14290,14403 6057,15337" alignmentLevel="3"/>
          </emma:interpretation>
        </emma:emma>
      </inkml:annotationXML>
      <inkml:traceGroup>
        <inkml:annotationXML>
          <emma:emma xmlns:emma="http://www.w3.org/2003/04/emma" version="1.0">
            <emma:interpretation id="{7E2B4BFC-B691-4A93-AC85-8B0320A0A39D}" emma:medium="tactile" emma:mode="ink">
              <msink:context xmlns:msink="http://schemas.microsoft.com/ink/2010/main" type="inkBullet" rotatedBoundingBox="5960,14481 6484,14422 6490,14475 5966,14535"/>
            </emma:interpretation>
            <emma:one-of disjunction-type="recognition" id="oneOf17">
              <emma:interpretation id="interp57" emma:lang="" emma:confidence="0">
                <emma:literal>-</emma:literal>
              </emma:interpretation>
            </emma:one-of>
          </emma:emma>
        </inkml:annotationXML>
        <inkml:trace contextRef="#ctx0" brushRef="#br0" timeOffset="111488.3639">5334 13883 284 0,'-16'4'438'0,"2"3"-26"15,-1 1 4-15,1-4-21 0,14-4 1 0,-19 8-17 16,19-8-25-16,-15 6-30 0,15-6-35 0,-9 5-31 16,9-5-24-16,0 0-26 0,0 0-24 0,0 0-12 0,0 0-18 15,0 0-14-15,0 0-13 16,30 14-12-16,-30-14-16 0,35 0-7 0,-6-4-8 0,-2 2-19 16,-1 1-30-16,5-3-38 0,-2-3-47 0,1 3-48 15,17-4-42-15,-17 5-37 0,0-8-43 0,3 8-49 0,-3-2-44 16,1-3-66-16,-3 1-289 15,3 1-723-15,-5 1 320 0</inkml:trace>
      </inkml:traceGroup>
      <inkml:traceGroup>
        <inkml:annotationXML>
          <emma:emma xmlns:emma="http://www.w3.org/2003/04/emma" version="1.0">
            <emma:interpretation id="{5F2F8895-E729-43BF-83BB-6ABE2E0A8C98}" emma:medium="tactile" emma:mode="ink">
              <msink:context xmlns:msink="http://schemas.microsoft.com/ink/2010/main" type="line" rotatedBoundingBox="6471,14158 14164,13285 14290,14403 6598,15276">
                <msink:destinationLink direction="with" ref="{268C4F4A-830E-4E8A-B393-8759EE7BA419}"/>
              </msink:context>
            </emma:interpretation>
          </emma:emma>
        </inkml:annotationXML>
        <inkml:traceGroup>
          <inkml:annotationXML>
            <emma:emma xmlns:emma="http://www.w3.org/2003/04/emma" version="1.0">
              <emma:interpretation id="{2A5F1F01-F9DB-417E-823C-10FDDC1EDFD4}" emma:medium="tactile" emma:mode="ink">
                <msink:context xmlns:msink="http://schemas.microsoft.com/ink/2010/main" type="inkWord" rotatedBoundingBox="6487,14300 7039,14237 7149,15213 6598,15276"/>
              </emma:interpretation>
            </emma:emma>
          </inkml:annotationXML>
          <inkml:trace contextRef="#ctx0" brushRef="#br0" timeOffset="112011.8732">5888 13785 327 0,'0'0'334'0,"-12"-14"-13"0,12 14-17 15,0 0-25-15,-1-17-14 0,1 17-19 0,0 0-16 16,11-22-17-16,-1 16-12 0,3-1-28 0,-5-1-20 0,6 0-10 16,2 0-16-16,-3 6-13 0,-13 2-11 0,29-6-7 15,-29 6-12-15,29 0-15 16,-29 0-5-16,22 5 1 0,-22-5-15 0,19 8 18 16,-11 3-23-16,-1 0-6 0,-1 5-3 0,-3 2-7 0,1 0-1 15,-3 12-2-15,-1-4-2 0,-5 1-2 0,2 3-10 16,3 0 1-16,-6-3-4 0,1 2 1 0,3 2-8 15,-1-3 4-15,0-2 1 0,0-2-9 0,0-3 0 16,-4-4-10-16,6 2-1 0,-1-3-20 0,-3 1-7 16,4-9 0-16,-4 3 0 0,5-11-12 0,-5 15-2 0,5-15 3 15,-7 12 3-15,7-12-1 0,0 0-3 0,-11 11 10 0,11-11-5 16,0 0 5-16,0 0 9 16,0 0 5-16,0 0 5 0,0 0 11 0,0 0 9 15,0 0 13-15,0 0 10 0,0 0 16 0,0 0 6 0,0 0 6 16,21-33 6-16,-6 26 1 0,-1-3-2 0,0 4-4 0,4 1 1 15,-2 0 0-15,0-1 10 16,5 3-6-16,-21 3 2 0,40-3-1 0,-22 6 6 16,3-2-11-16,-1 5 0 0,-3 1 1 0,3 1-6 0,0 3-2 15,-3 5-6-15,3 3-8 0,-6-4 5 0,-3 6 4 16,-1 9-12-16,-2-7-5 0,-7 6-3 0,3-3 1 16,-8 2-4-16,0-2-4 0,-8 0 4 0,-2 8-2 0,-4-8-4 15,-3-3-23-15,-6 10 0 0,2-14-28 0,0 0-29 16,-11 2-18-16,3-8-18 0,-3 3-26 0,-8-2-32 15,11-10-47-15,-11-1-48 0,12-3-58 0,-14-2-261 0,4-4-626 16,13-5 276-16</inkml:trace>
        </inkml:traceGroup>
        <inkml:traceGroup>
          <inkml:annotationXML>
            <emma:emma xmlns:emma="http://www.w3.org/2003/04/emma" version="1.0">
              <emma:interpretation id="{61481D07-5065-4958-BDD3-6CF58EFC06D1}" emma:medium="tactile" emma:mode="ink">
                <msink:context xmlns:msink="http://schemas.microsoft.com/ink/2010/main" type="inkWord" rotatedBoundingBox="9083,13861 10135,13742 10251,14764 9199,14883"/>
              </emma:interpretation>
              <emma:one-of disjunction-type="recognition" id="oneOf18">
                <emma:interpretation id="interp58" emma:lang="" emma:confidence="0.5">
                  <emma:literal>7</emma:literal>
                </emma:interpretation>
                <emma:interpretation id="interp59" emma:lang="" emma:confidence="0">
                  <emma:literal>F</emma:literal>
                </emma:interpretation>
                <emma:interpretation id="interp60" emma:lang="" emma:confidence="0">
                  <emma:literal>I</emma:literal>
                </emma:interpretation>
                <emma:interpretation id="interp61" emma:lang="" emma:confidence="0">
                  <emma:literal>T</emma:literal>
                </emma:interpretation>
                <emma:interpretation id="interp62" emma:lang="" emma:confidence="0">
                  <emma:literal>J</emma:literal>
                </emma:interpretation>
              </emma:one-of>
            </emma:emma>
          </inkml:annotationXML>
          <inkml:trace contextRef="#ctx0" brushRef="#br0" timeOffset="112937.797">8370 13403 301 0,'0'0'414'15,"0"0"-26"-15,-5-12-4 0,5 12-11 0,9-15-9 0,-9 15-1 16,25-14-13-16,-8 5-10 0,9 1-27 0,-2-6-30 16,10 5-22-16,7 2-15 0,-1-8-31 0,7 2-24 15,-2 3-18-15,1 1-14 0,4-3-15 0,-3 4-19 16,-1-3-8-16,-6 4-8 0,2 3-17 16,-8 0-8-16,-4-1-8 0,-4-1-8 0,-5 3-7 0,-4-1-4 15,-2 1-7-15,-15 3-5 0,26-5-1 0,-26 5 11 16,16-5 19-16,-16 5 10 0,0 0 4 0,14-6 6 15,-14 6 7-15,0 0 0 0,0 0-7 0,0 0 6 0,0 0-14 16,0 0-8-16,0 0-9 16,0 0-8-16,0 0-5 0,0 0-19 0,0 0 8 15,0 0-11-15,0 0 1 0,-27 32-1 0,20-15-3 0,-1 5-8 16,0 4 5-16,0 4 2 0,0 9 0 0,2 1 3 16,-1 5-1-16,3 1 3 0,2-1 4 0,2 3-6 15,0 1 1-15,-2-4 0 0,4 5-13 0,3-2 6 0,-4 1-1 16,1-4 1-16,3 3-15 0,-4-5 7 0,3-4-2 15,-4 0-6-15,0-9-2 0,0 0-38 0,1-4-10 16,-1-3-31-16,-1-4-35 0,1-1-39 16,0-3-37-16,-4-3-45 0,4-12-45 0,0 14-30 15,0-14-37-15,-8 12-36 0,8-12-31 0,0 0-38 16,0 0-46-16,-38-8-287 0,20-7-839 0,-4 0 371 0</inkml:trace>
          <inkml:trace contextRef="#ctx0" brushRef="#br0" timeOffset="113112.3281">8655 13879 261 0,'-11'-11'303'16,"11"11"-14"-16,-8-8-11 0,8 8-10 0,0 0-16 16,0 0-9-16,-2-14 3 0,2 14-6 0,0 0-2 15,21-12-3-15,-10 5-8 0,17-4 4 0,-7 0 3 16,9-2 5-16,12-8 3 16,6-2-6-16,3-3-12 0,1-2-11 0,4 2-23 0,-2 0-18 15,-2 4-37-15,-3 2-109 0,3-2-127 0,-6 4-143 0,6-1-154 16,-7-1-349-16,4 11-808 0,1-3 357 0</inkml:trace>
        </inkml:traceGroup>
        <inkml:traceGroup>
          <inkml:annotationXML>
            <emma:emma xmlns:emma="http://www.w3.org/2003/04/emma" version="1.0">
              <emma:interpretation id="{FBF15E5B-4E7B-4A7A-9D9A-4E2CD0F1B8D6}" emma:medium="tactile" emma:mode="ink">
                <msink:context xmlns:msink="http://schemas.microsoft.com/ink/2010/main" type="inkWord" rotatedBoundingBox="12048,13590 14171,13350 14269,14215 12147,14456"/>
              </emma:interpretation>
              <emma:one-of disjunction-type="recognition" id="oneOf19">
                <emma:interpretation id="interp63" emma:lang="" emma:confidence="0.5">
                  <emma:literal>-10</emma:literal>
                </emma:interpretation>
                <emma:interpretation id="interp64" emma:lang="" emma:confidence="0">
                  <emma:literal>110</emma:literal>
                </emma:interpretation>
                <emma:interpretation id="interp65" emma:lang="" emma:confidence="0">
                  <emma:literal>-0</emma:literal>
                </emma:interpretation>
                <emma:interpretation id="interp66" emma:lang="" emma:confidence="0">
                  <emma:literal>010</emma:literal>
                </emma:interpretation>
                <emma:interpretation id="interp67" emma:lang="" emma:confidence="0">
                  <emma:literal>-00</emma:literal>
                </emma:interpretation>
              </emma:one-of>
            </emma:emma>
          </inkml:annotationXML>
          <inkml:trace contextRef="#ctx0" brushRef="#br0" timeOffset="113704.3443">11428 13470 292 0,'0'0'469'15,"-23"3"-6"-15,23-3-9 0,-14 5-23 0,14-5-30 16,0 0-23-16,0 0-28 0,-20 3-32 0,20-3-24 0,0 0-24 15,0 0-22-15,0 0-24 0,0 0-21 0,61-22-18 16,-37 15-19-16,4-2-15 0,1-1-18 0,12-2-14 0,-12 1-26 16,2 0-14-16,2 0-27 0,-2-1-51 0,1 3-43 15,-2-1-55-15,4 3-29 0,-5-2-31 0,0 0-39 16,-8 4-39-16,0 2-57 0,3-2-65 0,-5 3-355 16,-3-2-772-16,-16 4 342 0</inkml:trace>
          <inkml:trace contextRef="#ctx0" brushRef="#br0" timeOffset="113954.2991">12227 12985 106 0,'6'-15'575'0,"-4"8"-14"0,-2 7-7 0,6-14-9 15,-6 14-33-15,0 0-43 0,6-12-34 0,-6 12-37 0,0 0-14 16,0 0-25-16,0 0-26 0,0 0-23 0,0 0-31 15,31 31-8-15,-25-14-9 0,1 6-18 16,-1 0-23-16,1 7-23 0,1 8-23 0,-4 6-15 16,0-2-19-16,2-1-7 0,0 3-18 0,2 5-8 0,1-3-28 15,-3-1-41-15,2 0-56 0,3-4-65 16,-4 3-74-16,-4-3-81 0,0-13-83 0,0 2-71 0,4-3-81 16,-3 0-107-16,0-13-374 0,-3-2-1032 0,2-3 457 15</inkml:trace>
          <inkml:trace contextRef="#ctx0" brushRef="#br0" timeOffset="114338.351">12790 13096 495 0,'11'-9'666'0,"-3"1"-70"16,0 1-64-16,-8 7-50 0,10-11-46 0,-10 11-35 0,12-7-27 15,-12 7-20-15,0 0 1 0,0 0-25 16,0 0-28-16,20 25-29 0,-20-12-8 0,1 5-39 15,-1 1-4-15,2 3-21 0,-2 4-15 0,0-6-19 16,3 9-12-16,-1 0-16 0,-1 2-18 0,6 10-9 0,-2-13-6 16,4 12-15-16,4-1-11 0,0-11-4 15,5 6-10-15,-2-4-5 0,-2-4-10 0,5-3-4 0,0 2 3 16,-1-6-11-16,3-3-4 0,0-1 7 0,-2-6-10 16,5-2-7-16,-3-4-25 0,1 1 0 0,-1-8 0 0,8-3 0 15,-3 0 0-15,-2-6 0 0,2-1 0 0,6-12 0 16,-7 5 0-16,4-8 0 0,-6 4 0 0,2-7 0 15,1-3 0-15,-7 2 0 0,-3-5 0 0,-4-3 0 0,-3 1 0 16,-7-1 0-16,-4-8 0 16,-1 5 0-16,-10-1 0 0,-6 0 0 0,1 3 0 15,-7 4 0-15,1 4 0 0,-4 1 0 0,7 10 0 16,-12-3 0-16,7 9 0 0,-14-3 0 0,-2 7-48 16,1 1-281-16,0 5-63 0,-5 2-77 0,3 4-109 0,7 2-485 15,-5 5-1151-15,7 0 509 0</inkml:trace>
        </inkml:traceGroup>
      </inkml:traceGroup>
    </inkml:traceGroup>
    <inkml:traceGroup>
      <inkml:annotationXML>
        <emma:emma xmlns:emma="http://www.w3.org/2003/04/emma" version="1.0">
          <emma:interpretation id="{DF2DC954-EED1-4704-9279-30D9A90B5D64}" emma:medium="tactile" emma:mode="ink">
            <msink:context xmlns:msink="http://schemas.microsoft.com/ink/2010/main" type="paragraph" rotatedBoundingBox="6140,15745 14306,15235 14382,16454 6216,16964" alignmentLevel="3"/>
          </emma:interpretation>
        </emma:emma>
      </inkml:annotationXML>
      <inkml:traceGroup>
        <inkml:annotationXML>
          <emma:emma xmlns:emma="http://www.w3.org/2003/04/emma" version="1.0">
            <emma:interpretation id="{33131CE5-298C-4840-B157-C89931B265F5}" emma:medium="tactile" emma:mode="ink">
              <msink:context xmlns:msink="http://schemas.microsoft.com/ink/2010/main" type="inkBullet" rotatedBoundingBox="6166,16170 6615,16143 6620,16227 6172,16255"/>
            </emma:interpretation>
            <emma:one-of disjunction-type="recognition" id="oneOf20">
              <emma:interpretation id="interp68" emma:lang="" emma:confidence="0">
                <emma:literal>-</emma:literal>
              </emma:interpretation>
            </emma:one-of>
          </emma:emma>
        </inkml:annotationXML>
        <inkml:trace contextRef="#ctx0" brushRef="#br0" timeOffset="115050.3497">5455 15663 382 0,'0'0'454'0,"0"0"6"0,0 0-11 16,-15 5-9-16,15-5-18 0,0 0-26 0,0 0-26 0,0 0-30 15,0 0-31-15,0 0-18 0,0 0-12 0,0 0-20 16,0 0-25-16,0 0-21 0,0 0-22 15,0 0-21-15,50-21-13 0,-34 18-15 0,3-5-16 0,8 0-17 16,1-2-24-16,2 2-38 0,4 4-57 16,-5-3-63-16,1-1-64 0,6 1-68 0,-9 4-65 15,-3-3-78-15,5-1-83 0,-8 2-378 0,-1 3-876 0,3-3 388 16</inkml:trace>
      </inkml:traceGroup>
      <inkml:traceGroup>
        <inkml:annotationXML>
          <emma:emma xmlns:emma="http://www.w3.org/2003/04/emma" version="1.0">
            <emma:interpretation id="{322B2DEA-46F5-444C-B935-2CE7B10A4667}" emma:medium="tactile" emma:mode="ink">
              <msink:context xmlns:msink="http://schemas.microsoft.com/ink/2010/main" type="line" rotatedBoundingBox="6823,15702 14306,15235 14382,16454 6899,16921">
                <msink:destinationLink direction="with" ref="{268C4F4A-830E-4E8A-B393-8759EE7BA419}"/>
              </msink:context>
            </emma:interpretation>
          </emma:emma>
        </inkml:annotationXML>
        <inkml:traceGroup>
          <inkml:annotationXML>
            <emma:emma xmlns:emma="http://www.w3.org/2003/04/emma" version="1.0">
              <emma:interpretation id="{CE6E0DE2-2E83-4DFA-825A-AA16FD132394}" emma:medium="tactile" emma:mode="ink">
                <msink:context xmlns:msink="http://schemas.microsoft.com/ink/2010/main" type="inkWord" rotatedBoundingBox="6828,15772 7819,15711 7879,16667 6887,16729"/>
              </emma:interpretation>
              <emma:one-of disjunction-type="recognition" id="oneOf21">
                <emma:interpretation id="interp69" emma:lang="" emma:confidence="1">
                  <emma:literal/>
                </emma:interpretation>
              </emma:one-of>
            </emma:emma>
          </inkml:annotationXML>
          <inkml:trace contextRef="#ctx0" brushRef="#br0" timeOffset="115454.3137">6124 15348 67 0,'-5'-13'455'0,"5"13"14"0,0 0 6 0,-3-12-10 16,3 12-26-16,0 0-36 0,0 0-38 0,-5-9-35 0,5 9-31 15,0 0-27-15,0 0-24 0,0 0-24 0,0 0-17 16,0 0-13-16,-2 36-14 0,2-36-18 0,-1 26-14 15,2-12-17-15,2 3-10 0,2 1-9 0,2-2-12 16,1 0-8-16,0 2-8 0,6 4-8 0,-1 2-11 16,0-6 4-16,-2-3-13 0,2 0-7 0,4 6-5 0,1-2-6 15,-3-7-1-15,2 2-4 0,-1-2-1 0,0-1-5 16,4-3-1-16,-4 1-3 16,3 3-4-16,-3-3 1 0,3-1 1 0,-1 4-5 15,1-5 1-15,-5 0-1 0,2 4-2 0,-1-5 0 16,-1 3-2-16,-1 3 3 0,0 2-2 0,-3-3 1 0,-4 4 0 0,2 2-2 15,-1 1 1-15,-3 0-5 0,-2 5 2 16,-2-1 1-16,-5 2-3 0,4-6-1 0,-6-1 1 0,-6 7-7 0,2-1-6 16,-2-1-20-16,0-4-30 15,-3-2-28-15,-5 3-33 0,7-6-37 0,-5-3-39 16,-2-1-43-16,5-4-43 0,-11-1-52 0,-4 0-58 0,10-5-80 16,-8-6-294-16,0 0-826 0,7-4 365 0</inkml:trace>
          <inkml:trace contextRef="#ctx0" brushRef="#br0" timeOffset="115648.3107">6162 15682 106 0,'24'-23'424'16,"2"-8"1"-16,7 3-9 0,-2 0-36 0,9 2-37 0,-3 1-38 16,0 1-30-16,3 2-32 0,5-3-46 0,-3 5-50 15,-1-1-52-15,-4 4-39 0,7-1-20 0,-3-1-20 0,-4 0-21 16,0 0-14-16,-3 7-6 0,-5-3-4 0,8-6 2 15,1-2 4-15,-4-3-1 0,-4 10-31 0,-6-2-54 16,5 3-115-16,-3-4-264 0,3 4-527 0,-5 2 233 16</inkml:trace>
        </inkml:traceGroup>
        <inkml:traceGroup>
          <inkml:annotationXML>
            <emma:emma xmlns:emma="http://www.w3.org/2003/04/emma" version="1.0">
              <emma:interpretation id="{86B17C3C-2665-4145-8873-1E49F8F2D1A1}" emma:medium="tactile" emma:mode="ink">
                <msink:context xmlns:msink="http://schemas.microsoft.com/ink/2010/main" type="inkWord" rotatedBoundingBox="9431,15884 10892,15792 10944,16621 9483,16713"/>
              </emma:interpretation>
              <emma:one-of disjunction-type="recognition" id="oneOf22">
                <emma:interpretation id="interp70" emma:lang="" emma:confidence="1">
                  <emma:literal/>
                </emma:interpretation>
              </emma:one-of>
            </emma:emma>
          </inkml:annotationXML>
          <inkml:trace contextRef="#ctx0" brushRef="#br0" timeOffset="116234.3505">8713 15411 71 0,'0'-15'507'0,"0"15"26"0,-5-26 20 16,5 13-3-16,-3 3-7 0,3 10-15 0,-3-23-12 0,3 23-32 15,0-14-33-15,0 14-36 16,0 0-48-16,-2-13-29 0,2 13-36 0,0 0-21 16,0 0-27-16,0 0-16 0,0 0-19 0,0 0-16 0,8 54-25 15,-8-27-16-15,0 2-19 0,2 9-12 0,3 6-15 16,-5-5-13-16,4 2-98 0,-4 3-5 0,4 4 0 16,2-8 0-16,-4 1 0 0,1 3-128 0,0-5-102 15,0-7-99-15,-3 5-81 0,0-9-99 0,3-1-107 16,-1-6-380-16,1-5-1077 0,1-8 478 0</inkml:trace>
          <inkml:trace contextRef="#ctx0" brushRef="#br0" timeOffset="116722.3231">9116 15576 329 0,'0'0'391'0,"-3"-14"-7"0,3 14-12 0,-4-20-24 0,9 8-18 16,0-1-27-16,3-3-21 0,0-2-21 0,0 2-32 0,6-6-15 16,6 3-16-16,-3 0-10 0,-2 4-10 0,6-1-14 15,4-1-11-15,-2 1-9 16,-7 6-14-16,-2 0-12 0,4 3-11 0,0 0-6 0,-1 4-5 0,-17 3-8 16,29-1-12-16,-29 1-6 0,31 16 2 0,-15-4-16 15,4 6-1-15,-7 0-3 0,-3 5-9 0,3 3-4 16,1 12 0-16,-6-8-7 0,-8-2-3 0,-1 12 0 15,-6 0-3-15,1 6-3 0,-5-4-7 0,-7-1-4 16,2 3-9-16,-5-5-3 0,2-2-2 0,-2-3-1 16,-5 2-3-16,9-10 3 0,-1-3 0 15,-1-3 5-15,4 3-6 0,-2-4 1 0,1-4 2 16,-1-4 2-16,8 3-4 0,-2-2 0 0,4-5 9 0,7-7-4 16,-11 12-1-16,11-12 5 0,0 0 15 15,0 0 12-15,0 0 1 0,0 0-2 0,0 0-4 16,38 0 3-16,-38 0 3 0,50-9-2 0,-23 0 4 0,4 3 6 15,11-5 6-15,6 3 22 0,2-6 17 0,2 0 11 16,5-3 10-16,-3-1 0 0,-1 3-8 0,-2 0-14 16,-1 4-3-16,0-1-30 0,0 1-55 0,-1 0-68 0,-2 7-74 15,-2-10-81-15,-2 13-75 0,-14-2-85 0,5-1-93 16,-13 4-411-16,-1-2-961 0,-20 2 426 0</inkml:trace>
        </inkml:traceGroup>
        <inkml:traceGroup>
          <inkml:annotationXML>
            <emma:emma xmlns:emma="http://www.w3.org/2003/04/emma" version="1.0">
              <emma:interpretation id="{14DA63A3-28A7-4488-988B-2FFABED4F88D}" emma:medium="tactile" emma:mode="ink">
                <msink:context xmlns:msink="http://schemas.microsoft.com/ink/2010/main" type="inkWord" rotatedBoundingBox="12470,15350 13678,15274 13727,16056 12518,16131"/>
              </emma:interpretation>
              <emma:one-of disjunction-type="recognition" id="oneOf23">
                <emma:interpretation id="interp71" emma:lang="" emma:confidence="1">
                  <emma:literal/>
                </emma:interpretation>
              </emma:one-of>
            </emma:emma>
          </inkml:annotationXML>
          <inkml:trace contextRef="#ctx0" brushRef="#br0" timeOffset="117278.1932">11834 15238 22 0,'-13'4'497'15,"13"-4"-7"-15,-18 4 2 0,18-4-11 0,-18 4-17 0,18-4-27 16,0 0-19-16,-16 7-40 0,16-7-28 0,0 0-17 16,0 0-7-16,0 0-32 0,0 0-32 0,44-21-24 15,-23 16-24-15,-2-3-19 0,10-2-24 0,1 1-18 16,-1 2-11-16,5 0-32 0,7-5-42 0,-9 9-52 0,2-5-63 15,10 1-69-15,-14 3-69 0,12-4-52 0,-13 3-58 16,-1-1-68-16,0 2-86 16,-7 2-362-16,6 0-876 0,-5-3 388 0</inkml:trace>
          <inkml:trace contextRef="#ctx0" brushRef="#br0" timeOffset="117528.322">12597 14768 489 0,'2'-10'615'0,"4"-1"-13"15,2-1-19-15,-1 4-29 0,-7 8-53 0,12-14-39 16,-5 8-45-16,-7 6-37 0,0 0-33 0,0 0-20 16,0 0-39-16,38 17-31 0,-25-1-14 15,2 3-38-15,-1 9-24 0,7 7-4 0,-7 6-24 0,4 0-19 16,0 1-17-16,3 5-28 0,-2 4-40 0,-3-3-43 0,5 0-52 15,-5 2-47-15,1-2-68 0,1-7-70 0,3 3-60 16,-8-6-49-16,-2-3-71 16,2-12-70-16,-8-4-373 0,1-1-925 0,2-5 409 0</inkml:trace>
        </inkml:traceGroup>
        <inkml:traceGroup>
          <inkml:annotationXML>
            <emma:emma xmlns:emma="http://www.w3.org/2003/04/emma" version="1.0">
              <emma:interpretation id="{480B1A8B-CE71-4BE9-98CD-6F43A84345AB}" emma:medium="tactile" emma:mode="ink">
                <msink:context xmlns:msink="http://schemas.microsoft.com/ink/2010/main" type="inkWord" rotatedBoundingBox="13792,15302 14308,15270 14382,16454 13865,16486"/>
              </emma:interpretation>
              <emma:one-of disjunction-type="recognition" id="oneOf24">
                <emma:interpretation id="interp72" emma:lang="" emma:confidence="0.5">
                  <emma:literal>8</emma:literal>
                </emma:interpretation>
                <emma:interpretation id="interp73" emma:lang="" emma:confidence="0">
                  <emma:literal>.</emma:literal>
                </emma:interpretation>
                <emma:interpretation id="interp74" emma:lang="" emma:confidence="0">
                  <emma:literal>o</emma:literal>
                </emma:interpretation>
                <emma:interpretation id="interp75" emma:lang="" emma:confidence="0">
                  <emma:literal>D</emma:literal>
                </emma:interpretation>
                <emma:interpretation id="interp76" emma:lang="" emma:confidence="0">
                  <emma:literal>°</emma:literal>
                </emma:interpretation>
              </emma:one-of>
            </emma:emma>
          </inkml:annotationXML>
          <inkml:trace contextRef="#ctx0" brushRef="#br0" timeOffset="118075.4217">13107 14922 279 0,'0'0'417'0,"-11"-10"-3"15,11 10-1-15,0 0-6 0,0 0-17 0,-16-3-14 16,16 3-17-16,0 0-31 0,0 0-15 0,0 0-20 16,-6 30-14-16,7-15-10 0,6-1-14 0,1 4-16 0,3-1-19 15,0 4-15-15,2 2-14 0,3 2-4 0,5-2-10 16,5 8-6-16,-2-8-14 0,-3 2-5 0,4-5-15 15,6 9-5-15,-9-7-11 16,12 9 3-16,1-9 2 0,-4 4-24 0,-6-3-12 16,11 3-1-16,-19-9-15 0,17 12-4 0,-2-3-12 0,-13-4-10 15,-3-1 3-15,-1 0-9 0,-6-2-15 0,3 3 4 16,-6 3-5-16,-4 0-4 0,-4-7-23 0,-1 8-17 16,-2-2-29-16,-8-2-10 0,2 1-17 0,-2-1-20 0,-1-1-23 15,-6 3-18-15,4-5-8 0,-9-3-10 0,2 1-2 16,2 2 4-16,-1-5 4 0,-2-7 7 0,5 0 15 15,-2-2 9-15,0-5 14 0,21 0 12 0,-35-11 25 0,20 4 29 16,2-5 17-16,4 1 8 0,-1-1 28 0,0-6 16 16,7-1 10-16,-2 0 1 15,5-8 12-15,0-1 1 0,7-10 5 0,1 10 11 0,0-10 19 16,6-3 7-16,-1-3 13 0,2 2 25 0,4-2 7 16,-2-1 12-16,3-1 1 0,-6-2-11 0,7 0 11 15,-7 0-8-15,-4-4-8 0,1 6-14 0,-3 3-14 0,-1-2-10 16,-7-2-10-16,-7 8-78 0,1 0-15 0,-2 12 0 15,-2 1 0-15,-1-2 0 0,1 5 0 0,-1 8 0 16,0-3 0-16,0 3 0 0,-4 3 0 0,1 4 0 0,-5-1 0 16,3 4 0-1,-4-1 0-15,4 1 0 0,16 5 0 0,-35 5 0 16,17 1-217-16,-1-1-87 0,3 1-65 0,-3 4-66 0,-4 2-96 16,4 0-526-16,1-2-1143 0,-1 0 506 0</inkml:trace>
        </inkml:traceGroup>
      </inkml:traceGroup>
    </inkml:traceGroup>
  </inkml:traceGroup>
</inkml:ink>
</file>

<file path=ppt/ink/ink19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31T04:16:13.815"/>
    </inkml:context>
    <inkml:brush xml:id="br0">
      <inkml:brushProperty name="width" value="0.06667" units="cm"/>
      <inkml:brushProperty name="height" value="0.06667" units="cm"/>
      <inkml:brushProperty name="color" value="#FF0000"/>
    </inkml:brush>
  </inkml:definitions>
  <inkml:traceGroup>
    <inkml:annotationXML>
      <emma:emma xmlns:emma="http://www.w3.org/2003/04/emma" version="1.0">
        <emma:interpretation id="{1A1D5214-2E06-42F0-A307-0B1589F5FAAA}" emma:medium="tactile" emma:mode="ink">
          <msink:context xmlns:msink="http://schemas.microsoft.com/ink/2010/main" type="inkDrawing" rotatedBoundingBox="5663,6103 6581,10634 5836,10784 4918,6254" semanticType="verticalRange" shapeName="Other">
            <msink:sourceLink direction="with" ref="{C28687B1-7BC8-4C68-98F9-A919902CB7ED}"/>
            <msink:sourceLink direction="with" ref="{44D05855-2452-4DF1-9F5A-425BB902BEA9}"/>
            <msink:sourceLink direction="with" ref="{96352C9E-C65D-4803-ABC4-60E21A9C20FD}"/>
          </msink:context>
        </emma:interpretation>
      </emma:emma>
    </inkml:annotationXML>
    <inkml:trace contextRef="#ctx0" brushRef="#br0">4384 5782 360 0,'-2'-11'459'0,"-7"-1"-30"0,4-3-7 0,-1-1 5 0,3-1 1 16,3 1-5-16,-5 6-12 15,5 10-16-15,-5-18-22 0,3 10-18 0,2 8-25 16,-6-16-12-16,6 16-11 0,0 0-12 0,0-10-24 0,0 10-17 15,0 0-22-15,0 0-19 0,0 0-14 0,0 0-8 0,0 0-7 16,0 0-3-16,0 0 6 0,0 0 2 16,18 36 0-16,-7-10-20 0,-5 5-169 0,5 9 0 15,-1 6 0-15,-2 2 0 0,0 5 0 0,4 4 0 16,1 17 0-16,1 5 0 0,2 0 0 0,-4 2 0 0,-3 3 0 16,5 4 0-16,1-1 0 0,-1 2 0 0,-1 3 0 15,3-1 0-15,6 33 0 0,-5-37 0 0,1 0 0 16,-5-2 0-16,12 47 0 0,-6-45 0 0,0 5 0 15,10 37 0-15,-13-43 0 0,14 39 0 0,-14-41 0 16,2 7 0-16,7-1 0 0,-3-3 0 0,-1 3 0 0,0-4 0 16,-1 3 0-16,1 2 0 0,-3-6 0 0,-1-2 0 15,-3-3 0-15,1 6 0 16,1-2 0-16,-7-3 0 0,2-5 0 0,-4-20 0 0,-4 16 0 16,-5-17 0-16,9 1 0 0,-6-3 0 0,-2-1 0 15,2-9 0-15,2 2 0 0,-3-1 0 0,2 0 0 16,0-14 0-16,-6 8 0 0,4-12 0 0,0 5 0 15,0-16 0-15,0 4 0 0,0-1 0 0,-3-3 0 0,3-1 0 16,-1-1 0-16,1-13 0 0,-2 19 0 0,4-6 0 16,-2-13 0-16,0 15 0 0,0-15 0 0,0 13 0 0,0-13 0 15,0 13 0-15,0-13 0 0,0 0 0 0,1 13 0 16,-1-13 0-16,0 0 0 0,0 0 0 16,0 0 0-16,7 9 0 0,-7-9 0 0,0 0 0 0,0 0 0 15,0 0 0-15,0 0 0 0,0 0 0 0,0 0 0 16,0 0 0-16,-8 14 0 0,8-14 0 0,0 0 0 15,0 0 0-15,0 0 0 0,0 0 0 0,0 0 0 16,0 0 0-16,0 0 0 0,0 0 0 0,0 0 0 0,0 0 0 16,0 0 0-16,0 0 0 0,0 0 0 0,0 0 0 15,0 0 0-15,1 14 0 0,-1-14 0 0,0 0 0 16,21 5 0-16,-21-5 0 0,27 9 0 16,-6-6 0-16,-1 3 0 0,9-2 0 0,1 4 0 15,20-3 0-15,-1 2 0 0,5 1 0 0,7-7 0 16,1 0 0-16,17 6 0 0,-17-7 0 0,23-3 0 15,-28-1 0-15,0 3-443 0,-35-1-176 0</inkml:trace>
  </inkml:traceGroup>
</inkml:ink>
</file>

<file path=ppt/ink/ink19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31T04:14:42.310"/>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827DCDD5-7057-429C-AB67-E340CBB34B20}" emma:medium="tactile" emma:mode="ink">
          <msink:context xmlns:msink="http://schemas.microsoft.com/ink/2010/main" type="writingRegion" rotatedBoundingBox="18646,533 26559,702 26462,5203 18549,5034">
            <msink:destinationLink direction="with" ref="{E0A4FF89-CDC0-44F6-89E8-2A6AC516E949}"/>
            <msink:destinationLink direction="with" ref="{616956A7-408F-4D87-9633-6DB1DBBA2304}"/>
          </msink:context>
        </emma:interpretation>
      </emma:emma>
    </inkml:annotationXML>
    <inkml:traceGroup>
      <inkml:annotationXML>
        <emma:emma xmlns:emma="http://www.w3.org/2003/04/emma" version="1.0">
          <emma:interpretation id="{F3EDA9FA-E2D6-48BC-A90B-A9E0890A97FB}" emma:medium="tactile" emma:mode="ink">
            <msink:context xmlns:msink="http://schemas.microsoft.com/ink/2010/main" type="paragraph" rotatedBoundingBox="18645,537 26068,656 26047,1967 18624,1848" alignmentLevel="1"/>
          </emma:interpretation>
        </emma:emma>
      </inkml:annotationXML>
      <inkml:traceGroup>
        <inkml:annotationXML>
          <emma:emma xmlns:emma="http://www.w3.org/2003/04/emma" version="1.0">
            <emma:interpretation id="{E919730D-99B3-4B75-BA36-7814CD75E5D5}" emma:medium="tactile" emma:mode="ink">
              <msink:context xmlns:msink="http://schemas.microsoft.com/ink/2010/main" type="line" rotatedBoundingBox="18645,537 26068,656 26047,1967 18624,1848"/>
            </emma:interpretation>
          </emma:emma>
        </inkml:annotationXML>
        <inkml:traceGroup>
          <inkml:annotationXML>
            <emma:emma xmlns:emma="http://www.w3.org/2003/04/emma" version="1.0">
              <emma:interpretation id="{A8E9BBE8-2BB1-4D2A-9630-6CD7DF840D90}" emma:medium="tactile" emma:mode="ink">
                <msink:context xmlns:msink="http://schemas.microsoft.com/ink/2010/main" type="inkWord" rotatedBoundingBox="18645,537 20794,572 20776,1683 18627,1649"/>
              </emma:interpretation>
              <emma:one-of disjunction-type="recognition" id="oneOf0">
                <emma:interpretation id="interp0" emma:lang="" emma:confidence="0.5">
                  <emma:literal>5</emma:literal>
                </emma:interpretation>
                <emma:interpretation id="interp1" emma:lang="" emma:confidence="0">
                  <emma:literal>J</emma:literal>
                </emma:interpretation>
                <emma:interpretation id="interp2" emma:lang="" emma:confidence="0">
                  <emma:literal>5S</emma:literal>
                </emma:interpretation>
                <emma:interpretation id="interp3" emma:lang="" emma:confidence="0">
                  <emma:literal>5s</emma:literal>
                </emma:interpretation>
                <emma:interpretation id="interp4" emma:lang="" emma:confidence="0">
                  <emma:literal>so</emma:literal>
                </emma:interpretation>
              </emma:one-of>
            </emma:emma>
          </inkml:annotationXML>
          <inkml:trace contextRef="#ctx0" brushRef="#br0">19127 414 278 0,'0'0'293'16,"0"0"-26"-16,-22 6-27 0,22-6-2 0,-13 8-11 15,13-8-8-15,-10 15-11 0,4-6-19 0,6-9-10 0,-5 21-11 16,3-6-14-16,2 1-2 16,0-1 0-16,0 3-8 0,0-4-10 0,7 2-5 0,-6 2-10 15,6-2-4-15,-1-1-9 0,0 3-8 0,4-3-7 16,-3-1-6-16,4 0 4 0,3 1-14 0,1-1 4 0,-1 1-8 15,2 0 3-15,0-2-3 0,8-3-7 0,-1 6 2 16,1-6-2-16,-3 3-6 0,4-1-9 0,-2 2-5 0,1-2 1 16,-5-3-4-16,0-1-3 0,-1 3 0 15,-4 0-3-15,6-2-1 0,-6 1-6 16,1-3 0-16,1 4 3 0,-8-3-6 0,-2-1-3 16,-6-7-5-16,11 18 2 0,-8-12 2 0,-3-6-5 15,-1 21 2-15,1-21-5 0,-11 19-7 0,3-3 6 16,-4-6-3-16,0-2-9 0,-8 3 2 0,6 0-27 15,-7 1-29-15,5-5-38 0,-11 0-49 0,-2-2-60 0,0 2-54 0,-5-10-68 16,4 3-96-16,-1-1-211 16,-1-7-682-16,2-2 302 0</inkml:trace>
          <inkml:trace contextRef="#ctx0" brushRef="#br0" timeOffset="216.4063">19084 480 204 0,'0'0'294'16,"27"-9"-8"-16,-6 8-15 0,6-5-6 15,13-3-9-15,3 1-23 0,10 8-14 0,0-8-19 16,8 2-13-16,-1-1-15 0,25 0-18 0,-28-2-15 16,8 1-17-16,-9 1-28 0,0 3-33 0,-6 1-34 0,-4 3-35 15,-4 0-59-15,-8 0-40 0,-4 0-64 0,-12-1-87 16,-18 1-172-16,37 1-464 0,-26 2 206 0</inkml:trace>
          <inkml:trace contextRef="#ctx0" brushRef="#br0" timeOffset="-1964.4074">17922 49 257 0,'0'0'384'0,"0"0"-22"16,-10-4-24-16,10 4-24 0,0 0-16 0,0 0-14 16,0 0 9-16,0 0 2 0,0 0-8 0,0 0-4 15,69-3-15-15,-36 2-7 0,10-6-9 0,10 0-17 16,0-1-20-16,4 1-23 0,1-1-18 0,0 0-19 15,-5 5-20-15,-3-3-14 0,-4 1-28 0,2 0-30 16,-17 2-37-16,1-1-36 0,-8 1-41 0,-3 3-47 16,0-4-42-16,-21 4-33 0,27 0-30 0,-27 0-34 15,16 6-45-15,-16-6-56 0,0 0-338 0,21 5-732 0,-21-5 324 16</inkml:trace>
          <inkml:trace contextRef="#ctx0" brushRef="#br0" timeOffset="-379.4799">18426 639 195 0,'0'0'362'0,"-19"7"-13"0,19-7-7 0,-15 3 12 15,15-3-5-15,0 0-21 0,0 0-17 16,0 0-13-16,-14 5-28 0,14-5-8 0,0 0-8 16,0 0-11-16,0 0-20 0,0 0-21 0,0 0-20 15,61-13-22-15,-40 11-13 0,3-6-14 0,4 0-15 16,1 1-15-16,0 2-19 0,5-5-19 0,8 3-38 15,-12 2-43-15,-1 1-52 0,6-4-51 0,7 1-61 16,-13 1-66-16,0 0-78 0,-8 4-411 0,8-5-796 0,-9 2 352 16</inkml:trace>
        </inkml:traceGroup>
        <inkml:traceGroup>
          <inkml:annotationXML>
            <emma:emma xmlns:emma="http://www.w3.org/2003/04/emma" version="1.0">
              <emma:interpretation id="{9AAAEF5A-AB1F-4E69-80BF-AB1FDCBA5A9D}" emma:medium="tactile" emma:mode="ink">
                <msink:context xmlns:msink="http://schemas.microsoft.com/ink/2010/main" type="inkWord" rotatedBoundingBox="21907,642 26067,709 26047,1967 21887,1901"/>
              </emma:interpretation>
              <emma:one-of disjunction-type="recognition" id="oneOf1">
                <emma:interpretation id="interp5" emma:lang="" emma:confidence="0.5">
                  <emma:literal>12-18</emma:literal>
                </emma:interpretation>
                <emma:interpretation id="interp6" emma:lang="" emma:confidence="0">
                  <emma:literal>1218</emma:literal>
                </emma:interpretation>
                <emma:interpretation id="interp7" emma:lang="" emma:confidence="0">
                  <emma:literal>12-8</emma:literal>
                </emma:interpretation>
                <emma:interpretation id="interp8" emma:lang="" emma:confidence="0">
                  <emma:literal>-2-18</emma:literal>
                </emma:interpretation>
                <emma:interpretation id="interp9" emma:lang="" emma:confidence="0">
                  <emma:literal>12818</emma:literal>
                </emma:interpretation>
              </emma:one-of>
            </emma:emma>
          </inkml:annotationXML>
          <inkml:trace contextRef="#ctx0" brushRef="#br0" timeOffset="662.4558">21229 455 273 0,'0'0'457'0,"-10"-12"-3"0,10 12-19 15,-2-14-14-15,2 14-12 0,-1-10-23 0,1 10-28 16,0 0-31-16,0 0-33 0,-5-17-24 16,5 17-27-16,0 0-16 0,0 0-20 0,0 0-8 0,0 0 0 15,0 0 13-15,6 49 2 0,-7-26-9 0,1 3-9 16,-2 4-16-16,-1 10-20 0,3 1-14 0,0 1-15 0,-2-3-11 15,1 1-14-15,-4 5-12 0,3-7-12 0,1 3-9 16,-2-1-7-16,-1-11-28 0,4 3-18 0,-4-1-42 16,0-4-48-16,1-1-67 0,-3-1-80 0,4-6-71 0,-1-3-68 15,-2-2-64-15,4-3-75 16,1-11-372-16,-7 11-938 0,7-11 416 0</inkml:trace>
          <inkml:trace contextRef="#ctx0" brushRef="#br0" timeOffset="1302.405">21651 765 315 0,'-12'-6'325'0,"12"6"-18"0,0 0-8 16,-14-8-5-16,14 8-14 0,0 0-14 0,-14-11-10 0,14 11-5 15,-8-8-11-15,8 8-4 0,-2-11-14 0,2 11-25 16,-5-18-17-16,-1 7-13 0,6 11-2 0,-2-26-9 16,-4 13-7-16,4-1-13 0,2-4-13 0,0 5-6 0,0-5-10 15,2 1-9-15,2 0-8 16,0 0-10-16,7 3-8 0,-5-5 2 0,4 1-11 16,1 4-7-16,12-5-8 0,-6 4-6 0,3 4-2 0,-4 1-4 15,3 0-2-15,0-1-6 0,10 1-3 0,-5 2-4 16,3 0-2-16,-6 4 0 0,6 2-4 0,-7 2-3 15,-20 0-4-15,41 6 2 0,-13 0-2 0,-9-1-8 0,-1 3-2 16,-1 3 1-16,1 6-2 0,-2 2-8 0,0 2 8 16,-6 4 2-16,-6 2 0 15,1 1-5-15,-2 0 5 0,-6 14 0 0,2-2-1 0,-6 0-1 16,-4 3 3-16,0-6-4 0,-10 4 3 0,3 1 2 16,-6 0-8-16,-5-7 8 0,-1 1 1 0,-4 1 0 0,-3-3 1 15,7 0 0-15,-6-2 1 0,1-4 1 0,8-1-2 16,0-5 0-16,6-1-1 0,-2-4 0 0,6 2 0 15,-4-1 0-15,6-6 6 0,2-3-6 0,5 1 1 0,0-3 0 16,8-7-5-16,-12 10 9 0,12-10 1 0,-7 9 5 16,7-9 6-16,0 0 6 15,0 0-1-15,23 10 3 0,-23-10-1 0,33-2-4 0,-2 1 4 16,1 1-4-16,0-5-1 0,11-5 0 0,7 6-1 16,0-3 2-16,1 0 5 0,5 2 6 0,0-1 4 15,-1 0-1-15,-5 4-4 0,3-3-1 0,-5 2-4 16,-3 0-2-16,-12-2-1 0,12 10-3 0,-16-6-2 15,-8-3-3-15,-3 2 2 0,-1 2-9 16,-17 0 6-16,28-5-4 0,-28 5-1 0,19-3 1 0,-19 3-1 16,0 0-6-16,22-1 2 0,-22 1-7 0,0 0-14 15,0 0-29-15,0 0-30 0,0 0-54 0,0 0-60 0,21 0-54 0,-21 0-66 16,0 0-79-16,0 0-451 0,0 0-907 16,0 0 400-16</inkml:trace>
          <inkml:trace contextRef="#ctx0" brushRef="#br0" timeOffset="2198.435">23351 621 338 0,'0'0'503'16,"0"0"-21"-16,-24-3-35 0,24 3-27 0,0 0-10 0,-11-7-14 15,11 7-24-15,0 0-32 0,0 0-24 0,0 0-21 16,0 0-22-16,0 0-22 0,0 0-37 0,0 0-19 16,50-14-19-16,-25 11-21 0,1 1-17 15,6 0-14-15,-1-2-11 0,1 0-17 0,16-1-14 0,-14 1-26 16,7-2-36-16,-10 5-50 0,1 1-59 16,3-3-68-16,-3-3-53 0,12 0-46 0,-16 4-58 0,0 1-68 15,-1-6-414-15,-8 4-862 0,-1-5 382 0</inkml:trace>
          <inkml:trace contextRef="#ctx0" brushRef="#br0" timeOffset="2424.3984">24200 263 34 0,'-6'-22'411'0,"2"14"-18"16,4 8-22-16,-6-15-30 0,6 15-31 0,-5-10-33 15,5 10-10-15,0 0-12 0,0 0 2 0,0 0-14 16,0 0-6-16,0 0-13 0,35 27-27 0,-20-3-4 0,-1-4-5 15,-6 8-12-15,5 0-14 0,0 10-7 16,3 0-17-16,-8-9-15 0,-2 9-8 0,2 3-13 16,2 3-6-16,-2-6-14 0,-6 5-9 0,-1-2-8 15,-1-2-18-15,0-1-35 0,0-11-50 0,5-1-60 16,-10 0-68-16,5-3-58 0,-3 3-74 0,3-11-87 0,-5 0-338 16,5-4-782-16,0-11 345 0</inkml:trace>
          <inkml:trace contextRef="#ctx0" brushRef="#br0" timeOffset="3064.3873">24779 228 362 0,'-1'-14'407'0,"-4"0"-31"15,5 14-32-15,-3-12-23 0,3 12-31 0,-5-12-28 16,5 12-31-16,0 0-12 0,0 0-30 0,0 0-11 15,0 0-25-15,0 0-10 0,-32 26-2 0,27-10 2 16,-5 0-3-16,4 9-4 0,-1-6-2 0,6 3-8 16,-2 5-9-16,3-1-2 0,0 1-9 15,3 2-3-15,0-5-10 0,8 7 1 0,0-2-5 16,7 4-7-16,5 5 0 0,-6-13-10 0,10 6-4 16,7 2-10-16,0-1-7 0,0-3-3 0,1 1-1 15,5 1-11-15,-5-3-3 0,2-1-1 0,-2-1-4 0,-1 0-2 16,-10-7-4-16,10 7-2 0,-10-7-7 0,-5-3 1 15,-4-2-5-15,1-1-7 0,-3 0 6 0,-4 0-8 16,1 0 3-16,-7-5-5 0,-1 8-1 16,-2-1 0-16,-4 0 2 0,-4-5-1 0,-3 0-1 15,1 3 6-15,-9-1-8 0,-5-3 0 0,-2 2 0 0,-9-2-3 16,5 0 0-16,-4 1-6 0,-9 1-1 0,-1-7 0 0,1 6 0 16,1-8 4-16,-1 1-8 15,8-3 9-15,3-3 2 0,0 3 0 0,3-4 5 16,1 1 1-16,8-2-2 0,2 1 2 0,3-1-7 0,1-1 12 15,3-1 1-15,11 7 6 0,-15-16-6 0,14 5 9 16,1 11 1-16,1-22 3 0,4 5 2 0,2 0-2 16,1-2 3-16,8-4 10 0,-2-2-3 0,4-2 0 15,11-2 13-15,-4-2 1 0,11-2 0 0,4-3 18 16,1 0 19-16,0-1-5 0,5-1 2 0,13-10 11 0,-17 11 14 16,1-1-4-16,-6 2-5 0,2 0-10 0,-7-2-5 15,5-2-6-15,-11 9-7 0,-6-5-6 0,-4 10-1 16,-4 0-6-16,-9 0-6 0,-3 2-2 0,5 5-1 0,-10 1-1 15,2-1-9-15,-4 0 0 0,-4 3-2 0,-3 0-3 16,-1 2-4-16,-1 2-12 0,-10-2 4 0,9 6-3 16,-9 1 0-16,5-1-5 0,-8 0-11 15,-1 3-10-15,1 1-21 0,7 2-21 0,-6 2-34 16,1-3-57-16,27 3-41 0,-42 3-57 0,26-1-52 16,0 2-44-16,16-4-61 0,-27 5-65 0,11-2-381 0,16-3-918 15,-21 7 407-15</inkml:trace>
        </inkml:traceGroup>
      </inkml:traceGroup>
    </inkml:traceGroup>
    <inkml:traceGroup>
      <inkml:annotationXML>
        <emma:emma xmlns:emma="http://www.w3.org/2003/04/emma" version="1.0">
          <emma:interpretation id="{9AFE20F7-0D3A-44FF-8A35-525C40D692F8}" emma:medium="tactile" emma:mode="ink">
            <msink:context xmlns:msink="http://schemas.microsoft.com/ink/2010/main" type="paragraph" rotatedBoundingBox="18909,2307 26521,2470 26494,3705 18883,3542" alignmentLevel="1"/>
          </emma:interpretation>
        </emma:emma>
      </inkml:annotationXML>
      <inkml:traceGroup>
        <inkml:annotationXML>
          <emma:emma xmlns:emma="http://www.w3.org/2003/04/emma" version="1.0">
            <emma:interpretation id="{C952FFF6-18AE-41AF-9784-C3DD5D667119}" emma:medium="tactile" emma:mode="ink">
              <msink:context xmlns:msink="http://schemas.microsoft.com/ink/2010/main" type="inkBullet" rotatedBoundingBox="18901,2693 19575,2707 19573,2787 18899,2773"/>
            </emma:interpretation>
            <emma:one-of disjunction-type="recognition" id="oneOf2">
              <emma:interpretation id="interp10" emma:lang="" emma:confidence="0">
                <emma:literal>-</emma:literal>
              </emma:interpretation>
            </emma:one-of>
          </emma:emma>
        </inkml:annotationXML>
        <inkml:trace contextRef="#ctx0" brushRef="#br0" timeOffset="4666.4396">18211 2187 297 0,'0'0'384'0,"-21"0"-27"0,21 0-28 16,0 0-25-16,-22-6-1 15,22 6-16-15,0 0-9 0,0 0-4 0,0 0-8 0,0 0-21 16,0 0-25-16,61-15-22 0,-29 16-18 0,-2-5-18 0,20 0-14 15,-7 4-18-15,0-4-15 0,-9 4-9 0,11-4-29 16,-2 3-35-16,-7-1-36 16,10 1-28-16,-2-2-47 0,-12 1-40 0,0 0-46 15,-3-3-57-15,-12 3-62 0,4-2-82 0,-6 0-230 0,-15 4-633 16,22-4 280-16</inkml:trace>
      </inkml:traceGroup>
      <inkml:traceGroup>
        <inkml:annotationXML>
          <emma:emma xmlns:emma="http://www.w3.org/2003/04/emma" version="1.0">
            <emma:interpretation id="{73A0AEC6-0BF1-4A1C-B73A-1C9E46F26562}" emma:medium="tactile" emma:mode="ink">
              <msink:context xmlns:msink="http://schemas.microsoft.com/ink/2010/main" type="line" rotatedBoundingBox="19547,2320 26521,2470 26494,3705 19521,3555"/>
            </emma:interpretation>
          </emma:emma>
        </inkml:annotationXML>
        <inkml:traceGroup>
          <inkml:annotationXML>
            <emma:emma xmlns:emma="http://www.w3.org/2003/04/emma" version="1.0">
              <emma:interpretation id="{2710296A-0BCD-43A4-A2A1-1738E6313D73}" emma:medium="tactile" emma:mode="ink">
                <msink:context xmlns:msink="http://schemas.microsoft.com/ink/2010/main" type="inkWord" rotatedBoundingBox="19545,2423 20189,2437 20166,3517 19522,3503"/>
              </emma:interpretation>
              <emma:one-of disjunction-type="recognition" id="oneOf3">
                <emma:interpretation id="interp11" emma:lang="" emma:confidence="0.5">
                  <emma:literal>3</emma:literal>
                </emma:interpretation>
                <emma:interpretation id="interp12" emma:lang="" emma:confidence="0">
                  <emma:literal>z</emma:literal>
                </emma:interpretation>
                <emma:interpretation id="interp13" emma:lang="" emma:confidence="0">
                  <emma:literal>}</emma:literal>
                </emma:interpretation>
                <emma:interpretation id="interp14" emma:lang="" emma:confidence="0">
                  <emma:literal>Z</emma:literal>
                </emma:interpretation>
                <emma:interpretation id="interp15" emma:lang="" emma:confidence="0">
                  <emma:literal>.</emma:literal>
                </emma:interpretation>
              </emma:one-of>
            </emma:emma>
          </inkml:annotationXML>
          <inkml:trace contextRef="#ctx0" brushRef="#br0" timeOffset="5152.0786">18864 1985 313 0,'0'-18'364'0,"0"18"-36"0,5-21-31 16,1 13-31-16,4-6-18 0,1 4-17 15,3-2-3-15,2 1-30 0,7 1-21 0,-1-5 5 16,6 6-43-16,-1 3-10 0,2 2-17 0,0 0-8 0,-7 4-5 16,5 1-13-16,-4 3-9 0,-6-1-7 0,1 4-6 15,0 4-8-15,-1 2-4 0,-1 5-1 0,-4 1-1 16,-4 5-1-16,-2-5 5 0,-4 7-16 0,3 3-2 0,-10 2 2 15,-3-3-7-15,5 3-11 0,-9 6 7 0,-1-8-4 16,-1-2-5-16,0 8 4 0,-2-7-5 0,-1-3-1 16,0 0-6-16,-6-4 0 0,4 3 15 0,0-5-12 15,-7 0-4-15,5-2 0 0,4 0 0 0,2-2 3 16,4-6-6-16,-3 0 4 0,-2-1 0 0,16-8-1 16,-15 7 7-16,15-7 5 0,-13 4 24 0,13-4-16 0,0 0-1 15,0 0 5-15,0 0-2 0,0 0 6 0,0 0 2 16,0 0-7-16,0 0-1 15,36-21-3-15,-20 14-3 0,4-1 8 0,3-3-8 16,4 3-4-16,2-2-1 0,-2 6 3 0,-3-3-8 16,5 2-8-16,-3 3 4 0,3 4-2 0,0 0-1 15,-2 3-2-15,-9 4 1 0,9 4-11 0,-8-2 12 0,2 7-8 16,-3 1 2-16,-5-1 1 0,-1 2 0 0,-2 5 6 16,-4 2-1-16,-1-2-3 0,-2 2 4 0,-11-1-1 15,2 2-2-15,-2-4 3 0,-6 0 1 0,-6-1-3 16,3-1 3-16,-6 2-7 0,-3-3-1 0,-4 3 0 15,-10-2-4-15,3-4-18 0,8-7-12 0,-13 4-14 0,-1-8-9 16,1 1-16-16,12-4-25 0,-5-4-28 0,-7-7-32 16,11 5-51-16,1-4-52 0,4-5-62 15,-1-6-302-15,5-2-674 0,1-1 299 0</inkml:trace>
        </inkml:traceGroup>
        <inkml:traceGroup>
          <inkml:annotationXML>
            <emma:emma xmlns:emma="http://www.w3.org/2003/04/emma" version="1.0">
              <emma:interpretation id="{40A3F9FB-FC59-4BBB-A72D-5E557579AF26}" emma:medium="tactile" emma:mode="ink">
                <msink:context xmlns:msink="http://schemas.microsoft.com/ink/2010/main" type="inkWord" rotatedBoundingBox="21874,2370 22903,2392 22876,3627 21848,3605"/>
              </emma:interpretation>
              <emma:one-of disjunction-type="recognition" id="oneOf4">
                <emma:interpretation id="interp16" emma:lang="" emma:confidence="0.5">
                  <emma:literal>7</emma:literal>
                </emma:interpretation>
                <emma:interpretation id="interp17" emma:lang="" emma:confidence="0">
                  <emma:literal>F</emma:literal>
                </emma:interpretation>
                <emma:interpretation id="interp18" emma:lang="" emma:confidence="0">
                  <emma:literal>T</emma:literal>
                </emma:interpretation>
                <emma:interpretation id="interp19" emma:lang="" emma:confidence="0">
                  <emma:literal>I</emma:literal>
                </emma:interpretation>
                <emma:interpretation id="interp20" emma:lang="" emma:confidence="0">
                  <emma:literal>r</emma:literal>
                </emma:interpretation>
              </emma:one-of>
            </emma:emma>
          </inkml:annotationXML>
          <inkml:trace contextRef="#ctx0" brushRef="#br0" timeOffset="6058.1852">21168 1969 232 0,'-15'-4'381'0,"15"4"-21"0,0 0-20 16,-14-8 1-16,14 8-10 0,0 0-16 0,0 0-34 15,0 0-16-15,0 0-20 0,0 0-15 0,0 0-8 16,0 0-6-16,0 0-8 0,0 0-12 15,0 0-18-15,0 0-9 0,0 0-14 0,66 10-11 16,-46-10-15-16,8 0-10 0,-6 0-17 0,7-3-5 16,0 3-13-16,16-4-9 0,-13 1-3 0,3-2-9 15,9 1-7-15,2-3-3 0,-6 2-8 0,7-1-4 16,-15-2-3-16,3 6-4 0,-6-8-1 0,6 3-5 16,-6 0-5-16,-2 0 0 0,-7 1-3 0,1 0 1 15,4-1-5-15,-4 0-3 0,-6-1 1 0,-1 3-3 16,0-1 2-16,-14 6 11 0,21-15 7 0,-14 11 6 0,-7 4 6 15,14-8 11-15,-14 8-2 0,13-8 1 0,-13 8 1 16,0 0-1-16,10-7-2 0,-10 7 0 0,0 0-1 16,0 0-11-16,0 0 2 0,0 0 3 0,0 0-20 0,0 0 3 15,0 0-5-15,0 0 1 0,-4 35-3 16,0-17 1-16,-3 10-3 0,-1 0-1 0,-5 9-1 16,2 6 1-16,0 4 1 0,1 3 0 0,-3 3 0 15,1-1 8-15,0 0-1 0,-5 19 4 0,2 0-1 16,4-22 2-16,0 2-4 0,-2 1 0 0,3 2-8 15,-3-1 2-15,7-7-1 0,-8 1-4 0,1-2 1 16,3-5-8-16,-3-2-5 0,4-9 0 0,1 1-2 16,3-8-1-16,-2-4-25 0,1 1-25 0,4-3-22 0,-2-6-33 15,0-1-37-15,4-9-43 0,-11 11-49 16,11-11-45-16,-9 5-37 0,9-5-50 0,0 0-39 16,0 0-66-16,-28-31-298 0,20 16-833 0,-1-9 370 0</inkml:trace>
          <inkml:trace contextRef="#ctx0" brushRef="#br0" timeOffset="6324.3962">21445 2572 87 0,'-24'-4'330'0,"24"4"-18"16,-17-1-19-16,17 1-12 0,0 0-11 0,0 0-15 0,-21-3-14 16,21 3-7-16,0 0-3 0,0 0-26 0,0 0 4 15,0 0-21-15,64-4-13 0,-30-2 4 0,9 0 6 16,0 0 8-16,7-2 11 0,0 1 3 0,4-8-10 15,-7 7-20-15,2-6-17 0,1 5-16 0,-8 3-13 0,-8 1-11 16,9-4-15-16,-14 4-10 0,-2 3-11 0,-4-1-7 16,-7-2-8-16,0 0-8 0,-16 5-7 0,27-5-7 15,-27 5-12-15,14-1-11 0,-14 1-15 0,0 0-21 16,0 0-22-16,20-6-33 0,-20 6-39 0,0 0-39 16,0 0-45-16,0 0-45 0,0 0-55 0,0 0-69 15,0 0-380-15,0 0-800 0,0 0 355 0</inkml:trace>
        </inkml:traceGroup>
        <inkml:traceGroup>
          <inkml:annotationXML>
            <emma:emma xmlns:emma="http://www.w3.org/2003/04/emma" version="1.0">
              <emma:interpretation id="{2AB13687-66A6-4339-8DC8-291CC8E0766B}" emma:medium="tactile" emma:mode="ink">
                <msink:context xmlns:msink="http://schemas.microsoft.com/ink/2010/main" type="inkWord" rotatedBoundingBox="24449,2609 26517,2653 26499,3497 24431,3452"/>
              </emma:interpretation>
              <emma:one-of disjunction-type="recognition" id="oneOf5">
                <emma:interpretation id="interp21" emma:lang="" emma:confidence="0.5">
                  <emma:literal>-10</emma:literal>
                </emma:interpretation>
                <emma:interpretation id="interp22" emma:lang="" emma:confidence="0">
                  <emma:literal>110</emma:literal>
                </emma:interpretation>
                <emma:interpretation id="interp23" emma:lang="" emma:confidence="0">
                  <emma:literal>10</emma:literal>
                </emma:interpretation>
                <emma:interpretation id="interp24" emma:lang="" emma:confidence="0">
                  <emma:literal>to</emma:literal>
                </emma:interpretation>
                <emma:interpretation id="interp25" emma:lang="" emma:confidence="0">
                  <emma:literal>010</emma:literal>
                </emma:interpretation>
              </emma:one-of>
            </emma:emma>
          </inkml:annotationXML>
          <inkml:trace contextRef="#ctx0" brushRef="#br0" timeOffset="7395.4025">23759 2542 127 0,'0'0'486'0,"0"0"-10"0,-29-3-15 16,29 3-26-16,0 0-33 0,-23-4-20 0,23 4-9 16,0 0-21-16,0 0-28 0,0 0-23 15,0 0-25-15,0 0-25 0,0 0-25 0,57-13-23 16,-33 13-20-16,0 0-18 0,8-3-15 0,11-1-17 16,4-3-13-16,-4 5-15 0,-1-3-12 0,1 4-16 0,-3-6-25 15,7-4-23-15,-4 7-32 0,-13-2-38 16,4-3-42-16,0 5-39 0,4-7-40 0,-9-1-48 0,0 3-40 0,-6 0-50 15,4-1-49-15,-8 3-63 0,-3-3-297 16,-1 4-767-16,-3-2 340 0</inkml:trace>
          <inkml:trace contextRef="#ctx0" brushRef="#br0" timeOffset="7596.4163">24643 2142 359 0,'-2'-17'395'0,"2"17"-8"0,-5-15-18 0,5 15-26 15,-1-10-18-15,1 10-26 0,0 0-16 0,0 0-20 16,0 0-20-16,0 0-10 16,0 0 1-16,0 0-7 0,0 0-15 0,16 41-2 0,-10-15-14 15,1 0-13-15,1 2-8 0,-2 14-14 0,2 2-18 16,-3-8-13-16,1 6-12 0,-2-1-13 0,-1-4-10 16,2 8-12-16,-2 0-7 0,-2 0-11 0,-2-4-33 15,1 1-37-15,-3-1-53 0,3-11-57 0,0-3-74 16,-4 2-90-16,-2-6-94 0,1-1-115 0,4-6-252 15,-3-6-801-15,1-2 355 0</inkml:trace>
          <inkml:trace contextRef="#ctx0" brushRef="#br0" timeOffset="8074.3775">25291 2135 341 0,'0'0'363'0,"0"0"-26"0,0 0-13 0,0 0-23 15,6 32 12-15,-12-16-1 0,0 1-13 16,2 2-13-16,-5 4-7 0,1 4-20 0,1 1-16 16,-1-4-19-16,2 6-14 0,-2-1-24 15,1 8-15-15,-1-10-15 0,2 1-15 0,6 0-11 0,-6-1-14 16,2-5-11-16,3 1-8 0,-3-4-14 0,8 0-10 0,-3-2-5 15,3 2 0-15,-1-3-5 0,3 1-3 0,2 0-6 0,2-6 1 16,1 1-1-16,5 0-3 0,0-2 2 0,-1-3-2 16,10 4-5-16,-7-10-1 15,9 4-5-15,-4-3 1 0,2-2-4 0,3-2-1 16,0 0-4-16,3-5-1 0,-9-3 0 0,7 1 9 16,-1 1 1-16,-4-7 4 0,3 1 3 0,-5-9 8 15,4 6 5-15,-5-4 10 0,-5 2 1 0,3 0 2 0,-1-3-2 16,-5-4-11-16,-5 0 9 0,-8-4-7 0,6-12-1 15,-6 1-14-15,0 11 0 0,-3-14-5 0,-7 1 6 16,-6 6-9-16,3 5 2 0,-1 6-7 0,-10-6-2 16,3 10-3-16,0-1-3 0,-1 5-4 0,-6 6-6 15,4-2-6-15,7 7 4 0,-4-2-4 0,0 5-17 16,2 4-32-16,19 0-24 0,-45 3-27 0,19 6-50 0,0-2-63 16,6 0-46-16,2 3-65 0,-5 3-52 0,-1 5-61 15,8-5-98-15,-3-3-337 0,-2 7-931 0,5-7 412 16</inkml:trace>
        </inkml:traceGroup>
      </inkml:traceGroup>
    </inkml:traceGroup>
    <inkml:traceGroup>
      <inkml:annotationXML>
        <emma:emma xmlns:emma="http://www.w3.org/2003/04/emma" version="1.0">
          <emma:interpretation id="{FF96DA05-D014-4A4F-8A9D-090246A78B40}" emma:medium="tactile" emma:mode="ink">
            <msink:context xmlns:msink="http://schemas.microsoft.com/ink/2010/main" type="paragraph" rotatedBoundingBox="19555,4108 26229,4342 26198,5206 19525,4973" alignmentLevel="2"/>
          </emma:interpretation>
        </emma:emma>
      </inkml:annotationXML>
      <inkml:traceGroup>
        <inkml:annotationXML>
          <emma:emma xmlns:emma="http://www.w3.org/2003/04/emma" version="1.0">
            <emma:interpretation id="{CCBA9503-8CB6-4412-BC09-3503CCC56B77}" emma:medium="tactile" emma:mode="ink">
              <msink:context xmlns:msink="http://schemas.microsoft.com/ink/2010/main" type="line" rotatedBoundingBox="19555,4108 26229,4342 26198,5206 19525,4973"/>
            </emma:interpretation>
          </emma:emma>
        </inkml:annotationXML>
        <inkml:traceGroup>
          <inkml:annotationXML>
            <emma:emma xmlns:emma="http://www.w3.org/2003/04/emma" version="1.0">
              <emma:interpretation id="{3F5BC26E-FEED-4AF2-9863-E034082D53C5}" emma:medium="tactile" emma:mode="ink">
                <msink:context xmlns:msink="http://schemas.microsoft.com/ink/2010/main" type="inkWord" rotatedBoundingBox="19549,4289 19726,4295 19702,4979 19525,4973"/>
              </emma:interpretation>
              <emma:one-of disjunction-type="recognition" id="oneOf6">
                <emma:interpretation id="interp26" emma:lang="" emma:confidence="0.5">
                  <emma:literal>.</emma:literal>
                </emma:interpretation>
                <emma:interpretation id="interp27" emma:lang="" emma:confidence="0">
                  <emma:literal>,</emma:literal>
                </emma:interpretation>
                <emma:interpretation id="interp28" emma:lang="" emma:confidence="0">
                  <emma:literal>'</emma:literal>
                </emma:interpretation>
                <emma:interpretation id="interp29" emma:lang="" emma:confidence="0">
                  <emma:literal>:</emma:literal>
                </emma:interpretation>
                <emma:interpretation id="interp30" emma:lang="" emma:confidence="0">
                  <emma:literal>I</emma:literal>
                </emma:interpretation>
              </emma:one-of>
            </emma:emma>
          </inkml:annotationXML>
          <inkml:trace contextRef="#ctx0" brushRef="#br0" timeOffset="9680.4129">18991 3803 4644 0,'-50'-18'257'16,"34"10"-160"-16,-7-7 18 0,6 7 24 0,1 1 39 15,6 3-7-15,-1-7-13 0,11 11-2 0,-15-11 8 0,15 11 17 16,-9-11-14-16,9 11-6 0,-7-8-9 0,7 8-8 0,0 0-14 16,0 0-9-16,0 0-14 0,0 0 1 15,0 0 10-15,0 0-17 0,0 0-1 0,16 49-5 0,-14-26-5 16,3 6-7-16,1 9-6 0,2 0-3 0,-3 1-4 15,0 0-37-15,-2-8-33 0,0 1 0 0,0 12 0 16,-1-4 0-16,-2-7 0 0,0-3 0 0,-5-1 0 16,8-2 0-16,-1 3 0 0,-4-6 0 0,4 2 0 15,-2-11 0-15,2 3 0 0,-2-5-197 0,0-2-106 0,0-11-73 16,0 18-76-16,0-18-79 16,1 11-525-16,-1-11-1143 0,0 0 506 0</inkml:trace>
        </inkml:traceGroup>
        <inkml:traceGroup>
          <inkml:annotationXML>
            <emma:emma xmlns:emma="http://www.w3.org/2003/04/emma" version="1.0">
              <emma:interpretation id="{85123AA8-8627-418C-8AFE-99D70CE697BD}" emma:medium="tactile" emma:mode="ink">
                <msink:context xmlns:msink="http://schemas.microsoft.com/ink/2010/main" type="inkWord" rotatedBoundingBox="21455,4190 23451,4260 23427,4966 21430,4896"/>
              </emma:interpretation>
              <emma:one-of disjunction-type="recognition" id="oneOf7">
                <emma:interpretation id="interp31" emma:lang="" emma:confidence="0.5">
                  <emma:literal>-2</emma:literal>
                </emma:interpretation>
                <emma:interpretation id="interp32" emma:lang="" emma:confidence="0">
                  <emma:literal>2</emma:literal>
                </emma:interpretation>
                <emma:interpretation id="interp33" emma:lang="" emma:confidence="0">
                  <emma:literal>22</emma:literal>
                </emma:interpretation>
                <emma:interpretation id="interp34" emma:lang="" emma:confidence="0">
                  <emma:literal>-24</emma:literal>
                </emma:interpretation>
                <emma:interpretation id="interp35" emma:lang="" emma:confidence="0">
                  <emma:literal>-Z</emma:literal>
                </emma:interpretation>
              </emma:one-of>
            </emma:emma>
          </inkml:annotationXML>
          <inkml:trace contextRef="#ctx0" brushRef="#br0" timeOffset="10049.2552">20762 3933 354 0,'-24'0'507'0,"24"0"-25"15,0 0-42-15,-26 3-33 0,26-3-31 0,0 0-15 16,0 0-16-16,0 0-28 0,0 0-31 0,0 0-27 0,0 0-18 0,0 0-30 15,0 0-20-15,0 0-18 0,0 0-19 16,56-17-13-16,-35 17-14 0,8-1-17 0,0 0-14 0,6-4-23 16,-3 2-35-16,0-5-38 0,2 6-38 15,-2 2-50-15,3-6-51 0,-1 5-59 0,-5-1-63 16,0 2-76-16,5 0-105 0,-7 0-256 0,-8-5-756 16,2-1 334-16</inkml:trace>
          <inkml:trace contextRef="#ctx0" brushRef="#br0" timeOffset="10626.3987">21530 3799 264 0,'0'0'428'16,"0"0"-23"-16,-9-13-41 0,9 13-38 0,-4-12-21 15,4 12-7-15,0 0 1 0,0 0-12 0,15-22-19 0,-7 15-23 16,2 0-21-16,-10 7-15 0,24-14-15 15,-12 7-5-15,-2-4-5 0,-2 3-13 0,3 1-8 0,2-1-11 16,-2-1-12-16,2 2-14 0,6 0-14 0,-2 4-10 0,-17 3-12 16,30-7-9-16,-9 5-6 0,-3-5-8 0,-18 7-7 15,32 0-5-15,-12 4-3 0,-3-1-12 0,0 6-2 16,-1-1-6-16,-1 5-1 0,-1 2-6 0,-3 4-1 16,1 1-4-16,-6 3 0 0,5 2-2 15,-9 0-4-15,-1 3-4 0,-2 2 2 0,-4 0-3 0,-1 1-7 16,-9 6-1-16,4-10-3 0,-12 13 2 0,-1-6-2 15,-5-4-1-15,7-6-3 0,-13 4 9 0,-1-1-5 0,14-4-2 16,-5-8 1-16,-2 4 2 0,5-3 1 0,-8-2-3 16,11-2 9-16,-2 3-6 0,6-4 0 0,-1-1 1 15,4-3 0-15,2-3-1 0,12-4-2 0,-14 13 2 16,14-13 3-16,-13 6-1 0,13-6 3 0,0 0 3 16,0 0 2-16,0 0 5 0,0 0 2 0,0 0 1 15,0 0 2-15,0 0 0 0,0 0 1 0,0 0 4 0,59-12 5 16,-38 5 1-16,7 3 9 15,2 1 2-15,13-2 8 0,-1-2 4 0,0 0 10 16,8 3 20-16,1-3 12 0,3-1 24 0,6 2 27 16,2 3 8-16,-2-4-4 0,22 1-8 0,-21 3-16 15,-7 0-6-15,2-2-14 0,-6 0-12 0,-3 5-8 0,-4-4-18 16,-8 4-69-16,-3-2 0 0,-6 1 0 0,-5-4 0 16,-2 4 0-16,-19 1 0 0,30-5 0 0,-30 5 0 15,21-3 0-15,-21 3 0 0,0 0 0 0,23 0 0 16,-23 0 0-16,0 0 0 0,0 0 0 0,21-2 0 15,-21 2 0-15,0 0-211 0,0 0-96 0,0 0-67 0,0 0-61 16,0 0-66-16,20 5-89 0,-20-5-373 16,0 0-1042-16,0 0 462 0</inkml:trace>
        </inkml:traceGroup>
        <inkml:traceGroup>
          <inkml:annotationXML>
            <emma:emma xmlns:emma="http://www.w3.org/2003/04/emma" version="1.0">
              <emma:interpretation id="{4BB6D6BC-B2F8-48C4-B1A8-8253FF320738}" emma:medium="tactile" emma:mode="ink">
                <msink:context xmlns:msink="http://schemas.microsoft.com/ink/2010/main" type="inkWord" rotatedBoundingBox="25451,4314 26229,4342 26198,5204 25421,5176"/>
              </emma:interpretation>
              <emma:one-of disjunction-type="recognition" id="oneOf8">
                <emma:interpretation id="interp36" emma:lang="" emma:confidence="0.5">
                  <emma:literal>3</emma:literal>
                </emma:interpretation>
                <emma:interpretation id="interp37" emma:lang="" emma:confidence="0">
                  <emma:literal>,</emma:literal>
                </emma:interpretation>
                <emma:interpretation id="interp38" emma:lang="" emma:confidence="0">
                  <emma:literal>.</emma:literal>
                </emma:interpretation>
                <emma:interpretation id="interp39" emma:lang="" emma:confidence="0">
                  <emma:literal>S</emma:literal>
                </emma:interpretation>
                <emma:interpretation id="interp40" emma:lang="" emma:confidence="0">
                  <emma:literal>b</emma:literal>
                </emma:interpretation>
              </emma:one-of>
            </emma:emma>
          </inkml:annotationXML>
          <inkml:trace contextRef="#ctx0" brushRef="#br0" timeOffset="12012.3972">24928 3826 69 0,'0'0'412'16,"-12"-15"-34"-16,12 15-40 0,3-15-35 0,-3 15-26 16,9-19-19-16,6 13-15 0,-1-5-7 15,5 3-21-15,2 3-16 0,0 1-26 0,2 4-15 0,4-3-13 16,-5 6-20-16,-1-1-7 0,2 3-11 16,1-1-22-16,-3 3 9 0,-7 5-6 0,1 0-10 0,-1 3-8 15,-1 0-1-15,-2 8-7 0,-8-4-2 0,-3-2-7 0,7 8-4 16,-14-1 1-16,-1-2-2 0,-5 4-13 15,-1-6 4-15,-4 0-9 0,1 2-1 0,-6 0-1 0,1-4-7 16,-4-2 7-16,4-1-4 0,1-1-2 0,-2-2 0 16,6-1 0-16,-3-3-10 0,1 0-2 15,9 3 7-15,-2-8-3 0,12-3-5 0,-16 8 10 16,16-8 19-16,0 0 11 0,-15 5 11 0,15-5-7 16,0 0-5-16,0 0 1 0,0 0-6 0,0 0-8 15,0 0-7-15,0 0 4 0,0 0 0 0,39-27-12 16,-20 21 3-16,-3 3-6 0,5-3-1 0,1 1 4 15,-1 3 1-15,8-3-8 0,-2 4-1 0,7 6-6 0,-2-1-1 16,0 2 3-16,0 2-2 0,-3 8-1 0,3-2-2 0,-5 1-3 16,2 4 0-16,-3-1 5 0,-7 1-4 0,-3 5 1 15,-3-3-7-15,0 3 6 16,-5-3 2-16,-6-1 0 0,2 1 2 0,-7-2 1 16,0 4 1-16,-8 3-3 0,3-11-2 0,-7 4 4 0,-2 1 2 15,-9-2-5-15,4-3-6 0,-7 0 5 0,-2-2 1 16,-1-4-2-16,-14 3-11 0,-3-5-17 0,1-3-21 0,-3 0-25 15,3-5-28-15,-2-2-29 0,0-3-35 0,7-1-36 16,-2-6-46-16,11 2-55 0,6-3-70 0,-8-6-289 16,11 1-714-16,-7-9 316 0</inkml:trace>
        </inkml:traceGroup>
      </inkml:traceGroup>
    </inkml:traceGroup>
  </inkml:traceGroup>
</inkml:ink>
</file>

<file path=ppt/ink/ink19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31T04:15:42.662"/>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F1270603-2B1A-401F-93A7-7FCA2138CE9F}" emma:medium="tactile" emma:mode="ink">
          <msink:context xmlns:msink="http://schemas.microsoft.com/ink/2010/main" type="writingRegion" rotatedBoundingBox="3339,12128 6429,12128 6429,16526 3339,16526">
            <msink:destinationLink direction="with" ref="{138F87D5-5BFE-4285-B1AD-65BB2BDAB47F}"/>
          </msink:context>
        </emma:interpretation>
      </emma:emma>
    </inkml:annotationXML>
    <inkml:traceGroup>
      <inkml:annotationXML>
        <emma:emma xmlns:emma="http://www.w3.org/2003/04/emma" version="1.0">
          <emma:interpretation id="{49EA979E-24BE-4008-8C49-0FC4167CA1D8}" emma:medium="tactile" emma:mode="ink">
            <msink:context xmlns:msink="http://schemas.microsoft.com/ink/2010/main" type="paragraph" rotatedBoundingBox="3339,12128 6429,12128 6429,16526 3339,16526" alignmentLevel="1"/>
          </emma:interpretation>
        </emma:emma>
      </inkml:annotationXML>
      <inkml:traceGroup>
        <inkml:annotationXML>
          <emma:emma xmlns:emma="http://www.w3.org/2003/04/emma" version="1.0">
            <emma:interpretation id="{52700976-0C06-41F5-8F71-F0C8F0754039}" emma:medium="tactile" emma:mode="ink">
              <msink:context xmlns:msink="http://schemas.microsoft.com/ink/2010/main" type="line" rotatedBoundingBox="3339,12128 6429,12128 6429,16526 3339,16526"/>
            </emma:interpretation>
          </emma:emma>
        </inkml:annotationXML>
        <inkml:traceGroup>
          <inkml:annotationXML>
            <emma:emma xmlns:emma="http://www.w3.org/2003/04/emma" version="1.0">
              <emma:interpretation id="{02B651DA-C659-47C3-BD9D-210F11E91C02}" emma:medium="tactile" emma:mode="ink">
                <msink:context xmlns:msink="http://schemas.microsoft.com/ink/2010/main" type="inkWord" rotatedBoundingBox="3339,12128 6429,12128 6429,16526 3339,16526"/>
              </emma:interpretation>
              <emma:one-of disjunction-type="recognition" id="oneOf0">
                <emma:interpretation id="interp0" emma:lang="" emma:confidence="1">
                  <emma:literal/>
                </emma:interpretation>
              </emma:one-of>
            </emma:emma>
          </inkml:annotationXML>
          <inkml:trace contextRef="#ctx0" brushRef="#br0">4433 11687 9 0,'0'0'362'0,"-13"-18"-9"0,6 9 0 0,-1-1-4 16,2-1 0-16,-1-1-2 0,-1 2-3 0,2-2-5 15,-2 4-11-15,2-3-15 0,6 11-4 16,-4-16-14-16,4 16-12 0,-1-15-16 0,1 15-26 0,0 0-18 15,-7-14-21-15,7 14-13 0,0 0-10 0,0 0-19 16,0 0-7-16,0 0-4 0,0 0-8 16,18 59 1-16,-10-28-2 0,5 5 7 0,0 11 17 0,1 0-3 15,1-1 11-15,5 25-4 0,1-3-4 0,-3 7 8 0,-4 1 4 16,-1 2-1-16,2 3-2 0,-3 7-173 0,-2 1 0 0,3 38 0 16,-5-40 0-16,-3 3 0 15,-4 44 0-15,-2-11 0 0,1-38 0 16,-7 6 0-16,3 40 0 0,2-3 0 0,0-42 0 0,-4 41 0 15,1-36 0-15,3 36 0 0,-2-41 0 0,2 5 0 16,-6 1 0-16,10 1 0 0,6-1 0 0,-8-3 0 0,4-5 0 16,1 3 0-16,-1 0 0 0,4-5 0 15,-2 0 0-15,0-7 0 0,1-2 0 0,6 1 0 16,-7-21 0-16,-3 5 0 0,4-8 0 0,1 4 0 0,-2-7 0 0,-6-2 0 16,8-3 0-16,0-4 0 0,2-9 0 0,-2 2 0 15,-2-5 0-15,4 1 0 0,-5-11 0 16,-2 9 0-16,3-6 0 0,2 0 0 0,-1-3 0 0,-1 1 0 15,2 6 0-15,-3-11 0 0,-2-3 0 16,0 3 0-16,-1 1 0 0,-2-13 0 0,3 19 0 0,2-12 0 16,-5 4 0-16,2 3 0 0,-2-14 0 0,0 19 0 15,0-11 0-15,0-8 0 0,-4 22 0 0,1-11 0 16,3-11 0-16,-1 14 0 0,1-14 0 0,-7 16 0 16,7-16 0-16,-6 16 0 0,4-7 0 15,2-9 0-15,-6 9 0 0,6-9 0 0,-7 14 0 16,7-14 0-16,0 0 0 0,-4 13 0 0,4-13 0 0,0 0 0 15,0 0 0-15,0 0 0 0,-5 9 0 0,5-9 0 16,0 0 0-16,0 0 0 0,0 0 0 0,0 0 0 0,0 0 0 16,0 0 0-16,0 0 0 0,0 0 0 0,0 0 0 15,0 0 0-15,48-6 0 0,-48 6 0 0,32-4 0 16,-14 2 0-16,7-3 0 0,9 5 0 0,0 0 0 16,11 0 0-16,3 0 0 0,3 0 0 0,5 0 0 15,2 3 0-15,1 1 0 0,4-4 0 16,22-4 0-16,-27 6-244 0,1-4-346 0,0-3-49 15,-6-4-481-15,5 4-1213 0,-8-6 537 0</inkml:trace>
          <inkml:trace contextRef="#ctx0" brushRef="#br0" timeOffset="-1198.1262">2618 12156 253 0,'0'0'426'0,"-11"11"-26"0,11-11-6 0,0 0-12 15,0 0-19-15,21 13-25 0,-21-13-22 0,30 2-24 16,-3-1-30-16,5-1-25 0,1 0-29 0,13 0-25 15,2-4-20-15,12-4-26 0,-7 4-26 0,-4 4-21 16,7-6-23-16,-4 6-32 0,-1-1-32 0,4-3-33 0,-7-3-33 16,-3 7-34-16,0-1-41 0,-10-2-50 0,-1 2-71 15,-5 1-111-15,-1-2-217 0,1 2-633 0,-8 0 280 16</inkml:trace>
          <inkml:trace contextRef="#ctx0" brushRef="#br0" timeOffset="-1407.0641">2748 11724 55 0,'0'0'385'0,"0"0"-26"0,-21 5-9 0,21-5-16 16,0 0 2-16,0 0-6 0,0 0-10 0,0 0-13 15,-19 3-12-15,19-3-3 0,0 0-1 0,0 0-16 0,0 0-2 16,46 11-20-16,-28-9-16 0,9 4-16 16,17 0-23-16,-11-2-19 0,12-1-15 0,5-1-20 0,1 1-16 15,-3-3-15-15,7 0-18 0,-2 0-22 16,1-3-42-16,-2 6-48 0,-7-3-49 0,-2-5-55 16,4 3-52-16,-19-2-63 0,-7 4-74 0,-5-3-87 0,-16 3-390 15,21-4-852-15,-21 4 378 16</inkml:trace>
        </inkml:traceGroup>
      </inkml:traceGroup>
    </inkml:traceGroup>
  </inkml:traceGroup>
</inkml:ink>
</file>

<file path=ppt/ink/ink19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31T04:16:29.388"/>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268C4F4A-830E-4E8A-B393-8759EE7BA419}" emma:medium="tactile" emma:mode="ink">
          <msink:context xmlns:msink="http://schemas.microsoft.com/ink/2010/main" type="inkDrawing" rotatedBoundingBox="15672,11023 16692,16782 14614,17150 13595,11391" semanticType="verticalRange" shapeName="Other">
            <msink:sourceLink direction="with" ref="{DD7193BB-73E6-408A-8F7F-AE27219201A9}"/>
            <msink:sourceLink direction="with" ref="{5F2F8895-E729-43BF-83BB-6ABE2E0A8C98}"/>
            <msink:sourceLink direction="with" ref="{322B2DEA-46F5-444C-B935-2CE7B10A4667}"/>
          </msink:context>
        </emma:interpretation>
      </emma:emma>
    </inkml:annotationXML>
    <inkml:trace contextRef="#ctx0" brushRef="#br0">-14 91 226 0,'-25'4'440'0,"14"4"-26"15,11-8-16-15,0 0-29 0,-16 3-26 0,16-3-14 0,0 0 1 16,0 0-6-16,0 0-5 0,0 0-27 0,0 0-25 16,0 0-26-16,68-11-20 15,-28 1-20-15,5 2-12 0,4-8-18 0,1 6-10 0,-2-1-19 16,2 3-6-16,-4-1-19 0,3 1-6 0,-4-1-13 16,3 8-8-16,-5-5-9 0,-9 6-4 0,-1 2-9 15,-4 2-4-15,2-1-2 0,-1 4 2 0,-1 5 2 16,-3 2 3-16,1 5 6 0,-3 12 6 0,7 0 2 0,-7 10 14 0,-2 1 9 15,-1 13 16-15,8 20 10 0,0 5 18 0,-7-2 13 16,1 12-8-16,14 38 19 16,-9-4 9-16,-4 3-2 0,-1-37-172 0,11 42-9 0,3 7 0 15,-1-5 0-15,1 11 0 0,10-1 0 16,-4 4 0-16,0 1 0 0,2 8 0 0,2-9 0 0,-1-1 0 0,-4 3 0 16,0-2 0-16,0 0 0 0,-6-5 0 15,-7 3 0-15,-5-8 0 0,5 0 0 0,-5-7 0 16,-6-5 0-16,-12-32 0 0,7 37 0 0,-3-43 0 0,-2 4 0 15,3 34 0-15,-3-38 0 0,-1 3 0 0,1-5 0 0,0 0 0 16,-2-5 0-16,0 0 0 0,-4-3 0 16,6-25 0-16,-1 19 0 0,-3-24 0 0,-2 0 0 15,6-2 0-15,-5-2 0 0,0-5 0 16,-3-9 0-16,5-6 0 0,-3-4 0 0,-4 3 0 0,2-8 0 16,2 3 0-16,-2-5 0 0,0 1 0 0,0-14 0 0,0 18 0 15,0-18 0-15,-2 12 0 0,2-12 0 16,0 0 0-16,-3 15 0 0,3-15 0 0,0 0 0 15,-3 16 0-15,3-16 0 0,-5 12 0 0,5-12 0 16,-14 15 0-16,5-9 0 0,0 1 0 0,-4 1 0 0,-3 4 0 16,-10 1 0-16,-3 2 0 0,-9 5 0 15,-9 5 0-15,-6-5 0 0,-30 12 0 0,-8-4 0 0,-4 4 0 16,-54 11 0-16,0 1 0 0,-1 1 0 0,8-13 0 16,2-2 0-16,44-10 0 0,1 5 0 0,5-12 0 15,5 0 0-15,3-5 0 0,26-5-1366 0,-6-7-1478 16,9-7 654-16</inkml:trace>
  </inkml:traceGroup>
</inkml:ink>
</file>

<file path=ppt/ink/ink19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31T04:16:41.184"/>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48C52823-7831-4748-BEF4-4FEE2A66DF0B}" emma:medium="tactile" emma:mode="ink">
          <msink:context xmlns:msink="http://schemas.microsoft.com/ink/2010/main" type="writingRegion" rotatedBoundingBox="17666,12393 26118,11978 26320,16091 17867,16506"/>
        </emma:interpretation>
      </emma:emma>
    </inkml:annotationXML>
    <inkml:traceGroup>
      <inkml:annotationXML>
        <emma:emma xmlns:emma="http://www.w3.org/2003/04/emma" version="1.0">
          <emma:interpretation id="{9435AAFF-77F1-4455-BD31-4FFE242A80FE}" emma:medium="tactile" emma:mode="ink">
            <msink:context xmlns:msink="http://schemas.microsoft.com/ink/2010/main" type="paragraph" rotatedBoundingBox="17852,12346 25937,12491 25907,14197 17821,14052" alignmentLevel="1"/>
          </emma:interpretation>
        </emma:emma>
      </inkml:annotationXML>
      <inkml:traceGroup>
        <inkml:annotationXML>
          <emma:emma xmlns:emma="http://www.w3.org/2003/04/emma" version="1.0">
            <emma:interpretation id="{847BE94D-6A99-409C-BEE9-1C8474F89966}" emma:medium="tactile" emma:mode="ink">
              <msink:context xmlns:msink="http://schemas.microsoft.com/ink/2010/main" type="line" rotatedBoundingBox="17852,12346 25937,12491 25907,14197 17821,14052"/>
            </emma:interpretation>
          </emma:emma>
        </inkml:annotationXML>
        <inkml:traceGroup>
          <inkml:annotationXML>
            <emma:emma xmlns:emma="http://www.w3.org/2003/04/emma" version="1.0">
              <emma:interpretation id="{9CA7953C-F4C7-41F8-B0EF-6D726CBDEFFD}" emma:medium="tactile" emma:mode="ink">
                <msink:context xmlns:msink="http://schemas.microsoft.com/ink/2010/main" type="inkWord" rotatedBoundingBox="17852,12352 20884,12406 20857,13904 17825,13850"/>
              </emma:interpretation>
              <emma:one-of disjunction-type="recognition" id="oneOf0">
                <emma:interpretation id="interp0" emma:lang="" emma:confidence="1">
                  <emma:literal/>
                </emma:interpretation>
              </emma:one-of>
            </emma:emma>
          </inkml:annotationXML>
          <inkml:trace contextRef="#ctx0" brushRef="#br0">-566 5323 373 0,'0'0'378'0,"0"0"-27"0,0 0-32 15,0 0-12-15,0 0 8 0,0 0 18 0,0 0 8 16,0 0-6-16,-5 37-10 15,5-18-8-15,3 7-11 0,1 1-10 0,0 5-7 16,0 4 3-16,2 11-3 0,0-2-7 0,-6-3-10 16,2 6-6-16,1-2-10 0,-3 4-12 0,3-2-15 0,-1-3-15 15,3 7-13-15,-5-3-19 0,-5-1-22 0,8-2-12 16,-3 3-13-16,-6-3-17 0,-1-4-11 0,1-3-12 16,0 0-10-16,4-10-54 0,-4 2-31 0,-1-5 0 0,4 0 0 15,0-7 0-15,3-3-43 0,-3-3-83 0,3-1-35 16,0-12-32-16,-2 19-36 0,2-19-33 0,0 9-42 0,0-9-29 15,0 0-35-15,0 0-54 0,0 0-50 0,0 0-408 16,2-47-953-16,-7 21 422 0</inkml:trace>
          <inkml:trace contextRef="#ctx0" brushRef="#br0" timeOffset="571.8607">-752 5694 273 0,'3'-28'288'0,"4"0"-10"0,4 1 2 16,-2-3-9-16,6 2-20 0,6-4-15 0,1-1-22 15,5 3-13-15,-3-1-13 0,9 5-11 0,-3-1-5 0,4 2 2 16,-10 5-1-16,3 4-8 0,0-2-4 0,2 7-9 16,2-4-7-16,-2 6-8 0,4 2-4 0,-10 1 1 15,6 3-9-15,-9 6-7 0,3 0-6 16,4 7-10-16,-4 0-8 0,-1 6 3 0,-1 5-15 0,-3 2-7 15,-9 2-6-15,4 2-9 0,-5 6-1 16,-1 5-10-16,-6 2-5 0,-1 1-3 0,-9-1-7 0,-3 1 0 16,-2-3-1-16,-1-1-4 0,-5-3 1 0,-5 1-4 15,-7 0-1-15,10-15-4 0,-10 6 2 0,8-3 3 16,-5-8 13-16,3 0-5 0,-14 3 0 0,11-7-3 0,0 1-1 16,2-5 2-16,-2-3 10 0,0 2-5 15,2 0 0-15,5-2-4 0,1-2 0 0,0-1 3 16,-2 2 5-16,23-3-5 0,-35 1-4 0,22 1 2 0,13-2-9 15,-19 2-3-15,19-2 0 0,0 0-5 0,-18 5-4 16,18-5 5-16,0 0-3 0,0 0-4 16,0 0 3-16,34 32 6 0,-19-20-3 0,7-1 2 0,4 4-2 15,-1-1-2-15,4 0-1 0,13 7-5 0,-5-2 1 16,3-1-1-16,5-2 1 0,-3 2-1 0,-2 2 0 16,3-2-6-16,-5 0-12 0,6 1-18 0,-4-1-24 15,-5 1-27-15,-4-4-29 0,6 4-30 0,-5-6-32 16,-3 2-38-16,1-5-25 0,-3 5-32 0,4-5-35 0,-9 2-39 15,6-5-44-15,-3 0-317 0,-7-1-757 0,1-2 336 16</inkml:trace>
          <inkml:trace contextRef="#ctx0" brushRef="#br0" timeOffset="857.4709">251 6328 198 0,'0'0'388'0,"-10"-13"-16"0,5 4-3 0,5 9-4 0,-3-22-4 16,1 12-15-16,2 10-20 0,8-26-11 0,-1 9-24 15,4 5-27-15,0-4-25 0,4 7-22 0,2-3-25 0,1 4-17 16,0-4-16-16,2 5-15 0,0 0-14 0,-4 1-16 16,5 1-11-16,-5 4-12 0,-16 1-9 0,35 6-8 15,-24 0-6-15,4 1-7 0,-6 6-10 0,-1 0 1 16,2 7-8-16,-7 5-2 0,2 2-7 0,-3 1-3 16,-7 0-4-16,3-1-4 0,-6 4 2 0,-2 4-4 15,-6 3-3-15,5-11-4 0,-6-1 2 0,-1-2-2 0,0 1 1 16,1 9-3-16,-6-11 1 0,-3-3-5 0,4-3 5 15,-2-1 0-15,6-4 6 0,-4 2 5 0,3 0 1 0,4-6 3 16,-1 4 2-16,3-5-1 16,-1 4-2-16,6-8-2 0,8-3-4 0,-15 11 5 0,15-11-7 15,0 0 0-15,0 0 4 0,0 0 5 0,0 0-3 16,0 0 0-16,40 7-1 0,-19-7-6 0,8-1 4 16,0-2-9-16,6 0 0 0,6 0-5 0,-6 2-26 15,8-2-31-15,5-2-39 0,-4 4-43 0,4-5-26 16,-2 0-28-16,-4 2-23 0,-8 2-51 0,7-5-43 15,1 1-58-15,1-1-85 0,-11-1-268 0,10-3-770 0,-13 1 340 16</inkml:trace>
          <inkml:trace contextRef="#ctx0" brushRef="#br0" timeOffset="1241.9572">953 5967 12 0,'-25'-7'411'16,"9"0"-1"-16,-4 3 15 0,-1 0 0 0,5 1-1 16,16 3-7-16,-27-4-19 0,27 4-26 0,-16-3-29 0,16 3-24 15,0 0-9-15,0 0-1 0,0 0-11 0,0 0-6 16,0 0-15-16,0 0-12 0,0 0-29 0,92 7-12 0,-46-5-22 15,-4-4-17-15,12-5-7 0,6 2-10 16,2 5-21-16,17-5-7 0,-20-1-18 0,25-1 1 16,-25 4-29-16,4-9-6 0,-1 8-9 0,-1 1-11 15,-5 2-6-15,-3-10-19 0,-5 10-11 0,-14-5 4 16,-3 1-30-16,-1 3-14 0,-12 1-7 0,3-4-10 16,-21 5-13-16,22-2-9 0,-22 2-13 0,18-4-17 15,-18 4-23-15,0 0-39 0,14-4-43 0,-14 4-41 16,0 0-37-16,0 0-25 0,0 0-25 0,0 0-24 15,0 0-30-15,-32-18-21 0,32 18-31 0,-21-12-33 0,4 5-256 16,-4-2-762-16,1 1 338 0</inkml:trace>
          <inkml:trace contextRef="#ctx0" brushRef="#br0" timeOffset="1569.3762">1714 5694 382 0,'-16'-11'127'0,"1"-5"90"16,-7 5 19-16,6 0-3 0,-2 0-5 0,1-1 4 16,-1 2 14-16,3 3 11 0,6-2 3 0,-7 1-5 15,16 8 5-15,-18-7-6 0,18 7-13 0,-14-7-20 16,14 7-10-16,0 0-8 0,0 0 3 0,0 0 5 15,0 0 9-15,0 0-11 0,0 0-9 0,0 0 0 0,29 38-17 16,-12-28-16-16,6 5-15 0,4-7-23 0,-1 7-4 16,7-2-11-16,4 4-14 0,7-6-10 15,-8 0-8-15,-2-4-9 0,1-3-11 0,7 1-6 0,3 2-8 16,-11-5-2-16,-4-2-4 0,4-1-5 0,-4 2-13 16,2-1-3-16,-3 2-4 0,-6-2-3 0,4-2-4 15,-9 2 4-15,-18 0-4 0,33 2-3 0,-33-2 0 0,23 6 0 16,-23-6-2-16,16 5 0 0,-16-5 3 0,3 14 2 15,-3-4-2-15,0-10-3 0,-11 23-2 0,4-6 6 16,-7 8 0-16,-2 2 3 0,-10 6 2 0,9-9 0 16,-11 16-3-16,4-5 2 0,-1 6-5 0,1-3-2 15,-2 2-2-15,-1-1-2 0,4 1-6 0,6-5-9 16,-1-6-32-16,2 5-41 0,3-11-60 0,3 3-70 16,4-9-62-16,0-3-51 0,-1 1-60 0,9-4-69 0,-2-11-397 15,0 0-926-15,0 0 410 0</inkml:trace>
        </inkml:traceGroup>
        <inkml:traceGroup>
          <inkml:annotationXML>
            <emma:emma xmlns:emma="http://www.w3.org/2003/04/emma" version="1.0">
              <emma:interpretation id="{2C3EDD8C-C681-40D2-B643-EE549D63B1FF}" emma:medium="tactile" emma:mode="ink">
                <msink:context xmlns:msink="http://schemas.microsoft.com/ink/2010/main" type="inkWord" rotatedBoundingBox="21233,12406 25937,12491 25907,14197 21203,14112"/>
              </emma:interpretation>
            </emma:emma>
          </inkml:annotationXML>
          <inkml:trace contextRef="#ctx0" brushRef="#br0" timeOffset="2667.2109">2633 5547 534 0,'8'-11'555'0,"3"-4"-54"15,-1 6-18-15,-4 0-21 0,-6 9-22 0,13-8-33 16,-13 8-18-16,0 0-10 0,0 0-19 0,0 0-16 0,31 11-20 15,-23 8-21-15,3-4-21 0,-3 0-20 0,0 15-17 16,3-3-8-16,-4 2-21 0,-3 2-12 0,6 14-22 16,-2-16-5-16,-1 10-10 0,-4 2-21 15,-3-1-5-15,5 2-14 0,-2-1-8 0,0-1-8 0,0 1-17 16,2-5-94-16,-3-6 0 0,-1-1 0 0,2 2 0 0,-3-5 0 16,2 0 0-16,-2-5 0 0,2-4 0 0,-2-2 0 15,3-4 0-15,-3 0 0 0,0-11 0 0,1 19 0 16,-1-19 0-16,2 11 0 0,-2-11 0 0,0 0 0 15,0 0 0-15,0 0 0 0,0 0 0 0,16-32 0 16,-5 8 0-16,-4 3 0 0,-1-8 0 0,-3-3 0 0,4-9 0 16,-2-4 0-16,-9-7 0 15,1 4 0-15,-2-23 0 0,-1 19 0 0,0 6 0 16,2-5 0-16,-2 5 0 0,1 6 0 0,2-2 0 0,1 12 0 16,-1 0 0-16,3 2 0 0,8 0 0 0,2 1 0 15,1 3 0-15,2 2 0 0,1 1 0 0,7-2 0 16,2 4 0-16,2 4 0 0,4-3 0 0,0 3 0 0,0 4 0 15,0 3 0-15,1-1 0 0,2 0 0 0,-1 6 0 16,-2 2 0-16,-2 2 0 0,-3 5 0 0,-3 0 0 16,-2 3 0-16,-3 2 0 0,0 11 0 0,-3-6 0 15,-5 0 0-15,-2 9 0 0,1 4 0 0,-6-1 0 16,-4 1 0-16,-2 1 0 0,-7 1 0 0,-4 6 0 0,-2 0 0 16,-3-3 0-16,-6-1 0 0,-2 3 0 0,-5-1 0 15,1-7 0-15,0-1 0 0,-2 3 0 0,0-9 0 16,-5 4 0-16,11-11 0 15,0 0 0-15,3 0 0 0,1-1 0 0,-3 0 0 16,11-6 0-16,-1 5 0 0,4-5 0 0,-1 2 0 0,7-3 0 16,8-6 0-16,-14 10 0 0,14-10 0 0,-3 11 0 15,3-11 0-15,0 0 0 0,14 19 0 0,-4-12 0 16,6 0 0-16,3 1 0 0,8 3 0 0,-3-6 0 16,8 7 0-16,-3-2 0 0,3 1 0 0,0 0 0 15,-1-2 0-15,11 0 0 0,-1 7 0 0,-9-8 0 16,0 3 0-16,9 0 0 0,-9-1 0 0,-2 5 0 0,-1-6-93 15,-3 2-47-15,-1 0-26 0,3-2-31 0,-3 3-34 16,-7-3-35-16,3-2-26 0,0-1-26 0,-7 3-15 16,1-5-12-16,-4 2-7 0,-11-6-7 0,17 6-1 15,-17-6 13-15,15 5 28 0,-15-5 27 0,0 0 44 16,0 0 48-16,0 0 54 0,0 0 40 0,0 0 52 0,0 0 44 16,0 0 36-16,0 0 24 0,0 0 23 15,0 0 21-15,0 0 18 0,-10-32 21 0,10 32 6 0,2-11 13 16,-2 11 10-16,0 0 5 0,0-19 5 15,0 19 2-15,8-14 9 0,-2 6 0 0,-6 8-4 16,20-15-9-16,-14 8-12 0,4-3-5 0,-10 10-7 16,22-13-7-16,-8 5-9 0,-2 1-6 0,-12 7-13 15,21-8-10-15,-5 2-7 0,-16 6-12 0,16-8-5 16,-4 3-9-16,-12 5-4 0,0 0-13 0,0 0-2 16,28 15-4-16,-25-8-1 0,-3-7-6 0,6 26-3 0,-6-7-7 15,0-3-2-15,0 10-5 0,2 0 2 0,-4 1-2 16,-4 3-6-16,-2 7 4 0,2-11 0 0,-2 0-5 0,-1 2 1 15,-3-2 4-15,4-2-10 0,-5 2 2 0,-2 0 2 16,1-5-4-16,6-6 3 0,-5 2 1 0,2-7 7 16,-2 1 3-16,0 1-5 0,4 0 6 0,-4-3 4 15,5-2-5-15,8-7 5 0,-13 12 0 0,13-12-4 16,-13 8-3-16,13-8 7 16,-8 7 0-16,8-7 19 0,0 0-3 0,-6 11 14 0,6-11 2 15,0 0-3-15,0 0 1 0,0 0 4 0,41 5 11 16,-18-2 14-16,6 1 16 0,3-3-36 0,14-1-67 0,7-5 0 15,8 1 0-15,0 0 0 0,-3-2 0 16,-7 0 0-16,5 0 0 0,-6-1 0 0,1 7 0 0,-4-1 0 16,-7-10 0-16,-5 4 0 0,-6 6 0 0,-11-5 0 15,3 0 0-15,-4 0-399 0,-17 6-126 0,20-3-78 16,-20 3-508-16,11-7-1203 0,-11 7 531 0</inkml:trace>
          <inkml:trace contextRef="#ctx0" brushRef="#br0" timeOffset="3339.896">4047 5935 111 0,'0'0'517'0,"0"0"-17"16,0 0-6-16,0 0-15 0,0 0-20 15,33 6-21-15,-33-6-16 0,16-4-19 0,2-3-34 16,0 4-34-16,7-2-29 0,7 2-31 0,12 0-29 16,1-4-22-16,8 0-13 0,-2-2-26 15,-1 5-24-15,3-8-17 0,-5 1-22 0,0 1-33 16,2 3-45-16,-7 2-41 0,-11-2-43 0,0-1-40 0,-6 4-39 16,-1 0-37-16,-5-3-36 0,-6 4-28 0,0-2-34 15,-14 5-33-15,17-7-40 0,-17 7-36 0,0 0-46 16,6-12-273-16,-6 12-738 0,0 0 326 0</inkml:trace>
          <inkml:trace contextRef="#ctx0" brushRef="#br0" timeOffset="3559.9581">4367 5592 168 0,'-14'-11'437'0,"0"1"-25"0,1 3 0 16,3-2 6-16,10 9-15 0,-14-8-31 0,14 8-35 0,-10-7-36 15,10 7-28-15,0 0-20 0,0 0-10 0,0 0-1 16,0 0-3-16,-3 31-8 0,8-13-4 0,-2 5-15 15,3 5-11-15,1 3-10 0,1 8-17 0,0 0-21 16,-2 2-14-16,7 1-14 16,-5 1-14-16,5-2-8 0,-5-4-13 0,5 5-8 0,-5-5-15 15,0 3-27-15,-2-9-34 0,1-1-40 0,1-2-46 16,0-1-48-16,3-2-58 0,-5-7-59 0,-4 1-61 16,1-5-70-16,3-2-73 0,-6-4-361 0,0-8-877 0,7 12 388 15</inkml:trace>
          <inkml:trace contextRef="#ctx0" brushRef="#br0" timeOffset="4167.9496">5041 5657 100 0,'3'-8'295'0,"-3"8"-9"0,0 0-6 16,15-15-12-16,-15 15-14 0,14-12-9 0,-1 4-3 0,-5 2-1 0,7-3 8 16,-1-1-4-16,2 2 10 15,2 1 6-15,-2-1-3 0,-2-3-7 0,2 3-8 0,-3-1-8 16,8-1-13-16,-7 3-18 0,6 0-19 0,-3-4-18 0,-4 6-15 15,2 2-19-15,-15 3-12 0,35-4-13 0,-35 4-8 16,21 2-12-16,-21-2-9 0,21 17-8 0,-18-8-8 16,8 6-5-16,-5 2-6 0,-2 10-8 0,-4-5-6 15,-4 8-13-15,-2-7-13 0,-2 6-3 16,-3 0-9-16,-5 9-4 0,0-11-4 0,-8 4-2 16,8-6-9-16,-2-1-4 0,2-5-9 0,-3-1-3 15,1-2-1-15,7-3-3 0,-4-5-1 0,-1 6 3 0,8-7 7 16,0 2 2-16,8-9 2 0,-9 8 0 0,9-8 2 0,0 0 1 15,0 0 7-15,0 0 9 0,0 0-7 0,0 0 2 16,0 0 1-16,0 0 1 0,0 0 6 0,38-24 0 16,-20 18 4-16,-7-2 3 15,8 3-2-15,-3-1 3 0,4 5-2 0,-20 1 8 16,41-3 0-16,-20 4 9 0,5 2 3 0,-4 0 7 0,9 2 13 16,-2 6 6-16,-1 2 6 0,-2 0-18 0,0 5-2 15,-4 2 3-15,1-1 6 0,2 3-3 0,-4 0-2 16,-3 2-3-16,-4 2 0 0,-6 1-7 0,2-2-1 15,-7 2 0-15,-9 1 2 0,6-4-9 0,-8 4-2 16,0-11 3-16,-5 7-5 0,-5-5-19 0,-1-3-11 16,-3 1-22-16,-6-7-24 0,1 5-43 0,-2-11-42 0,-6 0-35 15,4-8-33-15,-4 1-33 0,1-2-49 0,-9-9-67 16,14 2-76-16,-9-7-271 0,-2-7-769 0,3 3 340 16</inkml:trace>
          <inkml:trace contextRef="#ctx0" brushRef="#br0" timeOffset="4982.9532">6036 5464 146 0,'2'-13'586'0,"-2"13"-40"0,0 0-23 0,6-10-23 15,-6 10-34-15,0 0-38 0,0 0-24 0,0 0-28 16,0 0-21-16,29 23-31 0,-21-13-23 0,5 14-16 16,-2-1-29-16,-3 3-11 0,0 1-15 0,2 10-14 15,1 5-17-15,-2 3-1 0,-2 3-19 0,1 0-7 16,0-2-8-16,-2 7-6 0,4-2-5 0,-5 1-20 0,4 1-8 15,-1 1-11-15,-1-6-9 0,-4 6-13 0,5-6-4 16,-1-1-7-16,-6-4-38 0,-1-13-43 0,7-1 0 0,-7-3 0 16,4-7 0-16,-2 0 0 15,-2-2 0-15,0-7 0 0,5 1 0 0,-5-11 0 16,0 0 0-16,-5 16 0 0,5-16 0 0,0 0 0 0,0 0 0 16,0 0 0-16,-14-37 0 0,5 9 0 0,1 0 0 15,-3-15 0-15,3-5 0 0,-1 3 0 0,-3 0 0 0,3 0 0 16,2-1 0-16,-1 2 0 0,3-1 0 15,-1 2 0-15,6-4 0 0,0 5 0 0,3-2 0 16,0 2 0-16,4 1 0 0,-1 14 0 0,9-10 0 16,-7 11 0-16,3-5 0 0,3 5 0 0,1 4 0 15,3-4 0-15,-4 3 0 0,5 4 0 0,-3-3 0 16,5 7 0-16,-3 3 0 0,-1 1 0 0,-1-1 0 16,4 5 0-16,-4-1 0 0,3 1 0 0,-3 3 0 0,-16 4 0 15,35 0 0-15,-35 0 0 0,32 11 0 0,-17-3 0 16,6 7 0-16,-10 0 0 0,3 7 0 0,-1 2 0 15,-5 1 0-15,-5 1 0 0,-1 1 0 0,-7 4 0 16,-3 5 0-16,-5-6 0 0,-9 4 0 0,1 1 0 0,-8-1 0 16,-3-2 0-16,-3 0 0 15,-4-6 0-15,2 0 0 0,-4 0 0 0,2-8 0 16,4 5 0-16,4-8 0 0,-4 5 0 0,9-8 0 0,6-3 0 16,5-4 0-16,1 4 0 0,1-4 0 0,13-5 0 15,-16 12 0-15,16-12 0 0,-13 3 0 0,13-3 0 16,0 0 0-16,6 18 0 0,-6-18 0 0,21 15 0 0,-1-4 0 15,0-3 0-15,3 4 0 0,6 2 0 0,-2 0 0 16,13 5 0-16,7-2 0 0,-4-1 0 16,0 5 0-16,-1 1 0 0,1-1 0 0,-1 0 0 0,-3-1 0 15,2 2 0-15,1 1 0 0,-4 1 0 0,1-1 0 16,-7 1 0-16,-5-7 0 0,-4-1 0 0,2 6 0 16,0-6 0-16,-3-2 0 0,-1 3 0 0,5-3 0 15,-9-4-431-15,2 0-100 0,-3-1-69 0,2-4-506 16,0 0-1196-16,3-4 530 0</inkml:trace>
          <inkml:trace contextRef="#ctx0" brushRef="#br0" timeOffset="5175.0589">7164 6374 253 0,'-2'-14'425'0,"1"-2"8"16,-3 1 4-16,3 3-2 0,-1-5 28 0,2 17 20 0,3-20-4 16,1 11-1-16,-4 9-3 0,17-18-13 0,-4 10-18 15,0 1-24-15,-13 7-28 16,18-7-32-16,-18 7-28 0,25 14-25 0,-14-4-25 15,2 11-26-15,0 3-22 0,-5 5-18 0,3 12-91 0,-6 1-125 16,2 1 0-16,-4-1 0 0,-2 3 0 0,-1 1 0 16,0 4 0-16,-1-7 0 0,-2 2 0 15,3 0 0-15,-2 0 0 0,-4 0 0 0,-2 0-116 0,1-8-299 16,1 2-84-16,-2-11-97 0,-5 0-499 0,5-5-1185 16,0-5 525-16</inkml:trace>
        </inkml:traceGroup>
      </inkml:traceGroup>
    </inkml:traceGroup>
    <inkml:traceGroup>
      <inkml:annotationXML>
        <emma:emma xmlns:emma="http://www.w3.org/2003/04/emma" version="1.0">
          <emma:interpretation id="{DFB15163-86ED-4CC5-9CD7-0C3F876EDBAC}" emma:medium="tactile" emma:mode="ink">
            <msink:context xmlns:msink="http://schemas.microsoft.com/ink/2010/main" type="paragraph" rotatedBoundingBox="17773,14580 26226,14165 26320,16091 17867,16506" alignmentLevel="1"/>
          </emma:interpretation>
        </emma:emma>
      </inkml:annotationXML>
      <inkml:traceGroup>
        <inkml:annotationXML>
          <emma:emma xmlns:emma="http://www.w3.org/2003/04/emma" version="1.0">
            <emma:interpretation id="{95A236C5-0BA1-45F9-B275-C53332E799B3}" emma:medium="tactile" emma:mode="ink">
              <msink:context xmlns:msink="http://schemas.microsoft.com/ink/2010/main" type="line" rotatedBoundingBox="17773,14580 26226,14165 26320,16091 17867,16506"/>
            </emma:interpretation>
          </emma:emma>
        </inkml:annotationXML>
        <inkml:traceGroup>
          <inkml:annotationXML>
            <emma:emma xmlns:emma="http://www.w3.org/2003/04/emma" version="1.0">
              <emma:interpretation id="{230E156D-54A0-4C13-9742-B9AD639488F6}" emma:medium="tactile" emma:mode="ink">
                <msink:context xmlns:msink="http://schemas.microsoft.com/ink/2010/main" type="inkWord" rotatedBoundingBox="17780,14734 20236,14614 20323,16385 17867,16506"/>
              </emma:interpretation>
              <emma:one-of disjunction-type="recognition" id="oneOf1">
                <emma:interpretation id="interp1" emma:lang="" emma:confidence="1">
                  <emma:literal/>
                </emma:interpretation>
              </emma:one-of>
            </emma:emma>
          </inkml:annotationXML>
          <inkml:trace contextRef="#ctx0" brushRef="#br0" timeOffset="11541.4464">-110 8520 171 0,'9'-12'247'0,"7"-1"-20"0,5 6-13 16,-3-5-14-16,3 5-9 0,-4 0-19 0,6 1-15 15,-2 3-13-15,-2 0-12 0,-19 3 6 0,35-1-1 0,-35 1 10 16,39 4 5-16,-25 0-18 0,-14-4-2 0,21 12-20 16,-10-1 0-16,-1-1-8 0,-4 8-11 0,-4 1-8 0,3 5-5 15,-5 2-11-15,0 0-5 16,0 0-10-16,-2 1-8 0,-1 3 0 0,0-3-11 16,-4 2-7-16,1 1-1 0,-2-4-9 0,-3-3-9 15,1 2-12-15,2-9-3 0,-3 8 4 0,-1-10-9 0,1-1-4 16,-3 0-2-16,1-2 2 0,3-2 0 0,4 1 0 15,6-10 2-15,-19 8 3 0,19-8 5 0,-16 7 0 16,16-7 1-16,0 0 4 0,0 0 4 0,0 0 4 0,0 0 6 16,0 0 2-16,0 0 7 15,0 0 5-15,0 0 4 0,1-30 16 0,-1 30-11 16,21-11-4-16,-21 11 2 0,21-10 1 0,-5 5-6 0,0 3 8 16,-16 2-2-16,29-5 6 0,-29 5 0 0,32 3-8 15,-13-1 12-15,-3 4 11 0,-3-1 8 0,2 3-2 16,1-1-4-16,-2 6-9 0,-1-1 7 0,0 2-14 0,-4 1 6 15,6 8-10-15,-7-3-4 0,1 1-2 0,-4 1-7 16,2-3-4-16,-7 5 7 0,-2-1-15 0,-4-2 5 16,-1 2-2-16,-7-1-8 0,-4-2-8 0,-3 1-19 15,-4-5-20-15,-6-1-6 0,-9 4-1 0,-3 0-17 16,-1-4-21-16,-5-6-14 0,-1 0-12 0,-3-7-18 0,0 0-45 16,2-2-67-16,1-9-69 0,0-3-270 0,-1-9-627 15,8-1 278-15</inkml:trace>
          <inkml:trace contextRef="#ctx0" brushRef="#br0" timeOffset="11803.953">443 8039 6649 0,'0'0'55'0,"0"0"-28"0,0 0-17 0,0 0-5 0,0 0 17 16,0 0 25-16,-1-15 9 0,1 15 4 0,0 0 7 15,0 0 10-15,0 0-6 0,36-2 13 0,-16 2-27 16,7 0-6-16,3 0-3 0,12-4 13 0,8 0 30 0,3 0-8 15,3-7 10-15,23 3-10 0,-1-4-1 0,1 3-11 16,-2-1-8-16,-19 4-7 0,-7-4-8 16,10 4-28-16,-5-4-46 0,-3 7-46 0,-3-3-43 15,-5 3-46-15,-12-4-54 0,-5 3-51 0,-4-2-41 16,-3 0-42-16,-7 3-51 0,-14 3-75 0,14-8-91 16,-14 8-299-16,-3-15-935 0,3 15 414 0</inkml:trace>
          <inkml:trace contextRef="#ctx0" brushRef="#br0" timeOffset="12129.9384">690 7612 185 0,'0'0'440'0,"0"0"-53"0,-21-3-36 0,21 3-19 16,0 0-4-16,0 0-6 0,0 0-8 0,0 0-13 0,29 34-21 15,-6-23-24-15,4 3-24 0,3-2-6 0,12 3 7 16,-10-3-10-16,13 1-11 0,5 0-18 0,-5 0-13 15,5 0-15-15,4 0-18 0,-1-4-13 0,3 1-9 16,-4-2-17-16,0-1-9 0,-5-2-11 0,3 0-10 16,-7 2-7-16,-9-5-5 0,-4 2-9 0,-1-1-6 0,0 2-5 15,-8-3-5-15,-3 0-5 16,-4 2-6-16,-14-4 2 0,21 8-4 0,-13-1-1 16,-8-7-3-16,6 15 0 0,-6 0-5 0,-3 4 0 0,-3-1-4 15,-4 5 0-15,-6-1 0 0,-2 2-8 0,4 4 0 16,-15 3-16-16,-6 5-20 0,-1-3-27 0,-1 7-32 15,-6-1-26-15,0-6-32 0,0 0-34 0,-6 0-27 0,4 0-48 16,-3 1-55-16,2-3-79 16,7-5-417-16,1-2-872 0,3 1 387 0</inkml:trace>
          <inkml:trace contextRef="#ctx0" brushRef="#br0" timeOffset="10945.9717">-651 7698 412 0,'-6'-13'423'0,"-1"1"14"0,1 4-1 0,6 8-7 16,-4-19 10-16,0 11-6 0,4 8-6 0,-10-14-17 0,10 14-26 16,-5-12-40-16,5 12-33 0,0 0-30 0,0 0-23 15,0 0-3-15,0 0-23 0,0 0-17 16,-9 31-12-16,5-1-9 0,4 14-10 0,5-3-15 0,-6 4-17 0,4-2 0 16,-3 5-25-16,0 1-15 15,0 4-8-15,0-6-5 0,3 4-6 0,-3 1-16 0,0-1-4 16,-3-5-10-16,3-1-3 0,0 0-12 0,0-4 0 0,0-4-10 15,0-6-7-15,-2-2 4 0,2-5-32 16,0 2-3-16,0-5 0 0,-1-4 0 0,1-3 0 0,-4 0 0 16,3-2 0-16,1-12 0 0,0 11 0 0,0-11 0 15,0 0 0-15,0 18 0 0,0-18 0 16,0 0 0-16,0 0-1 0,0 0-21 0,0 0-1 0,0 0 1 0,-18-36-1 16,12 22-2-16,-1-2 7 15,-1-7 1-15,2-3-1 0,-2-5-2 0,1 2-7 16,3-8 7-16,-3-5-1 0,7 1 4 0,-3 3-4 0,5-7 9 15,-1 5-2-15,4-1-1 0,-3 3 4 0,2-2-2 16,4 0 6-16,-4 10-6 0,9-11 5 0,-7 14 4 16,8-10-2-16,1 0 1 0,1 0 2 0,1 8-3 0,0 3 1 15,10-3-1-15,-6 4-1 0,1 5 7 0,1 1-4 16,-1 5 5-16,-1-1-8 0,8 0 3 0,-4 8-5 0,0-1 4 16,-5 6-2-16,1 2 3 15,-21 0-4-15,29 5 2 0,-13 0-3 0,2 11 5 16,-9-2 0-16,9 5 3 0,-10 3-6 0,0 4 0 15,-5 15-13-15,-6-12 4 0,3 2-23 0,-6 7-12 16,-7 1-6-16,0-3-6 0,-3 6-6 0,0-1-6 16,-3-2 1-16,-2-1-10 0,-3-2-2 0,-3-3 0 15,6-11 3-15,0 2 0 0,-10 5 6 0,6-7 4 0,2-6 2 16,-1-3 7-16,5-4 7 0,4 2 3 0,-1 0 5 16,-1-4 3-16,5-2 7 0,12-5 6 0,-19 9-3 15,19-9 5-15,-14 8 4 0,14-8 0 0,0 0 1 16,0 0 6-16,-10 5 0 0,10-5 2 0,0 0 4 15,0 0-1-15,0 0 0 0,50 5 6 0,-32 2-3 0,2-4 7 16,9 1-8-16,0 3 6 0,0-2-1 0,3 2 8 16,-6 2-6-16,8-2 3 0,-6 2-4 0,8 1-5 15,-9-1-1-15,0-2-15 0,-3 5-11 0,4 0-20 0,-12-5-36 16,4 0-25-16,0 1-32 0,-3 0-28 0,-2 2-27 16,4-1-33-16,-3 1-46 15,2-5-54-15,-7 3-350 0,0-1-747 0,-11-7 331 16</inkml:trace>
        </inkml:traceGroup>
        <inkml:traceGroup>
          <inkml:annotationXML>
            <emma:emma xmlns:emma="http://www.w3.org/2003/04/emma" version="1.0">
              <emma:interpretation id="{252563D5-86D2-4E0E-BBBC-BF60DAFE9064}" emma:medium="tactile" emma:mode="ink">
                <msink:context xmlns:msink="http://schemas.microsoft.com/ink/2010/main" type="inkWord" rotatedBoundingBox="21209,14411 25701,14191 25791,16012 21299,16233"/>
              </emma:interpretation>
              <emma:one-of disjunction-type="recognition" id="oneOf2">
                <emma:interpretation id="interp2" emma:lang="" emma:confidence="1">
                  <emma:literal/>
                </emma:interpretation>
              </emma:one-of>
            </emma:emma>
          </inkml:annotationXML>
          <inkml:trace contextRef="#ctx0" brushRef="#br0" timeOffset="14509.952">4682 7571 19 0,'-23'-11'442'0,"15"5"-30"0,8 6-21 0,-14-7-29 16,14 7-17-16,0 0-16 0,0 0-3 0,0 0-8 16,-24 24-11-16,21-9-21 0,3 3-15 0,0 5-28 15,6 4-14-15,1 2-16 0,-1 13-17 0,0-5-20 16,1 5-17-16,4-1-15 0,0 0-16 15,-1 4-11-15,3-3-29 0,-5 2-40 0,0 1-58 16,-2-6-67-16,1-7-75 0,-1 6-79 0,-4 1-79 16,-1-11-108-16,-1-4-308 0,0-5-785 0,-1-4 347 15</inkml:trace>
          <inkml:trace contextRef="#ctx0" brushRef="#br0" timeOffset="14995.9533">5430 7683 136 0,'0'-18'543'0,"0"18"-53"0,-2-18-39 0,2 18-8 16,-5-13-7-16,5 13-14 0,0 0-25 0,0-13-33 15,0 13-40-15,0 0-34 0,0 0-30 0,0 0-24 16,0 0-23-16,0 0-24 0,0 0-17 0,0 0-14 0,0 0-17 16,0 0-17-16,-22 38-14 0,15-25-6 0,1 2-13 15,-1-1-5-15,6 5-10 16,-6 0-8-16,4-4-9 0,-2 3-5 0,4-1-4 0,-1 2-7 16,4-2 2-16,-1-1-5 0,4 3-6 0,-2-4-7 15,5 3 1-15,5-1-3 0,2 0-3 0,-1-7-2 16,12 6 4-16,-2-4 0 0,5 2 3 0,0-1 3 15,-1 0-5-15,13 0-1 0,-13-2 2 0,0-3-4 0,-3-1-1 16,1 5-4-16,-2-3 3 0,3 0-5 0,-9 1-2 16,-2-1-3-16,5-2 2 0,-10 5 2 15,0-2-3-15,-3 1 1 0,0-1 2 0,-8 0-1 16,-1 6-2-16,-9-1-4 0,1 3 4 0,-1-4-5 0,-4 1 0 16,-7 2-2-16,6-3-11 0,-10 4-18 0,-1-3-21 15,-3-1-30-15,0-2-26 0,-5 0-30 0,4-3-25 16,-2-3-26-16,1-4-30 0,-2-2-20 0,1-3-17 15,0-2-17-15,-1-2-27 0,1-4-34 0,-6-4-47 16,9-2-59-16,-5-11-244 0,12 3-735 0,-4-10 325 16</inkml:trace>
          <inkml:trace contextRef="#ctx0" brushRef="#br0" timeOffset="15178.7284">5423 7706 168 0,'40'-19'530'0,"5"1"21"0,5-1 7 0,1 2-33 0,7-4-36 16,1-1-53-16,17 3-44 0,2 0-46 0,-22 7-56 16,5 2-66-16,-6 1-79 15,0 0-77-15,1 1-77 0,-7 6-70 0,-5 0-52 0,-3 1-62 0,-8 1-57 16,0-4-62-16,-10 4-313 0,-7 4-677 0,-16-4 300 16</inkml:trace>
          <inkml:trace contextRef="#ctx0" brushRef="#br0" timeOffset="15893.6203">6493 7394 177 0,'0'0'439'0,"0"0"-36"0,0 0-17 15,0 0 7-15,0 0 14 0,0 0-2 0,-6 48-10 16,11-29-12-16,-4 0-34 0,-1 7-23 0,5 1-21 15,5 11-26-15,-10-8-15 0,8 7-12 0,-10 0-13 16,8 2-26-16,2 0-6 0,1-1-19 16,2 1-15-16,-8 2-18 0,3-2-17 0,-6 2-12 0,8-1-8 0,-1 0-19 15,-7 3-6-15,0-10-8 0,0 6-9 16,5 1-9-16,3-2-10 0,-8-12-1 16,-2 4-3-16,-1-7-8 0,3-4-2 0,0-1-4 0,-7-6-8 15,7 3 0-15,0-15-8 0,-1 19 2 0,1-19 3 16,0 12-6-16,0-12-2 0,0 0-5 0,0 0 1 0,0 0-6 15,0 0-2-15,0 0-1 0,-16-39-4 0,9 13-1 16,1-12-4-16,0 5 0 0,-1-12-1 0,2 4 5 16,-1-8-3-16,-4 3-2 0,5-3 7 0,7 1-3 0,-7 3-1 15,2 5 2-15,-2-4-4 16,5 0-8-16,2 4 8 0,1 1 5 0,3-1 0 16,-1 1-3-16,2 10-2 0,2-1-2 0,3-1-2 15,0 1 3-15,4 4 1 0,8-5 0 0,-4 4 1 0,5 6 0 16,6-5 0-16,-5 8 1 0,-1 2 0 0,7 8 0 15,-8-7-3-15,4 6 0 0,-6 4 2 0,5 3-3 0,2 2 0 16,-8 2 2-16,-2 3-2 0,5 5-4 0,-9 1 7 16,-1 4-6-16,-1 0 7 0,-3 7-5 0,-4 4 1 15,1 0-2-15,1 5 1 0,-8 7-6 0,-7-8-12 0,-1 7-16 16,0 4-12-16,-1-13-16 16,-9 12-17-16,-6-2-17 0,-2-4-11 0,-3 3 3 15,-3-1-3-15,-6-5 3 0,-1-3 8 0,-1 1 5 0,3-3 7 16,-1-8 11-16,-6 1 6 0,-1 0 13 0,2-3 7 15,17-3 10-15,-6-4 18 0,8-2 19 0,3-1 13 16,5-6 17-16,2 4 1 0,14-4 11 0,-21 6 8 0,21-6 7 16,0 0 3-16,0 0 2 0,0 0 6 0,0 0 4 15,0 0-12-15,0 0-10 16,0 0 6-16,75 6-14 0,-46-3-7 0,3 0 1 0,-1 4-8 16,-1 2 1-16,12 1-3 0,-10 4-4 0,12-2 2 15,-14 2-3-15,-1 2-3 0,0-6-2 0,8 9-2 16,-10-2 2-16,-1-4-2 0,-1 2-7 0,3-1-11 15,-9-4-14-15,5 0-29 0,-2 3-28 0,2 5-37 16,-6-11-32-16,9 0-48 0,-7 4-36 0,-3-4-36 16,1-2-44-16,-4 2-50 0,-14-7-61 0,24 2-373 0,-24-2-863 15,20 2 382-15</inkml:trace>
          <inkml:trace contextRef="#ctx0" brushRef="#br0" timeOffset="13211.9561">2646 7512 326 0,'-6'-10'420'0,"6"10"4"0,-7-16 2 0,7 16 1 16,-6-12-10-16,6 12-21 0,0 0-28 0,-5-13-38 16,5 13-33-16,0 0-29 0,0 0-24 15,0 0 4-15,0 0 1 0,18 57-13 0,-10-28-9 16,6 7-13-16,5 5-7 0,-9 1-16 0,4 2-21 0,-7 4-11 15,6-2 3-15,-4 5-21 0,1-5-16 0,-1 10-5 16,-1-10-8-16,-1-1-14 0,1-2-8 0,-3-1-8 16,3-4-9-16,-7-6-8 0,3-4-3 0,-8-1-7 0,4-8-3 15,-3 1-7-15,3-3-8 0,-5-5 0 0,4 3 3 16,1-15-9-16,-2 18 2 16,2-18 3-16,0 11 5 0,0-11 1 0,0 0-10 0,0 0-1 15,0 0 0-15,-34-29-8 0,22 3-10 0,-4-12 1 16,1-1 2-16,2-5-6 0,0-4 4 0,2 0 1 15,6 7-10-15,-1-4 0 0,8 2 1 0,-2-1 7 16,9 1-8-16,2 0 0 0,1 0 4 0,-3 0-5 16,6 1-1-16,4-1-3 0,-1 0 0 0,6 1 2 15,-2 3-1-15,5-1 3 0,-1-2-4 0,3 9 0 0,3-1-1 16,-3 3-1-16,1 5-4 0,-2 9 3 0,-6 1 0 16,1 4-2-16,-3 3-6 0,6 0 1 0,-10 5 3 15,5 4-1-15,-21 0 1 0,37 7-3 0,-23 3-7 16,4 2 1-16,0 8-1 0,-4 2 0 0,-1 1-6 15,-5 7 2-15,0 8-7 0,-2 2-7 0,-7-4 0 0,-4 6-3 16,2-5-9-16,-5 0 4 0,-3 3-7 0,-4-6 1 16,-1 4 0-16,-3-4 3 0,0-8-2 0,-1-3 1 15,-5 10-2-15,4-12-1 0,0 3 0 0,-2-4 5 16,1 0 2-16,1-1 4 16,0-3 1-16,0 3 3 0,7-6 2 0,1-1-1 0,5-5-1 15,-6 5-4-15,7-4 0 0,-2-1 1 0,9-7 1 16,-12 12 5-16,12-12 1 0,-8 9 3 0,8-9 4 15,0 0 2-15,0 0 0 0,15 19 5 0,-15-19 1 16,19 9 2-16,-11-2 1 0,11-4 3 0,-4 1-4 0,6 2 5 16,3 0 3-16,5 1-3 0,-2 1-1 15,3 1-11-15,-2-1-5 0,0 1-5 0,1 2-7 0,0-3-18 16,-1 3-12-16,0-4-24 0,1 1-24 0,0-4-28 16,0 8-30-16,0-4-23 0,-3 3-33 0,-9-4-35 15,4 0-40-15,-2 3-46 0,-3-1-55 0,-1-2-258 16,-7-2-720-16,-8-5 319 0</inkml:trace>
          <inkml:trace contextRef="#ctx0" brushRef="#br0" timeOffset="13677.9648">3588 8321 279 0,'1'-12'364'16,"-1"12"-30"-16,7-14-16 0,-7 14 1 0,8-18-19 0,-2 6-6 16,2 8-21-16,-8 4-19 0,18-18-26 0,-4 11-20 15,2 0-26-15,-1 1-16 0,1 0-16 0,3 2-14 16,-3 1-16-16,-16 3-15 0,35 2-5 0,-15 2-6 15,-6 3-20-15,-14-7-3 0,23 15-12 0,-15-3-2 16,0 2-5-16,-2 2-7 0,0 1-8 16,-1 2-2-16,-2 0 2 0,-3 1-6 0,0 4-1 0,-1 2-6 0,-4-1 7 15,3 1-13-15,-2-2-3 0,-4-3-4 16,1-1 4-16,6-1-9 0,-7 0 1 0,-2-1-8 16,0-1-3-16,2-2 3 0,0 2-1 0,-1-6-3 15,2 0 3-15,2-3-4 0,5-8-2 0,-6 17 7 16,6-17-3-16,-3 7 10 0,3-7 5 0,0 0 3 15,0 0 3-15,0 0 0 0,0 0-3 0,0 0 5 0,0 0 2 16,0 0 0-16,0 0 0 0,0 0 3 0,30-25-3 16,-30 25-4-16,19-7 1 0,-9 3-4 0,-10 4 2 15,29-7 0-15,-29 7-1 0,26 0-5 0,-26 0-1 16,30 11 1-16,-14-4 0 0,-3 1-4 0,1 3-1 16,7 4 4-16,-8-3-4 0,-3 7 5 0,1-4-3 0,-1 3-2 15,-4 2 1-15,-1-1-3 0,0 1 4 0,-2 4-3 16,-6-5 2-16,-1 0-5 0,0 0 2 15,-4-1-4-15,-7-2-5 0,1 5-2 0,-9-2-12 0,2 0-13 16,-6-5-16-16,0 2-15 0,-2-5-6 0,0 0-12 16,-14 2-10-16,0-4-8 0,-6-5-7 0,6 2-11 0,0-6-19 15,-1-5-11-15,3 4-26 0,5-5-26 16,8 0-33-16,-1-7-35 0,5-2-45 0,-4 1-194 16,6-2-549-16,6 4 243 0</inkml:trace>
          <inkml:trace contextRef="#ctx0" brushRef="#br0" timeOffset="14308.0196">4494 7871 236 0,'0'0'511'0,"-21"2"-48"0,21-2-23 0,0 0-7 15,0 0-15-15,-24 0-19 0,24 0-30 0,0 0-33 16,0 0-25-16,0 0-16 0,0 0-23 0,0 0-19 0,64 9-20 15,-31-9-20-15,10 0-16 0,0-3-17 0,10-2-15 16,0 2-19-16,2-1-16 0,-14-2-18 16,19 3-29-16,-15-4-44 0,3 1-55 0,-15 0-55 0,-1 3-52 15,4-3-48-15,-7 3-45 0,-8-1-46 16,-7-3-42-16,-14 7-64 0,21-6-82 0,-21 6-260 16,5-7-767-16,-5 7 340 0</inkml:trace>
        </inkml:traceGroup>
        <inkml:traceGroup>
          <inkml:annotationXML>
            <emma:emma xmlns:emma="http://www.w3.org/2003/04/emma" version="1.0">
              <emma:interpretation id="{8EBB9095-BF7A-4C93-B164-95A69F2BBE03}" emma:medium="tactile" emma:mode="ink">
                <msink:context xmlns:msink="http://schemas.microsoft.com/ink/2010/main" type="inkWord" rotatedBoundingBox="26092,15058 26269,15049 26313,15945 26136,15953"/>
              </emma:interpretation>
              <emma:one-of disjunction-type="recognition" id="oneOf3">
                <emma:interpretation id="interp3" emma:lang="" emma:confidence="0.5">
                  <emma:literal>,</emma:literal>
                </emma:interpretation>
                <emma:interpretation id="interp4" emma:lang="" emma:confidence="0">
                  <emma:literal>.</emma:literal>
                </emma:interpretation>
                <emma:interpretation id="interp5" emma:lang="" emma:confidence="0">
                  <emma:literal>)</emma:literal>
                </emma:interpretation>
                <emma:interpretation id="interp6" emma:lang="" emma:confidence="0">
                  <emma:literal>'</emma:literal>
                </emma:interpretation>
                <emma:interpretation id="interp7" emma:lang="" emma:confidence="0">
                  <emma:literal>1</emma:literal>
                </emma:interpretation>
              </emma:one-of>
            </emma:emma>
          </inkml:annotationXML>
          <inkml:trace contextRef="#ctx0" brushRef="#br0" timeOffset="16125.9502">7498 7979 489 0,'0'0'668'16,"9"-16"-51"-16,-6 7-39 0,-3 9-21 0,12-8 0 15,-12 8-37-15,19-7-22 0,-19 7-28 0,0 0-33 16,30 26-37-16,-18-8-39 0,-1 11-32 0,6 7-30 16,-1 4-25-16,-1-1-21 0,-4 12-25 0,0-1-23 0,4-1-20 15,-6-1-21-15,-5 6-62 0,2-3-102 0,-8 2 0 16,6 0 0-16,-4-8 0 0,-7 0 0 15,14-7 0-15,-11 2 0 0,0-10-148 16,4-6-201-16,-7 2-95 0,1-9-108 0,-2-1-565 16,1-9-1209-16,1 0 535 0</inkml:trace>
        </inkml:traceGroup>
      </inkml:traceGroup>
    </inkml:traceGroup>
  </inkml:traceGroup>
</inkml:ink>
</file>

<file path=ppt/ink/ink19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31T04:17:07.540"/>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97AC9501-478F-4B23-AB5B-B20B91A66209}" emma:medium="tactile" emma:mode="ink">
          <msink:context xmlns:msink="http://schemas.microsoft.com/ink/2010/main" type="inkDrawing" rotatedBoundingBox="5464,969 5907,5535 4930,5630 4488,1063" semanticType="verticalRange" shapeName="Other">
            <msink:sourceLink direction="with" ref="{1DE8EF52-7761-4665-AC70-37B4ABEBDB52}"/>
          </msink:context>
        </emma:interpretation>
      </emma:emma>
    </inkml:annotationXML>
    <inkml:trace contextRef="#ctx0" brushRef="#br0">138 172 9 0,'-13'-15'394'0,"5"4"-23"15,-5-2 7-15,2-1 15 0,0-2 3 16,-2 2 2-16,2 0 11 0,-2 1-11 0,5 1-12 16,0-1-10-16,0 6-17 0,8 7-17 0,-10-15-12 15,10 15-7-15,-6-8-14 0,6 8-26 0,-8-9-25 0,8 9-24 16,0 0-27-16,0 0-15 0,0 0-12 0,0 0 13 0,0 0 9 15,-2 43 12-15,4-3 3 0,4 5-6 16,1 5-1-16,1 24-191 0,3 1-19 16,-3 1 0-16,0-1 0 0,5 7 0 0,-4-10 0 0,3 16 0 15,2 0 0-15,-3 9 0 0,7 29 0 0,-2 0 0 16,-3-34 0-16,3 34 0 0,-8-36 0 0,11 39 0 16,-3-3 0-16,-8-43 0 0,5 12 0 0,1 43 0 15,-1-48 0-15,-6 4 0 0,2 35 0 0,-2-36 0 16,1-6 0-16,0 39 0 0,-3-43 0 0,-5 0 0 0,1 3 0 15,6-7 0-15,-6 1 0 0,4-2 0 0,-5 1 0 16,5-2 0-16,-4-1 0 0,-1-2 0 0,15-5 0 16,-15-16 0-16,-2-1 0 0,4 5 0 0,0-3 0 0,2-1 0 15,-4-4 0-15,-4 1 0 0,4-2 0 0,-4-3 0 16,1-5 0-16,3-1 0 0,-2-9 0 0,1-3 0 16,2 3 0-16,-7-8 0 0,6 1 0 0,0-4 0 15,0-4 0-15,0 4 0 0,0-5 0 16,-2 4 0-16,2-5 0 0,0 1 0 0,-4 1 0 15,4-3 0-15,0-12 0 0,-2 20 0 0,0-11 0 0,-2 3 0 16,4-12 0-16,0 18 0 0,-2-7 0 16,2-11 0-16,-2 16 0 0,2-16 0 0,-3 11 0 15,3-11 0-15,-6 18 0 0,6-18 0 0,-2 12 0 16,2-12 0-16,-1 12 0 0,1-12 0 0,0 0 0 16,-7 10 0-16,7-10 0 0,0 0 0 0,0 0 0 0,-5 12 0 15,5-12 0-15,0 0 0 0,0 0 0 0,-8 11 0 16,8-11 0-16,0 0 0 0,0 0 0 0,0 0 0 15,0 0 0-15,0 0 0 0,0 0 0 0,0 0 0 0,-6 10 0 16,6-10 0-16,0 0 0 0,0 0 0 0,0 0 0 16,0 0 0-16,0 0 0 0,0 0 0 0,0 0 0 15,0 0 0-15,0 0 0 0,0 0 0 0,0 0 0 16,0 0 0-16,0 0 0 0,0 0 0 0,27 10 0 16,-11-8 0-16,5 2 0 0,11-1 0 0,11 1 0 0,9-1 0 15,-1-1 0-15,12-4 0 16,17-3 0-16,-17 5 0 0,23-5 0 0,7-1 0 15,-11-6 0-15,0-1-572 0,-24 0-699 0,19-7-1374 0,-24 1 607 16</inkml:trace>
  </inkml:traceGroup>
</inkml:ink>
</file>

<file path=ppt/ink/ink19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31T04:17:25.472"/>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F55567F8-EBEF-412A-B42C-1B5B506F0757}" emma:medium="tactile" emma:mode="ink">
          <msink:context xmlns:msink="http://schemas.microsoft.com/ink/2010/main" type="inkDrawing" rotatedBoundingBox="14663,386 15552,6111 14309,6304 13420,579" semanticType="verticalRange" shapeName="Other">
            <msink:sourceLink direction="with" ref="{1DE8EF52-7761-4665-AC70-37B4ABEBDB52}"/>
          </msink:context>
        </emma:interpretation>
      </emma:emma>
    </inkml:annotationXML>
    <inkml:trace contextRef="#ctx0" brushRef="#br0">-8 173 261 0,'0'0'316'0,"0"0"-15"0,0 0 0 15,0 0 1-15,0 0-9 0,-23-3-11 0,23 3-10 16,0 0-8-16,0 0 3 0,0 0-24 0,55-14-15 16,-25 8-19-16,-1 0-16 0,1-1-14 0,19-1-12 0,-8-1-13 15,3-1-16-15,-1 1-13 0,0-1-1 0,5 2-7 16,-3-2-14-16,2 2-5 0,-2-1-11 0,-7-1-5 0,9-1-2 16,-17 3-4-16,6-1-3 15,-8 6-3-15,6-4 3 0,-10 3-10 0,-3 1-6 16,0 2-4-16,-21 1-8 0,35 1 2 0,-35-1-4 15,23 7-1-15,-10 1 7 0,-4 3 14 0,2 6 17 0,-1 4 14 0,1 10 0 16,-3 19 16-16,0-4 8 0,0 25 9 0,4 4 17 16,-3 1 4-16,-1 6 2 0,5 8 5 0,3 38-3 15,-3-45 11-15,3 47 11 0,-3-37-4 0,8 37 11 16,1 8-5-16,-1-3-161 16,0 4-15-16,14 7 0 0,-12 1 0 0,5 5 0 15,6 1 0-15,0-3 0 0,0-2 0 0,-1-2 0 0,1-2 0 16,-2-3 0-16,-3-4 0 0,3-2 0 0,-8-10 0 15,-6-32 0-15,3 34 0 0,-12-40 0 0,7 6 0 0,2-3 0 16,-2 3 0-16,-2 33 0 0,-1-40 0 0,-3 1 0 16,-2-1 0-16,-2 0 0 0,1-7 0 0,1 7 0 15,-7-7 0-15,4-4 0 0,-5 2 0 0,0-25 0 0,0 2 0 16,-2 0 0-16,-2 2 0 0,2-4 0 0,-4-2 0 16,4-2 0-16,-3 2 0 0,-1-5 0 0,3-1 0 15,-2-5 0-15,3-6 0 0,1-7 0 0,1 0 0 16,-4-4 0-16,8 1 0 0,-8-6 0 15,4 0 0-15,4 1 0 0,-4-18 0 0,-4 24 0 16,4-24 0-16,4 18 0 0,-4-18 0 0,1 15 0 0,-1-15 0 16,0 0 0-16,2 19 0 0,-2-19 0 15,0 0 0-15,0 0 0 0,0 15 0 0,0-15 0 16,0 0 0-16,0 0 0 0,0 0 0 0,0 19 0 0,0-19 0 16,0 0 0-16,0 0 0 0,-3 19 0 0,3-19 0 15,0 0 0-15,0 0 0 0,-5 21 0 0,5-21 0 16,-7 12 0-16,-1 0 0 0,-1-1 0 0,-7 3 0 15,-7-2 0-15,-2 5 0 0,-17 8 0 0,-6-9 0 16,-10 1 0-16,-21 2 0 0,1 4 0 0,-6-8 0 0,6-1 0 16,20-5 0-16,-1-1 0 0,-2-6 0 0,1 5 0 15,-1-7 0-15,13-2-1366 0,0-5-1478 0,0-3 654 16</inkml:trace>
  </inkml:traceGroup>
</inkml:ink>
</file>

<file path=ppt/ink/ink19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31T04:18:07.324"/>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2F73C14E-2A36-4AF5-B0DC-7BDE22546617}" emma:medium="tactile" emma:mode="ink">
          <msink:context xmlns:msink="http://schemas.microsoft.com/ink/2010/main" type="writingRegion" rotatedBoundingBox="16540,1999 27115,2160 26908,15806 16333,15645"/>
        </emma:interpretation>
      </emma:emma>
    </inkml:annotationXML>
    <inkml:traceGroup>
      <inkml:annotationXML>
        <emma:emma xmlns:emma="http://www.w3.org/2003/04/emma" version="1.0">
          <emma:interpretation id="{E3F847E7-AB60-4DBC-B8E7-BD5F097CDC79}" emma:medium="tactile" emma:mode="ink">
            <msink:context xmlns:msink="http://schemas.microsoft.com/ink/2010/main" type="paragraph" rotatedBoundingBox="19211,2040 27115,2160 27079,4545 19175,4425" alignmentLevel="2"/>
          </emma:interpretation>
        </emma:emma>
      </inkml:annotationXML>
      <inkml:traceGroup>
        <inkml:annotationXML>
          <emma:emma xmlns:emma="http://www.w3.org/2003/04/emma" version="1.0">
            <emma:interpretation id="{4A70F3E9-A663-42A7-9C70-D84BBA3F1604}" emma:medium="tactile" emma:mode="ink">
              <msink:context xmlns:msink="http://schemas.microsoft.com/ink/2010/main" type="line" rotatedBoundingBox="19211,2040 27115,2160 27079,4545 19175,4425"/>
            </emma:interpretation>
          </emma:emma>
        </inkml:annotationXML>
        <inkml:traceGroup>
          <inkml:annotationXML>
            <emma:emma xmlns:emma="http://www.w3.org/2003/04/emma" version="1.0">
              <emma:interpretation id="{8FC01215-A462-4BF2-94C9-F3403320EE3F}" emma:medium="tactile" emma:mode="ink">
                <msink:context xmlns:msink="http://schemas.microsoft.com/ink/2010/main" type="inkWord" rotatedBoundingBox="19211,2040 23404,2103 23368,4489 19175,4425"/>
              </emma:interpretation>
              <emma:one-of disjunction-type="recognition" id="oneOf0">
                <emma:interpretation id="interp0" emma:lang="" emma:confidence="1">
                  <emma:literal/>
                </emma:interpretation>
              </emma:one-of>
            </emma:emma>
          </inkml:annotationXML>
          <inkml:trace contextRef="#ctx0" brushRef="#br0">75 270 121 0,'-21'2'433'0,"7"1"-14"0,14-3-28 15,-28 3-40-15,28-3-14 0,-16 4-7 0,16-4-21 0,0 0-28 16,0 0-31-16,0 0-15 16,0 0-7-16,0 0-9 0,0 0-12 0,0 0-16 15,85 0-15-15,-43-4-17 0,3 3-11 0,6-5-14 0,-1 2-16 16,5 0-13-16,-3-1-6 0,5-1-13 0,-4-2-8 16,8 1-9-16,-4-1-6 0,-1-3-6 0,-1 0-4 0,3 1-7 15,-12-3-4-15,4 0-6 0,-5 0-16 0,-5-1-19 16,2 2-4-16,-13 1-20 0,0 1-20 0,-7-2-34 15,-1 3-22-15,3-2-25 0,-8 5-17 0,-2-6-28 16,-4 8-41-16,-4-3-41 0,-6 7-45 0,7-20-61 16,-7 20-310-16,-7-19-722 0,1 8 319 0</inkml:trace>
          <inkml:trace contextRef="#ctx0" brushRef="#br0" timeOffset="310.1487">632-196 247 0,'-24'-2'393'0,"24"2"-37"0,0 0-35 0,-25-2-37 0,25 2-28 16,0 0-5-16,-4 10-8 0,4-10 2 0,0 0-14 15,24 26-10-15,-10-14-25 0,9 7-15 0,-3-5-14 16,9 0-16-16,13 4-14 0,-13-5-14 0,13 5-10 16,-4-3-14-16,5 0-6 0,-2 3-9 0,-13-11-10 15,0 2-4-15,2 2-10 0,6-3-8 0,-8-4-7 0,1 5-5 16,0 1-1-16,0-4-5 0,-3-2-4 0,-10 4 4 15,5-3-15-15,-2 4 7 0,-2-3-7 16,1 5-1-16,-2-1-4 0,-6 2 2 0,1 2-1 0,-3 3-6 16,-2 3 1-16,-4-1 0 0,-4 8-7 0,-2 4-4 15,-11 10-7-15,1-4-7 0,-2 6-26 0,-5-3-6 16,-6 0-11-16,3-1-7 0,-2 1-26 0,-3-5-30 16,0 2-22-16,2-3-43 0,1-4-47 0,5-7-49 15,2-2-341-15,5-7-676 0,-2-2 300 0</inkml:trace>
          <inkml:trace contextRef="#ctx0" brushRef="#br0" timeOffset="982.1437">1708-327 287 0,'-1'-13'528'0,"2"1"-52"16,-1 12-56-16,2-19-41 0,-2 19-34 0,3-8-24 15,-3 8-14-15,0 0-15 16,0 0-8-16,24 34-12 0,-16-12-20 0,6 20-23 0,2-1-21 16,2 8-18-16,-2 3-10 0,-1 0-9 15,-1 1-7-15,4 15-12 0,-7 4-12 0,2-20-12 0,-5 1-12 16,3 18-11-16,-3-19-6 0,-5-2-11 0,0-2-7 16,1 1-11-16,-4-1 0 0,0-6-10 0,0-1-8 0,0-14 0 15,-4-1-7-15,1 0-5 0,3-10-1 0,3-1-3 16,-6-4-3-16,3-11-1 0,-1 18-3 0,1-18 1 15,-5 11 9-15,5-11 6 0,0 0-1 16,0 0-8-16,0 0 2 0,0 0-4 0,0 0-5 16,-15-36-5-16,7-3-8 0,0-5-12 0,-1-2-3 0,-2-3-1 15,-4-6-6-15,7 0-4 0,-5 0 1 0,-1-16-2 16,4 15 2-16,-1 6-2 0,3-3 2 0,6-1 3 16,1 5-2-16,-4-4 3 0,5 4 2 0,1 4-2 0,3 3 1 15,0 2-3-15,6-2 0 0,0 12 2 0,3-5 0 16,-1 7-3-16,3 2 4 0,3 0-5 0,-4 1 1 0,7 7 2 15,0-1-4-15,1 2-1 16,-1 3-6-16,-8 4 0 0,4 1-1 0,3 7-5 16,-20 2-1-16,35 0-1 0,-14 4 2 0,-5 4 1 15,3 5-2-15,4 5 3 0,-3 0 0 0,-5 9 1 16,1 9-1-16,-2 5-8 0,-4 0-8 0,-7 0 2 16,-3 1 2-16,0 3 0 0,-1 0 1 0,-12-4 1 15,0 5-5-15,-3-2 0 0,-5-8-7 0,0 4 1 0,0 1 5 16,-4-3 5-16,-1 0-5 0,-1-6 2 15,-2 2 4-15,2-5 0 0,7-8 1 0,-4 3-2 0,3-8 9 16,4 1-3-16,-2 4 5 0,2-10 3 0,3 0 5 16,3 1-3-16,3-6 2 0,8-6-2 0,-15 12 2 15,15-12-2-15,-1 8 0 0,1-8 4 0,0 0 1 0,0 0-1 16,19 21 4-16,-8-17-3 0,7 2 6 16,4 0-2-16,2-5-1 0,5 3 5 0,19 3-3 0,-17-3-1 15,4 0-6-15,-6 2-6 0,3 2-33 0,11-4-28 16,-10-3-27-16,11 6-25 0,-10-1-11 0,-3-5-16 15,1 8-36-15,0-1-35 0,-3 3-53 0,3-5-53 16,-11 2-327-16,-5-3-718 0,1 3 318 0</inkml:trace>
          <inkml:trace contextRef="#ctx0" brushRef="#br0" timeOffset="-1437.2588">-904-549 312 0,'-6'-15'411'0,"-1"6"-21"0,1-1-35 15,6 10-34-15,-8-10-20 0,8 10-2 0,-3-11-2 16,3 11-4-16,0 0-15 0,0 0 1 0,0 0 9 16,0 0 3-16,11 40-13 0,-3-9-5 0,5 12-3 0,8 5-13 15,-8 3-15-15,3 3-24 0,6 16-10 0,-8-17-10 16,-1 1-4-16,2 20-5 0,-1 1-20 0,1 0-9 16,-7-2-16-16,-2-19-12 0,0 18-9 15,-1 1-6-15,-2-18-16 0,4-3-6 0,-2-2-10 0,-2 2-9 16,2-2-9-16,-2-3-6 0,3-8-4 0,-6 2-9 0,0-12-5 15,0-2-2-15,4-9-8 0,-3 1-1 0,-1-3 2 16,0-3-8-16,0-3-7 0,0-10 0 0,-1 19 0 0,1-19 1 16,1 14 1-16,-1-14-14 15,0 0-7-15,0 0 0 0,0 0 0 0,0 0 0 0,0 0 0 16,-26-38 0-16,12 1 0 0,3-6 0 0,-7 0 0 16,2-7 0-16,-3-3 0 0,-4-22 0 0,1 3 0 15,9 17 0-15,-5-20-1 0,-1 6-19 0,6 15 4 0,-1-22 5 16,8 21 0-16,1 0 5 0,6-16 1 0,1-2-5 15,4 19-1-15,2-2 0 0,7 6 1 0,-1-6-5 16,6 6-2-16,7-1-1 16,-5 10-1-16,6 0-1 0,-3 3 1 0,7 9 3 0,0 2 0 15,2 0-1-15,-11 5-4 0,2 10-2 0,1 5-3 0,-5-1-3 16,0 8 7-16,1 0 1 0,-1 8-6 0,1 4 6 16,-2 7 3-16,2 7-4 0,-8 12 10 0,1 2-2 15,-5 8 1-15,-9 0-2 0,-6-1 2 0,-1 6 1 16,-2 3-2-16,-7 15-3 0,-12-2-6 15,5-16 1-15,-9 13-7 0,-6-2 2 0,5-16-5 16,3 1 6-16,-6-3-6 0,3-2 1 0,-2-3-4 0,-1-2 2 16,-3-4 1-16,5-2 2 0,3-4 5 0,4-6 2 15,2-4 4-15,3-2-1 0,9 0 8 0,-6-4-2 16,7-1-3-16,-2-8 0 0,5 4-2 0,8-8 0 0,-10 14 0 16,10-14 4-16,0 0-2 0,0 0 6 0,10 15-3 15,-10-15 5-15,29 2 0 0,-10 0 1 16,5 6-2-16,3-6 4 0,7 0 4 0,-4 1-2 0,6 2 0 15,5 6 2-15,-7-10-4 0,-2 3 4 0,15 6-2 16,-2 2 3-16,-2 0-2 0,0 2 1 0,-3 0 4 16,-1 4-4-16,-12-5-1 0,4 1-1 0,7 1-13 15,-9 3-4-15,-5-4-30 0,2 4-30 0,-4-4-29 16,-6-1-28-16,-1 0-36 0,4 1-21 0,-5-2-29 0,1 2-32 16,-6-2-34-16,0 4-32 0,0-4-34 0,-4-4-65 15,-5-8-285-15,0 20-764 0,0-20 337 0</inkml:trace>
          <inkml:trace contextRef="#ctx0" brushRef="#br0" timeOffset="-389.8633">24 959 162 0,'0'0'334'0,"0"0"-25"16,0 0-21-16,0 0-21 0,0 0-22 0,-34-5-16 0,34 5-19 15,0 0-25-15,0 0-19 0,0 0-12 0,0 0-3 16,0 0-24-16,21-29-15 16,-21 29-8-16,19-11-11 0,-9 4-7 0,-10 7-6 0,25-6-9 15,-14 3-8-15,-11 3-5 0,33-3-7 0,-33 3-3 16,30 6-2-16,-17-2-11 0,-13-4-1 0,27 11-3 16,-16-2-2-16,1 1-2 0,-4-2-7 0,0 8-5 0,0-2 7 15,-2 1-2-15,-6 4 8 0,0 0-14 0,-2 6-1 16,-4-2-3-16,-2 2 3 0,-5-1 3 0,4-1-8 15,-4-1 4-15,0 2-3 0,-2-3-3 0,-5 2-1 16,4-4 3-16,1-4-7 16,1-4 1-16,-1 0 3 0,-2 0-7 0,5 0-2 15,1-1 3-15,3-3 0 0,8-7 0 0,-16 9-4 0,16-9-3 0,-14 6 3 16,14-6 2-16,0 0-2 0,0 0-1 0,0 0 6 16,0 0-3-16,0 0 1 0,0 0 5 0,0 0 5 15,0 0 3-15,0 0 7 0,24-32 0 0,-7 25 2 0,1 3 13 16,-4-3-23-16,6 2-2 0,-3 0-8 0,4 3 17 15,0 2-3-15,0 0-6 16,-21 0 2-16,43 4-2 0,-22 0 5 0,0 3 4 16,0-1 3-16,-5 3-4 0,-2 6 2 0,1-5-2 15,-2 7 14-15,-5-2 13 0,3 0 6 0,-8 4 4 16,2 7-5-16,-7-7-4 0,-1 0-3 0,-5 0 1 0,-5 7 1 16,4-2-7-16,-11-1-13 0,-2-1 1 0,-7 6 8 15,2-9-21-15,-9 1 0 0,-1 1 1 0,-1-4-26 16,-2-1-24-16,-3-6-41 0,1-8-12 0,-1-1-35 15,-1-2-24-15,-1-4-27 0,2-4-31 0,3-10-56 16,-2-1-84-16,0-6-204 0,2 0-597 0,0-9 264 16</inkml:trace>
          <inkml:trace contextRef="#ctx0" brushRef="#br0" timeOffset="1476.5363">2351 598 247 0,'-9'-4'354'0,"9"4"-35"0,0 0-34 16,-3-15-26-16,3 15-28 0,0 0-22 0,0 0-16 0,24-13-21 16,-16 7-17-16,-8 6-14 0,21-10-16 15,-21 10-9-15,24-9 3 0,-10 6-8 0,-14 3-4 16,23 0-10-16,-23 0 0 0,0 0-2 16,28 3-13-16,-15 4-6 0,0-2-6 0,-3 6-2 0,-4-3-11 15,2 6-9-15,-3-2 0 0,0 6-7 0,-4-3 1 16,1 4-5-16,-4 7-6 0,1 0 0 0,-6-5-5 0,-2 4 4 15,1 0-8-15,0-3 1 16,-2 1-2-16,-3-4-3 0,0 4-4 0,-1-3 0 16,6-5-8-16,-2 3 0 0,-1-6 7 0,1 2-5 0,-1-1-4 15,3-3 3-15,-1-3-3 0,9-7 1 0,-12 16-7 16,12-16-2-16,-6 10 3 0,6-10-10 0,-8 8-3 0,8-8 0 16,0 0 6-16,0 0-5 0,0 0 8 0,0 0 5 15,0 0 0-15,0 0-1 0,0 0 10 16,37 0-9-16,-37 0 2 0,0 0 5 0,50-9 7 15,-31 9-11-15,-19 0 1 0,37 1 2 0,-16-1-2 0,1 6-3 16,-4 0 5-16,-1 1 4 0,4 0-9 16,-5 5 5-16,-1 1 5 0,-1-1 9 0,4 8 9 0,-9-2-3 15,-2-3 3-15,-1 4 1 0,-4 5 5 0,-4 1 8 16,1-2 0-16,-7 3 7 0,-5 1 1 0,-2-1-9 16,-2 0 3-16,-1-2 1 0,-9 5-10 0,-7-3 4 0,2 1-10 15,-8-4-7-15,1-2-23 0,-2-6-35 0,-4 1-28 16,3-6-23-16,-6 4-34 0,-2-10-38 0,-6-4-43 15,0-4-49-15,4-6-67 0,0-2-298 0,-1-7-664 16,3-7 294-16</inkml:trace>
          <inkml:trace contextRef="#ctx0" brushRef="#br0" timeOffset="1811.8451">2664 315 81 0,'-13'3'530'0,"13"-3"-37"0,-17 5-47 16,17-5-44-16,-11 8-44 0,11-8-18 0,0 0-9 16,0 0-14-16,0 0-18 0,0 0-29 0,46 3-27 15,-15-6-22-15,10-1-25 0,6 0-29 0,-5 0-47 16,6 0-38-16,-7-3-57 0,3-1-38 16,-1-1-48-16,-8 8-49 0,-4-8-66 0,-2 0-69 0,1 0-82 15,-11 1-339-15,10 1-720 0,-6-5 320 0</inkml:trace>
        </inkml:traceGroup>
        <inkml:traceGroup>
          <inkml:annotationXML>
            <emma:emma xmlns:emma="http://www.w3.org/2003/04/emma" version="1.0">
              <emma:interpretation id="{C6733E20-CFB8-4D65-80A3-535562722B4A}" emma:medium="tactile" emma:mode="ink">
                <msink:context xmlns:msink="http://schemas.microsoft.com/ink/2010/main" type="inkWord" rotatedBoundingBox="23527,2277 27113,2332 27086,4079 23500,4025"/>
              </emma:interpretation>
              <emma:one-of disjunction-type="recognition" id="oneOf1">
                <emma:interpretation id="interp1" emma:lang="" emma:confidence="0.5">
                  <emma:literal>M</emma:literal>
                </emma:interpretation>
                <emma:interpretation id="interp2" emma:lang="" emma:confidence="0">
                  <emma:literal>m</emma:literal>
                </emma:interpretation>
                <emma:interpretation id="interp3" emma:lang="" emma:confidence="0">
                  <emma:literal>a</emma:literal>
                </emma:interpretation>
                <emma:interpretation id="interp4" emma:lang="" emma:confidence="0">
                  <emma:literal>A</emma:literal>
                </emma:interpretation>
                <emma:interpretation id="interp5" emma:lang="" emma:confidence="0">
                  <emma:literal>k</emma:literal>
                </emma:interpretation>
              </emma:one-of>
            </emma:emma>
          </inkml:annotationXML>
          <inkml:trace contextRef="#ctx0" brushRef="#br0" timeOffset="2885.0995">3398 82 170 0,'-18'-4'453'0,"18"4"-47"0,-23-9-29 15,23 9-37-15,-12-3-17 0,12 3-39 0,0 0 1 0,-10-15-16 16,5 4-28-16,5 11-21 0,3-17-26 16,-3 17-17-16,8-26-20 0,2 14-19 0,-4-2-10 0,2-2-12 15,0 1-12-15,4 1-12 0,-6 1-3 0,4 0-16 16,4 5-1-16,-6-4-4 0,7 1-11 0,-1 1 2 16,-1 5-13-16,0-2 1 0,-13 7-2 0,22-8-7 15,-22 8-8-15,21-3-1 0,-21 3-2 0,0 0-4 0,37 12-5 16,-24-2 3-16,1 0-3 0,-1 7-7 0,1 1 1 15,-4 5-2-15,3 2 0 0,-7-2-8 0,2 3-1 0,-8 4 5 16,2-3 4-16,-4 1-2 0,-4 3 0 0,0 6 2 16,-2-6-5-16,-7 7 2 15,2-12-4-15,-3-2 4 0,-5 12 3 0,7-13-3 0,-1 3 7 16,-1-3 0-16,2 2 2 0,3-8 4 0,3-1-3 16,-2 1-1-16,-1-3 3 0,4-2 1 0,-1-2 10 0,5 0 4 15,3-10 4-15,-3 13 2 0,3-13 1 0,0 0 4 16,11 16-6-16,-11-16 5 0,18 8-6 0,1-8-4 15,2 0-3-15,0 2-1 0,9-2-7 16,6-2 2-16,7-2-6 0,-13-1-2 0,12-3-1 16,1-3-4-16,4-1-2 0,3-5-1 0,-5-6-2 15,6 8 0-15,-3-4-3 0,0-6-4 0,-8 3 4 16,2-4 0-16,-2 2 1 0,-3-9-5 0,-3 2-1 16,-2 1-8-16,-6-5 1 0,-4-2-2 0,-1-3-1 0,-5 1 1 15,-8-6 8-15,-2 1 0 0,-7-4 4 0,-6 3-1 16,1 3 8-16,-2-2 5 0,-2 4 13 0,-1 12 19 15,3 3 20-15,3 5 7 0,0 5 1 0,-1 2-5 16,3 0-8-16,1 3-3 0,2 10-6 0,-5-10-6 16,5 10-4-16,0 0-9 0,0 0-2 0,0 0-1 0,0 0-3 15,0 0 4-15,16 49 11 0,-4-9 7 0,-4 2 9 16,4 3 7-16,1 1-3 0,0 5 0 0,-2 3 0 16,1 2 2-16,-3-4 0 0,2 5-7 0,-1 14-1 15,1-18-11-15,1 18 1 0,-6-19-4 0,2 0 3 16,6-1-11-16,-1-3-5 0,-5 0-2 0,4-4 1 15,-6-4-5-15,0 0-6 0,-1-13 3 16,0 3-5-16,1-8-4 0,-6-4-15 0,2 1-4 16,3-7-3-16,-5 0-9 0,0-12-1 0,0 18-2 15,0-18-6-15,0 15-2 0,0-15-9 0,0 0-8 0,0 0-9 16,0 0-6-16,0 0-1 0,-42-47-2 0,23 11 1 16,-2-5 3-16,0-8 5 0,-5-24 5 0,4 6 9 15,4 15 4-15,1-22 10 0,5 22 4 0,4 3 4 16,2 0 5-16,4 2 0 0,4 4 6 0,0-6 2 15,7 8 0-15,-1 1 2 0,2-3 1 0,4 5 5 0,6-7-2 16,0 5 9-16,5-1 7 0,3-1 4 0,8 4 9 16,-3 5 7-16,4-2 0 0,0 5 0 0,-1 4-1 15,-3 4-4-15,-6 6 1 0,-2 2-4 0,-6 6-3 16,-8-4-4-16,10 6 6 0,-3 6-13 0,-18 0 1 16,24 6-4-16,-24-6 1 0,20 23-1 0,-15-7 0 0,-3 10-5 15,-2 14 0-15,0 1-4 0,-13 2-2 0,-1-1 0 16,-1 2-4-16,-6 0 0 0,0 1-2 0,-1-3-9 15,-13 0 3-15,4 0-4 0,-1 3 0 0,2-5 6 0,1-1 2 16,0-7-3-16,2 2-1 16,6-15 4-16,-2 8 1 0,2-9 1 0,1 8-1 15,5-6-1-15,1 1 4 0,2-5 5 0,3-2-5 0,6-6-4 16,-2 4-1-16,3 2 4 0,2-14-1 0,0 23 0 16,5-15 0-16,-2 1 4 0,8 4 0 0,1 0 2 15,5-4-2-15,1-1 7 0,9 3-1 0,4 3 4 0,2-9 1 16,9 3 17-16,3-1 14 0,5 1 1 0,0-7 0 15,-1 8-1-15,1-3-4 16,0 1-22-16,-2-1-30 0,2 2-46 0,-5 4-80 16,3-5-102-16,-2 1-94 0,2 8-77 0,0-7-98 15,-19-1-414-15,2 3-1007 0,-6-4 446 0</inkml:trace>
          <inkml:trace contextRef="#ctx0" brushRef="#br0" timeOffset="3333.7233">5225 695 259 0,'0'0'369'0,"-7"-12"-23"0,7 12-28 16,0-9-14-16,0 9-31 0,10-17-14 0,1 8-7 0,1-4 2 15,4 1-13-15,3-2-11 0,7-1-10 0,-2 5-17 16,1-2-19-16,4 4-10 0,-8 3-25 0,-3-1-15 16,3 3-16-16,-2 1-13 0,-19 2-11 0,35 5-7 0,-21 4-11 15,-5-2-6-15,3 7-11 0,-2 1 2 0,-4 9-8 16,-6 2-6-16,5 0-8 0,-10 3-2 0,2 3-6 15,-8 9-2-15,-2 1-3 16,-5-3-2-16,-2 6-5 0,-1-4 0 0,0 4 1 0,-6-6-4 16,3 5 5-16,-2-7 4 0,2 1 0 0,3-5 4 15,5-11 5-15,3 2 5 0,0-2 9 0,7-6 0 16,-1-2 6-16,-1 0 6 0,8-6 1 0,0-8 3 0,0 16 1 16,0-16-2-16,12 15-5 0,-12-15 0 0,32 1-7 15,-3 1-13-15,3-5 6 0,21-3 15 0,4-6 20 16,22-1 34-16,3-14 42 0,4-2 45 15,3-4 39-15,1-3 29 0,-4 8 0 0,-6-2-23 0,-3 10-26 16,2-5-23-16,0 0-130 0,-7 0-66 0,11 3 0 16,-25 7 0-16,1-1 0 0,-4 6 0 0,-5-2 0 0,-9-1 0 15,-1 4 0-15,-12 1 0 0,-7 1 0 0,-7 3 0 16,0 0 0-16,1-3 0 0,-4 1 0 0,-11 6 0 16,16-17 0-16,-8 6-100 0,-1 0-82 15,-3 2-41-15,-2-6-52 0,0-3-62 0,-2-1-56 16,0 4-53-16,-2-11-68 0,-11 1-440 0,7-2-1033 15,-9 4 458-15</inkml:trace>
        </inkml:traceGroup>
      </inkml:traceGroup>
    </inkml:traceGroup>
    <inkml:traceGroup>
      <inkml:annotationXML>
        <emma:emma xmlns:emma="http://www.w3.org/2003/04/emma" version="1.0">
          <emma:interpretation id="{EBF77939-2F68-4A00-A264-A6A25C288C00}" emma:medium="tactile" emma:mode="ink">
            <msink:context xmlns:msink="http://schemas.microsoft.com/ink/2010/main" type="paragraph" rotatedBoundingBox="16406,8223 21556,7970 21668,10248 16518,10501" alignmentLevel="1"/>
          </emma:interpretation>
        </emma:emma>
      </inkml:annotationXML>
      <inkml:traceGroup>
        <inkml:annotationXML>
          <emma:emma xmlns:emma="http://www.w3.org/2003/04/emma" version="1.0">
            <emma:interpretation id="{979B44B2-6484-4B96-B01E-8185C63F0275}" emma:medium="tactile" emma:mode="ink">
              <msink:context xmlns:msink="http://schemas.microsoft.com/ink/2010/main" type="line" rotatedBoundingBox="16406,8223 21556,7970 21668,10248 16518,10501"/>
            </emma:interpretation>
          </emma:emma>
        </inkml:annotationXML>
        <inkml:traceGroup>
          <inkml:annotationXML>
            <emma:emma xmlns:emma="http://www.w3.org/2003/04/emma" version="1.0">
              <emma:interpretation id="{E9FB602D-97AC-4E65-B857-9B5B313AF353}" emma:medium="tactile" emma:mode="ink">
                <msink:context xmlns:msink="http://schemas.microsoft.com/ink/2010/main" type="inkWord" rotatedBoundingBox="16406,8223 21556,7970 21668,10248 16518,10501"/>
              </emma:interpretation>
              <emma:one-of disjunction-type="recognition" id="oneOf2">
                <emma:interpretation id="interp6" emma:lang="" emma:confidence="1">
                  <emma:literal/>
                </emma:interpretation>
              </emma:one-of>
            </emma:emma>
          </inkml:annotationXML>
          <inkml:trace contextRef="#ctx0" brushRef="#br0" timeOffset="50196.0726">-3570 5660 357 0,'-8'-7'342'0,"8"7"-11"16,-21-9-26-16,10 4-22 0,11 5-11 0,-26-5-9 16,26 5-20-16,0 0-8 0,-34 5-23 0,34-5-8 15,-19 15 1-15,8 3 0 0,3 9-2 0,3 5-2 16,-1 7 4-16,4 4-13 0,2 1-13 0,0 1-4 0,5-2-6 16,3 7 0-16,-2-2-11 0,-3-1-12 0,4 0-10 15,-1-2-4-15,2-2-11 0,-1 2-3 0,-1-4-9 0,2 8-13 16,-1-8-9-16,-6-1-8 0,2-1 0 0,5-8-10 15,-4 1-6-15,0-7-3 0,-4-5-10 0,4 5-5 0,0 1 0 16,-4-8-5-16,2-4-4 0,1 2-10 16,-6-5 1-16,3 0-4 0,0-11 0 0,3 17-3 15,-3-17 1-15,-3 13-6 0,3-13 3 0,0 0 0 0,0 0 1 16,0 0-6-16,0 0 4 0,0 0 2 0,0 0 1 16,-16-45-6-16,10 18 0 0,-7-8-6 0,5-10-1 15,-4 2-1-15,1-3 1 0,-2 1-8 0,5-3-2 16,-1 0 6-16,-2 2-3 0,2 3-1 0,1 0-4 0,2 0 2 15,4-1 0-15,2 3 5 0,0-3-4 0,2 6-2 16,6-3 4-16,0 3-2 0,5 4-1 0,0 4-3 16,3-6 2-16,5 0 4 15,4 3-5-15,-5 10 3 0,0 1-2 0,8-1 0 16,1 0 0-16,-1 4 1 0,0 5-2 0,-6-1-1 16,1 7 2-16,1 5 0 0,-3-1-1 0,-4 4 3 0,-17 0-6 15,40 7 3-15,-24-2 0 0,0 9-2 0,7 1 3 16,-10 3-1-16,1 5 1 0,-1 0-4 0,-5 5 2 15,0 0-2-15,-2 3 5 0,-6 0-1 0,0 9 2 16,-6-11-3-16,-2 6-2 0,-5 6 0 0,-3-4-5 0,-5-5 4 16,-3 3-4-16,-1-4 4 0,-4 7-1 0,0-9-2 15,0 2 0-15,0-1-6 0,0-1-1 0,7-10 0 16,-4-2 1-16,2 3 3 0,3-1 2 0,2-7-5 16,3 1 3-16,-3-3 6 0,7 3-1 0,0-1 4 15,-1-4-3-15,3 4 0 0,10-12 1 0,-11 12 0 0,11-12 0 16,-8 9-3-16,8-9 1 0,1 12-3 0,-1-12 3 15,0 0 1-15,18 18 3 0,-8-11-1 0,4 2 2 16,1-1 0-16,1 2-2 0,3 2 3 0,3 0 1 16,4 4-3-16,1-6 1 0,-3 5 1 0,5 0-2 0,-2-3-1 15,2 2-1-15,-6 0 0 0,4-1-12 0,-4 2-13 16,2-2-18-16,-7-1-25 0,8-1-21 0,-10-1-43 16,6 7-26-16,4-6-36 0,-4 4-33 0,-6-7-31 15,-1 4-34-15,-1-2-40 0,-6 3-73 0,-1-4-270 16,-7-9-738-16,12 13 327 0</inkml:trace>
          <inkml:trace contextRef="#ctx0" brushRef="#br0" timeOffset="51652.1125">-2067 5804 49 0,'-16'-8'306'16,"2"3"-8"-16,-1 0-18 0,15 5-11 0,-24-5-7 16,24 5-7-16,-14-9-15 0,14 9-24 15,0 0-14-15,-18-2-12 0,18 2-17 0,0 0-5 16,0 0-15-16,0 0-9 0,-19 16-2 0,19-16-14 16,1 14 2-16,-1-14-9 0,12 17-2 0,-6-8-10 0,4 3-2 15,2 0-7-15,1-2-8 0,3-1-7 0,0 0-19 16,5 0 8-16,6 1-5 0,-6-2-10 0,7-3-3 0,-3 1-8 15,7 2-7-15,-6-8 3 0,8 7-9 0,-12-6-3 16,13 2 0-16,-7-3-7 0,-1 0-3 0,0 0-1 16,-4 0 0-16,1-3-2 0,-3 2-2 15,-21 1-1-15,35-3-17 0,-19-3 24 0,-16 6-4 0,21-6-7 16,-21 6 1-16,19-4-4 0,-19 4 5 0,0 0-2 16,21-3-4-16,-21 3 3 0,0 0 3 15,0 0 2-15,0 0 0 0,0 0 11 0,0 0 7 0,14 13 0 16,-14-13 1-16,-11 23-4 0,6-6-2 0,-7 6-4 15,-3 1-6-15,-4 2 2 0,-5 10-4 0,-2 2 0 16,-3 0-14-16,-1 3 8 0,-7-1 2 0,3 0-8 16,-1 3-18-16,1 2-14 0,5-7-36 0,2 2-32 15,8-6-37-15,-2 3-51 0,3 2-59 0,4-11-71 0,4-4-430 16,5-5-804-16,2-4 356 0</inkml:trace>
          <inkml:trace contextRef="#ctx0" brushRef="#br0" timeOffset="51294.1487">-2810 6233 118 0,'0'0'375'0,"-29"2"-20"0,29-2-26 0,-22 1-17 16,22-1-22-16,0 0-5 0,-24 4-15 0,24-4-15 15,0 0-21-15,0 0-13 0,0 0 2 0,0 0 5 16,0 0 7-16,0 0 10 0,88-12 5 0,-41 2-8 0,2 1-18 16,9-3-14-16,-2 3-20 0,23 1-21 0,-18-8-16 15,19 2-14-15,-21 6-15 0,2 1-13 0,-1-1-11 16,-3-2-13-16,6-2-5 0,-7 8-11 0,-4-4-6 15,-8 1-9-15,-10 0-3 0,-3 4-10 0,-4-2-6 16,-6 3-5-16,-8-3-14 0,-13 5-23 16,22-2-18-16,-22 2-25 0,0 0-28 0,24 0-37 0,-24 0-33 15,0 0-32-15,0 0-35 0,0 0-18 0,0 0-14 0,0 0-18 16,0 0-14-16,0 0-14 0,-30-27-14 16,17 18-46-16,-3 1-260 0,-3-3-663 0,1-6 294 0</inkml:trace>
          <inkml:trace contextRef="#ctx0" brushRef="#br0" timeOffset="50858.8521">-3132 6840 129 0,'0'0'313'0,"-24"-2"-23"0,24 2-11 0,0 0-25 0,0 0-23 16,0 0-10-16,0 0-11 0,0 0-18 15,0 0-22-15,0 0-13 0,41-19-9 0,-41 19-11 0,36-1-11 16,-17-2-8-16,-1 2-18 0,4-1-6 16,-22 2-9-16,40 0-9 0,-21 0-5 0,-19 0-10 0,31 2-1 15,-31-2-11-15,22 4 1 0,-22-4-12 0,23 3 2 16,-23-3 1-16,13 8 12 0,-13-8-1 16,11 11 8-16,-11-11-1 0,-3 17 2 0,3-7-7 0,-8 5-8 0,0 1-10 15,0 3-2-15,-12 2 0 16,4 5-7-16,-5-3-13 0,2 1 2 0,-10 4-4 15,7-3-5-15,-7 3-7 0,8-4-9 0,-8 2 2 0,8-5-5 16,1-2 1-16,-1 0-5 0,-2-4-8 0,9-1 4 0,-1-3-1 16,2-3 4-16,5-1-7 15,8-7 2-15,-9 12 3 0,9-12 4 0,0 0-4 0,-8 8 6 16,8-8 10-16,0 0 9 0,0 0 15 0,0 0 7 16,0 0 6-16,53-22 7 0,-34 17-4 0,2-5 6 0,3 2 11 15,5 0 7-15,0 5-4 0,0-6 8 16,-4 2 3-16,-1 4 1 0,5-2 4 0,-8 4-3 0,0 0-7 15,-21 1 0-15,37 1 2 0,-20 0-7 0,1 4 0 16,-3-2 3-16,-1 6 2 0,-1 0-3 16,1 3-7-16,-6 1-5 0,0 1-3 0,4 1-3 0,-9 3-7 0,3 6 1 15,-6-2-3-15,3 1-1 0,-6 3-4 16,0 0-12-16,-3 2 13 0,-6-1-16 0,1-1 6 0,-8 0-1 16,0 0-3-16,-7 3-7 0,-6-3-17 15,1 5-6-15,6-10-11 0,-9 2-17 0,5-8-18 0,-9 3-20 16,-12-8-2-16,19-4-11 0,-10 1-24 0,5-7-22 15,-7-3-25-15,11-2-31 0,0-6-43 0,-7-4-51 0,1-7-104 16,6-9-238-16,-2-2-684 0,-1-1 303 0</inkml:trace>
          <inkml:trace contextRef="#ctx0" brushRef="#br0" timeOffset="52241.4325">-1092 6162 364 0,'0'0'419'15,"0"0"-14"-15,-27 0-21 0,27 0-28 0,0 0 2 16,0 0-19-16,-25 1-14 0,25-1-23 16,0 0-21-16,0 0-19 0,0 0-28 0,0 0-20 15,0 0-21-15,61-25-14 0,-36 18-17 0,9-1-17 0,9-6-20 16,7 3-10-16,-4-1-15 0,3 2-12 0,5 1-40 15,-4-2-41-15,-8 0-56 0,7 0-62 0,-2 2-59 16,-1 0-62-16,-15 0-69 0,11-2-117 0,-9 3-270 16,-2-3-744-16,-7 0 329 0</inkml:trace>
          <inkml:trace contextRef="#ctx0" brushRef="#br0" timeOffset="52892.0348">-118 5477 306 0,'2'-16'487'0,"-2"16"-49"0,0 0-37 0,3-10-29 15,-3 10-6-15,0 0-5 0,0 0 2 0,0 0-6 0,0 0-19 16,16 38-25-16,-9-14-16 0,1 4-21 16,6 14-19-16,-6-1-20 0,0 4-12 0,3-2-17 0,-1 7-16 15,-2-4-16-15,-2 4-12 0,1-3-16 0,-2-1-8 16,1 2-20-16,-3-2-6 0,0-1-9 0,1 1-16 15,-4-1-3-15,-2-1-15 0,0-4-5 0,2-1-9 16,-3-9-3-16,3-1-6 0,0-5-4 0,0 4-13 16,-1-11 20-16,-1-2-21 0,2-4-4 0,0-11 2 0,-3 17-9 15,3-17-2-15,0 11-2 0,0-11-2 0,0 0-7 16,0 0 14-16,0 0-13 0,0 0-3 0,6-44 8 0,-6 22-10 16,-3-8-5-16,3-13-6 0,-5-4-7 15,0-6-9-15,2 5 4 0,-2-4-3 0,5 2-3 0,-3-4 2 16,-2 1 0-16,4 1 3 0,-4 1-1 0,8 7 3 15,0-3 2-15,-1 6 3 0,3-2 5 0,1 3 2 16,7 0-3-16,3 2 0 0,0 2 1 0,7-2 2 16,2 5 5-16,6 0-4 15,2 0 0-15,3 11 2 0,1-4 3 0,-2 3-1 0,0 6-3 16,-6 4 1-16,-2 1 2 0,1 9 3 0,-3-7-4 16,-7 9-3-16,-18 1 4 0,32 7 0 0,-17-3-6 15,-4 5 5-15,-2 4-1 0,-2 3-2 0,-2 10 1 16,-5 4-4-16,-5 11 1 0,-5-1-3 0,-3 2 4 15,-6 1-2-15,-2 0-3 0,-4 3-8 0,-4-1-8 16,-7-3-8-16,1 3 0 0,-3-4 1 0,-1 3 1 0,2-5 5 16,-3-2 2-16,5-4 3 0,3-2 1 0,0-2 3 15,9-7 0-15,2-2 5 0,4-1 2 0,4-3 2 16,5-2 1-16,0-2-3 0,3-1 1 0,5-11 4 16,5 15 2-16,-5-15 5 0,24 14 0 0,-5-7 6 0,10-3 1 15,3-3 9-15,11 3 6 0,5-4 5 0,2 0 6 16,6-2-3-16,-4 0-5 0,2 2-2 15,-1 2-2-15,-3-5 2 0,0 0-4 0,1 6-10 16,-4-2 0-16,-6 1-1 0,-12 3-23 0,3 0-38 0,-3 2-57 16,-8-3-57-16,5 1-59 0,-10 5-54 0,0-3-44 0,1 4-62 15,-1-1-93-15,-8-3-323 0,0 6-870 0,-1-5 384 16</inkml:trace>
          <inkml:trace contextRef="#ctx0" brushRef="#br0" timeOffset="53312.0103">960 6307 118 0,'4'-10'487'0,"-4"10"-36"16,9-16-21-16,-1 9-4 0,7-2 4 0,-1-1-22 15,4 1-35-15,-4 5-28 0,2-3-29 0,2 4-26 0,0-1-34 16,-18 4-28-16,37 0-23 0,-21 7-23 0,1 2-15 0,-2-1-19 16,-6 8-14-16,-1-1-15 15,-1 4-16-15,-2 5-13 0,-5 4-14 0,-4 0-16 0,3-1-6 16,-9 13-12-16,-4-2-5 0,-1-12-9 0,-2 12-7 0,-4-2-3 15,1-3-3-15,3-7-5 0,-1-4 2 16,1 0-1-16,7-6-3 0,-3-2 1 0,3-3-2 16,-1-6 1-16,5 9-2 0,6-14 6 0,-8 8 6 0,8-8 3 15,0 0 4-15,0 0 2 0,0 0-1 0,0 0 5 16,0 0 3-16,0 0-2 0,50-7 3 0,-50 7 3 0,36-1 10 16,-7-3 12-16,5 8 18 15,0-1 13-15,-2 1-7 0,3 1 7 0,2 12-11 16,-5-5 3-16,3 12-5 0,-11-8-14 0,8 13-9 0,-14 1 1 15,0 4-2-15,-9 6 2 0,-7-3-10 0,-2 5-8 16,-10 0-4-16,-7 3 3 0,-6 2-13 0,-12-4-1 0,-16 10-11 16,-9-5-13-16,-10-3-18 0,-7-7-2 0,-15 1-8 15,7-8 3-15,2-5 1 0,1-4 2 0,3-3-2 16,20-6-9-16,3-5-20 0,-4-1-22 0,0 0-41 16,3-7-64-16,6-4-69 0,1-8-87 0,1 2-101 15,4-8-147-15,5-1-312 0,1-8-971 0,5-10 430 0</inkml:trace>
        </inkml:traceGroup>
      </inkml:traceGroup>
    </inkml:traceGroup>
    <inkml:traceGroup>
      <inkml:annotationXML>
        <emma:emma xmlns:emma="http://www.w3.org/2003/04/emma" version="1.0">
          <emma:interpretation id="{9EF14136-B412-47BB-965C-7D7692BB2A7C}" emma:medium="tactile" emma:mode="ink">
            <msink:context xmlns:msink="http://schemas.microsoft.com/ink/2010/main" type="paragraph" rotatedBoundingBox="17631,13392 25617,13668 25540,15917 17554,15641" alignmentLevel="1"/>
          </emma:interpretation>
        </emma:emma>
      </inkml:annotationXML>
      <inkml:traceGroup>
        <inkml:annotationXML>
          <emma:emma xmlns:emma="http://www.w3.org/2003/04/emma" version="1.0">
            <emma:interpretation id="{B6545589-5AB1-48E7-B269-042EA6160788}" emma:medium="tactile" emma:mode="ink">
              <msink:context xmlns:msink="http://schemas.microsoft.com/ink/2010/main" type="line" rotatedBoundingBox="17631,13392 25617,13668 25540,15917 17554,15641"/>
            </emma:interpretation>
          </emma:emma>
        </inkml:annotationXML>
        <inkml:traceGroup>
          <inkml:annotationXML>
            <emma:emma xmlns:emma="http://www.w3.org/2003/04/emma" version="1.0">
              <emma:interpretation id="{B9980131-E3D3-4210-B5B6-2D15BA4578B5}" emma:medium="tactile" emma:mode="ink">
                <msink:context xmlns:msink="http://schemas.microsoft.com/ink/2010/main" type="inkWord" rotatedBoundingBox="17626,13557 22143,13712 22071,15797 17554,15641"/>
              </emma:interpretation>
              <emma:one-of disjunction-type="recognition" id="oneOf3">
                <emma:interpretation id="interp7" emma:lang="" emma:confidence="1">
                  <emma:literal/>
                </emma:interpretation>
              </emma:one-of>
            </emma:emma>
          </inkml:annotationXML>
          <inkml:trace contextRef="#ctx0" brushRef="#br0" timeOffset="94919.1045">-1462 12155 128 0,'-11'-17'529'0,"4"10"-26"0,7 7-1 0,-8-10-5 0,8 10-20 16,0 0-17-16,0 0-33 0,-13-9-29 0,13 9-30 16,0 0-31-16,0 0-30 0,0 0-26 0,-8 41-13 0,8-15-12 15,0 4-9-15,2 1-17 16,1 9-15-16,-1 5-20 0,-1 0-18 0,4-3-14 15,0 5-13-15,-2-4-18 0,2 1-10 0,-5-1-14 16,3-2-12-16,4-1 3 0,-3 0-23 0,-4-8-10 0,4 6-23 0,-4-8-25 16,3-4-22-16,-3-4-29 15,0 4-40-15,-3-8-53 0,3-3-46 0,0-2-53 0,0-13-49 16,3 18-49-16,-3-18-46 0,-3 11-63 0,3-11-74 16,0 0-384-16,0 0-964 0,0 0 426 0</inkml:trace>
          <inkml:trace contextRef="#ctx0" brushRef="#br0" timeOffset="95271.5848">-1345 11919 227 0,'-21'-4'369'0,"21"4"0"16,-14-3-12-16,14 3-7 0,0 0-8 0,-28-4-3 15,28 4-22-15,0 0-31 0,0 0-23 0,0 0-29 16,-22 0-14-16,22 0-8 0,0 0 4 0,0 0-5 0,0 0-10 0,0 0-11 16,0 0-15-16,82 8-11 0,-50-12-12 0,11 0-10 15,7-4-5-15,0 2-7 0,-4-6-6 0,6 4-15 16,-1-4-16-16,-1-2-5 0,4 0-14 0,-2 3-13 15,-3-1-19-15,-2 0-24 0,-6 1-27 16,-7 1-31-16,-3 2-32 0,-6-3-31 0,4 3-36 16,-11 1-18-16,-1-1-17 0,0 0-23 0,-9 4-22 15,-8 4-39-15,4-11-45 0,-4 11-46 0,0 0-350 0,-11-22-757 16,11 22 335-16</inkml:trace>
          <inkml:trace contextRef="#ctx0" brushRef="#br0" timeOffset="95598.0798">-981 11458 33 0,'-9'-6'434'0,"9"6"-40"16,-12-7-18-16,12 7-13 0,0 0-12 0,-16-9-21 15,16 9-4-15,0 0-15 0,0 0-5 16,0 0-14-16,0 0-21 0,0 0-23 16,0 0-19-16,0 0-16 0,44 30-3 0,-28-20-14 0,3 2-17 0,5-1-15 15,3 2-17-15,2 0-13 0,3 0-17 0,8 6-10 16,7-5-10-16,-4 0-10 0,0 2-9 0,-4-5-9 15,3 5-7-15,-9-9-9 0,-2 2-14 16,1 0-10-16,0-2-7 0,-3-2-5 16,-2-1-13-16,-4 2-8 0,-6-3-7 0,1 1-6 0,-4 1-5 15,-14-5 1-15,20 9-4 0,-12-3 2 0,-8-6 3 16,6 18-3-16,-4-10-3 0,-2-8-5 0,-15 30-1 16,6-13-2-16,-3 2-7 0,-2 3-4 0,-7 3-17 0,-3 4-17 15,-3 1-20-15,-1-1-11 0,6-5-12 0,-8 5-11 16,4-8-8-16,3 3-12 0,3-3-19 0,-1-2-22 15,-2-1-28-15,9-7-43 0,4 1-56 0,-1 1-319 16,-3-7-694-16,7 0 307 0</inkml:trace>
          <inkml:trace contextRef="#ctx0" brushRef="#br0" timeOffset="93988.9789">-2463 10989 343 0,'-8'-8'404'0,"8"8"-3"16,-15-15-6-16,12 9-16 0,3 6-6 0,-11-10-2 16,11 10-13-16,0 0-18 0,0 0-26 0,-10-10-25 0,10 10-26 15,0 0-11-15,0 0-10 0,2 38 9 0,-1-20-13 16,6 12 0-16,-2 11-4 0,3 1-4 0,0 7-16 0,-2 0-2 16,-1 1-11-16,0 5-3 0,8 18-12 0,-9 0-8 15,-2-1-15-15,4 2-8 0,-4 2-5 0,-2-2-8 16,3-2-6-16,-6-18-9 0,3 1-13 0,3 1-14 0,-6-3-100 15,3-1 0-15,0 0 0 0,-2-2 0 0,4-8 0 16,-2-9 0-16,-2-6 0 16,2-6 0-16,0-1 0 0,0-2 0 0,2-4 0 15,1-1 0-15,-3-13 0 0,3 13 0 0,-3-13 0 0,0 12 0 16,0-12 0-16,0 0 0 0,0 0 0 0,0 0 0 0,0 0 0 16,0 0 0-16,0 0 0 0,5-48 0 0,-8 6 0 15,1 1 0-15,-4-4 0 16,0-7 0-16,1 0 0 0,0 3 0 0,-1 1 0 0,-1-2 0 15,1 1 0-15,3 1 0 0,-2-2 0 0,-2 2 0 16,4 2 0-16,-2-1 0 0,5 1 0 0,0 4 0 16,0-10 0-16,0 8 0 0,7-26 0 0,-2 25 0 15,4 1 0-15,-1-1 0 0,-1 1 0 0,7-1 0 16,-1 7 0-16,3 1 0 0,3-1 0 0,-4 11 0 16,1 1 0-16,4 5 0 0,1-3 0 0,-1 5 0 15,-3 0 0-15,6 5 0 0,-6 6 0 0,1 1 0 0,1 2 0 16,2 5 0-16,-21 0 0 0,35 10 0 0,-19-1 0 15,-1 4 0-15,-1 1 0 0,1 11 0 0,-2 2 0 16,-5 6 0-16,-2 7 0 0,-4-1 0 0,6 6 0 16,-8-2 0-16,-7 4 0 0,-2-2 0 0,-4 1 0 15,-3 1 0-15,0-2 0 0,-5-2 0 0,-2 1 0 16,-2-3 0-16,2 1 0 0,-4-6 0 0,0-1-19 0,-2-4-12 16,8-9 2-16,-3 1-4 0,-2-3 7 0,2-4 0 15,-3 1 2-15,4-2 5 0,-2-2-5 0,7-4 4 0,-1 0 6 16,-4 0-2-16,9-4 7 0,1 2 0 0,13-7-2 15,-22 2 2-15,22-2 4 0,-13 9-1 0,13-9 3 16,0 0 0-16,0 0 0 0,-16 3-5 0,16-3 2 16,0 0 0-16,0 0 1 15,0 0 2-15,0 0 1 0,33 23 1 0,-16-15 3 16,2 0-6-16,5 7 7 0,3-1-5 0,0 5 4 0,10 0-2 16,-8-3 3-16,8 6-4 0,-2-2 1 0,-6-7-2 15,8 6 0-15,3-1-13 0,-12-2-30 0,-3-5-34 16,2 4-29-16,1-3-23 0,-1 2-16 0,-3-4-32 15,-1 4-29-15,-3-7-28 0,1 0-34 0,-1 0-23 16,-4 5-22-16,-2-1-29 0,-3-3-38 0,5-3-48 0,0 4-343 16,-9-3-838-16,-7-6 370 0</inkml:trace>
          <inkml:trace contextRef="#ctx0" brushRef="#br0" timeOffset="96255.4677">48 11199 526 0,'3'-10'510'0,"-3"10"-57"0,5-12-42 0,-5 12-34 0,4-12-28 16,-4 12-17-16,0 0-13 0,0 0-6 0,0 0-16 15,0 0-23-15,23 38-20 0,-17-13-24 0,6 11-17 16,-8 5-6-16,3-3-1 0,4 4-9 16,-3 3-11-16,-2-1-16 0,1 3-15 0,1 3-13 15,0-3-11-15,-6 3-16 0,4-3-11 16,-6 0-12-16,11-1-8 0,-9 1-6 0,-2-4-10 0,0-2-6 15,-2 0-7-15,-1-13-6 0,1-2-11 0,1-1-9 16,-6-5-8-16,3-4-8 0,4 1-9 0,-4-7-5 16,-1 6-11-16,-1-8-6 0,6-8-10 0,-8 7-13 15,8-7-5-15,0 0-5 0,0 0-4 0,-37-26 3 16,18 4-13-16,-4-9-11 0,4-11-8 0,2-6-2 0,2-1 1 16,-4-5 11-16,9 2 2 0,-3 0 9 0,5 3 18 15,2-4 5-15,1 6 20 0,5-4 18 0,0 4 14 0,7-3 8 16,1 2 6-16,-2 6 8 0,8-5-1 0,-1 4 2 15,2-2-4-15,6 4 3 0,1-1 5 0,5 8 1 16,2 1 2-16,5 0 8 0,1 6 11 16,0 1 2-16,2 3-3 0,-1 4-1 0,-7 5-3 15,-5 4-7-15,11 3 1 0,-14 2-12 16,1 1-4-16,-1 7-1 0,5 5-2 0,-2 3-14 0,-3 4 2 16,-2 4-4-16,-8 7-1 0,2 0-6 0,-5 15-3 15,-5 4-6-15,-1-5-1 0,-7 6-8 0,-3 1-1 16,-5 0-5-16,-1-1-8 0,-1 2-8 0,-2-1-6 0,-9 1-4 15,-3 1 1-15,2-3-1 0,-2-3-1 0,-2-3 5 16,-2-4 0-16,4-1 5 0,0-3 4 0,0-6 4 0,5-4 5 16,-2-2 2-16,-1-2 0 0,9 1 1 15,1-7 4-15,1 2 3 0,3-4 4 0,3 2 5 16,-3-1-2-16,7-2 10 0,4 2 5 0,2-11 17 0,2 19 4 16,4-3 10-16,1-2 9 0,4-1-3 0,4 0 3 15,-1 2 5-15,10 4 8 0,3-4-4 0,10 8 4 0,3-8-5 16,-1 4 7-16,3-1-16 0,-1-3-8 0,-2 3-12 15,-6-8-23-15,12 6-25 16,-11-6-37-16,-5-1-54 0,0 3-61 0,1-5-66 16,-1-3-58-16,-5-1-58 0,-4 5-61 0,0-6-70 0,1-2-377 15,-21 0-929-15,0 0 411 0</inkml:trace>
          <inkml:trace contextRef="#ctx0" brushRef="#br0" timeOffset="96468.5454">835 12051 117 0,'-3'-19'489'0,"3"19"-31"0,3-14-19 0,-3 14-25 16,4-15 3-16,-4 15-9 0,0 0-22 0,8-8-21 16,-8 8-24-16,0 0-34 15,0 0-28-15,0 0-28 0,25 34-20 0,-22-15-29 0,1 7-20 16,-4-4-19-16,3 9-19 0,-6-2-15 0,-1 0-29 16,-2 10-29-16,4-1-39 0,-10 0-48 0,4 2-54 15,-2-10-42-15,5-3-47 0,4-1-54 0,-11 2-58 0,7-4-67 16,2-11-81-16,-6 3-303 0,4-2-781 0,5-14 346 15</inkml:trace>
          <inkml:trace contextRef="#ctx0" brushRef="#br0" timeOffset="96771.4601">1132 11622 32 0,'0'0'396'16,"-9"-7"-31"-16,9 7-5 0,0 0-2 0,0 0 4 0,0 0 6 16,0 0 10-16,0 0-6 0,30-7-5 15,-30 7-14-15,40-6-16 0,-9 0-6 16,9-1-5-16,9 1 0 0,3-9-7 0,1 5-26 0,-4-4-32 15,4 3-26-15,0-1-19 0,-1-3-53 0,-3 6-79 16,1-1-61-16,-7-1-64 0,-9 4-76 0,8-1-70 16,-15-3-65-16,-1 8-58 0,-9-1-59 0,-5-3-76 0,-12 7-373 15,13-4-885-15,-13 4 391 0</inkml:trace>
          <inkml:trace contextRef="#ctx0" brushRef="#br0" timeOffset="96984.0877">1310 11188 4735 0,'-9'-7'487'0,"-4"-3"-256"16,3 4-74-16,10 6-62 0,-9-8-20 0,9 8-2 15,0 0 1-15,-9-12 2 16,9 12 2-16,0 0 8 0,0 0-2 0,0 0 0 0,0 0-8 16,15 57-8-16,-4-21-7 0,-3 4 1 0,0 1-10 15,0 5-3-15,5 0-9 0,-7 4-1 0,1 0-8 16,1 3-14-16,-2 1-25 0,4 17-31 0,-5-17-35 15,-2-1-55-15,3-6-69 0,1 4-63 0,-7-6-62 16,0-2-74-16,5-4-90 0,-4-9-332 0,-1-4-888 0,2-2 393 0</inkml:trace>
        </inkml:traceGroup>
        <inkml:traceGroup>
          <inkml:annotationXML>
            <emma:emma xmlns:emma="http://www.w3.org/2003/04/emma" version="1.0">
              <emma:interpretation id="{51038CF0-422A-43A8-8885-D4810B83B1CC}" emma:medium="tactile" emma:mode="ink">
                <msink:context xmlns:msink="http://schemas.microsoft.com/ink/2010/main" type="inkWord" rotatedBoundingBox="22240,13551 25617,13668 25549,15637 22173,15521"/>
              </emma:interpretation>
              <emma:one-of disjunction-type="recognition" id="oneOf4">
                <emma:interpretation id="interp8" emma:lang="" emma:confidence="0.5">
                  <emma:literal>B</emma:literal>
                </emma:interpretation>
                <emma:interpretation id="interp9" emma:lang="" emma:confidence="0">
                  <emma:literal>k</emma:literal>
                </emma:interpretation>
                <emma:interpretation id="interp10" emma:lang="" emma:confidence="0">
                  <emma:literal>A</emma:literal>
                </emma:interpretation>
                <emma:interpretation id="interp11" emma:lang="" emma:confidence="0">
                  <emma:literal>,</emma:literal>
                </emma:interpretation>
                <emma:interpretation id="interp12" emma:lang="" emma:confidence="0">
                  <emma:literal>M</emma:literal>
                </emma:interpretation>
              </emma:one-of>
            </emma:emma>
          </inkml:annotationXML>
          <inkml:trace contextRef="#ctx0" brushRef="#br0" timeOffset="98016.0931">2035 11327 346 0,'0'-19'522'16,"0"2"-53"-16,7-8-43 0,1 3-50 0,0-3-36 15,8 1-21-15,-3 5-15 0,1-3-14 0,2 2-8 16,-1 2-30-16,6 2-18 0,4 3-27 0,-1 0-21 0,-1 3-18 15,4-1-18-15,0 6-16 16,-7 2-12-16,-1 3-10 0,-19 0-12 0,38 3-14 0,-20 2-7 16,-4 6-21-16,1-3-13 0,-2 10-10 0,-2 5-19 15,-8 3-11-15,3 0-17 0,-10 2-12 0,-1 13-9 0,-8-1-1 16,0 5-10-16,-3-7-6 0,-5 2 4 0,-6 1 4 16,6-3 10-16,-6 4-5 0,4-3 7 0,1-1 3 15,-9 1 4-15,4-4 13 0,0-5 16 0,4 4 8 0,-2-1 9 16,9-11 9-16,-2 0 10 0,8-5 0 15,2 0-3-15,2 0 6 0,3-4 3 0,3-1 5 0,0-12 13 16,9 22 6-16,-1-14-1 0,7 2-9 0,6-2-7 16,0-4 0-16,11-1-12 0,14-1-16 0,-2-6-11 15,2-1-18-15,-1-5-13 0,3-2-10 0,3 0-20 16,1-1-8-16,-4-6-27 0,-3-5-6 0,5 6-24 16,-4-9-34-16,-6-2-5 0,0-1-20 0,-4-6-12 0,-7 1-15 15,-2-11-14-15,-5 1-16 0,-6-7 0 0,-1-17 15 16,-7 16 30-16,-2 1 38 15,-6 0 61-15,0 12 61 0,0 1 55 0,0 9 44 16,0 4 52-16,0 7 44 0,0 4 42 0,0 1 27 16,0 3 19-16,0 11 9 0,0-19-1 0,0 19 2 0,0-13-9 15,0 13 1-15,0 0-8 0,0 0-3 0,0 0-14 16,0 0-13-16,0 0-10 0,40 35-15 0,-30-10-13 16,1 5-14-16,0 11-10 0,-4 1-6 0,4 4-14 15,-3 3-124-15,-3 3-20 0,-2-1 0 0,2 20 0 0,-2-20 0 16,-3 4 0-16,0 1 0 0,-3 15 0 0,3-21 0 15,0 4 0-15,0-7 0 0,-5 3 0 0,3-2 0 16,-2-5 0-16,2-3 0 0,-3-10 0 0,4-1 0 16,-6-5 0-16,7-7 0 0,0 0 0 15,-1-3 0-15,-1-2 0 0,2-12 0 0,2 16 0 16,-2-16 0-16,0 12 0 0,0-12 0 0,0 0 0 16,0 0 0-16,0 0-62 0,0 0-23 0,-5-54 9 0,8 27 11 15,-3-18 2-15,0-12 10 0,-3-19 3 0,3-5-3 16,-2-14 5-16,1-31-3 0,-3 32 0 0,3 1 6 15,-1 6 4-15,4 13 20 0,4 22 14 0,1 1 22 16,1 2 5-16,0 8 15 0,5-3 21 0,9 6 23 16,-1 3 15-16,4 2 19 0,-5 11 11 0,4-1-1 0,0 2-11 15,2 2-112-15,-2 5 0 0,1-1 0 0,1 8 0 16,-5 1 0-16,-2 5 0 0,-19 1 0 0,32 3 0 16,-16 6 0-16,-5 6 0 0,4 10 0 0,-9 4 0 0,-4-1 0 15,-4 13 0-15,-4 4 0 0,-4 1 0 0,-4 1 0 16,-1 0 0-16,-10-6 0 15,2 11-62-15,-4 0-32 0,1-6 3 0,-4 3 8 0,6-4 6 16,-5-5 11-16,0 4 6 0,2-5 7 0,3-4 3 16,6-7 12-16,0-4 10 0,1-2 12 0,2 1 13 15,7-4 14-15,2-4 11 0,-2-2 10 0,6 0 21 16,2 2 23-16,2-1 11 0,6 3 12 0,0-3 13 16,5-1-1-16,6 5-3 0,3-1-98 0,4-3-10 0,0 2 0 15,15 6 0-15,-4-5 0 0,5-1 0 0,-2 3 0 16,5-2 0-16,-2 0 0 0,6-3 0 0,-8 1 0 0,-1-2 0 15,-4-3 0-15,-14 0 0 0,20 4 0 0,-13-3 0 16,-4 4 0-16,-1-3-45 0,-1-1-395 0,-5-3-84 16,-4-1-84-16,-4 7-488 0,-4-7-1187 0,2 2 525 15</inkml:trace>
          <inkml:trace contextRef="#ctx0" brushRef="#br0" timeOffset="98424.0749">3712 12210 397 0,'-5'-17'644'0,"5"7"-51"15,0 10-62-15,13-31-50 0,0 6-36 0,6 5-14 16,7 1-20-16,-4 1 6 0,4 3 17 0,-2-4-6 16,5 5-12-16,0 2-33 0,0 5-32 0,4 3-36 15,-2 3-32-15,-2 1-27 0,-4 2-30 0,-7 4-32 0,3 2-25 16,-7 0-26-16,-3 10-28 0,-4 5-31 0,-4 7-40 16,-9-2-44-16,-2 10 0 0,-13 5 0 0,0-5 0 15,-5 6-34-15,-6 1-15 0,-3-1-7 0,-2-1 14 0,-13 16-5 16,12-18 10-16,-9-1 6 15,9 0 6-15,-2-7 21 0,4 1 15 0,-2-4 18 16,1-3 12-16,13-3 27 0,5-4 12 0,-1-2 13 0,8-6-90 16,-3-3-3-16,9-2 0 0,6-7 0 0,-8 12 0 15,8-12 0-15,0 0 0 0,19 19 0 0,8-13 0 0,4-2 0 16,12 0 0-16,7-8 0 0,7 3 0 0,27-8 0 16,4 4 0-16,7-7 0 0,4 5 0 0,6-5 0 15,37 3 0-15,-50 2 0 0,7-2 0 0,-2-7 0 0,2 7 0 16,-6 3 0-16,-6-2 0 0,-6 1 0 0,-23-8 0 15,0 12 0-15,-7-1 0 16,-7-5 0-16,-15 6 0 0,-1 0 0 0,0-3 0 0,-7 4 0 16,-5-3 0-16,-16 5 0 0,20-6 0 15,-20 6 0-15,12-4 0 0,-12 4 0 0,0 0 0 0,0 0 0 16,-44-30 0-16,12 18 0 0,-14 3 0 0,-4-8 0 16,3 7 0-16,3 2 0 0,-5-2-20 0,19 9-1343 15,-4-5-1474-15,2-6 652 0</inkml:trace>
        </inkml:traceGroup>
      </inkml:traceGroup>
    </inkml:traceGroup>
  </inkml:traceGroup>
</inkml:ink>
</file>

<file path=ppt/ink/ink19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31T04:17:20.040"/>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4E9D723B-4DE9-4828-AFCE-95CD0EAC1B23}" emma:medium="tactile" emma:mode="ink">
          <msink:context xmlns:msink="http://schemas.microsoft.com/ink/2010/main" type="inkDrawing" rotatedBoundingBox="9356,4261 9941,5021 9230,5567 8646,4807" semanticType="callout" shapeName="Other">
            <msink:sourceLink direction="with" ref="{FEF2A4BD-D079-4D17-95EE-32893B86DBB9}"/>
          </msink:context>
        </emma:interpretation>
      </emma:emma>
    </inkml:annotationXML>
    <inkml:trace contextRef="#ctx0" brushRef="#br0">3331 3650 13 0,'-30'0'399'15,"30"0"-21"-15,-26 0-5 0,26 0-6 0,-30-7-3 0,15 3-17 16,-4 0-11-16,5-3-8 0,14 7-12 15,-23-9-21-15,23 9-26 0,-14-9-20 0,14 9-14 16,-13-12-13-16,7 1-19 0,6 11-17 0,-2-15-18 0,2 15-10 16,10-27-11-16,-1 12-13 0,1 0-5 0,3-1-4 15,1 1-4-15,2-3-4 0,7 3-10 16,-3-3-7-16,3 3-13 0,-2 7-3 0,0-3-10 0,-7 0-10 16,7 3-6-16,-2 4-5 0,-3 0-6 0,7 4-5 15,-23 0-4-15,32 1-2 0,-18 6-3 0,-4 1-2 16,3 5-5-16,-4 11 0 0,3-2 0 0,-4 8-2 15,-7-3-2-15,-2 14-2 0,-6-2-3 0,1 5 2 16,-4 0-2-16,-1 1 0 0,-4 0 0 0,-2-4-3 0,-2 1-2 16,-2-1-1-16,0-4 1 0,-6 2-2 0,4-1 1 15,2-5-3-15,-4-5-1 0,0-3 1 0,9-7 1 16,-4 2-1-16,-1-1-1 0,8-1 2 0,2-8-4 16,-2-1-1-16,5-1 4 0,1 3-1 0,7-11 7 15,-11 7 3-15,11-7 11 0,0 0 8 0,0 0 25 0,0 0 13 16,0 0 20-16,0 0 4 0,35 2-5 0,-35-2 3 15,57-9 2-15,-16-3 14 16,3 0 3-16,2-1-74 0,1 0-41 0,4-1 0 0,-1 2 0 16,6 1 0-16,-5-1 0 0,4 4 0 0,-4 1 0 15,2-4 0-15,-6 3 0 0,-4-4 0 0,-1 2 0 0,-13 6 0 16,-1-3 0-16,-7 2 0 0,-1-1 0 0,-4 2 0 0,-2 0 0 16,-14 4 0-16,22-7 0 15,-22 7 0-15,18-7 0 0,-18 7 0 0,0 0-240 16,15-4-115-16,-15 4-41 0,0 0-38 0,0 0-51 15,11-8-64-15,-11 8-407 0,0 0-1034 0,0 0 457 0</inkml:trace>
  </inkml:traceGroup>
</inkml:ink>
</file>

<file path=ppt/ink/ink19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31T04:18:13.512"/>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FEF2A4BD-D079-4D17-95EE-32893B86DBB9}" emma:medium="tactile" emma:mode="ink">
          <msink:context xmlns:msink="http://schemas.microsoft.com/ink/2010/main" type="inkDrawing" rotatedBoundingBox="9426,4968 9441,4968 9441,4983 9426,4983" semanticType="scratchOut" shapeName="Other">
            <msink:destinationLink direction="with" ref="{4E9D723B-4DE9-4828-AFCE-95CD0EAC1B23}"/>
          </msink:context>
        </emma:interpretation>
      </emma:emma>
    </inkml:annotationXML>
    <inkml:trace contextRef="#ctx0" brushRef="#br0">0 0 111 0,'0'0'129'0,"0"0"-27"15,0 0-72-15,0 0-92 0,0 0-68 0,0 0 31 16</inkml:trace>
  </inkml:traceGroup>
</inkml:ink>
</file>

<file path=ppt/ink/ink20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31T04:17:21.264"/>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1DE8EF52-7761-4665-AC70-37B4ABEBDB52}" emma:medium="tactile" emma:mode="ink">
          <msink:context xmlns:msink="http://schemas.microsoft.com/ink/2010/main" type="writingRegion" rotatedBoundingBox="11938,4261 13786,4261 13786,5343 11938,5343">
            <msink:destinationLink direction="with" ref="{F55567F8-EBEF-412A-B42C-1B5B506F0757}"/>
            <msink:destinationLink direction="with" ref="{97AC9501-478F-4B23-AB5B-B20B91A66209}"/>
          </msink:context>
        </emma:interpretation>
      </emma:emma>
    </inkml:annotationXML>
    <inkml:traceGroup>
      <inkml:annotationXML>
        <emma:emma xmlns:emma="http://www.w3.org/2003/04/emma" version="1.0">
          <emma:interpretation id="{E50F2C87-D3FC-4D81-B1AB-050427518C12}" emma:medium="tactile" emma:mode="ink">
            <msink:context xmlns:msink="http://schemas.microsoft.com/ink/2010/main" type="paragraph" rotatedBoundingBox="11938,4261 13786,4261 13786,5343 11938,5343" alignmentLevel="1"/>
          </emma:interpretation>
        </emma:emma>
      </inkml:annotationXML>
      <inkml:traceGroup>
        <inkml:annotationXML>
          <emma:emma xmlns:emma="http://www.w3.org/2003/04/emma" version="1.0">
            <emma:interpretation id="{E3E4806E-C897-4C29-BDE9-C2EFD36F445E}" emma:medium="tactile" emma:mode="ink">
              <msink:context xmlns:msink="http://schemas.microsoft.com/ink/2010/main" type="line" rotatedBoundingBox="11938,4261 13786,4261 13786,5343 11938,5343"/>
            </emma:interpretation>
          </emma:emma>
        </inkml:annotationXML>
        <inkml:traceGroup>
          <inkml:annotationXML>
            <emma:emma xmlns:emma="http://www.w3.org/2003/04/emma" version="1.0">
              <emma:interpretation id="{9A313DDE-9B44-4178-B0A5-74130E1DEB4A}" emma:medium="tactile" emma:mode="ink">
                <msink:context xmlns:msink="http://schemas.microsoft.com/ink/2010/main" type="inkWord" rotatedBoundingBox="11938,4261 13786,4261 13786,5343 11938,5343"/>
              </emma:interpretation>
              <emma:one-of disjunction-type="recognition" id="oneOf0">
                <emma:interpretation id="interp0" emma:lang="" emma:confidence="0.5">
                  <emma:literal>3</emma:literal>
                </emma:interpretation>
                <emma:interpretation id="interp1" emma:lang="" emma:confidence="0">
                  <emma:literal>}</emma:literal>
                </emma:interpretation>
                <emma:interpretation id="interp2" emma:lang="" emma:confidence="0">
                  <emma:literal>y</emma:literal>
                </emma:interpretation>
                <emma:interpretation id="interp3" emma:lang="" emma:confidence="0">
                  <emma:literal>s</emma:literal>
                </emma:interpretation>
                <emma:interpretation id="interp4" emma:lang="" emma:confidence="0">
                  <emma:literal>z</emma:literal>
                </emma:interpretation>
              </emma:one-of>
            </emma:emma>
          </inkml:annotationXML>
          <inkml:trace contextRef="#ctx0" brushRef="#br0">6223 3609 170 0,'-28'3'457'0,"28"-3"-9"0,-22 0-14 16,22 0 9-16,-24 0 12 0,24 0-5 0,-21 1-19 0,21-1-30 15,0 0-24-15,-26 3-31 0,26-3-34 0,0 0-27 16,0 0-25-16,0 0-19 0,0 0-23 0,0 0-14 16,0 0-9-16,0 0-16 0,0 0-18 0,0 0-12 0,63 3-16 15,-30-4-12-15,11-1-8 0,-1-1-15 0,-11-1-14 16,15 1-28-16,-2 2-64 0,3-1-53 16,-7-2-63-16,-8 3-71 0,10-6-81 0,-9 2-74 15,-6 3-82-15,3-3-94 0,-2 0-350 0,-8-2-947 16,0 1 420-16</inkml:trace>
          <inkml:trace contextRef="#ctx0" brushRef="#br0" timeOffset="1968.0886">7222 3395 189 0,'0'0'349'16,"-6"-12"-6"-16,6 12-11 0,0-15 0 0,0 15-11 15,3-15-19-15,-3 15-15 0,3-19-25 0,3 12-17 16,2-6-11-16,4 3-11 0,-1-2-11 0,7 3-2 16,-2 1-10-16,3-1-17 0,-1 0-12 0,2 3-8 15,-4-4-11-15,4 6-9 0,2-1-18 0,-3 1-15 0,-19 4-15 0,36 4-5 16,-19 1-8-16,-2-1-12 15,4 2-5-15,-5 3-6 0,-2 2-5 0,-1 4-3 0,-3 4-6 16,-5 0-3-16,4 3-1 0,-6-3-10 0,1 7 0 0,-2-2-4 16,-2-2-2-16,-3-3 0 0,-1 6-2 0,3-3-4 15,-5-3 2-15,-3 4-5 0,1-6-3 0,-1 0 2 16,3-2-4-16,-2 0 1 0,2-2 3 0,-3 1-6 16,3-3 0-16,1-1-2 15,-1-2 0-15,8-8 2 0,-13 12-1 0,13-12-1 16,-9 10-1-16,9-10 1 0,0 0 0 0,-7 12 0 0,7-12-1 15,0 0-1-15,0 0 1 0,0 0-3 0,0 0 2 16,0 0-2-16,0 0 1 0,0 0 1 0,44-26 0 0,-44 26 7 16,29-8 5-16,-9 5 12 0,1-1 4 0,2 3 4 15,6 2 14-15,14 3 11 0,-9 3 4 0,7 1-3 16,-10 2-16-16,12 9-6 0,-6 1 0 0,-10-4-4 0,4 11-5 16,-5 4-1-16,-12-7-1 15,0 2-9-15,-6 4 1 0,0-3-3 0,-8 2 11 16,0 0-9-16,-8-2-5 0,-6 9 1 0,-5 0-12 0,-5-4-5 15,-4-3-8-15,-9-1-10 0,1-4-5 0,-8 2-10 0,9-5-13 16,-5-1-20-16,-3-2-21 0,1-6-21 0,10-2-29 0,-8 1-24 16,8-3-22-16,-1-6-29 15,3 1-21-15,-4 3-18 0,5-6-30 0,1-6-26 16,-6 2-22-16,15-2-29 0,-7-4-55 0,-1-6-207 16,4-3-671-16,7-3 297 0</inkml:trace>
        </inkml:traceGroup>
      </inkml:traceGroup>
    </inkml:traceGroup>
  </inkml:traceGroup>
</inkml:ink>
</file>

<file path=ppt/ink/ink20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31T04:18:17.443"/>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45AAEF16-9AAE-431B-B15B-CA4FA381AD71}" emma:medium="tactile" emma:mode="ink">
          <msink:context xmlns:msink="http://schemas.microsoft.com/ink/2010/main" type="inkDrawing" rotatedBoundingBox="5039,7957 5276,11979 4260,12039 4023,8017" semanticType="verticalRange" shapeName="Other">
            <msink:sourceLink direction="with" ref="{56B25433-C18D-4AB6-991D-A40245C30F87}"/>
            <msink:sourceLink direction="with" ref="{ED650111-7E3B-43B9-AD81-A17C2F6BE655}"/>
            <msink:sourceLink direction="with" ref="{E7C21DE6-463F-47CC-A05D-E7A2D1C09BF3}"/>
          </msink:context>
        </emma:interpretation>
      </emma:emma>
    </inkml:annotationXML>
    <inkml:trace contextRef="#ctx0" brushRef="#br0">186 186 3591 0,'-8'-25'104'0,"0"1"-35"15,-4 10 41-15,3-1 17 0,-4-1-21 0,5 2-16 0,-5-2 12 16,5 5 25-16,-5 0 9 0,5 3 17 0,-2 1 14 15,10 7 2-15,-17-12-11 0,9 5-10 0,8 7-12 16,-10-7-12-16,10 7-11 0,0 0-9 0,0 0-10 0,0 0-5 16,-29 19 6-16,25-4 8 0,2 3-10 15,-3 12-1-15,5 6-6 0,0 8 8 0,0 0 7 0,7 8 6 16,-1 25 5-16,-4 1 4 0,-2 8 16 0,3 4-13 16,-3 2 14-16,0 34 13 0,0-34-16 0,-3 0-4 15,3 49-2-15,0-12-10 0,0-2-4 0,4 5-69 16,-2-5-41-16,4-34 0 0,-4 33 0 0,-2-34 0 0,3 40 0 15,-3-5 0-15,2-39 0 0,-4 5 0 0,5 35 0 16,-4-37 0-16,2 1 0 0,-1-2 0 0,-1-6 0 16,1 2 0-16,1 0 0 0,1-3 0 0,3-4 0 0,0-8 0 15,-5-14 0-15,1-2 0 16,6 2 0-16,-4-5 0 0,2 0 0 0,-2-2 0 0,2-1 0 16,-5-5 0-16,4-1 0 0,0-3 0 0,-4-11 0 15,1 0 0-15,3-3 0 0,-3-1 0 0,-1-6 0 16,-1-4 0-16,-3 1 0 0,4-6 0 0,0-10 0 15,0 19 0-15,-1-8 0 0,1-11 0 16,0 0 0-16,1 15 0 0,-1-15 0 0,0 0 0 16,4 12 0-16,-4-12 0 0,0 0 0 0,0 0 0 0,0 0 0 15,0 0 0-15,-5 12 0 0,5-12 0 0,0 0 0 16,0 0 0-16,0 0 0 0,0 0 0 0,0 0 0 0,0 0 0 16,0 0 0-16,0 0 0 0,0 0 0 0,22 2 0 15,-22-2 0-15,34 1 0 0,-13-1 0 0,12-1 0 16,3-1 0-16,9-3 0 0,6 0-81 0,5 2-149 15,2-3-32-15,3-1-36 0,22-3-25 0,1 0-31 16,-4-1-42-16,-1-1-46 0,-1-10-49 16,-22 3-395-16,20-9-959 0,-19 9 423 0</inkml:trace>
  </inkml:traceGroup>
</inkml:ink>
</file>

<file path=ppt/ink/ink20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31T04:18:30.642"/>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F1F9876C-7934-4A03-B893-C8A430086B22}" emma:medium="tactile" emma:mode="ink">
          <msink:context xmlns:msink="http://schemas.microsoft.com/ink/2010/main" type="inkDrawing" rotatedBoundingBox="13231,7004 14220,13014 13050,13207 12061,7196" semanticType="verticalRange" shapeName="Other">
            <msink:sourceLink direction="with" ref="{56B25433-C18D-4AB6-991D-A40245C30F87}"/>
            <msink:sourceLink direction="with" ref="{ED650111-7E3B-43B9-AD81-A17C2F6BE655}"/>
            <msink:sourceLink direction="with" ref="{E7C21DE6-463F-47CC-A05D-E7A2D1C09BF3}"/>
          </msink:context>
        </emma:interpretation>
      </emma:emma>
    </inkml:annotationXML>
    <inkml:trace contextRef="#ctx0" brushRef="#br0">-19 261 69 0,'-19'7'379'0,"19"-7"-16"0,-18 4-31 0,18-4-25 0,0 0-26 16,0 0-19-16,0 0-15 0,0 0-28 0,0 0-15 15,0 0-18-15,0 0-1 0,0 0-16 0,64-29-5 16,-22 11-17-16,6-1-16 0,3 3-5 16,4-1-21-16,-1 1-19 0,3 3 6 0,-1-5-23 15,0 4-8-15,-3-3 8 0,3 0-14 0,-1 1 5 0,-3 5 4 16,-8-5-12-16,4 6-4 0,2-2-1 0,-7 5 2 15,-9 4-1-15,-4-1-5 0,-3 4 0 0,-2-5 12 0,-5 10 6 0,1-2-9 16,-2 2 19-16,-1 5-4 16,3 8 7-16,0 6 21 0,1 13 10 15,-1 12 12-15,-2 5 7 0,-3 27 6 0,4 10 3 0,-3 44-2 16,-4 2-1-16,-6-3-3 0,2 11 0 0,-2 9 3 16,5 7-12-16,-3 3 13 0,5 2 6 0,-1 1 7 15,3 1 1-15,3 1 7 0,4 4 3 0,-4 0 7 0,2-2 3 16,4 2-7-16,-1-3 1 0,7-5-85 0,-2 1-74 15,0-1 0-15,-2-4 0 0,3-7 0 0,-1 0 0 0,-1-5 0 16,-1-13 0-16,0-5 0 0,-4-7 0 16,-7-34 0-16,4 0 0 0,-5 0 0 0,-5 0 0 0,9-4 0 15,-11 2 0-15,-2-8 0 0,2-4 0 0,-5 0 0 16,1-21 0-16,-3-3 0 0,4 3 0 0,-5-3 0 16,0 0 0-16,2-2 0 0,-4-2 0 0,0-3 0 15,2-3 0-15,-3-13 0 0,2 1 0 0,1-4 0 16,-2 1 0-16,0-1 0 0,-1-7 0 0,0-2 0 0,-2 2 0 15,4-3 0-15,-4 1 0 0,2-3 0 0,-2 0 0 16,-2 2 0-16,-1-5 0 0,2 1 0 0,-2 0 0 16,-2 1 0-16,-1-5 0 0,-7 7 0 0,1-4 0 15,-7 1 0-15,-4-3 0 16,1 3 0-16,-2-3 0 0,-1 1 0 0,1-3 0 0,-6 0 0 16,1-1 0-16,-14-2 0 0,17-1 0 0,-10-6 0 15,8 2 0-15,0-6 0 0,-1-1-8 0,4 0-678 0,1 2-564 16,1-9-1354-16,0-1 599 0</inkml:trace>
  </inkml:traceGroup>
</inkml:ink>
</file>

<file path=ppt/ink/ink20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31T04:17:09.218"/>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329E8129-E16A-4403-B3E6-3C11B7457FAB}" emma:medium="tactile" emma:mode="ink">
          <msink:context xmlns:msink="http://schemas.microsoft.com/ink/2010/main" type="writingRegion" rotatedBoundingBox="1798,996 13166,532 13787,15759 2420,16223"/>
        </emma:interpretation>
      </emma:emma>
    </inkml:annotationXML>
    <inkml:traceGroup>
      <inkml:annotationXML>
        <emma:emma xmlns:emma="http://www.w3.org/2003/04/emma" version="1.0">
          <emma:interpretation id="{6A8F293B-5D9E-47E9-9FF9-35433513888E}" emma:medium="tactile" emma:mode="ink">
            <msink:context xmlns:msink="http://schemas.microsoft.com/ink/2010/main" type="paragraph" rotatedBoundingBox="1993,1186 13147,464 13223,1648 2069,2369" alignmentLevel="1"/>
          </emma:interpretation>
        </emma:emma>
      </inkml:annotationXML>
      <inkml:traceGroup>
        <inkml:annotationXML>
          <emma:emma xmlns:emma="http://www.w3.org/2003/04/emma" version="1.0">
            <emma:interpretation id="{3B4B198C-9E7D-4EE9-B801-E78FDB775EC7}" emma:medium="tactile" emma:mode="ink">
              <msink:context xmlns:msink="http://schemas.microsoft.com/ink/2010/main" type="line" rotatedBoundingBox="1993,1186 13147,464 13223,1648 2069,2369"/>
            </emma:interpretation>
          </emma:emma>
        </inkml:annotationXML>
        <inkml:traceGroup>
          <inkml:annotationXML>
            <emma:emma xmlns:emma="http://www.w3.org/2003/04/emma" version="1.0">
              <emma:interpretation id="{5962382C-31B9-4F4E-AD22-4BE504A921BA}" emma:medium="tactile" emma:mode="ink">
                <msink:context xmlns:msink="http://schemas.microsoft.com/ink/2010/main" type="inkWord" rotatedBoundingBox="5791,1034 8777,841 8834,1728 5848,1921"/>
              </emma:interpretation>
              <emma:one-of disjunction-type="recognition" id="oneOf0">
                <emma:interpretation id="interp0" emma:lang="" emma:confidence="0.5">
                  <emma:literal>=</emma:literal>
                </emma:interpretation>
                <emma:interpretation id="interp1" emma:lang="" emma:confidence="0.5">
                  <emma:literal>- -</emma:literal>
                </emma:interpretation>
                <emma:interpretation id="interp2" emma:lang="" emma:confidence="0">
                  <emma:literal>- _</emma:literal>
                </emma:interpretation>
                <emma:interpretation id="interp3" emma:lang="" emma:confidence="0">
                  <emma:literal>- .</emma:literal>
                </emma:interpretation>
                <emma:interpretation id="interp4" emma:lang="" emma:confidence="0">
                  <emma:literal>_ -</emma:literal>
                </emma:interpretation>
              </emma:one-of>
            </emma:emma>
          </inkml:annotationXML>
          <inkml:trace contextRef="#ctx0" brushRef="#br0">62 72 190 0,'0'0'314'0,"0"0"-9"0,-5-19 3 0,5 19-1 0,-2-12 6 16,2 12 17-16,-4-9 2 0,4 9-9 0,0 0-1 15,-8-17-11-15,8 17 0 0,-7-7-1 0,7 7-3 16,0 0-9-16,-10-11-22 0,10 11-20 15,0 0-23-15,0 0-19 0,0 0-22 0,0 0-13 16,0 0-3-16,0 0 15 0,0 0 2 0,-17 30 8 16,15-15 15-16,2 4-16 0,-1 11 3 0,-4-1 3 0,3 9-11 0,2 7 2 15,0-2-4-15,0 2-104 0,0 3-89 16,-1-3 0-16,4 0 0 0,2 2 0 0,-2 0 0 0,0-9 0 16,0-1 0-16,2 5 0 15,-3-13 0-15,2 2 0 0,-2-2 0 0,4 1 0 16,-4-4 0-16,-2-9 0 0,5-3 0 0,-5 0 0 0,2 2 0 15,-2-16 0-15,0 21 0 0,1-13 0 0,-1-8 0 16,7 11 0-16,-7-11 0 0,0 0 0 0,0 0 0 16,0 0 0-16,0 0-70 0,0 0-354 0,0 0-54 15,0 0-54-15,0 0-66 0,-31-25-418 0,26 11-1098 16,-1-3 485-16</inkml:trace>
          <inkml:trace contextRef="#ctx0" brushRef="#br0" timeOffset="1647.3888">2348 245 43 0,'-22'0'384'0,"22"0"-14"0,0 0-2 16,-26-5 10-16,26 5-6 15,0 0-17-15,0 0-25 0,-18-2-32 0,18 2-35 16,0 0-24-16,0 0-24 0,0 0-22 0,0 0-20 0,42-16-20 0,-18 14-12 16,10-3-18-16,11-2-10 0,-2 0-17 15,0 2-27-15,5 0-51 0,2-1-41 0,-5-2-47 0,5 3-40 0,-2 0-38 16,-5 0-45-16,-1-7-49 0,0 5-51 0,-13 3-310 16,-4-4-652-16,2 4 288 15</inkml:trace>
        </inkml:traceGroup>
        <inkml:traceGroup>
          <inkml:annotationXML>
            <emma:emma xmlns:emma="http://www.w3.org/2003/04/emma" version="1.0">
              <emma:interpretation id="{304FE129-029A-4829-8D22-09E321402B58}" emma:medium="tactile" emma:mode="ink">
                <msink:context xmlns:msink="http://schemas.microsoft.com/ink/2010/main" type="inkWord" rotatedBoundingBox="4545,1021 9984,669 10040,1528 4600,1880"/>
              </emma:interpretation>
              <emma:one-of disjunction-type="recognition" id="oneOf1">
                <emma:interpretation id="interp5" emma:lang="" emma:confidence="1">
                  <emma:literal/>
                </emma:interpretation>
              </emma:one-of>
            </emma:emma>
          </inkml:annotationXML>
          <inkml:trace contextRef="#ctx0" brushRef="#br0" timeOffset="-1102.4296">-1219-3 180 0,'0'0'359'0,"-22"4"1"0,14 3 2 0,8-7-4 16,-21 12-18-16,21-12-22 0,-13 7-28 15,13-7-32-15,-5 7-17 0,5-7-20 0,0 0-9 0,0 0-12 16,23 16-9-16,-23-16-21 0,37 0-11 0,-10-4-20 16,4-4-9-16,4 2-14 0,10-1-12 0,3 0-13 15,2-3-21-15,4 1-44 0,-4-4-59 0,-2 1-68 16,0 5-54-16,0 3-62 0,-16-3-78 16,15 3-67-16,-17 1-260 0,6 2-675 0,-11-5 299 0</inkml:trace>
          <inkml:trace contextRef="#ctx0" brushRef="#br0" timeOffset="2155.9938">3530-33 126 0,'0'0'355'0,"-20"-7"-23"16,20 7-9-16,-20-8-16 0,20 8-1 0,-14-10-8 0,14 10-8 16,-13-8-6-16,13 8-36 0,-8-14-24 0,8 14-20 15,3-16-6-15,-3 16-1 0,10-19-7 0,-2 6-14 16,5 0-2-16,-4 0-13 0,6 0 4 0,-2 1-10 0,1 5-9 16,4-5-5-16,-2 4-11 0,0-6-2 0,-2 6-4 15,2 4-10-15,0 0-12 0,-16 4-10 16,26-3-7-16,-8-1-8 0,-18 4-9 0,32 9-5 0,-18-3-5 15,4 4-5-15,-1 0-7 0,1 7-1 0,-3 6-7 16,-4-1-2-16,2 5-1 0,-7 3-3 0,-1 0-6 16,-4 9-3-16,-7 1 24 0,-7 0-1 0,-1 2-8 0,-7 0-7 15,-6-1-14-15,-2 0-19 16,0 0-6-16,-8-3-5 0,2-1-8 0,-1-3-2 16,-1-5-2-16,4-1-1 0,-3-2 3 0,0-4 1 15,13-3 3-15,2-3 4 0,7-8-1 0,-1-1 1 0,6 0 1 0,-2-1 4 16,11-6 4-16,-13 8 14 15,13-8 29-15,0 0 14 0,0 0 7 0,0 0 5 16,49-17 0-16,-21 10-10 0,7-3-6 0,2-1-3 0,9 3-7 16,-1-1 2-16,0 0-5 0,0 4-3 0,-2-2-5 15,1 0-6-15,1 2 0 0,-13 0-28 0,0 5-34 16,2-4-27-16,-4 3-39 0,1-2-51 0,4 3-66 16,7 0-61-16,-10 3-51 0,0-2-102 0,-3-1-437 15,14 0-949-15,-11-1 420 0</inkml:trace>
        </inkml:traceGroup>
        <inkml:traceGroup>
          <inkml:annotationXML>
            <emma:emma xmlns:emma="http://www.w3.org/2003/04/emma" version="1.0">
              <emma:interpretation id="{F74D5EE9-D408-4DF7-90A0-882930172E6A}" emma:medium="tactile" emma:mode="ink">
                <msink:context xmlns:msink="http://schemas.microsoft.com/ink/2010/main" type="inkWord" rotatedBoundingBox="1996,1240 13150,519 13223,1648 2069,2369"/>
              </emma:interpretation>
              <emma:one-of disjunction-type="recognition" id="oneOf2">
                <emma:interpretation id="interp6" emma:lang="" emma:confidence="1">
                  <emma:literal/>
                </emma:interpretation>
              </emma:one-of>
            </emma:emma>
          </inkml:annotationXML>
          <inkml:trace contextRef="#ctx0" brushRef="#br0" timeOffset="2921.2306">6659-405 94 0,'-10'-12'432'0,"10"12"-20"16,-1-14-6-16,1 14 7 0,0 0-4 15,5-19-18-15,-5 19-32 0,12-8-23 0,-12 8-34 16,16-11-27-16,-3 9-26 0,-13 2-17 0,34-5-12 0,-34 5-13 0,30 4-18 16,-10-3-19-16,-4 1-18 0,0 7-16 0,1-6-8 15,-4 8-16-15,-2 1-7 0,-4-1-13 0,-1 2-8 0,-4 3-9 16,-4 4-10-16,-4 5-7 0,-1-2-7 0,-7 4-18 16,0-4-21-1,-4 3-24-15,-8 7-15 0,2-2-15 0,-3-1-18 0,1-8-1 16,4-1-26-16,1-2-3 0,5-7-3 0,-5 4 4 15,5-5 6-15,3-2 5 0,0-3 3 0,5 1 6 16,8-7 16-16,-14 7 10 0,14-7 7 0,0 0 7 0,0 0 22 0,0 0 11 16,0 0 16-16,0 0 19 15,0 0 15-15,0 0 8 0,48-25 11 0,-27 18 5 16,5-1 23-16,1 0 24 0,14-5 21 0,1 1 17 0,0 5 18 16,8-2 27-16,3 5 4 0,-5 4-1 0,-2 0-5 15,7 4-7-15,-8 2-18 0,3 7-17 0,-6 1-14 16,-4 4-12-16,-9-5-19 0,-6 11-12 0,2-5-22 15,-7 2-85-15,0 5 0 0,-9 3 0 0,-4 13 0 16,-5-4 0-16,-5 2 0 0,-3-2 0 0,-6 3 0 0,-7-3 0 16,-3-4 0-16,-10-4 0 0,-6 6 0 0,-3-3 0 15,-7-2 0-15,-3-7 0 0,2-1 0 0,-5 3 0 16,0-6-31-16,-4 0-177 0,6-1-39 0,-4-3-43 16,3-6-37-16,-2 3-42 0,5-2-38 15,-2 2-55-15,9-9-34 0,-5 3-397 0,7-1-966 16,12-6 427-16</inkml:trace>
          <inkml:trace contextRef="#ctx0" brushRef="#br0" timeOffset="-2819.6723">-3792 759 33 0,'0'0'451'0,"0"0"-46"0,0 0-19 16,0 0 27-16,-11 8 13 0,11-8 16 0,0 0-8 16,0 0-23-16,0 0-29 0,0 0-32 0,0 0-32 0,0 0-33 15,0 0-29-15,0 0-25 0,0 0-26 0,0 0-18 16,48-3-19-16,-48 3-20 16,37-5-14-16,-8 2-37 0,0 3-48 0,1 0-53 0,4 0-84 15,9-2-69-15,-11-3-81 0,0 1-79 0,0 4-90 16,-9-1-427-16,-1-6-903 0,-6 3 400 0</inkml:trace>
        </inkml:traceGroup>
        <inkml:traceGroup>
          <inkml:annotationXML>
            <emma:emma xmlns:emma="http://www.w3.org/2003/04/emma" version="1.0">
              <emma:interpretation id="{DC420363-9515-4517-9F76-EC8053077A45}" emma:medium="tactile" emma:mode="ink">
                <msink:context xmlns:msink="http://schemas.microsoft.com/ink/2010/main" type="inkWord" rotatedBoundingBox="2105,1990 2774,1946 2777,1987 2108,2031"/>
              </emma:interpretation>
              <emma:one-of disjunction-type="recognition" id="oneOf3">
                <emma:interpretation id="interp7" emma:lang="" emma:confidence="0.5">
                  <emma:literal>3</emma:literal>
                </emma:interpretation>
                <emma:interpretation id="interp8" emma:lang="" emma:confidence="0">
                  <emma:literal>,</emma:literal>
                </emma:interpretation>
                <emma:interpretation id="interp9" emma:lang="" emma:confidence="0">
                  <emma:literal>s</emma:literal>
                </emma:interpretation>
                <emma:interpretation id="interp10" emma:lang="" emma:confidence="0">
                  <emma:literal>)</emma:literal>
                </emma:interpretation>
                <emma:interpretation id="interp11" emma:lang="" emma:confidence="0">
                  <emma:literal>S</emma:literal>
                </emma:interpretation>
              </emma:one-of>
            </emma:emma>
          </inkml:annotationXML>
          <inkml:trace contextRef="#ctx0" brushRef="#br0" timeOffset="-2644.3664">-3668 953 134 0,'-13'9'363'0,"-2"-1"-23"0,1 3-32 0,6-6-28 0,8-5-12 15,-10 8 11-15,10-8-5 0,0 0-9 0,0 0-9 16,0 0-13-16,0 0-24 0,47 1-23 15,-12-7-21-15,12 1-16 0,2-6-22 0,4 4-44 16,2-1-54-16,-1 1-61 0,7 3-64 0,-5 4-79 16,2-4-127-16,-8 2-286 0,1 1-625 0,1-3 277 0</inkml:trace>
        </inkml:traceGroup>
      </inkml:traceGroup>
    </inkml:traceGroup>
    <inkml:traceGroup>
      <inkml:annotationXML>
        <emma:emma xmlns:emma="http://www.w3.org/2003/04/emma" version="1.0">
          <emma:interpretation id="{ABD5E623-6023-4581-BDDF-059534673F31}" emma:medium="tactile" emma:mode="ink">
            <msink:context xmlns:msink="http://schemas.microsoft.com/ink/2010/main" type="paragraph" rotatedBoundingBox="5695,2522 13244,2318 13273,3417 5725,3621" alignmentLevel="4"/>
          </emma:interpretation>
        </emma:emma>
      </inkml:annotationXML>
      <inkml:traceGroup>
        <inkml:annotationXML>
          <emma:emma xmlns:emma="http://www.w3.org/2003/04/emma" version="1.0">
            <emma:interpretation id="{55BE0237-8A23-4BCB-AFD8-40A7FEF87890}" emma:medium="tactile" emma:mode="ink">
              <msink:context xmlns:msink="http://schemas.microsoft.com/ink/2010/main" type="line" rotatedBoundingBox="5695,2522 13244,2318 13273,3417 5725,3621"/>
            </emma:interpretation>
          </emma:emma>
        </inkml:annotationXML>
        <inkml:traceGroup>
          <inkml:annotationXML>
            <emma:emma xmlns:emma="http://www.w3.org/2003/04/emma" version="1.0">
              <emma:interpretation id="{29E46674-470A-4D90-BFAD-58CB530ADE6A}" emma:medium="tactile" emma:mode="ink">
                <msink:context xmlns:msink="http://schemas.microsoft.com/ink/2010/main" type="inkWord" rotatedBoundingBox="5700,2711 6324,2694 6345,3455 5721,3471"/>
              </emma:interpretation>
              <emma:one-of disjunction-type="recognition" id="oneOf4">
                <emma:interpretation id="interp12" emma:lang="" emma:confidence="1">
                  <emma:literal/>
                </emma:interpretation>
              </emma:one-of>
            </emma:emma>
          </inkml:annotationXML>
          <inkml:trace contextRef="#ctx0" brushRef="#br0" timeOffset="4913.7414">158 1808 47 0,'0'0'384'0,"-6"-12"0"0,6 12 0 0,-4-11 2 0,4 11 3 16,-4-12 14-16,4 12 15 0,-8-10-15 0,8 10-11 15,0 0-20-15,0 0-26 0,-7-13-21 0,7 13-29 0,0 0-23 16,-16-3-24-16,16 3-12 0,0 0-6 16,-26 16 3-16,12-6-10 0,0-1-6 0,2 5-7 15,-7 0-5-15,6 1-9 0,-3 3-4 0,-3 1-7 0,1 1-10 16,5 3-6-16,-1-1-18 0,1 1-47 0,-1-1-105 16,4 6 0-16,2-2 0 0,2 1 0 15,1 1 0-15,2-6 0 0,4 8 0 0,6-8 0 0,-4 6 0 16,5-2 0-16,5-2 0 0,0 0 0 0,6-1 0 15,-2 3 0-15,3-6 0 0,2-1 0 0,1 0 0 16,-2-3 0-16,3-3 0 0,-4-2 0 0,8-2 0 0,-7 0 0 16,-2-6 0-16,2 2 0 0,-4-5 0 15,6 0 0-15,4-4 0 0,-8-3 0 16,-1 0 0-16,9-6 0 0,-6-1 0 0,5-4 0 0,-7-4 0 16,0-2 0-16,7-9 0 0,-2 4 0 0,-5-6 0 0,-9-4 0 15,3 0 0-15,-10-7 0 0,3 4 0 0,-1-6 0 16,-11 6 0-16,-1-3 0 0,-2 4 0 0,-3 7 0 15,-2 9 0-15,0-6 0 0,-7 8 0 0,0 3 0 16,-2 1 0-16,1 2 0 0,-5 5 0 0,3 1 0 0,-4 4 0 16,-1 0 0-16,2 6 0 0,0-4 0 0,4 7 0 15,23-2 0-15,-38 0 0 0,20 4 0 0,1-1 0 16,-3 1 0-16,20-4-82 0,-20 7-367 0,12-1-29 16,8-6-44-16,-15 13-47 15,15-13-447-15,-8 11-1100 0,8-11 487 0</inkml:trace>
        </inkml:traceGroup>
        <inkml:traceGroup>
          <inkml:annotationXML>
            <emma:emma xmlns:emma="http://www.w3.org/2003/04/emma" version="1.0">
              <emma:interpretation id="{15FB1484-E26E-4251-9522-552E861713B3}" emma:medium="tactile" emma:mode="ink">
                <msink:context xmlns:msink="http://schemas.microsoft.com/ink/2010/main" type="inkWord" rotatedBoundingBox="9283,2469 12757,2375 12778,3175 9305,3269"/>
              </emma:interpretation>
              <emma:one-of disjunction-type="recognition" id="oneOf5">
                <emma:interpretation id="interp13" emma:lang="" emma:confidence="1">
                  <emma:literal/>
                </emma:interpretation>
              </emma:one-of>
            </emma:emma>
          </inkml:annotationXML>
          <inkml:trace contextRef="#ctx0" brushRef="#br0" timeOffset="6645.6351">3524 1545 346 0,'-6'-19'475'16,"1"9"-15"-16,2 0 20 0,3 10 22 0,-12-18-2 0,8 8 2 16,-3 1-15-16,7 9-5 0,-11-15-30 0,11 15-28 15,-8-9-38-15,8 9-30 0,0 0-32 0,0 0-30 0,-10-9-26 16,10 9-28-16,0 0-10 16,0 0 2-16,0 0 1 0,-9 44-5 0,12-20-13 15,-2 2-140-15,-1 2-75 0,0-1 0 0,0 4 0 16,8 10 0-16,-6 0 0 0,3-11 0 0,-4 11 0 15,3-11 0-15,0 8 0 0,0-5 0 0,-3 9 0 0,1-15 0 16,-2 5 0-16,3-3 0 0,0-1 0 0,-4 2 0 16,2-7 0-16,-1-4 0 0,0 7 0 0,4-11 0 0,-1-1 0 15,-2 5 0-15,3-2 0 0,-1-8 0 0,-3-9-383 16,5 19-119-16,-4-12-49 0,-1-7-63 0,0 0-410 16,7 9-1109-16,-7-9 491 0</inkml:trace>
          <inkml:trace contextRef="#ctx0" brushRef="#br0" timeOffset="7562.0062">6231 1803 342 0,'-25'-2'456'15,"25"2"1"-15,-22 2 21 0,22-2 19 0,0 0 1 16,-27-2-16-16,27 2-41 0,0 0-38 16,0 0-37-16,-21-2-36 0,21 2-33 0,0 0-26 0,0 0-12 15,0 0-2-15,0 0-20 0,0 0-19 0,64-7-20 16,-21 4-25-16,2-2-10 0,5-2-20 16,6 3-14-16,0-1-27 0,2-5-49 0,-7 2-68 15,6 5-66-15,-8-4-74 0,3-5-92 0,-6 4-93 16,-4 1-89-16,-2-5-115 0,-13 5-363 0,2-5-982 0,0 0 434 15</inkml:trace>
        </inkml:traceGroup>
        <inkml:traceGroup>
          <inkml:annotationXML>
            <emma:emma xmlns:emma="http://www.w3.org/2003/04/emma" version="1.0">
              <emma:interpretation id="{2757F4AA-7116-45EB-9545-5BBA7A8630E2}" emma:medium="tactile" emma:mode="ink">
                <msink:context xmlns:msink="http://schemas.microsoft.com/ink/2010/main" type="inkWord" rotatedBoundingBox="9303,2425 13244,2318 13273,3417 9332,3524"/>
              </emma:interpretation>
              <emma:one-of disjunction-type="recognition" id="oneOf6">
                <emma:interpretation id="interp14" emma:lang="" emma:confidence="1">
                  <emma:literal/>
                </emma:interpretation>
              </emma:one-of>
            </emma:emma>
          </inkml:annotationXML>
          <inkml:trace contextRef="#ctx0" brushRef="#br0" timeOffset="7855.5145">7314 1352 76 0,'-7'-19'588'0,"7"19"0"0,0-15-30 16,0 15-24-16,-5-11-10 0,5 11-5 0,0 0-11 15,0 0-28-15,0-14-41 0,0 14-26 0,0 0-12 16,0 0-23-16,0 0-2 0,0 0-7 16,20 48-15-16,-14-25-14 0,-1 7-7 0,0 12-21 15,1 2-211-15,0-3-101 0,1 4 0 0,-6 1 0 0,6 5 0 16,-2 1 0-16,-2-2 0 0,3 2 0 16,-6-2 0-16,0-1 0 0,5-3 0 0,-3-3 0 15,-2 6 0-15,1-3 0 0,4-1 0 0,-5-9 0 0,2-5 0 16,-2-3 0-16,5 0 0 0,-4-3 0 0,1-6 0 15,1-2 0-15,0-2 0 0,0-5 0 0,1 0 0 16,-4-10 0-16,4 14 0 0,-4-14 0 0,0 0-25 0,8 7-767 16,-8-7-437-16,0 0-1332 0,10-33 589 0</inkml:trace>
          <inkml:trace contextRef="#ctx0" brushRef="#br0" timeOffset="64867.9936">3477 1392 153 0,'0'0'151'0,"0"0"-13"0,0 0-3 15,0 0-9-15,0 0-6 0,0 0 0 16,0 0-9-16,7 12-7 0,-7-12-12 15,0 0 0-15,0 0-3 0,0 0-3 0,0 0-7 0,0 0-7 16,0 0-7-16,0 0-8 0,0 0-5 0,0 0-19 16,0 0-18-16,0 0-35 0,0 0-66 0,0 0-212 15,0 0-322-15,0 0 143 0</inkml:trace>
        </inkml:traceGroup>
      </inkml:traceGroup>
    </inkml:traceGroup>
    <inkml:traceGroup>
      <inkml:annotationXML>
        <emma:emma xmlns:emma="http://www.w3.org/2003/04/emma" version="1.0">
          <emma:interpretation id="{C6C0E1B8-DD24-4998-BBE7-DD3BB0E55EF4}" emma:medium="tactile" emma:mode="ink">
            <msink:context xmlns:msink="http://schemas.microsoft.com/ink/2010/main" type="paragraph" rotatedBoundingBox="5846,5184 5949,4403 6549,4482 6446,5263" alignmentLevel="4"/>
          </emma:interpretation>
        </emma:emma>
      </inkml:annotationXML>
      <inkml:traceGroup>
        <inkml:annotationXML>
          <emma:emma xmlns:emma="http://www.w3.org/2003/04/emma" version="1.0">
            <emma:interpretation id="{075388CE-3E8C-40FE-8C18-3775898FB211}" emma:medium="tactile" emma:mode="ink">
              <msink:context xmlns:msink="http://schemas.microsoft.com/ink/2010/main" type="line" rotatedBoundingBox="5846,5184 5949,4403 6549,4482 6446,5263"/>
            </emma:interpretation>
          </emma:emma>
        </inkml:annotationXML>
        <inkml:traceGroup>
          <inkml:annotationXML>
            <emma:emma xmlns:emma="http://www.w3.org/2003/04/emma" version="1.0">
              <emma:interpretation id="{04A9E02D-8FC5-4EA0-8FAA-0C89D694A04B}" emma:medium="tactile" emma:mode="ink">
                <msink:context xmlns:msink="http://schemas.microsoft.com/ink/2010/main" type="inkWord" rotatedBoundingBox="5846,5184 5949,4403 6549,4482 6446,5263"/>
              </emma:interpretation>
            </emma:emma>
          </inkml:annotationXML>
          <inkml:trace contextRef="#ctx0" brushRef="#br0" timeOffset="9505.9993">338 3477 95 0,'0'0'486'0,"-58"1"-38"0,58-1-16 0,0 0 9 15,-31 6 3-15,15 0-7 16,-1 0-21-16,1 1-24 0,1 3-19 0,1 4-35 0,1-2-21 16,-3 7-17-16,3-2-6 0,-1 6-27 0,-1-2-15 15,6 3-17-15,-3 2-1 0,4 1-30 0,4 2-23 0,2 1-20 16,2 8-10-16,0-9-16 0,6 1 0 0,-4 1-25 16,11 8-9-16,-2-3-12 0,0-7-3 15,4-2-15-15,10 4-4 0,-9-6-1 0,0 0-15 16,4-4-2-16,2-3-1 0,4 1-5 0,-10-9 0 0,5 2-9 15,-5-5 14-15,3 1-16 0,-1-3 0 0,-1-5-1 16,-17 0-9-16,45-1-22 0,-27-3 0 0,0-4 0 16,-2 2 0-16,4-8 0 0,1-1 0 0,0-4 0 0,2-1 0 15,-2-2 0-15,-2-4 0 0,-3-1 0 0,5-6 0 16,-7-5 0-16,-6-1 0 0,7-5 0 0,-4 1 0 0,-5 1 0 16,-4-1 0-16,-2 3 0 15,0 1 0-15,0 6 0 0,-7 6 0 0,1-1 0 16,-4 5 0-16,-1 1 0 0,0 6 0 0,0 1 0 0,-4-3 0 15,6 1 0-15,-4 6 0 0,-2 1 0 0,-12 2 0 16,5-9 0-16,6 11 0 0,-9 5 0 0,5 1 0 16,-6-2-19-16,26 2-303 0,-34 3-41 0,20 1-36 15,-1 3-25-15,1 1-43 0,14-8-54 0,-16 12-425 16,16-12-1026-16,-13 11 454 0</inkml:trace>
        </inkml:traceGroup>
      </inkml:traceGroup>
    </inkml:traceGroup>
    <inkml:traceGroup>
      <inkml:annotationXML>
        <emma:emma xmlns:emma="http://www.w3.org/2003/04/emma" version="1.0">
          <emma:interpretation id="{C65D7358-B898-4021-A4A6-40BB8FCFF3FD}" emma:medium="tactile" emma:mode="ink">
            <msink:context xmlns:msink="http://schemas.microsoft.com/ink/2010/main" type="paragraph" rotatedBoundingBox="4368,7705 11833,7496 11870,8792 4404,9001" alignmentLevel="2"/>
          </emma:interpretation>
        </emma:emma>
      </inkml:annotationXML>
      <inkml:traceGroup>
        <inkml:annotationXML>
          <emma:emma xmlns:emma="http://www.w3.org/2003/04/emma" version="1.0">
            <emma:interpretation id="{84CC2CC7-D500-4A4C-A13F-631E8D0B5D34}" emma:medium="tactile" emma:mode="ink">
              <msink:context xmlns:msink="http://schemas.microsoft.com/ink/2010/main" type="inkBullet" rotatedBoundingBox="4374,7918 4938,7903 4945,8184 4382,8200"/>
            </emma:interpretation>
            <emma:one-of disjunction-type="recognition" id="oneOf7">
              <emma:interpretation id="interp15" emma:lang="" emma:confidence="0">
                <emma:literal>-</emma:literal>
              </emma:interpretation>
            </emma:one-of>
          </emma:emma>
        </inkml:annotationXML>
        <inkml:trace contextRef="#ctx0" brushRef="#br0" timeOffset="68617.9994">-1454 7167 309 0,'6'-13'344'0,"7"3"-33"0,3-9-33 0,2-2-22 0,1 6-24 15,5-8-22-15,0 1-23 16,11 1-17-16,1-4-21 0,4 5-22 0,0 0-38 16,1 4-51-16,1 1-60 0,3 4-63 0,-2-3-92 15,-1 2-226-15,0 0-436 0,-12 4 192 0</inkml:trace>
      </inkml:traceGroup>
      <inkml:traceGroup>
        <inkml:annotationXML>
          <emma:emma xmlns:emma="http://www.w3.org/2003/04/emma" version="1.0">
            <emma:interpretation id="{56B25433-C18D-4AB6-991D-A40245C30F87}" emma:medium="tactile" emma:mode="ink">
              <msink:context xmlns:msink="http://schemas.microsoft.com/ink/2010/main" type="line" rotatedBoundingBox="5408,7676 11833,7496 11870,8792 5444,8972">
                <msink:destinationLink direction="with" ref="{45AAEF16-9AAE-431B-B15B-CA4FA381AD71}"/>
                <msink:destinationLink direction="with" ref="{F1F9876C-7934-4A03-B893-C8A430086B22}"/>
              </msink:context>
            </emma:interpretation>
          </emma:emma>
        </inkml:annotationXML>
        <inkml:traceGroup>
          <inkml:annotationXML>
            <emma:emma xmlns:emma="http://www.w3.org/2003/04/emma" version="1.0">
              <emma:interpretation id="{EAE75360-0807-459A-9C37-9F3FF0A8A1E4}" emma:medium="tactile" emma:mode="ink">
                <msink:context xmlns:msink="http://schemas.microsoft.com/ink/2010/main" type="inkWord" rotatedBoundingBox="5412,7825 5554,7821 5580,8741 5437,8744"/>
              </emma:interpretation>
            </emma:emma>
          </inkml:annotationXML>
          <inkml:trace contextRef="#ctx0" brushRef="#br0" timeOffset="68943.9867">-376 6832 177 0,'-2'-13'486'0,"2"13"-26"15,-8-13-18-15,8 13-8 0,-9-7 11 16,9 7 4-16,0 0-21 0,0 0-34 0,-13-7-36 0,13 7-22 15,0 0-43-15,0 0-14 0,0 0-1 0,-13 26-13 16,13-11 1-16,0 11-20 0,0 5-12 0,1 7-12 0,3 3-23 16,-1 0-15-16,3 1-6 0,-1 3-24 15,2 0-13-15,-3-7-14 0,8 7-16 0,-4 0-8 0,-2-1-7 16,2-3-17-16,0-3-3 0,0-5-6 0,-2-6-11 16,6 10-9-16,-9-10-1 0,5 4-26 15,2-5-45-15,-2-1-38 0,-2-2-38 0,-3-5-49 16,2-2-62-16,1-1-86 0,1-1-66 0,-4-2-85 0,-3-12-101 15,8 11-454-15,-8-11-1085 0,0 0 479 0</inkml:trace>
        </inkml:traceGroup>
        <inkml:traceGroup>
          <inkml:annotationXML>
            <emma:emma xmlns:emma="http://www.w3.org/2003/04/emma" version="1.0">
              <emma:interpretation id="{FBE82950-F97B-40A7-9572-A37B27D7F5FC}" emma:medium="tactile" emma:mode="ink">
                <msink:context xmlns:msink="http://schemas.microsoft.com/ink/2010/main" type="inkWord" rotatedBoundingBox="7355,7671 9352,7615 9374,8398 7377,8454"/>
              </emma:interpretation>
              <emma:one-of disjunction-type="recognition" id="oneOf8">
                <emma:interpretation id="interp16" emma:lang="" emma:confidence="1">
                  <emma:literal/>
                </emma:interpretation>
              </emma:one-of>
            </emma:emma>
          </inkml:annotationXML>
          <inkml:trace contextRef="#ctx0" brushRef="#br0" timeOffset="69641.5778">1634 7043 73 0,'0'0'445'0,"-34"6"-19"0,23-4-21 0,11-2-19 0,-21 1-9 15,21-1 11-15,0 0-11 0,-22 3-27 0,22-3-28 16,0 0-26-16,0 0-25 0,-15-12-25 0,15 12-21 0,0 0-23 15,0 0-20-15,32-18-20 0,-12 7-13 0,4 1-18 0,3 1-6 16,0-1-21-16,2 1-10 16,0 2-9-16,2-1-10 0,17 0-8 0,-5 1-11 15,0 3-36-15,-1-4-44 0,-8 2-62 0,9 3-66 16,-3-4-89-16,-9 7-86 0,12-3-128 0,-17 1-338 0,-6 0-858 16,3 2 380-16</inkml:trace>
          <inkml:trace contextRef="#ctx0" brushRef="#br0" timeOffset="70175.5621">2691 6841 169 0,'0'0'338'0,"-21"-8"-20"0,21 8-23 0,-16-11-33 0,10 1-12 16,3 2-2-16,3 8-3 16,-10-23-4-16,7 16-32 0,3 7-17 0,-5-22-11 15,5 13-21-15,0 9-11 0,5-24-11 0,-3 14-3 16,2-4-23-16,0 4 2 0,-4 10-9 0,12-20-2 16,-5 12-16-16,-1-3-11 0,4 3 0 0,-10 8-10 0,14-14-5 15,-1 6-8-15,-5 3 1 0,-8 5 0 0,21-6-3 16,-21 6-1-16,19-1-3 0,-19 1 0 0,0 0 0 15,29 10 1-15,-19 0-6 0,-2 1 0 0,1 4-7 16,-1 1-14-16,0 3 16 0,-4 6 0 16,2 1-11-16,-3 2-2 0,-1 1-3 0,-7 10-1 0,-3 2-2 15,-5-1-1-15,-1 1-2 0,-2 2-1 0,-5-3-7 16,-6 1 0-16,-2-3 1 0,0 0 2 0,-2 1-4 0,1-8-4 16,-2 2 5-16,1-6-3 0,6-3-13 15,4-8 16-15,-2 3-2 0,9-6-3 0,-1 0-1 0,1-1 0 16,6-5 0-16,8-7 1 0,-13 9-1 0,13-9 3 15,0 0 2-15,0 0 5 0,0 0 3 0,0 0 12 16,0 0 10-16,71-21 1 0,-41 12 10 0,15-3 9 16,2-3 24-16,2-3 21 0,6 6 17 0,1-6 18 15,-3 3-17-15,5 0-12 0,-2-1-9 0,3-1-7 0,25 7-12 16,-25-4-8-16,-3 8-8 0,0 3-15 0,-9-2-39 16,-2 3-47-16,-15 4-65 0,2-6-87 0,-3 4-78 15,-8 4-98-15,2-1-102 0,-6-1-388 0,-17-2-928 16,36 0 411-16</inkml:trace>
        </inkml:traceGroup>
        <inkml:traceGroup>
          <inkml:annotationXML>
            <emma:emma xmlns:emma="http://www.w3.org/2003/04/emma" version="1.0">
              <emma:interpretation id="{60A0CE01-EB0A-445A-8704-21B9199E83EF}" emma:medium="tactile" emma:mode="ink">
                <msink:context xmlns:msink="http://schemas.microsoft.com/ink/2010/main" type="inkWord" rotatedBoundingBox="11000,7519 11833,7496 11870,8792 11037,8816"/>
              </emma:interpretation>
              <emma:one-of disjunction-type="recognition" id="oneOf9">
                <emma:interpretation id="interp17" emma:lang="" emma:confidence="0.5">
                  <emma:literal>3</emma:literal>
                </emma:interpretation>
                <emma:interpretation id="interp18" emma:lang="" emma:confidence="0">
                  <emma:literal>s</emma:literal>
                </emma:interpretation>
                <emma:interpretation id="interp19" emma:lang="" emma:confidence="0">
                  <emma:literal>,</emma:literal>
                </emma:interpretation>
                <emma:interpretation id="interp20" emma:lang="" emma:confidence="0">
                  <emma:literal>}</emma:literal>
                </emma:interpretation>
                <emma:interpretation id="interp21" emma:lang="" emma:confidence="0">
                  <emma:literal>)</emma:literal>
                </emma:interpretation>
              </emma:one-of>
            </emma:emma>
          </inkml:annotationXML>
          <inkml:trace contextRef="#ctx0" brushRef="#br0" timeOffset="70878.0046">5289 6687 166 0,'0'0'465'0,"-8"-18"-38"0,13 6-45 16,-5 12-23-16,9-27-2 0,4 9 16 0,-3 4 15 15,3-3-21-15,3-2-28 0,4 3-31 0,1-2-27 0,7 4-30 16,-4 2-23-16,3 3-25 15,-5 2-18-15,-2 2-19 0,2 1-18 0,-3 3-13 0,-19 1-15 16,36 8-8-16,-22 0-12 0,-1 2-15 0,-2 2-5 0,-3 1-11 16,-3 5-8-16,-3-1-5 0,-2 9-14 0,-4 0-6 15,0 0-7-15,-6 2-9 0,2-1-15 0,-5 3-4 16,0-3-5-16,0-1-5 0,-3 2 2 0,-3-2-3 16,3-6 1-16,0 1 2 0,-2 0-3 0,2 0 6 15,7-9-4-15,-3-2-1 0,0-1 8 0,7-2 1 0,5-7 4 16,-11 12-4-16,11-12 3 0,0 0 3 0,0 0 0 15,0 0 2-15,0 0 6 0,0 0-5 0,0 0 3 16,0 0-2-16,0 0 1 0,64-21-3 0,-43 16 8 16,3-3 5-16,3 5 4 15,2 2 3-15,3-1 9 0,3 1 5 0,-3-2 5 0,10 3 3 16,-8 4 3-16,6 5 3 0,-7 1-3 0,1-1 4 16,-5 1-3-16,-6 0-4 0,-1 6 2 0,-1 1-8 0,-2 2 5 15,-4 4-4-15,-6 0-4 0,-4 3-3 0,-3-1-3 16,-1 2 2-16,-2 3-8 0,-7 0-4 0,-5-2 2 15,-5 11-7-15,-8-5 3 0,-2 0-8 0,-6 4-2 16,-1-1-8-16,-2-3-10 0,-7-3-29 0,1 2-34 16,-5 0-38-16,-3-2-55 0,-15 10-52 0,18-12-72 0,-5-5-71 15,-18 13-85-15,21-14-114 0,-1-4-315 0,3-5-943 16,5 1 417-16</inkml:trace>
        </inkml:traceGroup>
      </inkml:traceGroup>
    </inkml:traceGroup>
    <inkml:traceGroup>
      <inkml:annotationXML>
        <emma:emma xmlns:emma="http://www.w3.org/2003/04/emma" version="1.0">
          <emma:interpretation id="{A31ABE70-3D54-4743-A33C-5D34B9E344D8}" emma:medium="tactile" emma:mode="ink">
            <msink:context xmlns:msink="http://schemas.microsoft.com/ink/2010/main" type="paragraph" rotatedBoundingBox="5518,9750 11895,9232 11989,10386 5612,10903" alignmentLevel="3"/>
          </emma:interpretation>
        </emma:emma>
      </inkml:annotationXML>
      <inkml:traceGroup>
        <inkml:annotationXML>
          <emma:emma xmlns:emma="http://www.w3.org/2003/04/emma" version="1.0">
            <emma:interpretation id="{ED650111-7E3B-43B9-AD81-A17C2F6BE655}" emma:medium="tactile" emma:mode="ink">
              <msink:context xmlns:msink="http://schemas.microsoft.com/ink/2010/main" type="line" rotatedBoundingBox="5518,9750 11895,9232 11989,10386 5612,10903">
                <msink:destinationLink direction="with" ref="{45AAEF16-9AAE-431B-B15B-CA4FA381AD71}"/>
                <msink:destinationLink direction="with" ref="{F1F9876C-7934-4A03-B893-C8A430086B22}"/>
              </msink:context>
            </emma:interpretation>
          </emma:emma>
        </inkml:annotationXML>
        <inkml:traceGroup>
          <inkml:annotationXML>
            <emma:emma xmlns:emma="http://www.w3.org/2003/04/emma" version="1.0">
              <emma:interpretation id="{F501891A-7D57-455A-BF4F-235ADEE8B540}" emma:medium="tactile" emma:mode="ink">
                <msink:context xmlns:msink="http://schemas.microsoft.com/ink/2010/main" type="inkWord" rotatedBoundingBox="5538,9989 6130,9941 6189,10671 5597,10719"/>
              </emma:interpretation>
              <emma:one-of disjunction-type="recognition" id="oneOf10">
                <emma:interpretation id="interp22" emma:lang="" emma:confidence="1">
                  <emma:literal/>
                </emma:interpretation>
              </emma:one-of>
            </emma:emma>
          </inkml:annotationXML>
          <inkml:trace contextRef="#ctx0" brushRef="#br0" timeOffset="71942.1921">-87 8977 254 0,'-23'0'433'16,"23"0"-17"-16,-26 0-26 0,26 0-14 0,-27 2 1 15,13 3 4-15,14-5-3 0,-26 11-16 0,13-2-27 16,0 0-22-16,1 2-18 0,4 2-14 0,-2 3-23 0,2 6-14 15,3-3-18-15,-1 6-14 0,4-1-20 0,2 4-12 0,2-1-20 16,4 3-19-16,0-4-12 16,2 3 1-16,2 11-13 0,5-4-18 0,4 2-1 15,-5-11-15-15,9 10-3 0,-2-6-6 0,6 2-13 0,-3-2 2 16,-3-12-7-16,3 2-3 0,-2-5-3 0,2 2 3 16,2-6 4-16,-8-1-3 0,3-7-1 0,-1-1-1 0,1-3-15 15,-21 0 10-15,39-6-2 0,-20-1 0 0,3-10-2 16,-1 3-2-16,5-5-6 0,-8-3-2 0,-1-4-8 0,4-9 1 15,-5-3-5-15,-6-2 6 0,3-2-13 0,-7-3 6 16,0-5-7-16,-12 10 8 16,0-2-11-16,-2 2-9 0,-5-1 8 0,-5 2-8 0,2 13 3 15,0 0-9-15,-2 4-9 0,-2-1-7 0,-5 4-7 16,3 1 0-16,-5 6-9 0,3 0-1 0,-4 4-3 0,6 6-29 16,1 2-10-16,21 0-17 0,-37 3-27 15,16 5-22-15,2-2-27 0,5 1-35 0,2 2-40 0,1 3-36 16,3 0-40-16,2 5-48 0,4-5-61 0,2 5-453 15,3-4-960-15,2-2 426 0</inkml:trace>
        </inkml:traceGroup>
        <inkml:traceGroup>
          <inkml:annotationXML>
            <emma:emma xmlns:emma="http://www.w3.org/2003/04/emma" version="1.0">
              <emma:interpretation id="{FA43FEE9-3122-421E-AE3D-28B6375FA9BB}" emma:medium="tactile" emma:mode="ink">
                <msink:context xmlns:msink="http://schemas.microsoft.com/ink/2010/main" type="inkWord" rotatedBoundingBox="8456,9511 8637,9497 8725,10578 8543,10592"/>
              </emma:interpretation>
              <emma:one-of disjunction-type="recognition" id="oneOf11">
                <emma:interpretation id="interp23" emma:lang="" emma:confidence="0.5">
                  <emma:literal>(</emma:literal>
                </emma:interpretation>
                <emma:interpretation id="interp24" emma:lang="" emma:confidence="0">
                  <emma:literal>.</emma:literal>
                </emma:interpretation>
                <emma:interpretation id="interp25" emma:lang="" emma:confidence="0">
                  <emma:literal>,</emma:literal>
                </emma:interpretation>
                <emma:interpretation id="interp26" emma:lang="" emma:confidence="0">
                  <emma:literal>'</emma:literal>
                </emma:interpretation>
                <emma:interpretation id="interp27" emma:lang="" emma:confidence="0">
                  <emma:literal>l</emma:literal>
                </emma:interpretation>
              </emma:one-of>
            </emma:emma>
          </inkml:annotationXML>
          <inkml:trace contextRef="#ctx0" brushRef="#br0" timeOffset="72716.0377">2764 8554 50 0,'-9'-12'480'15,"3"1"-5"-15,6 11-1 0,-11-20-19 0,-2 9 1 16,5 4 17-16,8 7-8 0,-18-15-17 16,10 10-25-16,8 5-35 0,0 0-20 0,0 0-2 15,0 0 28-15,-27 20-2 0,22-2-6 0,-4 13-20 0,4 9-21 0,2 1-29 16,1 9-28-16,4-4-32 16,2 6-129-16,-2-1-127 0,6 2 0 0,-2 3 0 15,2-3 0-15,5 0 0 0,2-3 0 0,-1 2 0 0,2-1 0 0,2-1 0 16,-2 0 0-16,-2-4 0 0,1-4 0 0,2-4 0 15,-5-8 0-15,-4-5 0 0,5-1-116 0,-2-1-531 16,0-8-591-16,3-8-1342 0,-2-2 594 0</inkml:trace>
        </inkml:traceGroup>
        <inkml:traceGroup>
          <inkml:annotationXML>
            <emma:emma xmlns:emma="http://www.w3.org/2003/04/emma" version="1.0">
              <emma:interpretation id="{771631B2-3A3E-49A8-BBDE-3142390A1962}" emma:medium="tactile" emma:mode="ink">
                <msink:context xmlns:msink="http://schemas.microsoft.com/ink/2010/main" type="inkWord" rotatedBoundingBox="10707,9378 11899,9281 11989,10386 10796,10482"/>
              </emma:interpretation>
              <emma:one-of disjunction-type="recognition" id="oneOf12">
                <emma:interpretation id="interp28" emma:lang="" emma:confidence="0.5">
                  <emma:literal>-1</emma:literal>
                </emma:interpretation>
                <emma:interpretation id="interp29" emma:lang="" emma:confidence="0">
                  <emma:literal>+1</emma:literal>
                </emma:interpretation>
                <emma:interpretation id="interp30" emma:lang="" emma:confidence="0">
                  <emma:literal>T</emma:literal>
                </emma:interpretation>
                <emma:interpretation id="interp31" emma:lang="" emma:confidence="0">
                  <emma:literal>t,</emma:literal>
                </emma:interpretation>
                <emma:interpretation id="interp32" emma:lang="" emma:confidence="0">
                  <emma:literal>"1</emma:literal>
                </emma:interpretation>
              </emma:one-of>
            </emma:emma>
          </inkml:annotationXML>
          <inkml:trace contextRef="#ctx0" brushRef="#br0" timeOffset="73150.0106">4971 8694 436 0,'-14'5'487'0,"-4"-1"-19"0,18-4-15 15,-22 8-16-15,22-8-15 0,-16 3-15 0,16-3-13 0,0 0-26 16,0 0-37-16,0 0-23 0,0 0-21 0,0 0-20 15,0 0-27-15,0 0-28 0,51-20-21 16,-22 11-12-16,12-1-23 0,4 3-16 0,-11 1-17 16,11-5-14-16,3 7-16 0,-5-1-18 0,6-1-33 15,-9-2-34-15,-7 8-39 0,3-1-39 0,-7 1-51 0,1 0-51 16,4 0-42-16,-5-2-44 0,-2 2-36 16,-6-2-53-16,6 0-61 0,-9 1-379 0,-18 1-852 15,37-6 378-15</inkml:trace>
          <inkml:trace contextRef="#ctx0" brushRef="#br0" timeOffset="73432.6747">6067 8288 508 0,'0'0'587'0,"-7"-16"-6"16,7 16-20-16,-8-12-15 0,8 12 14 0,0 0 21 15,-8-10 3-15,8 10-24 0,0 0-38 0,0 0-40 16,0 0-37-16,0 0-29 0,0 0-29 0,0 0-26 0,0 0-25 15,-14 36-162-15,14-10-174 0,2 13 0 16,4 0 0-16,-1 6 0 0,-2 1 0 16,2 3 0-16,-4 4 0 0,7 18 0 0,-1-18 0 0,-2-1 0 15,1 2 0-15,-3 0 0 0,2-3 0 0,-3 0 0 16,4-6 0-16,-1 1 0 0,-2-1 0 0,-3-12 0 0,3 6 0 16,-3-2 0-16,2-11 0 0,-4-2 0 0,6-5 0 15,-4-3 0-15,-2 2 0 0,4-9 0 0,-2-9 0 16,0 23-542-16,0-23-734 0,-2 8-1380 0,2-8 611 15</inkml:trace>
        </inkml:traceGroup>
      </inkml:traceGroup>
    </inkml:traceGroup>
    <inkml:traceGroup>
      <inkml:annotationXML>
        <emma:emma xmlns:emma="http://www.w3.org/2003/04/emma" version="1.0">
          <emma:interpretation id="{FFFE02DD-40EA-4F52-ACDA-EBFDD47681A6}" emma:medium="tactile" emma:mode="ink">
            <msink:context xmlns:msink="http://schemas.microsoft.com/ink/2010/main" type="paragraph" rotatedBoundingBox="8452,11064 12381,10865 12433,11889 8504,12089" alignmentLevel="5"/>
          </emma:interpretation>
        </emma:emma>
      </inkml:annotationXML>
      <inkml:traceGroup>
        <inkml:annotationXML>
          <emma:emma xmlns:emma="http://www.w3.org/2003/04/emma" version="1.0">
            <emma:interpretation id="{E7C21DE6-463F-47CC-A05D-E7A2D1C09BF3}" emma:medium="tactile" emma:mode="ink">
              <msink:context xmlns:msink="http://schemas.microsoft.com/ink/2010/main" type="line" rotatedBoundingBox="8452,11064 12381,10865 12433,11889 8504,12089">
                <msink:destinationLink direction="with" ref="{45AAEF16-9AAE-431B-B15B-CA4FA381AD71}"/>
                <msink:destinationLink direction="with" ref="{F1F9876C-7934-4A03-B893-C8A430086B22}"/>
              </msink:context>
            </emma:interpretation>
          </emma:emma>
        </inkml:annotationXML>
        <inkml:traceGroup>
          <inkml:annotationXML>
            <emma:emma xmlns:emma="http://www.w3.org/2003/04/emma" version="1.0">
              <emma:interpretation id="{CB181008-44BA-42CE-B945-134B71B063A2}" emma:medium="tactile" emma:mode="ink">
                <msink:context xmlns:msink="http://schemas.microsoft.com/ink/2010/main" type="inkWord" rotatedBoundingBox="8452,11064 9261,11023 9308,11962 8500,12003"/>
              </emma:interpretation>
              <emma:one-of disjunction-type="recognition" id="oneOf13">
                <emma:interpretation id="interp33" emma:lang="" emma:confidence="1">
                  <emma:literal/>
                </emma:interpretation>
              </emma:one-of>
            </emma:emma>
          </inkml:annotationXML>
          <inkml:trace contextRef="#ctx0" brushRef="#br0" timeOffset="75951.9431">2667 10164 263 0,'0'0'365'16,"0"0"-19"-16,0 0-14 0,-21 0-16 0,21 0-1 16,0 0-6-16,0 0-9 15,0 0-23-15,0 0-18 0,0 0-16 0,0 0-17 0,0 0-5 16,0 0-1-16,0 0 8 0,-11 9 0 0,11-9-8 15,0 19 0-15,-1-2 2 0,1-2-5 0,0 4-9 0,0 9-3 16,0-2-10-16,0 2-15 0,0 2-8 0,1 8-17 16,10 0 10-16,-4 1-13 15,4 0-1-15,2 1-18 0,1 2-8 0,6-4-12 0,2 1-2 16,5-3 0-16,1 1-1 0,4-4-3 0,-3 1 2 16,4-4 0-16,-2-3 0 0,4-4-2 0,0-4-70 15,-6-7-37-15,6-2 0 0,7 1 0 0,-13-6 0 16,2-4 0-16,-4-6 0 0,3-2 0 0,2-5 0 0,-4 0 0 15,-3-5 0-15,3-3 0 0,-1-10 0 0,-5 5 0 16,4-6 0-16,-8-8 0 0,-7 10 0 0,3-13 0 16,-6-2 0-16,-4-1 0 0,0-3 0 0,-8 2 0 15,-4-7 0-15,-7-3 0 0,-12-16 0 0,3 24 0 0,-10 2 0 16,2 5 0-16,-7 0 0 0,-4 7 0 0,5 5 0 16,-4 9 0-16,-1 4 0 0,-1 3 0 0,1 5 0 15,0 8 0-15,9 0 0 0,4 0 0 0,1 7 0 0,1-2 0 16,1 9 0-16,5-3 0 15,6 1-306-15,3-1-146 0,0 4-64 0,6-2-87 16,-1 0-450-16,8-4-1140 0,0-9 505 0</inkml:trace>
        </inkml:traceGroup>
        <inkml:traceGroup>
          <inkml:annotationXML>
            <emma:emma xmlns:emma="http://www.w3.org/2003/04/emma" version="1.0">
              <emma:interpretation id="{CC64CC54-50DB-42B3-A6E0-618E1A9A4DBF}" emma:medium="tactile" emma:mode="ink">
                <msink:context xmlns:msink="http://schemas.microsoft.com/ink/2010/main" type="inkWord" rotatedBoundingBox="11078,10985 12384,10918 12433,11889 11127,11956"/>
              </emma:interpretation>
              <emma:one-of disjunction-type="recognition" id="oneOf14">
                <emma:interpretation id="interp34" emma:lang="" emma:confidence="0.5">
                  <emma:literal>-</emma:literal>
                </emma:interpretation>
                <emma:interpretation id="interp35" emma:lang="" emma:confidence="0">
                  <emma:literal>_</emma:literal>
                </emma:interpretation>
                <emma:interpretation id="interp36" emma:lang="" emma:confidence="0">
                  <emma:literal>.</emma:literal>
                </emma:interpretation>
                <emma:interpretation id="interp37" emma:lang="" emma:confidence="0">
                  <emma:literal>,</emma:literal>
                </emma:interpretation>
                <emma:interpretation id="interp38" emma:lang="" emma:confidence="0">
                  <emma:literal>~</emma:literal>
                </emma:interpretation>
              </emma:one-of>
            </emma:emma>
          </inkml:annotationXML>
          <inkml:trace contextRef="#ctx0" brushRef="#br0" timeOffset="78732.989">5332 10397 405 0,'0'0'435'0,"0"0"-3"0,-26-1-5 16,26 1-18-16,0 0-17 0,-25 3-17 0,25-3-10 0,0 0-27 15,0 0-28-15,-16 1-31 0,16-1-22 0,0 0-22 16,0 0-15-16,0 0-12 16,0 0-10-16,0 0-18 0,0 0-11 0,0 0-12 0,0 0-16 15,66-4-10-15,-38 1-10 0,1 3-13 16,3-1-12-16,12-2-12 0,-1-5-7 0,0 4-5 0,7-2-11 15,-19 1-5-15,-3 2-16 0,8-1-30 0,-6 3-29 0,4 0-38 16,1-1-47-16,-1-1-59 0,-4 0-62 0,-2 1-65 0,-4 2-68 16,-7-2-73-16,1-3-427 15,-18 5-928-15,22-2 412 0</inkml:trace>
          <inkml:trace contextRef="#ctx0" brushRef="#br0" timeOffset="79033.9423">6539 9926 386 0,'-4'-13'553'0,"4"13"-3"0,-8-13-17 0,8 13-31 0,0 0-34 16,0 0-29-16,-4-13-16 0,4 13-3 0,0 0-5 0,0 0-36 0,0 0-30 15,0 0-26-15,0 0-17 0,0 39-17 16,4-23-10-16,0 9-20 0,0 3-5 0,0 1-21 0,0 9-14 15,4 5-21-15,-6 4-19 0,4-1-18 0,-2 2-87 16,2 1-74-16,-4 1 0 16,-1 2 0-16,-1 0 0 0,0-5 0 0,0 1 0 0,5-1 0 0,-5-2 0 15,0-4 0-15,0-10 0 0,-3-1 0 0,6-4 0 16,-3-4 0-16,-5-3 0 0,5-4-51 0,0-1-389 16,2-4-106-16,-2-10-128 0,0 14-406 0,0-14-1170 15,0 0 517-15</inkml:trace>
        </inkml:traceGroup>
      </inkml:traceGroup>
    </inkml:traceGroup>
    <inkml:traceGroup>
      <inkml:annotationXML>
        <emma:emma xmlns:emma="http://www.w3.org/2003/04/emma" version="1.0">
          <emma:interpretation id="{8915CF76-61BA-42EA-97AD-68D029060B64}" emma:medium="tactile" emma:mode="ink">
            <msink:context xmlns:msink="http://schemas.microsoft.com/ink/2010/main" type="paragraph" rotatedBoundingBox="2302,13334 11969,12940 12016,14092 2349,14486" alignmentLevel="1"/>
          </emma:interpretation>
        </emma:emma>
      </inkml:annotationXML>
      <inkml:traceGroup>
        <inkml:annotationXML>
          <emma:emma xmlns:emma="http://www.w3.org/2003/04/emma" version="1.0">
            <emma:interpretation id="{C21F7DFE-51EA-4CDE-AF10-23FD8F15B16D}" emma:medium="tactile" emma:mode="ink">
              <msink:context xmlns:msink="http://schemas.microsoft.com/ink/2010/main" type="line" rotatedBoundingBox="2302,13334 11969,12940 12016,14092 2349,14486">
                <msink:destinationLink direction="with" ref="{02C98189-AAC1-4670-AD0C-42C622457FA0}"/>
                <msink:destinationLink direction="with" ref="{1892A53F-B40D-4897-A922-81C430504609}"/>
              </msink:context>
            </emma:interpretation>
          </emma:emma>
        </inkml:annotationXML>
        <inkml:traceGroup>
          <inkml:annotationXML>
            <emma:emma xmlns:emma="http://www.w3.org/2003/04/emma" version="1.0">
              <emma:interpretation id="{4AF7054B-FF29-479A-B8FB-B5371D29EF82}" emma:medium="tactile" emma:mode="ink">
                <msink:context xmlns:msink="http://schemas.microsoft.com/ink/2010/main" type="inkWord" rotatedBoundingBox="2308,13479 5657,13342 5699,14350 2349,14486"/>
              </emma:interpretation>
              <emma:one-of disjunction-type="recognition" id="oneOf15">
                <emma:interpretation id="interp39" emma:lang="" emma:confidence="1">
                  <emma:literal/>
                </emma:interpretation>
              </emma:one-of>
            </emma:emma>
          </inkml:annotationXML>
          <inkml:trace contextRef="#ctx0" brushRef="#br0" timeOffset="114903.9033">-3224 12574 28 0,'-18'3'390'0,"18"-3"-28"0,0 0-27 16,-25 7-19-16,25-7-3 0,0 0-6 0,0 0-10 15,0 0-21-15,-15 1-21 0,15-1-20 0,0 0-25 16,0 0-23-16,0 0-12 0,0 0-14 0,0 0-12 0,0 0-19 16,64-15-15-16,-36 12-9 0,5-1-9 0,-1-1-19 15,12 3-11-15,2-3 3 0,-2 4-59 0,1-3-39 0,1 2-52 16,-14 1-48-16,2 1-61 0,-7 1-69 0,4-1-64 16,-17 0-290-16,-14 0-661 0,21 2 294 15</inkml:trace>
          <inkml:trace contextRef="#ctx0" brushRef="#br0" timeOffset="115087.9281">-3437 12976 99 0,'-20'19'261'16,"6"-5"-16"-16,1-2-20 0,2 3-11 0,8-5-15 16,3-10-6-16,-5 10-10 0,5-10-11 0,0 0-19 15,21 13-14-15,-2-9-9 0,2-4-17 0,9 0-12 16,1 0-9-16,17-5-14 0,0 2-12 0,2-7-38 0,0 4-39 15,1 4-56-15,0 1-57 0,5-2-69 0,-8 0-190 16,2 2-415-16,2-2 184 0</inkml:trace>
          <inkml:trace contextRef="#ctx0" brushRef="#br0" timeOffset="116236.3959">-1889 12669 356 0,'11'-16'352'0,"5"-4"-16"0,5-1-20 15,5-2-27-15,6-8-26 0,-7 12-29 0,6-7-15 0,6 5-23 16,5 1-20-16,1 5-11 0,0-4-23 0,-1 8-15 15,1 4-24-15,-1-1-31 0,-8 4-18 0,-2 4-37 16,0 4-40-16,-3-3-46 0,0 9-49 0,1-5-47 16,-1 5-69-16,-8-2-234 0,1 0-507 0,-3-1 224 15</inkml:trace>
          <inkml:trace contextRef="#ctx0" brushRef="#br0" timeOffset="116937.9477">-256 12375 4414 0,'-8'-11'153'0,"5"2"-79"0,3 9 63 0,-11-18 62 16,6 13-7-16,5 5 5 0,-10-12-19 0,10 12-15 15,0 0-11-15,-16-5 3 0,16 5 4 0,0 0 6 0,-8 24-1 16,8-5 7-16,2 9-6 0,-1 2 2 16,6 11-6-16,1 0-7 0,0 4-10 0,0 0-13 0,5 0-14 15,-5 1-11-15,5 3-10 0,1-5-15 0,-3 6-4 16,0-1-12-16,-1-1-11 0,0-4-54 0,-2-1 0 16,-2 0 0-16,1 0 0 0,-1-6 0 0,-3-2 0 15,0-6-114-15,-1-2-116 0,1-8-108 0,0 7-80 16,-3-9-93-16,2-1-101 0,3-8-383 0,-5-8-1078 15,8 11 478-15</inkml:trace>
        </inkml:traceGroup>
        <inkml:traceGroup>
          <inkml:annotationXML>
            <emma:emma xmlns:emma="http://www.w3.org/2003/04/emma" version="1.0">
              <emma:interpretation id="{7ACC9DDB-F723-45FC-9BC2-169A8E43004B}" emma:medium="tactile" emma:mode="ink">
                <msink:context xmlns:msink="http://schemas.microsoft.com/ink/2010/main" type="inkWord" rotatedBoundingBox="7440,13356 9426,13275 9460,14092 7473,14173"/>
              </emma:interpretation>
              <emma:one-of disjunction-type="recognition" id="oneOf16">
                <emma:interpretation id="interp40" emma:lang="" emma:confidence="0.5">
                  <emma:literal>-2</emma:literal>
                </emma:interpretation>
                <emma:interpretation id="interp41" emma:lang="" emma:confidence="0">
                  <emma:literal>22</emma:literal>
                </emma:interpretation>
                <emma:interpretation id="interp42" emma:lang="" emma:confidence="0">
                  <emma:literal>O2</emma:literal>
                </emma:interpretation>
                <emma:interpretation id="interp43" emma:lang="" emma:confidence="0">
                  <emma:literal>K2</emma:literal>
                </emma:interpretation>
                <emma:interpretation id="interp44" emma:lang="" emma:confidence="0">
                  <emma:literal>-2S</emma:literal>
                </emma:interpretation>
              </emma:one-of>
            </emma:emma>
          </inkml:annotationXML>
          <inkml:trace contextRef="#ctx0" brushRef="#br0" timeOffset="117321.3841">1653 12653 273 0,'-24'5'446'0,"24"-5"-23"0,0 0-25 16,-11 2-26-16,11-2-7 16,0 0-29-16,0 0-19 0,0 0-24 0,0 0-24 0,0 0-29 0,0 0-19 15,0 0-16-15,0 0-19 0,0 0-11 0,0 0-17 16,0 0-15-16,59 7-13 0,-59-7-13 16,48-9-14-16,-17 4-8 0,4 1-12 0,-4 0-9 15,17 0-11-15,2-1-23 0,-7-4-38 0,3 4-42 16,-1-2-54-16,-3 0-45 0,3-1-56 0,-2 4-54 15,-1-1-54-15,-8 2-61 0,-4-3-327 0,-1 0-748 0,5 0 331 16</inkml:trace>
          <inkml:trace contextRef="#ctx0" brushRef="#br0" timeOffset="117830.6717">2733 12492 259 0,'2'-8'351'15,"4"-3"-17"-15,0-2-5 0,7 0-2 0,-3 0-2 16,3-1-1-16,1-1-9 0,-3 0-26 0,9-2-22 0,-1 4-28 16,-5-1-11-16,9 0-8 0,-4 2-7 15,5 2-14-15,-3-8-12 0,0 13-15 0,-5-2-12 16,3 0-9-16,-4 5-12 0,-15 2-12 0,25-6-11 15,-25 6-3-15,29 6-6 0,-19 0 2 0,1 1-8 0,-11-7-5 16,11 23-6-16,-3-5-4 0,-3 1-9 0,0 2-8 16,-10 6-7-16,5 4-4 0,0 6-8 0,-6 5-4 0,-4-1-7 15,5-2-2-15,-12 1-6 0,-7 5-3 0,3-7 0 16,-3 7-5-16,-4-5-4 0,1-2-6 16,-3-5-7-16,2 3-3 0,-2-2-7 0,-1 3-2 0,12-17-5 15,-8 1-3-15,4-3 0 0,1-2-6 0,3-3-2 16,3-1 1-16,3-5-1 0,5 0 5 0,-2-1 1 15,10-6 3-15,0 0 3 0,-16 11 8 0,16-11 4 16,0 0 9-16,0 0 10 0,0 0 15 0,0 0 14 16,39-26 17-16,-15 14-2 0,4 1 0 0,5 4 0 15,-1-3-8-15,8-3 4 0,3 2-5 0,-1 0-5 0,1 3-8 16,0-1-3-16,-1-3-2 16,-11 7-2-16,-1 4-6 0,-1-1-3 0,5-3-7 15,-5 10-21-15,-1-9-27 0,6 4-26 0,-3 0-29 0,-2 0-27 16,-2 4-37-16,2-4-44 0,0 0-37 0,-1 0-26 15,0-4-33-15,1 3-47 0,-5-1-68 0,-5 1-94 0,3-5-270 16,-2 1-831-16,-4-6 368 0</inkml:trace>
        </inkml:traceGroup>
        <inkml:traceGroup>
          <inkml:annotationXML>
            <emma:emma xmlns:emma="http://www.w3.org/2003/04/emma" version="1.0">
              <emma:interpretation id="{BACEA936-F29A-4F0B-B1E9-37B57242817F}" emma:medium="tactile" emma:mode="ink">
                <msink:context xmlns:msink="http://schemas.microsoft.com/ink/2010/main" type="inkWord" rotatedBoundingBox="11346,12965 11969,12940 12009,13923 11386,13949"/>
              </emma:interpretation>
              <emma:one-of disjunction-type="recognition" id="oneOf17">
                <emma:interpretation id="interp45" emma:lang="" emma:confidence="0.5">
                  <emma:literal>3</emma:literal>
                </emma:interpretation>
                <emma:interpretation id="interp46" emma:lang="" emma:confidence="0">
                  <emma:literal>}</emma:literal>
                </emma:interpretation>
                <emma:interpretation id="interp47" emma:lang="" emma:confidence="0">
                  <emma:literal>5</emma:literal>
                </emma:interpretation>
                <emma:interpretation id="interp48" emma:lang="" emma:confidence="0">
                  <emma:literal>b</emma:literal>
                </emma:interpretation>
                <emma:interpretation id="interp49" emma:lang="" emma:confidence="0">
                  <emma:literal>)</emma:literal>
                </emma:interpretation>
              </emma:one-of>
            </emma:emma>
          </inkml:annotationXML>
          <inkml:trace contextRef="#ctx0" brushRef="#br0" timeOffset="119153.2555">5639 12002 202 0,'-8'-14'366'0,"8"14"-20"0,0 0-31 15,0-12-19-15,0 12-22 0,0 0-15 0,11-21-16 0,-2 14-19 16,1 0-20-16,6 1-19 0,2 0-14 15,1 5-21-15,-19 1-10 0,35-5-16 0,-9 5-9 0,-2 1-9 16,0 7-14-16,3 0-11 0,-9 0-6 0,3-1-8 16,-2 5-6-16,-6 2-7 0,-3 1 0 0,2 0 8 0,-5 3-22 15,-6 1 1-15,-1 2-7 0,-1 5 4 0,-4-2-8 16,-5 0-4-16,-2 2 4 0,-1 0-13 0,-5-1-3 16,-1 0 3-16,3 0-1 15,-5-6-4-15,2 3-1 0,-2-4-1 0,6-3 1 0,1-4-3 16,-1-1 0-16,3-1-2 0,4 1 0 0,-2-4-4 15,10-6-5-15,-13 11 1 0,13-11 3 0,0 0 3 16,-13 4-1-16,13-4 8 0,0 0-4 0,0 0 1 16,0 0 5-16,0 0-8 0,0 0 2 0,40-32 0 15,-27 23-1-15,5 0 0 0,0-1 6 0,7 2 2 0,-4 3 6 16,0-1-4-16,6-2 9 0,-4 5-1 0,4 1 5 16,-3 2-3-16,5 5 2 0,-2 6 11 0,-9-3 1 15,7 4-3-15,-4 4 3 0,-1 2 6 0,-4 0 2 16,-2 8 1-16,-3-3 8 0,-1 0-10 0,-2 2-1 15,-3 1 3-15,-2 0-6 0,-5 0-4 0,-1-1-1 0,-3 4-5 16,-7-6-3-16,0 7-1 0,-3-4-5 0,-5 4-4 16,-5-7 2-16,4-2-7 0,-10 3 2 0,6-7-4 15,-3 0-6-15,2-4-19 0,-3 0-24 0,1-1-32 0,-2-5-41 16,-1 6-38-16,0-8-50 0,-14 0-72 0,4-5-84 16,-1 0-406-16,-1-2-820 0,-1-6 363 0</inkml:trace>
        </inkml:traceGroup>
      </inkml:traceGroup>
    </inkml:traceGroup>
    <inkml:traceGroup>
      <inkml:annotationXML>
        <emma:emma xmlns:emma="http://www.w3.org/2003/04/emma" version="1.0">
          <emma:interpretation id="{00B10A20-550B-4A70-8D15-5B752CB0859F}" emma:medium="tactile" emma:mode="ink">
            <msink:context xmlns:msink="http://schemas.microsoft.com/ink/2010/main" type="paragraph" rotatedBoundingBox="5514,15015 12513,14795 12545,15810 5545,16030" alignmentLevel="3"/>
          </emma:interpretation>
        </emma:emma>
      </inkml:annotationXML>
      <inkml:traceGroup>
        <inkml:annotationXML>
          <emma:emma xmlns:emma="http://www.w3.org/2003/04/emma" version="1.0">
            <emma:interpretation id="{F74DE4C1-F518-4787-B9B5-D93BDDA68476}" emma:medium="tactile" emma:mode="ink">
              <msink:context xmlns:msink="http://schemas.microsoft.com/ink/2010/main" type="line" rotatedBoundingBox="5514,15015 12513,14795 12545,15810 5545,16030">
                <msink:destinationLink direction="with" ref="{02C98189-AAC1-4670-AD0C-42C622457FA0}"/>
                <msink:destinationLink direction="with" ref="{1892A53F-B40D-4897-A922-81C430504609}"/>
              </msink:context>
            </emma:interpretation>
          </emma:emma>
        </inkml:annotationXML>
        <inkml:traceGroup>
          <inkml:annotationXML>
            <emma:emma xmlns:emma="http://www.w3.org/2003/04/emma" version="1.0">
              <emma:interpretation id="{E8648EA8-420A-4BE2-85CA-24FDADE79715}" emma:medium="tactile" emma:mode="ink">
                <msink:context xmlns:msink="http://schemas.microsoft.com/ink/2010/main" type="inkWord" rotatedBoundingBox="5518,15159 6140,15139 6161,15818 5539,15837"/>
              </emma:interpretation>
              <emma:one-of disjunction-type="recognition" id="oneOf18">
                <emma:interpretation id="interp50" emma:lang="" emma:confidence="1">
                  <emma:literal/>
                </emma:interpretation>
              </emma:one-of>
            </emma:emma>
          </inkml:annotationXML>
          <inkml:trace contextRef="#ctx0" brushRef="#br0" timeOffset="120297.1421">-192 14249 278 0,'-14'-5'409'0,"14"5"-12"0,-15-2-32 0,15 2-19 16,0 0-10-16,0 0-48 0,-22-5-16 0,22 5-27 16,0 0-16-16,0 0-10 0,-16 14-16 0,16-14 1 0,-7 16-5 15,3-8-15-15,-4 6-11 0,3 3-10 0,3-1-16 16,-4 3-11-16,3-2-15 0,-4 6-9 15,6 2-11-15,-4 1-6 0,5 0-12 0,5 0-5 0,-4 0-5 16,1 1-6-16,4 0-4 0,2 1-4 0,3-1 1 16,1-1-5-16,2 1-1 0,1-2 2 0,5-5-1 15,4 1 2-15,-4-5 1 0,5-4 6 0,-2-1-1 0,-2-3 9 16,8-1-1-16,-4-3-1 0,-2-4 1 0,4-4-5 16,-5 2-1-16,4-5-5 15,0-6 2-15,1 0-2 0,-3-5-2 0,2 0-2 0,-4-4 3 16,-1 1-2-16,2 2-5 0,-7-2 6 0,1-1-13 15,-2-3 1-15,-6 0-4 0,4-1-4 0,-5 4-3 16,0-7 1-16,-1 3-2 0,-6-1-13 0,-2-1-1 0,-6 1-14 16,-2-12 5-16,-4 2 3 0,0 6-2 0,-10-1-9 0,7 7-6 15,-3 0-4-15,-2 6-8 16,0 11-14-16,-1-10-24 0,-5 5-26 0,1 7-21 0,-1 1-43 16,-2-2-54-16,2 7-44 0,6 4-53 15,-8-1-50-15,10 2-71 0,3-1-103 0,1 4-321 16,2-2-908-16,13-6 402 0</inkml:trace>
        </inkml:traceGroup>
        <inkml:traceGroup>
          <inkml:annotationXML>
            <emma:emma xmlns:emma="http://www.w3.org/2003/04/emma" version="1.0">
              <emma:interpretation id="{636D68DD-2B79-488F-8387-39F41B70587A}" emma:medium="tactile" emma:mode="ink">
                <msink:context xmlns:msink="http://schemas.microsoft.com/ink/2010/main" type="inkWord" rotatedBoundingBox="8916,14962 9031,14958 9061,15891 8946,15895"/>
              </emma:interpretation>
              <emma:one-of disjunction-type="recognition" id="oneOf19">
                <emma:interpretation id="interp51" emma:lang="" emma:confidence="1">
                  <emma:literal/>
                </emma:interpretation>
              </emma:one-of>
            </emma:emma>
          </inkml:annotationXML>
          <inkml:trace contextRef="#ctx0" brushRef="#br0" timeOffset="121330.3987">3112 14003 326 0,'-7'-37'403'0,"7"37"-8"0,0 0-2 0,-9-14-6 0,9 14-7 16,0 0-11-16,-12-12-9 15,12 12-20-15,0 0-22 0,0 0-19 0,-1-11-20 16,1 11-20-16,0 0-14 0,0 0-15 0,0 0 1 0,0 0-22 15,0 0-9-15,0 0-6 0,0 41-8 0,0-14-12 16,1 3-2-16,11-1-7 0,-11 11-4 0,4 7-7 16,1-2 3-16,-2 3-12 0,-3 2-11 15,9-2 3-15,-7-1-13 0,2 0-13 0,-2 2-11 16,4 0-7-16,-1-4-9 0,0-5 0 0,-1-1-18 16,0-6-7-16,1-4-6 0,-1-1-38 0,-2-1-15 0,4-9 0 15,-2 1 0-15,-2-5 0 0,2-2-9 0,-4-5-100 16,-1-7-38-16,7 14-52 0,-7-14-61 0,6 8-65 0,-6-8-56 15,0 0-61-15,0 0-65 0,0 0-462 16,0 0-1050-16,13-37 465 0</inkml:trace>
        </inkml:traceGroup>
        <inkml:traceGroup>
          <inkml:annotationXML>
            <emma:emma xmlns:emma="http://www.w3.org/2003/04/emma" version="1.0">
              <emma:interpretation id="{A26FB04C-B1C3-494F-BA79-E0094CD9AC21}" emma:medium="tactile" emma:mode="ink">
                <msink:context xmlns:msink="http://schemas.microsoft.com/ink/2010/main" type="inkWord" rotatedBoundingBox="8952,15281 8966,15280 8967,15295 8952,15296"/>
              </emma:interpretation>
              <emma:one-of disjunction-type="recognition" id="oneOf20">
                <emma:interpretation id="interp52" emma:lang="" emma:confidence="0.5">
                  <emma:literal>.</emma:literal>
                </emma:interpretation>
                <emma:interpretation id="interp53" emma:lang="" emma:confidence="0">
                  <emma:literal>,</emma:literal>
                </emma:interpretation>
                <emma:interpretation id="interp54" emma:lang="" emma:confidence="0">
                  <emma:literal>\</emma:literal>
                </emma:interpretation>
                <emma:interpretation id="interp55" emma:lang="" emma:confidence="0">
                  <emma:literal>`</emma:literal>
                </emma:interpretation>
                <emma:interpretation id="interp56" emma:lang="" emma:confidence="0">
                  <emma:literal>'</emma:literal>
                </emma:interpretation>
              </emma:one-of>
            </emma:emma>
          </inkml:annotationXML>
          <inkml:trace contextRef="#ctx0" brushRef="#br0" timeOffset="158593.9174">3116 14248 199 0,'0'0'200'15,"0"0"-22"-15,0 0-15 0,0 0-20 0,0 0-33 0,0 0-39 16,0 0-62-16,0 0-86 0,0 0-89 0,0 0-181 16,0 0 80-16</inkml:trace>
        </inkml:traceGroup>
        <inkml:traceGroup>
          <inkml:annotationXML>
            <emma:emma xmlns:emma="http://www.w3.org/2003/04/emma" version="1.0">
              <emma:interpretation id="{9E1943B7-C288-4CB1-85AB-1D741776B568}" emma:medium="tactile" emma:mode="ink">
                <msink:context xmlns:msink="http://schemas.microsoft.com/ink/2010/main" type="inkWord" rotatedBoundingBox="11400,14830 12513,14795 12545,15810 11431,15845">
                  <msink:destinationLink direction="with" ref="{A29BCAAD-E8C1-45CB-B4A8-268475C181F1}"/>
                </msink:context>
              </emma:interpretation>
              <emma:one-of disjunction-type="recognition" id="oneOf21">
                <emma:interpretation id="interp57" emma:lang="" emma:confidence="1">
                  <emma:literal/>
                </emma:interpretation>
              </emma:one-of>
            </emma:emma>
          </inkml:annotationXML>
          <inkml:trace contextRef="#ctx0" brushRef="#br0" timeOffset="123977.4836">6542 13795 242 0,'0'0'472'0,"0"-16"-6"0,0 16-5 0,0 0-21 16,-3-12-30-16,3 12-21 0,0 0-25 0,0 0-18 15,0 0-34-15,0 0-15 0,0 0-16 0,0 0-4 16,0 0-3-16,0 0-14 0,17 49-11 16,-10-27-25-16,1 9-24 0,6 7-20 0,-7 0-12 0,1 6-17 15,6 1-17-15,-8 0-10 0,1 0-15 16,-1 3 1-16,4 0-25 0,0 0-5 0,-4-1-7 15,0 2-12-15,6-3-15 0,-3 4-22 0,-2-3-48 0,-4-2-64 16,0 1-87-16,0-6-106 0,-3 0-122 0,5-8-129 16,-7-6-436-16,-1 0-1049 0,-3-10 465 0</inkml:trace>
          <inkml:trace contextRef="#ctx0" brushRef="#br0" timeOffset="123712.4297">5600 14275 367 0,'0'0'428'16,"0"0"-27"-16,0 0-32 0,0 0-24 0,-21 0-31 15,21 0-30-15,0 0-24 0,0 0-21 0,0 0-22 16,0 0-23-16,0 0-25 0,48-13-7 16,-28 12-22-16,7-9-9 0,2 7-22 0,0-4-4 15,3 2-9-15,11-4-10 0,-11 4-10 0,15-6-13 0,-6 8-20 16,-9-1-38-16,1-1-40 0,-3 2-39 0,0-2-43 15,-1 2-50-15,-5 3-54 0,-6-3-56 0,3 2-71 0,-21 1-213 16,29-4-608-16,-29 4 269 0</inkml:trace>
        </inkml:traceGroup>
      </inkml:traceGroup>
    </inkml:traceGroup>
  </inkml:traceGroup>
</inkml:ink>
</file>

<file path=ppt/ink/ink20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31T04:19:05.124"/>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02C98189-AAC1-4670-AD0C-42C622457FA0}" emma:medium="tactile" emma:mode="ink">
          <msink:context xmlns:msink="http://schemas.microsoft.com/ink/2010/main" type="inkDrawing" rotatedBoundingBox="4736,13283 5240,17872 4118,17995 3614,13406" semanticType="verticalRange" shapeName="Other">
            <msink:sourceLink direction="with" ref="{C21F7DFE-51EA-4CDE-AF10-23FD8F15B16D}"/>
            <msink:sourceLink direction="with" ref="{F74DE4C1-F518-4787-B9B5-D93BDDA68476}"/>
          </msink:context>
        </emma:interpretation>
      </emma:emma>
    </inkml:annotationXML>
    <inkml:trace contextRef="#ctx0" brushRef="#br0">64 70 400 0,'-6'-9'403'16,"-2"-4"-8"-16,2 5-8 0,6 8 15 0,-13-14-16 16,13 14-9-16,-10-12-22 0,10 12-29 0,-6-8-25 0,6 8-24 15,0 0-20-15,0 0-15 0,-15-7-20 16,15 7-11-16,0 0 10 0,0 0 2 15,-6 27-1-15,6-11-2 0,0 10-11 0,0 3 6 0,3 15 5 16,-1 2-19-16,-1 1 5 0,-1 5 2 0,2 21 2 16,-2 6-8-16,5 4-2 0,-4-4-9 0,-2 15-6 15,1-6-68-15,0 40-117 0,0 1 0 0,0-38 0 0,-5-1 0 16,5 37 0-16,0-36 0 0,-2 2 0 0,10 38 0 16,-3-36 0-16,10 32 0 15,-14-34 0-15,7 39 0 0,2-39 0 0,1 32 0 0,2-36 0 16,-5-6 0-16,-3 7 0 0,4 0 0 0,-2 1 0 15,1-5 0-15,6 41 0 0,-6-43 0 0,5 4 0 0,-2-8 0 16,-8 4 0-16,4 1 0 0,1-7 0 0,-2 1 0 16,2-3 0-16,-3-1 0 0,2-3 0 0,-4-17 0 15,-3 21 0-15,5-27 0 0,-4 6 0 0,-1-9 0 0,0 6 0 16,0-3 0-16,-1 0 0 0,-1-8 0 0,-3-9 0 16,4 8 0-16,-4-2 0 15,5-9 0-15,0-10 0 0,-2 7 0 0,-3-3 0 0,2-4 0 16,0-1 0-16,1 1 0 0,1-1 0 0,1-7 0 0,-3-3 0 15,3-8 0-15,-2 18 0 0,2-18 0 0,2 17 0 0,-2-17 0 16,0 0 0-16,-2 14 0 0,2-14 0 0,0 0 0 16,0 0 0-16,0 0 0 15,0 0 0-15,0 0 0 0,0 10 0 0,0-10 0 16,0 0 0-16,0 0 0 0,0 0 0 0,0 0 0 16,0 0 0-16,37-21 0 0,-20 18 0 0,0-5 0 15,11 4 0-15,0-2 0 0,1 0 0 0,-1 0 0 0,14 1 0 16,3 3 0-16,3 2 0 0,0-1 0 0,4-3 0 15,-1 4 0-15,7-1 0 0,0-1 0 16,-1 4 0-16,-1-4 0 0,5-3 0 0,-6-2-41 0,1 1-473 16,0-2-45-16,2-4-44 0,-10 1-476 0,-5-1-1170 15,1-3 518-15</inkml:trace>
  </inkml:traceGroup>
</inkml:ink>
</file>

<file path=ppt/ink/ink20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31T04:19:16.729"/>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1892A53F-B40D-4897-A922-81C430504609}" emma:medium="tactile" emma:mode="ink">
          <msink:context xmlns:msink="http://schemas.microsoft.com/ink/2010/main" type="inkDrawing" rotatedBoundingBox="14167,12540 15212,17978 13368,18332 12323,12894" semanticType="verticalRange" shapeName="Other">
            <msink:sourceLink direction="with" ref="{C21F7DFE-51EA-4CDE-AF10-23FD8F15B16D}"/>
            <msink:sourceLink direction="with" ref="{F74DE4C1-F518-4787-B9B5-D93BDDA68476}"/>
            <msink:destinationLink direction="with" ref="{A29BCAAD-E8C1-45CB-B4A8-268475C181F1}"/>
          </msink:context>
        </emma:interpretation>
      </emma:emma>
    </inkml:annotationXML>
    <inkml:trace contextRef="#ctx0" brushRef="#br0">-4 122 4545 0,'0'0'124'0,"0"0"-80"15,0 0-35-15,-37 16 10 0,37-16-13 0,0 0 11 16,0 0-6-16,0 0 12 0,0 0 26 16,0 0 33-16,0 0 17 0,0 0 8 0,0 0 0 0,0 0-8 15,72-6-7-15,-28 3-7 0,4-2-3 0,2-1-9 0,4-2-10 16,1 1 4-16,4-4-6 15,-1-1-4-15,1 8-8 0,-7-7-4 0,5 3-4 16,4 1-4-16,-9 0-4 0,-3-4-4 0,-4 8-3 0,3-1-3 16,-14-1-1-16,-5 3-1 0,-8 2-1 0,1 0 2 15,-2 2 9-15,-3 2 8 0,2 3 5 0,-7 5 9 16,2-2 9-16,4 10 9 0,-4 6 7 0,1 12 5 16,-1 6 14-16,1 5 30 0,-1 23-4 0,0 2 14 15,2 4 17-15,-1 10 9 0,-1 2-3 0,6 42 1 16,8-9 9-16,3 2-21 0,1-1-149 0,5 7 0 15,-8 7 0-15,14 2 0 0,-1 8 0 0,3 3 0 16,4 0 0-16,-2 2 0 0,0-11 0 0,1 3 0 0,-10-8 0 16,2-2 0-16,-4-3 0 0,-8 1 0 0,-7-7 0 15,2-39 0-15,-4 4 0 0,-1 1 0 0,-1-5 0 16,-5 6 0-16,0-9 0 0,-5 1 0 0,2-2 0 16,-2-4 0-16,-1-4 0 0,-4-3 0 0,3-16 0 15,-5 18 0-15,-5-21 0 0,3 3 0 0,1-3 0 16,1 1 0-16,-5-7 0 0,3-1 0 0,-3 1 0 0,4-2 0 15,-1 0 0-15,2-4 0 0,-5-5 0 0,5-5 0 16,0-3 0-16,4-11 0 0,-3 8 0 0,1-8 0 16,-2 0 0-16,1-3 0 0,3 2 0 0,-1-1 0 15,-3-1 0-15,0-6 0 0,0-8 0 0,5 16 0 16,-5-16 0-16,6 15 0 0,-6-15 0 0,-3 14 0 0,3-14 0 16,0 14 0-16,0-14 0 15,-2 12 0-15,2-12 0 0,-3 16 0 0,-2-4 0 16,-1-2 0-16,4 2 0 0,-9 6 0 0,3-5 0 0,-6 5 0 15,-1 3 0-15,-7 1 0 0,-9 6 0 0,-7 4 0 16,1 1 0-16,-13-4 0 0,-14 16 0 0,-2-4 0 16,-14 4 0-16,-8-6 0 0,1 4 0 0,-1-5 0 15,-5-5 0-15,-40 13 0 0,36-20 0 0,6 0 0 16,-52 5 0-16,52-13-1366 0,2-8-1478 0,1 0 654 16</inkml:trace>
  </inkml:traceGroup>
</inkml:ink>
</file>

<file path=ppt/ink/ink20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31T04:18:16.722"/>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3A0B9637-D7E9-444A-9302-591FDEC177D4}" emma:medium="tactile" emma:mode="ink">
          <msink:context xmlns:msink="http://schemas.microsoft.com/ink/2010/main" type="writingRegion" rotatedBoundingBox="1985,9015 2896,9015 2896,9594 1985,9594"/>
        </emma:interpretation>
      </emma:emma>
    </inkml:annotationXML>
    <inkml:traceGroup>
      <inkml:annotationXML>
        <emma:emma xmlns:emma="http://www.w3.org/2003/04/emma" version="1.0">
          <emma:interpretation id="{02103C13-52DD-4993-8EB9-D5F9C1766508}" emma:medium="tactile" emma:mode="ink">
            <msink:context xmlns:msink="http://schemas.microsoft.com/ink/2010/main" type="paragraph" rotatedBoundingBox="1985,9015 2896,9015 2896,9594 1985,9594" alignmentLevel="1"/>
          </emma:interpretation>
        </emma:emma>
      </inkml:annotationXML>
      <inkml:traceGroup>
        <inkml:annotationXML>
          <emma:emma xmlns:emma="http://www.w3.org/2003/04/emma" version="1.0">
            <emma:interpretation id="{1264E45C-DA2D-42D0-B376-9A4B6F02BF70}" emma:medium="tactile" emma:mode="ink">
              <msink:context xmlns:msink="http://schemas.microsoft.com/ink/2010/main" type="line" rotatedBoundingBox="1985,9015 2896,9015 2896,9594 1985,9594"/>
            </emma:interpretation>
          </emma:emma>
        </inkml:annotationXML>
        <inkml:traceGroup>
          <inkml:annotationXML>
            <emma:emma xmlns:emma="http://www.w3.org/2003/04/emma" version="1.0">
              <emma:interpretation id="{EF1968DC-EB53-4849-88AF-0E08FDAC5EEB}" emma:medium="tactile" emma:mode="ink">
                <msink:context xmlns:msink="http://schemas.microsoft.com/ink/2010/main" type="inkWord" rotatedBoundingBox="1985,9015 2896,9015 2896,9594 1985,9594"/>
              </emma:interpretation>
              <emma:one-of disjunction-type="recognition" id="oneOf0">
                <emma:interpretation id="interp0" emma:lang="" emma:confidence="1">
                  <emma:literal/>
                </emma:interpretation>
              </emma:one-of>
            </emma:emma>
          </inkml:annotationXML>
          <inkml:trace contextRef="#ctx0" brushRef="#br0">-3731 8508 26 0,'-29'13'349'16,"5"-3"-18"-16,5 1-21 0,3-6-24 0,1 2-20 0,15-7-10 15,-17 7-15-15,17-7-23 0,0 0-2 0,0 0-20 0,0 0-22 16,0 0-18-16,56-24-14 0,-13 10-12 0,4-1-15 16,4-1-17-16,28-6-16 0,-1 2-38 15,1-1-31-15,0 2-62 0,-1 4-77 0,1 0-70 0,-2-4-351 0,8 5-592 16,-5-4 263-16</inkml:trace>
          <inkml:trace contextRef="#ctx0" brushRef="#br0" timeOffset="-175.9688">-3781 8098 349 0,'-17'7'350'0,"17"-7"-30"0,-15 5-36 0,15-5-24 0,0 0-14 15,0 0-8-15,0 0-8 0,0 0-24 0,0 0-9 16,0 0-17-16,0 0-22 0,0 0-13 0,64-23-11 16,-32 16-13-16,12-1-17 0,6-6-5 15,4 2-14-15,2 3-14 0,-3-3-33 0,0 0-27 16,0 7-22-16,2-4-26 0,-2 3-34 0,-7 3-48 0,2-3-60 15,-6 4-84-15,-10 2-262 0,-6 0-568 0,-9 4 252 16</inkml:trace>
        </inkml:traceGroup>
      </inkml:traceGroup>
    </inkml:traceGroup>
  </inkml:traceGroup>
</inkml:ink>
</file>

<file path=ppt/ink/ink20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31T04:18:24.002"/>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57CC1644-9F4A-497A-AB31-341CD308F01A}" emma:medium="tactile" emma:mode="ink">
          <msink:context xmlns:msink="http://schemas.microsoft.com/ink/2010/main" type="inkDrawing" rotatedBoundingBox="5815,11275 6337,11746 5941,12184 5420,11713" hotPoints="6190,11751 5869,12073 5547,11751 5869,11429" semanticType="enclosure" shapeName="Circle"/>
        </emma:interpretation>
      </emma:emma>
    </inkml:annotationXML>
    <inkml:trace contextRef="#ctx0" brushRef="#br0">-128 10509 272 0,'0'0'446'0,"-35"0"-16"0,35 0-20 0,-29 2-31 15,15 1-9-15,14-3-15 0,-24 2-6 0,24-2-18 16,-26 7-27-16,26-7-31 0,-18 7-25 0,9-2-17 0,9-5-15 16,-16 16-21-16,9-8-18 0,4 3-10 0,-2 4-16 15,4-1-15-15,-1 5-10 0,4-1-10 0,4 7-13 16,1-8-7-16,-3 9-8 0,9-1-4 0,-2 1-9 15,5 0-10-15,-1 1-5 0,9 6-4 16,-3-9 9-16,5 6-4 0,-4-6-5 0,0-3 2 0,11 5 1 0,-8-7-3 16,2-3 12-16,-1-1-5 0,3-4 3 0,-5 0 6 15,5-9 3-15,-8 3-12 0,8-5-1 0,-8-3-5 16,6-1 7-16,-10-3-6 0,3-3 14 0,-1 1-8 16,5-10 3-16,-3 0-5 0,-2 0-5 0,-3-7 1 15,-1 4 1-15,-7-8-3 0,3 3-1 16,-3-3-11-16,-6-1-1 0,2 2-2 0,-7-15-8 15,-3 3 1-15,-2-1-12 0,-4 1 2 0,1 14-1 0,-5 1-8 16,0 1 3-16,-5 5-9 0,0-3-3 0,-4 8-12 16,1 1-15-16,-8 2-20 0,8 1-3 0,-10 4-22 15,3 6-5-15,1 1-22 0,-2 4-25 0,3-1-23 0,0 4-32 16,0-2-45-16,10-1-55 0,3 0-29 0,0 3-62 16,-2 4-58-16,7-3-82 0,-2 3-383 0,7-4-960 15,6-7 425-15</inkml:trace>
  </inkml:traceGroup>
</inkml:ink>
</file>

<file path=ppt/ink/ink20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31T04:19:14.098"/>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22601223-1E68-4A7E-9A2F-BDEB8C2496D4}" emma:medium="tactile" emma:mode="ink">
          <msink:context xmlns:msink="http://schemas.microsoft.com/ink/2010/main" type="inkDrawing" rotatedBoundingBox="6453,16882 6992,17418 6499,17914 5960,17377" hotPoints="6859,17441 6507,17793 6155,17441 6507,17089" semanticType="enclosure" shapeName="Circle"/>
        </emma:interpretation>
      </emma:emma>
    </inkml:annotationXML>
    <inkml:trace contextRef="#ctx0" brushRef="#br0">511 16016 30 0,'0'0'345'0,"0"0"-19"0,-19-6-6 16,19 6-17-16,-16-5-19 0,16 5-23 0,0 0-7 16,0 0-20-16,-32 19-12 0,24-6 6 0,-2 0-8 15,-1 2 6-15,1 9-5 0,-1 1-5 0,3 1-9 0,0 1-15 16,0 2 0-16,0 11-15 0,-3 0-13 0,7-11-12 16,0 13-8-16,2-13-16 0,2 9-8 15,2-10-7-15,6 11-12 0,-5-8-8 0,5-1-5 16,6 4-7-16,1-8-5 0,2-1-6 0,4-5-4 15,2-1 0-15,4 0 2 0,13-1 1 0,-11-3 1 0,1-8 8 16,14-2-14-16,-11-9 0 0,-2 3-4 0,4-2-3 16,-3-4-1-16,0 2-2 0,5-13-8 0,-8 4-2 15,-2-5-1-15,5-7-1 0,-12 2-3 0,5 3-5 16,-4-11 0-16,-5 7-3 0,-1-1-3 0,-7 0 0 16,0-6-5-16,-3 4-4 0,-4 2 1 0,-1-2-4 15,-6-4 1-15,-5-6-2 0,-9 0-1 0,-1 3-6 16,-3-5-2-16,4 15 0 0,-11-3-5 0,4 9-1 15,-2 0-4-15,0 8-2 0,-3 1-8 16,-3 5-7-16,-5 10-16 0,6-2-13 0,-8 7-11 0,12 3-11 0,2 2-19 16,1 5-25-16,3 4-33 0,5-3-20 0,3 3-60 15,-4 2-43-15,12 0-60 0,4 0-60 0,13 1-100 16,-6-9-270-16,17 6-824 0,2-6 364 0</inkml:trace>
  </inkml:traceGroup>
</inkml:ink>
</file>

<file path=ppt/ink/ink20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31T04:19:14.709"/>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D069191E-AA86-4AE7-BD88-84646EE4DEA2}" emma:medium="tactile" emma:mode="ink">
          <msink:context xmlns:msink="http://schemas.microsoft.com/ink/2010/main" type="inkDrawing" rotatedBoundingBox="9156,17596 9287,16840 9989,16961 9858,17717" hotPoints="9952,17267 9580,17639 9208,17267 9580,16895" semanticType="enclosure" shapeName="Circle"/>
        </emma:interpretation>
      </emma:emma>
    </inkml:annotationXML>
    <inkml:trace contextRef="#ctx0" brushRef="#br0">3545 15958 45 0,'-21'-3'377'0,"21"3"5"0,0 0-40 15,0 0-19-15,-26 1-24 0,26-1 13 0,0 0-40 0,0 0-14 16,-24 5-29-16,24-5-5 0,-13 13-14 16,5-1-10-16,2-2-7 0,0 4-10 0,-2 0-10 15,1 0-16-15,-1 4-17 0,3-1-13 0,0 12-6 0,-6-2-9 16,5 0-8-16,4 1-8 0,2 2-10 16,0-3-4-16,0 3-8 0,8 8-6 0,0-8-3 15,3 7-5-15,4-11-2 0,1 9-4 0,0 2 1 0,3-11-1 0,2-2 6 16,0-3 4-16,1 0 8 15,1-5 0-15,4 1 1 0,-3-8 3 0,7 0-3 16,-1 0 0-16,1-15-6 0,-2 6-1 0,3-11-1 0,-2 4-1 16,1-7-5-16,4-5 0 0,-8 9 10 0,13-16-7 15,-16 7 2-15,-4-6-7 0,4-5-2 0,3-8-3 16,-6 1-1-16,-4 3-8 0,-4-3-1 0,-1-5-7 16,-8 2-5-16,6-3 8 0,-13-1-13 0,0 2-5 0,-5-2-2 15,-7 6-6-15,1 12 0 16,2 0 0-16,-8 3-2 0,-3 5-5 0,-6 1 0 15,2 4-14-15,-2 5-3 0,-1 3-16 0,-4 1 8 0,3 8-25 16,-2 2-31-16,1 1-45 0,-10 4-51 0,10-3-78 16,1 5-73-16,4 2-95 0,5-1-106 0,-2-1-343 15,6 0-938-15,3-6 416 0</inkml:trace>
  </inkml:traceGroup>
</inkml:ink>
</file>

<file path=ppt/ink/ink21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31T04:19:15.648"/>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A29BCAAD-E8C1-45CB-B4A8-268475C181F1}" emma:medium="tactile" emma:mode="ink">
          <msink:context xmlns:msink="http://schemas.microsoft.com/ink/2010/main" type="inkDrawing" rotatedBoundingBox="12498,16451 12622,17366 12587,17370 12462,16456" semanticType="callout" shapeName="Other">
            <msink:sourceLink direction="with" ref="{1892A53F-B40D-4897-A922-81C430504609}"/>
            <msink:sourceLink direction="with" ref="{9E1943B7-C288-4CB1-85AB-1D741776B568}"/>
          </msink:context>
        </emma:interpretation>
      </emma:emma>
    </inkml:annotationXML>
    <inkml:trace contextRef="#ctx0" brushRef="#br0">6673 15494 85 0,'-6'-11'586'0,"1"4"-34"0,5 7-4 16,-11-21-6-16,4 14-12 0,7 7-27 0,-8-15-15 15,8 15-56-15,-6-10-37 0,6 10-54 0,0 0-19 0,0 0-33 16,0 0-12-16,0 0-29 0,0 0-19 0,6 56-14 16,-4-30-24-16,4 12-18 0,1 4-22 0,1-1-10 15,0 3-13-15,-2 6-22 0,1 0-4 0,-1 0-9 0,4 2-6 16,-4-1-13-16,5 0-3 0,-7-1-21 16,2-2-14-16,1-3-59 0,-1 0-44 0,0-6-64 0,1-11-88 15,1-2-98-15,-7-2-97 0,1-6-96 0,-2-1-541 16,3-2-1138-16,-1-8 503 0</inkml:trace>
  </inkml:traceGroup>
</inkml:ink>
</file>

<file path=ppt/ink/ink21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31T04:20:21.226"/>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D9415848-B755-41D8-8CC8-AF82E7E572CB}" emma:medium="tactile" emma:mode="ink">
          <msink:context xmlns:msink="http://schemas.microsoft.com/ink/2010/main" type="writingRegion" rotatedBoundingBox="8673,-220 10060,7548 2856,8833 1470,1064">
            <msink:destinationLink direction="with" ref="{85FFD999-4BC7-4D8E-9783-A1A3D0D24E9F}"/>
          </msink:context>
        </emma:interpretation>
      </emma:emma>
    </inkml:annotationXML>
    <inkml:traceGroup>
      <inkml:annotationXML>
        <emma:emma xmlns:emma="http://www.w3.org/2003/04/emma" version="1.0">
          <emma:interpretation id="{E5A4D23C-7843-4C23-8813-35D29C22B798}" emma:medium="tactile" emma:mode="ink">
            <msink:context xmlns:msink="http://schemas.microsoft.com/ink/2010/main" type="paragraph" rotatedBoundingBox="8822,500 9656,5463 8591,5642 7757,679" alignmentLevel="1"/>
          </emma:interpretation>
        </emma:emma>
      </inkml:annotationXML>
      <inkml:traceGroup>
        <inkml:annotationXML>
          <emma:emma xmlns:emma="http://www.w3.org/2003/04/emma" version="1.0">
            <emma:interpretation id="{03F4EB60-B2DD-4BE7-B08A-508349EEC833}" emma:medium="tactile" emma:mode="ink">
              <msink:context xmlns:msink="http://schemas.microsoft.com/ink/2010/main" type="inkBullet" rotatedBoundingBox="8394,572 8549,1494 8431,1514 8276,591"/>
            </emma:interpretation>
            <emma:one-of disjunction-type="recognition" id="oneOf0">
              <emma:interpretation id="interp0" emma:lang="" emma:confidence="0">
                <emma:literal>-</emma:literal>
              </emma:interpretation>
            </emma:one-of>
          </emma:emma>
        </inkml:annotationXML>
        <inkml:trace contextRef="#ctx0" brushRef="#br0">7220-1330 343 0,'0'-16'335'0,"0"16"-2"0,1-16 10 16,-1 16 6-16,0-13 1 0,0 13 1 0,5-19-10 0,-5 19-14 15,-3-11-1-15,3 11-8 0,-2-14-7 0,2 14-3 16,0 0-4-16,-1-14-8 16,1 14-17-16,0 0-18 0,0 0-25 0,-7-8-10 15,7 8-5-15,0 0 2 0,0 0-7 0,0 0 11 0,2 53 3 16,-8-21 3-16,10 10-5 0,-4 3-1 0,2 4-14 0,-2-1-5 16,0 1-180-16,6 4-28 15,-1-4 0-15,-3 0 0 0,4 0 0 0,-4 4 0 0,4-7 0 16,-3-3 0-16,2 0 0 0,2-7 0 0,-6-3 0 15,7 6 0-15,-8-14 0 0,7-6 0 0,-4 0 0 16,-1-4 0-16,-1-3 0 0,1-3 0 0,-2-9 0 16,6 16 0-16,-6-16 0 0,0 10 0 0,0-10 0 15,0 0 0-15,0 0-324 0,0 0-180 0,0 0-77 16,0 0-68-16,-22-35-374 0,7 12-1107 0,6 0 491 0</inkml:trace>
      </inkml:traceGroup>
      <inkml:traceGroup>
        <inkml:annotationXML>
          <emma:emma xmlns:emma="http://www.w3.org/2003/04/emma" version="1.0">
            <emma:interpretation id="{B43B468F-DDC7-46BA-B475-2E627DA87F7C}" emma:medium="tactile" emma:mode="ink">
              <msink:context xmlns:msink="http://schemas.microsoft.com/ink/2010/main" type="line" rotatedBoundingBox="9131,2336 9656,5463 8591,5642 8065,2515">
                <msink:destinationLink direction="with" ref="{D501736B-2DA0-48C0-8E1E-B5324F63F9D6}"/>
              </msink:context>
            </emma:interpretation>
          </emma:emma>
        </inkml:annotationXML>
        <inkml:traceGroup>
          <inkml:annotationXML>
            <emma:emma xmlns:emma="http://www.w3.org/2003/04/emma" version="1.0">
              <emma:interpretation id="{C0A6F3FB-9AC9-4EA9-BA60-CF15E6CDC677}" emma:medium="tactile" emma:mode="ink">
                <msink:context xmlns:msink="http://schemas.microsoft.com/ink/2010/main" type="inkWord" rotatedBoundingBox="9131,2336 9319,3458 8254,3637 8065,2515"/>
              </emma:interpretation>
              <emma:one-of disjunction-type="recognition" id="oneOf1">
                <emma:interpretation id="interp1" emma:lang="" emma:confidence="1">
                  <emma:literal/>
                </emma:interpretation>
              </emma:one-of>
            </emma:emma>
          </inkml:annotationXML>
          <inkml:trace contextRef="#ctx0" brushRef="#br0" timeOffset="2151.3685">7971 417 56 0,'-7'-16'459'0,"7"6"-29"15,-3-3-4-15,3 13 5 0,-5-22 27 0,0 15 10 16,5 7-7-16,0 0-14 0,-8-13-21 0,8 13-48 16,0 0-37-16,-8-10-29 0,8 10-21 0,0 0-11 15,0 0 4-15,0 0-7 0,-1 38-12 16,1-12-15-16,1 5-6 0,1 12-12 0,3 4-1 0,0-2-6 16,-2 2-7-16,5 4-8 0,0 3-119 0,5 0-91 15,-5-1 0-15,0-1 0 0,3 1 0 0,-3-1 0 0,0 0 0 16,-2-2 0-16,1-2 0 0,1-3 0 0,-2-1 0 15,-1-6 0-15,3-2 0 0,-5-8 0 0,4-3 0 16,-6-5 0-16,4-1 0 0,-3-4 0 0,3-3 0 16,-1 2 0-16,-2-6 0 0,-2-8 0 0,2 18 0 15,-2-18 0-15,0 0 0 0,8 8 0 0,-8-8 0 16,0 0 0-16,0 0 0 0,0 0 0 0,0 0-332 0,0 0-232 16,0 0-86-16,12-33-458 0,-12 23-1200 0,0-7 531 15</inkml:trace>
          <inkml:trace contextRef="#ctx0" brushRef="#br0" timeOffset="1773.4093">7042 967 38 0,'0'0'324'0,"0"0"-10"16,0 0-2-16,0 0-5 0,0 0 7 0,0 0 1 16,0 0 8-16,0 0-21 0,0 0-10 0,0 0-3 15,0 0-4-15,0 0-6 0,0 0-6 0,0 0-7 0,-48 14-14 16,48-14-14-16,0 0-10 0,0 0-1 16,0 0-13-16,0 0-9 0,-23 3-11 0,23-3-10 15,0 0-10-15,0 0-13 0,0 0-17 0,0 0-13 0,0 0-12 16,0 0-13-16,0 0-13 0,0 0-2 0,0 0-10 15,0 0-13-15,0 0-7 0,0 0 0 0,0 0-10 16,0 0-2-16,0 0-5 0,0 0-9 0,56-23-1 0,-25 15-7 16,-2-3-4-16,1 4 2 15,15 3-7-15,-13-7-18 0,10 6-11 0,-9-2-40 16,-2 4-36-16,-1-4-44 0,4 5-49 0,-3-1-58 0,1-4-51 16,-7 2-62-16,3 3-76 0,-7-5-92 0,-5 3-363 15,1-2-954-15,-2 0 422 0</inkml:trace>
        </inkml:traceGroup>
        <inkml:traceGroup>
          <inkml:annotationXML>
            <emma:emma xmlns:emma="http://www.w3.org/2003/04/emma" version="1.0">
              <emma:interpretation id="{1A40B742-52D2-4811-AE81-B2BC87BADD96}" emma:medium="tactile" emma:mode="ink">
                <msink:context xmlns:msink="http://schemas.microsoft.com/ink/2010/main" type="inkWord" rotatedBoundingBox="9114,4530 9282,5526 9114,5554 8947,4558"/>
              </emma:interpretation>
              <emma:one-of disjunction-type="recognition" id="oneOf2">
                <emma:interpretation id="interp2" emma:lang="" emma:confidence="0.5">
                  <emma:literal>-</emma:literal>
                </emma:interpretation>
                <emma:interpretation id="interp3" emma:lang="" emma:confidence="0">
                  <emma:literal>_</emma:literal>
                </emma:interpretation>
                <emma:interpretation id="interp4" emma:lang="" emma:confidence="0">
                  <emma:literal>.</emma:literal>
                </emma:interpretation>
                <emma:interpretation id="interp5" emma:lang="" emma:confidence="0">
                  <emma:literal>~</emma:literal>
                </emma:interpretation>
                <emma:interpretation id="interp6" emma:lang="" emma:confidence="0">
                  <emma:literal>,</emma:literal>
                </emma:interpretation>
              </emma:one-of>
            </emma:emma>
          </inkml:annotationXML>
          <inkml:trace contextRef="#ctx0" brushRef="#br0" timeOffset="4059.372">7943 2542 104 0,'0'0'469'0,"0"0"-9"0,-6-17 4 15,6 17 9-15,0 0 11 0,-7-7-4 0,7 7-17 16,0 0-30-16,0 0-29 0,0 0-29 0,0 0-28 0,0 0-7 15,0 0-11-15,-16 38 3 0,15-11 3 16,-4 12-4-16,-3 2-13 0,5 6-18 0,0 0-21 0,3 4-12 16,0 3-17-16,-4-2-96 0,8 22-154 15,-4-22 0-15,0-2 0 0,3 2 0 0,-2-2 0 16,1-3 0-16,3-2 0 0,1-6 0 0,-3 3 0 0,-3-13 0 16,7 4 0-16,-2-6 0 0,-2-5 0 0,2-6 0 15,-4-2 0-15,6 0 0 0,-6-4 0 0,6-1 0 16,-7-9 0-16,0 0-316 0,0 0-281 0,0 0-127 0,0 0-369 15,16-40-1183-15,-16 11 524 16</inkml:trace>
        </inkml:traceGroup>
      </inkml:traceGroup>
    </inkml:traceGroup>
    <inkml:traceGroup>
      <inkml:annotationXML>
        <emma:emma xmlns:emma="http://www.w3.org/2003/04/emma" version="1.0">
          <emma:interpretation id="{4F6A148B-AB45-4270-8DB8-275076ED05D7}" emma:medium="tactile" emma:mode="ink">
            <msink:context xmlns:msink="http://schemas.microsoft.com/ink/2010/main" type="paragraph" rotatedBoundingBox="6676,514 7360,5136 6720,5231 6036,609" alignmentLevel="1"/>
          </emma:interpretation>
        </emma:emma>
      </inkml:annotationXML>
      <inkml:traceGroup>
        <inkml:annotationXML>
          <emma:emma xmlns:emma="http://www.w3.org/2003/04/emma" version="1.0">
            <emma:interpretation id="{05803598-FD27-4AA4-A435-30DDD4D16101}" emma:medium="tactile" emma:mode="ink">
              <msink:context xmlns:msink="http://schemas.microsoft.com/ink/2010/main" type="line" rotatedBoundingBox="6676,514 7360,5136 6720,5231 6036,609">
                <msink:destinationLink direction="with" ref="{D501736B-2DA0-48C0-8E1E-B5324F63F9D6}"/>
              </msink:context>
            </emma:interpretation>
          </emma:emma>
        </inkml:annotationXML>
        <inkml:traceGroup>
          <inkml:annotationXML>
            <emma:emma xmlns:emma="http://www.w3.org/2003/04/emma" version="1.0">
              <emma:interpretation id="{5CBA9FD1-EBF1-415B-958E-19D30F597B15}" emma:medium="tactile" emma:mode="ink">
                <msink:context xmlns:msink="http://schemas.microsoft.com/ink/2010/main" type="inkWord" rotatedBoundingBox="6603,525 6719,1312 6191,1390 6075,603"/>
              </emma:interpretation>
              <emma:one-of disjunction-type="recognition" id="oneOf3">
                <emma:interpretation id="interp7" emma:lang="" emma:confidence="1">
                  <emma:literal/>
                </emma:interpretation>
              </emma:one-of>
            </emma:emma>
          </inkml:annotationXML>
          <inkml:trace contextRef="#ctx0" brushRef="#br0" timeOffset="-19746.5703">5203-1450 281 0,'0'0'302'0,"0"0"-3"15,0 0-5-15,0 0-14 0,0 0 1 0,-16-3-2 16,16 3-16-16,0 0-15 0,0 0 1 0,0 0 0 16,0 0 9-16,-27 14-2 0,14-9-4 0,5 3-11 15,-2 4-1-15,-3 2-5 0,-1 1-1 0,1 3 3 0,-1 8-5 16,-1-6-22-16,1 2-13 0,-1 4-11 16,1 0-7-16,1 1-7 0,-1 0-17 0,6 11-14 0,-5-10-8 0,10-1-10 15,-2 5-15-15,3-4-7 0,2 4-11 0,7 7-5 16,-4-12-5-16,8 2-16 0,2 1 0 0,3 4 0 15,-3-4-12-15,3-4-2 16,6-2 1-16,-1-3-3 0,2-1-1 0,-1-1-7 16,4-5-1-16,-4-2-4 0,-1-5-5 0,-2 4 8 15,7-10 11-15,-5 1-4 0,0-4 19 0,-21 2-3 0,41-5 8 16,-15-4-3-16,-2-3-21 0,-1-2-45 0,-4-4 0 16,-2-2 0-16,3 0 0 0,-6-6 0 0,-6 0 0 15,0-4 0-15,-1-15 0 0,-1 4 0 0,-6-5 0 0,-2-3 0 16,-2 3 0-16,-3-3 0 0,-1 5 0 0,-5 3 0 15,-1 0 0-15,-2 3 0 0,0 12 0 16,1 6 0-16,-2-3 0 0,1 2 0 0,-5 2 0 0,8 7 0 16,-1 2 0-16,-9-1 0 0,9 4-146 0,-4 1-125 15,18 6-60-15,-29-1-44 0,29 1-38 0,-32 2-55 0,32-2-74 16,-30 7-400-16,17 0-1019 0,13-7 452 0</inkml:trace>
        </inkml:traceGroup>
        <inkml:traceGroup>
          <inkml:annotationXML>
            <emma:emma xmlns:emma="http://www.w3.org/2003/04/emma" version="1.0">
              <emma:interpretation id="{6F02F56A-77DE-49F4-822E-DF224581E584}" emma:medium="tactile" emma:mode="ink">
                <msink:context xmlns:msink="http://schemas.microsoft.com/ink/2010/main" type="inkWord" rotatedBoundingBox="6953,2388 7360,5136 6720,5231 6313,2483"/>
              </emma:interpretation>
            </emma:emma>
          </inkml:annotationXML>
          <inkml:trace contextRef="#ctx0" brushRef="#br0" timeOffset="-17640.6358">5351 530 185 0,'0'0'331'0,"-5"-12"-8"0,5 12 7 0,-3-11 4 16,3 11 0-16,-5-14 1 0,5 14 6 16,-7-10-7-16,7 10 0 0,0 0 4 0,-1-19 0 15,1 19-3-15,-5-9-14 0,5 9-1 0,0 0-12 0,0 0-6 0,-2-13-21 16,2 13-14-16,0 0-25 0,0 0-19 15,0 0-23-15,0 0-5 0,0 0-2 0,0 0 9 16,-1 42-8-16,1-13-1 0,0 9-5 0,1 1-4 16,-1 6-7-16,2 0-168 0,-2 0-9 0,5 3 0 0,-5 4 0 15,0 2 0-15,1-6 0 0,4 1 0 0,-3 2 0 16,4-4 0-16,-6 0 0 0,5-4 0 16,-3-3 0-16,-1 1 0 0,4-11 0 0,-2-2 0 0,-3-2 0 15,4-8 0-15,-1-1 0 0,-3 0 0 0,1-5 0 0,3-1 0 16,-4-11 0-16,1 15 0 0,-1-15 0 15,2 13 0-15,-2-13 0 0,0 0 0 0,0 0 0 16,0 0 0-16,0 0 0 0,0 0 0 0,0 0-158 16,0 0-248-16,-2-43-30 0,2 27-27 0,-5 1-32 15,5-3-48-15,-1 3-406 0,-2-3-1027 0,-1 4 455 16</inkml:trace>
          <inkml:trace contextRef="#ctx0" brushRef="#br0" timeOffset="-15870.613">5630 2268 120 0,'0'0'375'0,"0"0"-8"0,0 0-3 15,-27 2 24-15,27-2-21 0,0 0-9 0,-29 15-10 16,16-6-17-16,2 3-16 0,-2 5-13 0,0-1-14 16,0 3-13-16,-1 3-14 0,6 2-14 0,-2 2-13 0,2 2-12 15,3-1-16-15,-1 3-14 16,4-1-17-16,2 1-12 0,0-1-17 0,2 0-4 0,3 11-19 16,-2-10-7-16,11 11-7 0,-3-6-16 0,-1 4-9 0,5-3-5 15,5-1-10-15,1-1-2 0,7-1-8 16,-12-5-6-16,11 4 4 0,-6-10 4 0,1 2-9 0,1-3 7 15,-1 1-8-15,5-7-2 0,-1 1 6 0,-2-5 2 16,5-4 13-16,-8-1 5 16,0-4 2-16,8-2 4 0,-1 0-11 0,-7-7 0 15,5 0-1-15,-2-2 0 0,-2-5-3 0,-1 1-4 0,0-8-59 16,0 1-3-16,-2-2 0 0,-7-5 0 0,0-2 0 16,-4-13 0-16,-1-3 0 0,-7-3 0 0,0 1 0 15,-7-4 0-15,1 7 0 0,-8-6 0 0,2 9 0 0,-4-3 0 16,2 8 0-16,-9 3 0 0,9 6 0 15,-1 6 0-15,-2 2 0 0,-2 0 0 0,-2 0 0 0,1 8 0 16,1-4 0-16,-6 7 0 0,4 1 0 0,-2 1-133 16,2 0-46-16,-6 3-27 0,6 3-32 0,-4 0-33 15,25 0-30-15,-41 4-34 0,24 0-39 0,-1 0-55 0,1 2-71 16,-3-1-372-16,6 2-942 0,14-7 416 0</inkml:trace>
        </inkml:traceGroup>
      </inkml:traceGroup>
    </inkml:traceGroup>
    <inkml:traceGroup>
      <inkml:annotationXML>
        <emma:emma xmlns:emma="http://www.w3.org/2003/04/emma" version="1.0">
          <emma:interpretation id="{AAED70AD-95BD-477D-831E-9E3539E3F145}" emma:medium="tactile" emma:mode="ink">
            <msink:context xmlns:msink="http://schemas.microsoft.com/ink/2010/main" type="paragraph" rotatedBoundingBox="2440,751 8573,602 8757,8194 2624,8343" alignmentLevel="1"/>
          </emma:interpretation>
        </emma:emma>
      </inkml:annotationXML>
      <inkml:traceGroup>
        <inkml:annotationXML>
          <emma:emma xmlns:emma="http://www.w3.org/2003/04/emma" version="1.0">
            <emma:interpretation id="{C667C545-3148-46E4-97DB-51996F68F75A}" emma:medium="tactile" emma:mode="ink">
              <msink:context xmlns:msink="http://schemas.microsoft.com/ink/2010/main" type="inkBullet" rotatedBoundingBox="2599,7296 3256,7280 3259,7391 2602,7407"/>
            </emma:interpretation>
            <emma:one-of disjunction-type="recognition" id="oneOf4">
              <emma:interpretation id="interp8" emma:lang="" emma:confidence="0">
                <emma:literal>-</emma:literal>
              </emma:interpretation>
            </emma:one-of>
          </emma:emma>
        </inkml:annotationXML>
        <inkml:trace contextRef="#ctx0" brushRef="#br0" timeOffset="34655.3469">1426 5393 242 0,'23'-12'228'0,"6"3"-9"15,1-2 3-15,2 0-12 0,10 0-14 0,1-5-17 16,1 6-19-16,2-2-18 0,4 4-17 0,-2 2-20 16,0-6-43-16,-16 11-58 0,13-3-74 0,-13 5-115 15,4 2-122-15,-3 2-332 0,9 2 147 0</inkml:trace>
      </inkml:traceGroup>
      <inkml:traceGroup>
        <inkml:annotationXML>
          <emma:emma xmlns:emma="http://www.w3.org/2003/04/emma" version="1.0">
            <emma:interpretation id="{1B7BE8BB-6990-45D0-8915-AEF11CF882DC}" emma:medium="tactile" emma:mode="ink">
              <msink:context xmlns:msink="http://schemas.microsoft.com/ink/2010/main" type="line" rotatedBoundingBox="3743,7179 8730,7058 8757,8194 3770,8315">
                <msink:destinationLink direction="with" ref="{F03CA311-4A38-4556-A0A0-4EAD949E8B3B}"/>
                <msink:destinationLink direction="with" ref="{6CC14C1D-2234-4B43-BFF2-2536AD0CD194}"/>
              </msink:context>
            </emma:interpretation>
          </emma:emma>
        </inkml:annotationXML>
        <inkml:traceGroup>
          <inkml:annotationXML>
            <emma:emma xmlns:emma="http://www.w3.org/2003/04/emma" version="1.0">
              <emma:interpretation id="{47571620-63C1-43F0-839F-3ED64D223B6A}" emma:medium="tactile" emma:mode="ink">
                <msink:context xmlns:msink="http://schemas.microsoft.com/ink/2010/main" type="inkWord" rotatedBoundingBox="3747,7337 3834,7335 3858,8313 3770,8315"/>
              </emma:interpretation>
              <emma:one-of disjunction-type="recognition" id="oneOf5">
                <emma:interpretation id="interp9" emma:lang="" emma:confidence="1">
                  <emma:literal/>
                </emma:interpretation>
              </emma:one-of>
            </emma:emma>
          </inkml:annotationXML>
          <inkml:trace contextRef="#ctx0" brushRef="#br0" timeOffset="34983.3612">2660 5393 158 0,'-5'-14'541'0,"-1"0"12"16,4 3-20-16,2 11-30 0,-6-19-27 0,6 19 3 15,0-13 4-15,0 13-27 0,0 0-40 0,0 0-54 0,0 0-11 16,0 0-18-16,0 0-6 0,0 0-12 16,-18 42-17-16,13-15-12 0,4 3-21 0,-4 7-24 15,-1 6-22-15,2 1-20 0,0-3-21 0,-1 3-16 16,5 2-105-16,0 0-57 0,-8 2 0 0,6-2 0 0,4-2 0 15,4 5 0-15,-4-5 0 0,3-5 0 16,-1 6 0-16,4-4 0 0,-6-11 0 0,6 7 0 16,-3-9-22-16,1-3-386 0,1 2-97 0,1-2-140 0,-2-6-458 15,2-4-1192-15,-1 1 527 0</inkml:trace>
        </inkml:traceGroup>
        <inkml:traceGroup>
          <inkml:annotationXML>
            <emma:emma xmlns:emma="http://www.w3.org/2003/04/emma" version="1.0">
              <emma:interpretation id="{FB922EB7-DDBB-410E-AB95-235ED00FFAB4}" emma:medium="tactile" emma:mode="ink">
                <msink:context xmlns:msink="http://schemas.microsoft.com/ink/2010/main" type="inkWord" rotatedBoundingBox="5418,7273 6071,7257 6090,8046 5437,8062"/>
              </emma:interpretation>
              <emma:one-of disjunction-type="recognition" id="oneOf6">
                <emma:interpretation id="interp10" emma:lang="" emma:confidence="0.5">
                  <emma:literal>o</emma:literal>
                </emma:interpretation>
                <emma:interpretation id="interp11" emma:lang="" emma:confidence="0">
                  <emma:literal>O</emma:literal>
                </emma:interpretation>
                <emma:interpretation id="interp12" emma:lang="" emma:confidence="0">
                  <emma:literal>,</emma:literal>
                </emma:interpretation>
                <emma:interpretation id="interp13" emma:lang="" emma:confidence="0">
                  <emma:literal>0</emma:literal>
                </emma:interpretation>
                <emma:interpretation id="interp14" emma:lang="" emma:confidence="0">
                  <emma:literal>°</emma:literal>
                </emma:interpretation>
              </emma:one-of>
            </emma:emma>
          </inkml:annotationXML>
          <inkml:trace contextRef="#ctx0" brushRef="#br0" timeOffset="35511.3463">4290 5511 474 0,'-6'-11'480'15,"6"11"-21"-15,0 0-28 0,-2-12-17 0,2 12-5 16,0 0-8-16,0 0-26 0,0 0-31 0,0 0-33 16,0 0-31-16,0 0-24 0,0 0-17 0,0 0-15 15,0 0-9-15,0 0-5 0,0 0-17 0,-16 27-27 16,15-9-7-16,-4-4-20 0,0 4-14 0,3 7-10 15,1 1-10-15,2 0-14 0,-2 1-2 0,2-2-5 16,1 3-11-16,4-2-5 0,1 3-6 0,1 0-9 16,0-3 9-16,3 5 3 0,5-4-3 0,-3-1-6 15,8-2 1-15,1-1-2 0,1-1-1 0,4-4 6 0,0-4 8 0,4-2-9 16,-2-1 5-16,-1-9 0 16,5-4 5-16,-1-2-1 0,0-7-8 0,-2 2-6 15,-1-8-9-15,8-2 1 0,-3-7-4 0,-5-4-5 0,-5-4-37 16,3 0 0-16,-8-3 0 0,-3-2 0 0,-1-1 0 15,-9-6 0-15,2 4 0 0,-8-5 0 0,0-1 0 0,-8 2 0 16,-2 1 0-16,-4 6 0 0,-4 2 0 0,2 11 0 16,-11-6 0-16,3 8 0 0,-15 3-56 0,3 5-67 0,0 6-22 15,-5 2-25-15,-3 7-27 0,12 1-42 0,-2 1-50 16,-7 7-52-16,10 1-59 0,1 3-75 0,2-1-485 16,9 1-1039-16,-2 3 460 0</inkml:trace>
        </inkml:traceGroup>
        <inkml:traceGroup>
          <inkml:annotationXML>
            <emma:emma xmlns:emma="http://www.w3.org/2003/04/emma" version="1.0">
              <emma:interpretation id="{212768BD-9DB8-464D-9425-9FC83D1137A1}" emma:medium="tactile" emma:mode="ink">
                <msink:context xmlns:msink="http://schemas.microsoft.com/ink/2010/main" type="inkWord" rotatedBoundingBox="7709,7083 8730,7058 8748,7829 7727,7854"/>
              </emma:interpretation>
            </emma:emma>
          </inkml:annotationXML>
          <inkml:trace contextRef="#ctx0" brushRef="#br0" timeOffset="36091.3206">7043 5301 517 0,'0'-12'514'0,"0"12"-45"0,0 0-54 0,0 0-37 16,0 0-8-16,0 0-12 0,0 0-26 0,0 0-33 16,0 0-34-16,0 0-23 0,0 0-18 0,0 0-13 0,-62 12-10 15,50 2-4-15,-5-3-9 0,6 2-3 0,-9 5-14 16,9-3-16-16,1 4-8 0,4-1-8 0,-4 7-3 0,4 3-8 16,1-4-5-16,4 2-3 15,2 0-5-15,2-4-7 0,1 8-10 0,7-8 7 0,-2 5-5 16,6-5 5-16,-1 2 8 0,7-2-25 0,0 0 14 15,2-3 0-15,2 0 2 0,1-3-16 0,1-3 24 16,4-4 3-16,2 1 4 0,-2-6 12 0,3 0-129 0,-1-4-2 16,-2 0 0-16,-1-7 0 0,4-2 0 0,-5 1 0 15,0-2 0-15,-1-6 0 0,0 2 0 0,-1-5 0 0,-6-7 0 16,1 5 0-16,1-15 0 0,-10 9 0 0,-4-17 0 16,-4 4 0-16,-3-11 0 0,-10 2 0 0,-7 1 0 15,-4-4 0-15,-2 6 0 0,-1 2 0 0,-10 6 0 16,-9-2 0-16,-2 11 0 0,-5 4 0 0,-3 3 0 0,-1 0 0 15,-4 6 0-15,0 13 0 16,0-1 0-16,-3 7 0 0,-4 5-262 0,-17 11-252 16,1-2-72-16,-6 6-553 0,14 1-1233 0,-1 9 546 15</inkml:trace>
        </inkml:traceGroup>
      </inkml:traceGroup>
      <inkml:traceGroup>
        <inkml:annotationXML>
          <emma:emma xmlns:emma="http://www.w3.org/2003/04/emma" version="1.0">
            <emma:interpretation id="{470514EA-3165-47C9-AC21-D4E2AA57AF06}" emma:medium="tactile" emma:mode="ink">
              <msink:context xmlns:msink="http://schemas.microsoft.com/ink/2010/main" type="line" rotatedBoundingBox="4653,496 5439,4897 3817,5186 3032,785">
                <msink:destinationLink direction="with" ref="{D501736B-2DA0-48C0-8E1E-B5324F63F9D6}"/>
              </msink:context>
            </emma:interpretation>
          </emma:emma>
        </inkml:annotationXML>
        <inkml:traceGroup>
          <inkml:annotationXML>
            <emma:emma xmlns:emma="http://www.w3.org/2003/04/emma" version="1.0">
              <emma:interpretation id="{55F9BF04-3B66-4F40-8769-FAA5CFED497E}" emma:medium="tactile" emma:mode="ink">
                <msink:context xmlns:msink="http://schemas.microsoft.com/ink/2010/main" type="inkWord" rotatedBoundingBox="4653,496 5439,4897 3817,5186 3032,785"/>
              </emma:interpretation>
              <emma:one-of disjunction-type="recognition" id="oneOf7">
                <emma:interpretation id="interp15" emma:lang="" emma:confidence="1">
                  <emma:literal/>
                </emma:interpretation>
              </emma:one-of>
            </emma:emma>
          </inkml:annotationXML>
          <inkml:trace contextRef="#ctx0" brushRef="#br0" timeOffset="-22106.9296">1884-1228 320 0,'-28'0'313'0,"28"0"-31"16,0 0-7-16,0 0-4 0,0 0-9 0,0 0-9 16,0 0-12-16,0 0-26 0,0 0-20 0,73-10-19 0,-40 7-19 15,17-6-13-15,0 6-9 0,1-2-18 0,0-2-33 0,4 3-42 16,-1-4-58-16,-5 1-60 16,7 5-72-16,2-3-82 0,-2 4-272 0,-2 1-545 0,-2 6 241 0</inkml:trace>
          <inkml:trace contextRef="#ctx0" brushRef="#br0" timeOffset="-21840.5989">3518-1293 54 0,'0'0'581'0,"0"0"-31"0,-70-2-44 16,70 2-42-16,0 0-12 0,0 0 10 0,-23 2 8 0,23-2 3 15,-9 16-14-15,4-4-17 16,0 6-38-16,2 9-26 0,-2 0-26 0,8 11-22 16,-7 1-22-16,4 6-26 0,0-1-27 0,4 1-25 0,0 6-24 0,0 1-14 15,-2 1-27-15,6-1-14 0,-2 5-126 16,1-4-25-16,-1 18 0 0,2-18 0 0,0-9 0 16,-1 6-33-16,-6 2-231 0,6-7-94 0,-1 3-100 0,-6-6-105 15,-5 0-524-15,9-10-1175 0,-4 11 520 0</inkml:trace>
          <inkml:trace contextRef="#ctx0" brushRef="#br0" timeOffset="-21292.8233">3348 916 149 0,'0'0'476'0,"0"0"-46"0,0 0-35 16,0 0 7-16,0 0 12 0,0 0-2 0,-32 25-12 0,32-25-26 16,-8 17-25-16,5-3-29 15,0-5-33-15,-2 5-19 0,5-3-16 0,0-11-10 16,-6 28-18-16,6-14-22 0,0 7-20 0,0-9-14 0,6 7-17 0,-1 3-19 16,3 3-15-16,-5-6-10 0,8 6-4 0,-3-6-17 15,8 2-5-15,-3 0-5 16,2-5-13-16,-1-3 4 0,2 5-13 0,-1-7-4 0,4-2 1 0,0 1-3 15,2-6 1-15,-3 3-2 16,2-7 6-16,1 0-3 0,-21 0 7 0,42-4-3 16,-19-6 2-16,-1 2-8 0,-3-8 0 0,2-2-10 0,-5-4 1 15,-1-1-1-15,-1 0-4 0,0-15-9 0,-7 0 3 16,-6 1-8-16,-2-6 0 0,-9 4-10 0,4-6 6 16,-5 4-5-16,-2 4-12 0,3 7 8 0,-4 4-8 15,-2 2-7-15,3 5-18 0,-6 2-18 0,3 10-14 16,-4-2-24-16,-1 8-25 0,2-2-18 0,19 3-34 15,-48 11-40-15,26 4-53 0,-1 4-51 0,4 4-57 0,-7 9-70 16,7 4-84-16,0 5-355 0,-2 0-941 0,6 3 417 0</inkml:trace>
          <inkml:trace contextRef="#ctx0" brushRef="#br0" timeOffset="-20793.2743">3502 2199 33 0,'0'0'415'0,"-12"15"-17"0,5-4-15 0,-1 2 1 0,-1 5 6 16,-3 1-1-16,6 0-18 0,-4 7-17 0,2-2-19 16,-1 4-21-16,1 2-24 0,0-2-14 0,4 0-17 15,0 3-12-15,4 7-22 0,-2-11-12 0,4 2-21 16,-2-2-19-16,4 2-14 0,0 2-8 0,4-5-12 16,11 2-14-16,-10 3-8 0,4-5-13 0,7-3-5 0,-6 2-6 15,4-2-10-15,1-6-3 16,-3 4 9-16,3-4-15 0,0-1 2 0,-1-3 0 0,-3-2 6 0,4-3-6 15,-3-1-2-15,3 0 21 0,-3-2-23 0,0-2-2 16,-16-3 13-16,34 0-4 0,-34 0-1 0,27-4-6 16,-12 0 13-16,-15 4-2 0,22-18-7 0,-6 7-16 15,-5-7-60-15,-4 3 0 0,4-11 0 0,-1 0 0 16,-9-14 0-16,1 9 0 16,-9-10 0-16,-1 1 0 0,-6 2 0 0,-1 10 0 0,-5-6 0 15,2 6 0-15,-9-1 0 0,-7 1 0 0,4 2 0 16,-7 4 0-16,6 8 0 0,-9-3-26 0,0 7-182 0,-2 1-46 15,12-4-58-15,-4 5-64 0,4 6-72 0,2-4-110 16,-2 0-444-16,9 1-1085 0,2-2 481 0</inkml:trace>
        </inkml:traceGroup>
      </inkml:traceGroup>
    </inkml:traceGroup>
  </inkml:traceGroup>
</inkml:ink>
</file>

<file path=ppt/ink/ink21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31T04:20:26.288"/>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85FFD999-4BC7-4D8E-9783-A1A3D0D24E9F}" emma:medium="tactile" emma:mode="ink">
          <msink:context xmlns:msink="http://schemas.microsoft.com/ink/2010/main" type="inkDrawing" rotatedBoundingBox="10601,264 11760,5796 10230,6117 9071,584" semanticType="verticalRange" shapeName="Other">
            <msink:sourceLink direction="with" ref="{D9415848-B755-41D8-8CC8-AF82E7E572CB}"/>
          </msink:context>
        </emma:interpretation>
      </emma:emma>
    </inkml:annotationXML>
    <inkml:trace contextRef="#ctx0" brushRef="#br0">-11 174 188 0,'0'0'435'0,"0"0"-38"0,0 0-44 15,0 0-17-15,0 0-2 0,-24-7-2 0,24 7-15 0,0 0-14 16,0 0-8-16,0 0-17 0,0 0-19 0,74-14 5 0,-42 8-20 16,16-1-15-16,1-4-21 0,1 2-16 15,0-1-13-15,1 1-18 0,1-1-14 16,-3-1-10-16,-2 3-12 0,-7-3-6 0,2 4-13 0,1-1-8 16,-11 3-5-16,0-1-3 0,0 2-4 0,-6-3 0 15,1 3 6-15,-9 0-2 0,0 3 2 16,1-1 1-16,-19 2-6 0,17-4-14 0,-17 4-2 0,0 0 10 0,28 7-3 15,-17-1 30-15,0 7-10 0,0 5 2 0,-1 5 3 16,3 14 0-16,0 5 4 0,-2 3 2 16,3 7-3-16,4 22 13 0,-2 14-29 0,13 36-90 15,-7 0 0-15,-1-34 0 0,7 45 0 0,-4 0 0 0,9-2 0 16,-5-2 0-16,2 10 0 16,4 17 0-16,1-6 0 0,2 12 0 0,6 1 0 0,-7-3 0 15,8-1 0-15,5-4 0 0,0-5 0 0,1 5 0 0,-10-8 0 16,-1-5 0-16,1-2 0 0,-3 2 0 0,-2-11 0 15,-3-9 0-15,3 2 0 0,-14-34 0 0,5 40 0 16,-15-42 0-16,8-1 0 0,1 36 0 16,-3-38 0-16,-2-1 0 0,-2-3 0 0,-4-3 0 15,4-9 0-15,-5 6 0 0,-2-21 0 0,6-3 0 16,-3-2 0-16,-1 0 0 0,0-3 0 0,-3-6 0 0,0 2 0 16,0-8 0-16,0-8 0 0,3-5 0 0,0-4 0 15,-4-5 0-15,-4-14 0 0,5 27 0 0,-5-27 0 16,3 26 0-16,-3-26 0 0,0 20 0 0,0-20 0 15,0 0 0-15,7 21 0 0,-7-21 0 0,0 0 0 0,0 0 0 16,6 22 0-16,-6-22 0 0,0 0 0 16,0 0 0-16,0 0 0 0,-14 26 0 0,14-26 0 0,-19 20 0 15,-2-9 0-15,-5 4 0 16,-16 6 0-16,-4-4 0 0,-4 1 0 0,-30 1 0 16,-7 1 0-16,-11 0 0 0,4-8 0 0,-6 1 0 15,1-6 0-15,6-2 0 0,1-5 0 0,7-6 0 0,-1 0 0 16,-1-9 0-16,8-2 0 0,6-15 0 0,18 7-1366 15,4-3-1478-15,3-8 654 0</inkml:trace>
  </inkml:traceGroup>
</inkml:ink>
</file>

<file path=ppt/ink/ink21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31T04:20:40.949"/>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19E950C6-C65C-44DD-829A-307DDA9125DF}" emma:medium="tactile" emma:mode="ink">
          <msink:context xmlns:msink="http://schemas.microsoft.com/ink/2010/main" type="writingRegion" rotatedBoundingBox="11905,1216 22483,1544 22226,9844 11648,9516"/>
        </emma:interpretation>
      </emma:emma>
    </inkml:annotationXML>
    <inkml:traceGroup>
      <inkml:annotationXML>
        <emma:emma xmlns:emma="http://www.w3.org/2003/04/emma" version="1.0">
          <emma:interpretation id="{14815A49-EFCD-4329-8163-5CCE1503AEFE}" emma:medium="tactile" emma:mode="ink">
            <msink:context xmlns:msink="http://schemas.microsoft.com/ink/2010/main" type="paragraph" rotatedBoundingBox="15535,1323 21843,1525 21768,3886 15460,3685" alignmentLevel="2"/>
          </emma:interpretation>
        </emma:emma>
      </inkml:annotationXML>
      <inkml:traceGroup>
        <inkml:annotationXML>
          <emma:emma xmlns:emma="http://www.w3.org/2003/04/emma" version="1.0">
            <emma:interpretation id="{33B3C98F-8E25-46B5-9468-2756CF4EF079}" emma:medium="tactile" emma:mode="ink">
              <msink:context xmlns:msink="http://schemas.microsoft.com/ink/2010/main" type="line" rotatedBoundingBox="15535,1323 21843,1525 21768,3886 15460,3685"/>
            </emma:interpretation>
          </emma:emma>
        </inkml:annotationXML>
        <inkml:traceGroup>
          <inkml:annotationXML>
            <emma:emma xmlns:emma="http://www.w3.org/2003/04/emma" version="1.0">
              <emma:interpretation id="{08A4AF56-476F-48A8-B946-ACF7CAB91549}" emma:medium="tactile" emma:mode="ink">
                <msink:context xmlns:msink="http://schemas.microsoft.com/ink/2010/main" type="inkWord" rotatedBoundingBox="15535,1323 21843,1525 21768,3886 15460,3685"/>
              </emma:interpretation>
              <emma:one-of disjunction-type="recognition" id="oneOf0">
                <emma:interpretation id="interp0" emma:lang="" emma:confidence="1">
                  <emma:literal/>
                </emma:interpretation>
              </emma:one-of>
            </emma:emma>
          </inkml:annotationXML>
          <inkml:trace contextRef="#ctx0" brushRef="#br0">549 1175 220 0,'0'0'401'0,"2"-10"-41"15,-2 10-31-15,0 0-32 0,4-9-15 0,-4 9-6 0,0 0 0 16,0 0-6-16,0 0-24 0,24 33-25 0,-19-18-14 16,2 12-17-16,-4 0-19 15,5 1-10-15,-5 3-3 0,0 10-22 0,2-3-15 16,-5 2-9-16,0 1-16 0,-3 1-8 0,1-3-7 0,2 1-16 0,-3-7-4 15,3-2-11-15,-5-1-9 0,-1-3-28 16,6-1-57-16,-3-2-52 0,0-5-60 0,-1-2-59 16,-1 1-72-16,5-8-71 0,-6-1-272 0,6-9-681 0,0 0 303 0</inkml:trace>
          <inkml:trace contextRef="#ctx0" brushRef="#br0" timeOffset="317.2508">640 911 259 0,'0'0'295'0,"-19"-7"-16"0,19 7-5 0,-16-7-14 16,16 7-3-16,0 0-15 15,-13-9 3-15,13 9-2 0,0 0 8 0,0 0-9 0,0 0-15 16,0 0-5-16,52-9-24 0,-23 3-10 0,4 2-15 0,12-2-16 15,5-2-15-15,0 1-15 0,1 3-12 16,5-5-12-16,2 0-9 0,3 4-9 0,-2-6-8 16,-1 4-8-16,-3-3-8 0,1-3-16 0,-5 0 8 15,0 0-6-15,-4-2-4 0,-7-2-6 0,2 4-12 16,-13 1-11-16,-2-2-22 0,0 2-20 0,-3-6-28 16,-6 8-33-16,-2 0-32 0,-3-1-24 0,-2 1-30 0,-5 2-22 15,1-1-31-15,-7-5-51 0,0 0-62 0,0 14-240 16,-7-26-628-16,-1 14 278 0</inkml:trace>
          <inkml:trace contextRef="#ctx0" brushRef="#br0" timeOffset="623.8807">1377 285 177 0,'-19'-1'298'0,"19"1"-25"0,-28-2-28 0,28 2-19 0,0 0-1 16,-24 9 7-16,24-9 8 0,-6 12-2 0,6-12-14 15,8 15-7-15,-8-15-11 16,29 26-15-16,-8-10-13 0,4-4-20 0,4 2-10 0,10 5-16 0,-2-2-13 15,4-1-11-15,-1 0-11 0,-1-5-17 0,-5 0-4 16,-4-3-16-16,5-4-3 0,-6 3 14 0,0 4-24 16,-8-9-3-16,8 4-7 0,-8-2 0 15,0 0-4-15,-2 3-8 0,-3-3 0 0,-16-4-4 16,24 7 3-16,-11-6-4 0,-13-1-4 0,14 9 0 16,-3-3 0-16,-11-6-6 0,10 19 6 0,-5-5-5 0,-5 0 3 15,0 5-4-15,-5-3 1 0,-3 11 0 16,-2 4-6-16,-7 5 1 0,1 1 15 0,-5 3-21 15,-2 3 2-15,4-3-12 0,2-1 14 0,-4-1-13 0,1 0-33 16,4-1-51-16,-3-4-64 0,3 1-88 0,3-12-99 16,4 1-299-16,-4-1-698 0,2-6 309 0</inkml:trace>
          <inkml:trace contextRef="#ctx0" brushRef="#br0" timeOffset="-216.0537">-290 394 180 0,'8'-26'324'0,"2"0"-29"0,-1 2-16 15,6-2-20-15,4 4-8 0,-1-2-5 0,6 4-1 16,-2 0-14-16,1 2-12 0,1 3-17 0,1 3-8 0,3 1-15 16,-4 4-7-16,4 1-14 0,0 3-17 0,1 6-2 15,0-2-4-15,-2 7-14 16,0 0-9-16,-3 9-4 0,2-5-14 0,-2 7-6 0,-3 2-6 16,-5 1-10-16,3 5-9 0,-5 1-6 0,-1 9-2 15,-5 1-7-15,-6-8-9 0,0 11-4 0,-7 4 2 0,-5-2-5 0,-6 0-5 16,-5 2 8-16,-1-2-17 0,-7-1-2 15,-2 1-2-15,-7-1-9 0,-1-5 5 16,-1 1-5-16,2-5 2 0,-6-2-1 0,3-8-1 16,-1 3 8-16,3-6-9 0,1 0-8 0,12-8 4 0,-1 1 3 15,1-3 1-15,12 0-2 0,-4-4 1 0,4 0 0 16,3-2-2-16,11-4-4 0,-21 7 23 0,21-7-29 0,-11 6 11 16,11-6-3-16,0 0 5 0,0 0-6 0,-18 6 2 15,18-6-3-15,0 0 1 0,0 0-3 0,0 0-3 16,0 0 5-16,46 15 5 0,-25-11-4 0,10 3 2 15,-2 4 2-15,12 0 0 0,-12 1-1 0,13 1 0 16,4 4-2-16,-4 4 2 0,1-9-9 0,1 4-14 16,-2 3-19-16,-6-1-33 0,6 0-28 0,-5 1-21 0,-8-3-31 15,-2-6-40-15,2 6-43 16,-6-6-41-16,4 2-62 0,-13-1-242 0,5-8-631 16,-2 4 279-16</inkml:trace>
          <inkml:trace contextRef="#ctx0" brushRef="#br0" timeOffset="-737.2485">44 79 82 0,'-7'-8'306'0,"7"8"-16"0,-8-11-6 0,8 11-3 16,-6-15 2-16,6 15-4 0,-7-14-1 0,1 5 6 16,6 9-16-16,-2-11-1 0,2 11-13 0,0 0-4 0,-6-14-19 15,6 14-14-15,0 0-17 0,0 0-17 16,0 0-11-16,0 0-15 0,0 0-7 0,0 0 0 15,0 0 6-15,0 0 6 0,-3 47-9 0,6-21-7 0,-3 3-6 16,2 3 0-16,2 9-11 0,4 1-2 0,-8 2-8 16,7 1-14-16,-6 1-6 0,6 6-8 0,-2-7-3 15,-2 5-14-15,2-3 1 0,-4 5-12 0,6-6 1 0,-3 1-10 16,3 1-8-16,-4 0-2 16,-3-3-4-16,5-1-5 0,-3-1-1 0,-1-5 0 15,2 3-10-15,-1-3 4 0,-2-9-6 0,2 1-4 0,-2-4-3 16,0 0 0-16,0-7-3 0,0 1 0 0,0-4-16 15,-2 1-9-15,2-2-23 0,2 0-25 0,-2-7-37 16,0-8-39-16,0 18-46 0,0-18-41 0,0 14-21 0,0-14-35 16,0 0-37-16,0 0-41 0,0 0-67 0,0 0-384 15,0 0-875-15,0 0 388 0</inkml:trace>
          <inkml:trace contextRef="#ctx0" brushRef="#br0" timeOffset="1450.4886">2229 252 15 0,'0'0'435'0,"27"-5"-30"16,-27 5-32-16,37 9-30 0,-16-2-11 0,4 7-14 15,-2 5-7-15,1 1-12 0,-3 6-11 0,1 9-20 0,-4 8-9 16,-8-5-15-16,9 7-12 0,-6-4-4 15,-2 4-13-15,-3-3-11 0,-3-2 2 0,0 5-4 0,-2-1-10 16,-2-4-16-16,-1 5-14 0,-8-4-16 0,15 0-3 16,-7-2-7-16,0-10-5 0,0 2-23 15,-3-3-10-15,-2-1-10 0,0-1-12 0,3-1-2 0,2-8-8 16,0 1-10-16,-3-2-4 0,3-7-5 0,0-9 0 16,0 16-7-16,0-16-1 0,0 0 3 0,-3 12 0 15,3-12-3-15,0 0 0 0,0 0-2 0,0 0-2 16,-26-53-8-16,15 25-1 0,-2-12-4 0,2-8-5 15,-3-3-3-15,-4-16 3 0,-3-4-4 0,7 1-2 0,-1 14-5 16,7-16-1-16,0 18-2 0,3 4 1 0,4 0 2 16,1 1-4-16,0 8-1 0,8 3-3 0,0-2-3 0,3 13-7 15,5-11-5-15,-2 12-4 16,6 1-3-16,-3 1-1 0,4 2-2 0,0 1 4 16,5 5-4-16,-1-2 6 0,3 4-2 0,1 4-10 15,-4 3-1-15,-2 3-2 0,-1 4 4 0,4 2-3 16,-1 5-5-16,-5-1 4 0,-4 5-4 0,5 7 5 15,-1 2-1-15,-7 2 3 0,0 6 2 0,-10-2 0 0,4 7 6 16,-7 8 2-16,-2 3 5 0,-4-2 0 0,-7 0 3 16,-2 3 2-16,6 0 1 0,-9-4 2 0,-3 3 0 15,-1-1 2-15,-1-5 2 0,3 2-2 0,-9-2 4 0,5-9 0 16,-2 5-3-16,5-9 5 0,-1 7-2 0,7-10 2 16,2 1 2-16,5-7-1 15,-6 1 6-15,7-1-9 0,1-4 4 0,1 2-1 0,2-6-2 16,3 4 3-16,0-12 1 0,6 20 3 0,2-14 2 0,7 0-5 15,-1 1 5-15,6-2-3 0,7-2-1 0,2 1-4 16,0-4-18-16,3 0-36 0,-2-4-59 0,2 4-26 16,4-3-40-16,7-5-27 0,-8 5-20 0,-4-2-14 15,-1-3-15-15,-4 1-13 0,1-4 1 0,-4 1-8 0,-3-1 15 16,0 3 14-16,-4-3 14 0,-3-1 35 0,-1 0 45 16,0 2 44-16,-4-4 44 15,3 4 30-15,-3-4 23 0,-2 6 33 0,-6 8 23 16,8-16 26-16,-8 16 24 0,8-13 26 0,-8 13 31 15,7-12-12-15,-7 12 16 0,0 0 0 0,8-8 0 16,-8 8 4-16,0 0 0 0,0 0 3 0,0 0 1 0,0 0 1 16,0 0-4-16,17 34-8 0,-13-16-7 0,-4 8-9 15,1 1-17-15,2 3-12 0,1 8-6 0,2 1-11 16,-1-3-10-16,3 5-7 0,0 0-7 0,-3-12-5 16,3 11-9-16,0-2-11 0,0 2-12 0,-3-13-52 15,-2-2-69-15,2 1-88 0,-4-10-84 0,-1 3-92 16,0-8-117-16,-6 6-347 0,4-8-890 0,2-9 395 0</inkml:trace>
          <inkml:trace contextRef="#ctx0" brushRef="#br0" timeOffset="1688.7495">3413 825 314 0,'14'-10'615'0,"7"-6"-41"16,8 5-45-16,6-11-43 15,-4 7-47-15,10 0-44 0,1 1-41 0,6-3-33 16,-3 2-35-16,3-1-35 0,-3-1-63 0,2 6-77 0,-4-2-80 0,0 0-71 16,-12 1-79-16,-2 4-70 15,-8 2-69-15,0-4-79 0,-7 0-322 0,2 3-713 16,-2 0 316-16</inkml:trace>
          <inkml:trace contextRef="#ctx0" brushRef="#br0" timeOffset="2433.7501">4391 41 4046 0,'21'-11'372'0,"-13"2"-271"0,-8 9-17 16,20-10-32-16,-12 5 3 0,-8 5-13 0,25-1 11 15,-25 1 20-15,24 7-10 0,-24-7 7 0,21 18 14 16,-6-4 18-16,-4 5-3 0,0 7-1 0,4 1 2 16,-7 6 12-16,3 3 0 0,-5 9-3 15,-3-3 5-15,4 4 1 0,-1 3-6 0,1 0 5 16,-6 4-21-16,6 0-5 0,-6 20-9 0,9-20-4 0,-8-3-5 15,-1 7-10-15,4-5-5 0,-2 1-4 0,-4-5-5 16,2-2-4-16,2-1 1 0,-3-9-10 0,4-9-1 0,-4 3-5 16,0-7 1-16,0-8-3 0,0 0-10 0,0-4 4 15,0-11-3-15,0 17 3 16,0-17-3-16,0 13 4 0,0-13-7 0,0 0-4 16,0 0 1-16,0 0 0 0,-21-45 2 0,13 17-4 0,0-14 1 15,1-4 1-15,-6-7-4 0,-1-15-1 0,-2-3-2 16,10-1-1-16,-7 18 0 0,3-1-2 0,4 3 9 0,-1 0-8 15,-1 3-2-15,8 4 0 0,-6 0-1 16,3 4 4-16,-1-2 2 0,8 3-5 0,-8 11 1 16,11-10-2-16,-2 9 0 0,3 0 2 0,1 1-5 0,4 5-1 15,3-2 3-15,11-8 4 0,6 5-1 0,-11 7-1 16,10-4-2-16,3 4 6 0,-7 6 0 16,-1 6-1-16,2 0-4 0,-2 3-1 0,-9 5 3 15,6 2-8-15,-24 0 5 0,33 7-3 0,-13 5 0 16,-6 1-3-16,2 7 4 0,-1 2-3 0,-4 8 3 15,-5-1 0-15,-3 9 1 0,1-5 1 0,-9 6-2 0,-2 3 3 16,-1-1 1-16,-11 3-3 0,10-3-4 0,-11-3 10 16,4 3-9-16,-6-4 4 0,-1 2-6 0,-4-2 0 15,6 0 3-15,-6-7-12 0,-4 4-4 0,-2-7-9 16,9-6 0-16,1-2-1 0,-1 0 1 0,2-2 8 16,1-3-3-16,0 1 3 0,7-8 3 0,-1 4-4 15,4-3 11-15,1-1-2 0,10-7 7 0,-9 8-5 0,9-8 5 16,0 0 0-16,0 0 1 0,0 0-1 0,0 0 4 15,0 0-2-15,0 0 2 0,0 0 0 0,37 11 13 16,-15-7-15-16,-1-3 7 0,8-1 0 0,-2 6 4 0,7 2 3 16,7 6 3-16,-9-9 11 0,12 9-17 0,2-2 4 15,-6 2-2-15,2-1-4 16,0 3 1-16,1 0-1 0,-1 3-16 0,-13-6-37 16,6 8-61-16,-8-3-68 0,-3-1-59 0,-3-3-55 15,-5 0-59-15,-3-1-79 0,2-1-444 0,-7-3-947 0,-4 1 420 16</inkml:trace>
          <inkml:trace contextRef="#ctx0" brushRef="#br0" timeOffset="2890.7455">5198 863 12 0,'13'-9'446'16,"5"-1"-3"-16,8-1 6 0,1-3-7 0,2 9-21 0,6-3-27 15,-6 4-34-15,0-2-34 0,6 5-35 0,-6 5-32 0,3-1-25 16,-6 5-24-16,1 3-23 0,-5 1-17 0,-2 3-19 16,-4 3-19-16,-2 2-11 0,-6 5-12 0,-1 2-4 15,-7 3-20-15,0-3-12 0,-8 11-9 0,0-6-12 16,-5 6-4-16,0-2-4 0,2-8-6 0,-9 11-9 16,-4-6-11-16,7-7-2 15,-4-4-13-15,-3 8-11 0,5-10-1 0,-2 2-8 0,-2-4 6 0,2-6 0 16,7 2-9-16,-4-2 8 0,10-4 3 0,-3-1-6 15,3 1 11-15,8-8 2 0,-16 7 2 0,16-7 20 16,0 0 29-16,-11 6 13 0,11-6 7 0,0 0 7 16,0 0 6-16,0 0-1 0,0 0 2 0,62-3 11 15,-33 0 19-15,15 1 23 0,-11 2 13 0,12 6 17 0,3-2-8 16,-8 3-19-16,5 8-4 16,-5 3-18-16,2-2-10 0,-5 4-16 0,-2 2-2 15,-3 4-17-15,-11-1-3 0,-3 1-6 0,-5 0-11 0,-5 1-3 16,0 3-4-16,-8 9-5 0,-2-8-2 0,-7-2-10 15,-7 8 1-15,-4-4 0 0,-12 1-11 0,2 4-27 16,-20-12-27-16,-1 5-64 0,-28 9-68 0,-4-2-74 0,-4-7-63 16,0-3-48-16,-3-1-38 0,-3 3-55 0,8-13-89 15,-3-1-395-15,-2 0-1007 0,5-5 446 0</inkml:trace>
        </inkml:traceGroup>
      </inkml:traceGroup>
    </inkml:traceGroup>
    <inkml:traceGroup>
      <inkml:annotationXML>
        <emma:emma xmlns:emma="http://www.w3.org/2003/04/emma" version="1.0">
          <emma:interpretation id="{4BFC48B0-5417-4657-9F74-CEB0C5CDD8DF}" emma:medium="tactile" emma:mode="ink">
            <msink:context xmlns:msink="http://schemas.microsoft.com/ink/2010/main" type="paragraph" rotatedBoundingBox="16139,3634 22412,3829 22344,6050 16070,5855" alignmentLevel="2"/>
          </emma:interpretation>
        </emma:emma>
      </inkml:annotationXML>
      <inkml:traceGroup>
        <inkml:annotationXML>
          <emma:emma xmlns:emma="http://www.w3.org/2003/04/emma" version="1.0">
            <emma:interpretation id="{8838DB87-4AF9-4386-8164-ED18A9AA3349}" emma:medium="tactile" emma:mode="ink">
              <msink:context xmlns:msink="http://schemas.microsoft.com/ink/2010/main" type="line" rotatedBoundingBox="16139,3634 22412,3829 22344,6050 16070,5855"/>
            </emma:interpretation>
          </emma:emma>
        </inkml:annotationXML>
        <inkml:traceGroup>
          <inkml:annotationXML>
            <emma:emma xmlns:emma="http://www.w3.org/2003/04/emma" version="1.0">
              <emma:interpretation id="{6721C8C0-C66E-453B-A7E9-B5625F2C0117}" emma:medium="tactile" emma:mode="ink">
                <msink:context xmlns:msink="http://schemas.microsoft.com/ink/2010/main" type="inkWord" rotatedBoundingBox="16139,3634 22412,3829 22344,6050 16070,5855"/>
              </emma:interpretation>
              <emma:one-of disjunction-type="recognition" id="oneOf1">
                <emma:interpretation id="interp1" emma:lang="" emma:confidence="0.5">
                  <emma:literal>2 TB</emma:literal>
                </emma:interpretation>
                <emma:interpretation id="interp2" emma:lang="" emma:confidence="0.5">
                  <emma:literal>2 IRB</emma:literal>
                </emma:interpretation>
                <emma:interpretation id="interp3" emma:lang="" emma:confidence="0">
                  <emma:literal>2+23</emma:literal>
                </emma:interpretation>
                <emma:interpretation id="interp4" emma:lang="" emma:confidence="0">
                  <emma:literal>2 TB</emma:literal>
                </emma:interpretation>
                <emma:interpretation id="interp5" emma:lang="" emma:confidence="0">
                  <emma:literal>2 FR}</emma:literal>
                </emma:interpretation>
              </emma:one-of>
            </emma:emma>
          </inkml:annotationXML>
          <inkml:trace contextRef="#ctx0" brushRef="#br0" timeOffset="5731.8372">3546 3122 277 0,'0'0'318'16,"0"0"-9"-16,-3-14-5 0,3 14-12 0,0 0-16 0,14-22-16 16,-4 14-13-16,-2 0-10 0,1-1-12 0,-9 9-3 15,23-9-16-15,-9 3-18 0,2-3-11 0,0 8-19 0,-16 1-7 16,21-2-24-16,-21 2-11 0,0 0-14 16,32 8-7-16,-17 3-6 0,-2-1-11 0,-5 8-6 15,-2-5-6-15,1 6-10 0,1 6-2 0,-4-2-10 0,-7 2-4 16,2-1-8-16,-1 3 1 0,-4 3 2 0,-2-2-11 15,-7 10 1-15,2-12-2 0,4 1-1 0,-9 3 1 0,-4 0-3 16,5-5-4-16,-2-2 1 0,-2 0 0 16,4-2-2-16,-3 0-1 0,0-3-3 0,5-3-3 0,1-2 4 15,-1 0 0-15,6-6-5 0,-3 1 0 0,6 1 9 16,6-9-5-16,-11 9 0 0,11-9 20 0,0 0 6 16,0 0-1-16,0 0-7 0,40 5-10 15,-40-5-9-15,50-7-22 0,-22 2-31 0,17-8-27 16,-12 5-32-16,13-6-33 0,-1 1-50 0,-2 0-60 15,1 1-70-15,1-4-55 0,4-1-277 0,-1 1-702 0,-3 0 311 16</inkml:trace>
          <inkml:trace contextRef="#ctx0" brushRef="#br0" timeOffset="5967.7855">4071 2871 134 0,'0'0'474'0,"-15"-3"-38"15,15 3-16-15,0 0 12 0,0 0 20 0,0 0 26 16,55-11-5-16,-25 3-25 0,20-6-15 0,8 2-3 0,32 0-23 16,-5-6-42-16,-4-1-40 0,-2 3-42 0,-23 6-81 0,-1-3-106 15,-4 1-107-15,-9-2-111 0,1 0-83 16,-4 3-54-16,-11 2-39 0,-7 3-47 0,-1-2-59 15,-12 1-370-15,-2-2-839 0,-6 9 371 0</inkml:trace>
          <inkml:trace contextRef="#ctx0" brushRef="#br0" timeOffset="6166.7496">4355 2488 396 0,'0'0'415'0,"-18"-3"-41"0,18 3-30 0,0 0-15 16,0 0 6-16,0 0 1 0,-18 7-12 0,18-7-21 0,7 17-24 0,6-2-20 15,-7 4-22-15,0-3-17 0,4 15-18 16,-2-2-19-16,0 1-18 0,-2 9-13 0,6 5-15 16,-4 0-12-16,0 1-15 0,0 2-14 0,5-1-11 15,-7-2-9-15,4 2-41 0,-4-1-66 16,5-5-84-16,-6 2-73 0,2-9-84 0,-1-6-109 16,2 1-374-16,-3-1-819 0,1-11 363 0</inkml:trace>
          <inkml:trace contextRef="#ctx0" brushRef="#br0" timeOffset="6768.7346">4868 2346 526 0,'6'-15'487'15,"2"0"-56"-15,0 0-27 0,5 12-25 0,-13 3-21 16,23-5-21-16,-23 5-25 0,33 15-27 0,-17 3-21 15,4 7-22-15,-4 12-20 0,9 7-9 0,-13-2-5 0,2 6-7 16,1 5-5-16,-3 0-10 0,-4-5-10 0,0 6-9 16,4-2-20-16,-3 1-14 0,-6-5-13 0,6 2-7 15,-3-6-15-15,-4-3-5 0,-1-3-10 16,4-8-7-16,-10-4-7 0,12-7-3 16,-9-2-8-16,2 0-4 0,-2-2-5 0,-2-4 3 0,4-11-18 0,1 14 2 15,-1-14-4-15,0 0-4 0,0 0 1 16,0 0 2-16,0 0-5 0,0 0 0 0,-21-38-5 15,12 9 6-15,-4-12-5 0,6-1-2 0,-2-6-8 16,-2-3 13-16,1 3-14 0,-1 3 4 0,1-3 2 0,5 1-1 16,4 2 7-16,1 3 2 0,4-1 0 0,-2 3 2 15,6-2-5-15,7 3 2 0,-9 10-2 16,8-11-1-16,-1 6 4 0,3-3-1 0,10 5 5 0,-8 7 1 16,10-4 1-16,-3 8-7 0,-1 0-5 0,0 8-1 15,3-1-8-15,-8 3-1 0,2 6 5 0,-3 2-8 0,3 3 0 16,-21 0-17-16,33 7-1 0,-18 1-11 0,-3 7 3 15,0 7-4-15,-3 2 4 16,-4 3 3-16,2 1 9 0,-7 10-17 0,-4 0-1 0,-4 0-2 0,-9-9-8 16,2 13-10-16,1-1 6 0,-7 1-5 0,-3-6-4 15,-5 2 0-15,-5 4 2 0,1-8 1 0,2 0 10 16,-6-4 2-16,4 1 1 0,9-10 9 0,-10 5-1 0,13-6 0 16,5-7 6-16,-3 0 3 15,7-2 0-15,1-1 4 0,5-1 2 0,-1-1 12 16,7-8 21-16,0 0 17 0,13 18 19 0,-13-18 0 15,35 14-4-15,-6-9-1 0,13 2-9 0,3 0 2 16,-13-3-5-16,18-1-7 0,3-2-9 0,-3 4-7 16,6-5-29-16,-5 0-41 0,-1 4-59 0,-7-4-69 0,4 0-71 15,-4-4-75-15,-11 4-69 0,-5 0-83 0,-6 0-450 16,0-5-1002-16,0 1 443 0</inkml:trace>
          <inkml:trace contextRef="#ctx0" brushRef="#br0" timeOffset="7200.7361">5861 2923 192 0,'0'0'384'0,"0"0"6"0,0-15 18 0,0 15-20 0,0 0-5 16,6-19 4-16,3 17 17 0,-1-9 15 0,-8 11 6 16,27-15-27-16,-10 10-22 0,1-2-37 0,9 0-36 15,-4 3-33-15,6 1-22 0,-8 3-30 16,-21 0-21-16,36 7-28 0,-21 1-19 0,-1 3-29 16,-1 3-3-16,-2 7-13 0,-7 3-15 0,0-2-12 15,-2 8-15-15,-8-3-4 0,2 1-7 0,-5 4-15 16,-2 5-11-16,-2-11-10 0,0 13-13 0,-8-2-11 15,3-4-7-15,-1-7-7 0,3-2-7 0,-3 0-5 0,3-7-14 16,0 2-15-16,-2-3-2 0,4-7-6 0,6 3 6 0,-7-4 4 16,2-3 9-16,13-5 8 0,-22 6 7 0,22-6 23 15,-13 4 22-15,13-4 11 0,0 0 11 16,0 0 9-16,0 0 5 0,0 0-2 0,0 0-2 0,0 0-2 16,55-26 6-16,-27 22 2 0,6-1 21 0,11 5 26 15,6-1 43-15,4 2 21 0,-5 4 21 0,3 5-22 0,-5 0-13 16,-3 4-13-16,-8 5-17 15,-10 0-33-15,7 9-80 0,-20-2 0 0,10 6 0 16,-5 5 0-16,-11-10 0 0,-1 3 0 0,-12 16 0 0,-3-7 0 16,-6 0 0-16,-9 5 0 0,-4 5 0 0,-10-8 0 15,-19 13 0-15,-8 4 0 0,-15-10 0 0,-9 2 0 16,-45 7 0-16,41-20 0 0,4 1 0 0,8-6 0 16,3-6 0-16,20-4 0 0,-15 8-137 0,23-9-94 15,-3 2-80-15,4-8-79 0,-3-1-93 0,1-5-118 16,-5-5-406-16,3-4-1090 0,-3-7 482 0</inkml:trace>
          <inkml:trace contextRef="#ctx0" brushRef="#br0" timeOffset="4090.3041">339 2447 157 0,'0'0'458'16,"-16"-15"-13"-16,9 8-10 0,7 7-5 0,-14-11-3 16,14 11-21-16,-10-9-36 0,10 9-32 0,0 0-31 15,0 0-31-15,-13-6-29 0,13 6-21 0,0 0-22 16,-6 29-11-16,3-12 3 0,0 11-10 0,1 13-8 15,0-2-9-15,-1 6-15 0,6 4-15 0,-3-2-9 16,8 1-9-16,-6 5-3 0,3-1-1 0,-4-3-1 0,4 2-10 16,-1 0-11-16,-4-3-3 0,3-5-6 0,-3 0-5 15,-3-3-11-15,6-12 4 16,-6-1-17-16,3-8-8 0,0-3 1 0,0-1-12 0,-2-6 2 16,2-9-5-16,0 19 16 0,0-19 26 0,0 0 19 15,0 0 21-15,0 0-9 0,0 0-14 0,0 0-10 16,-7-48-13-16,6 9-2 0,-4-11-61 0,2 1-8 15,-2-8 0-15,-1-13 0 0,6 18 0 0,0-1 0 16,0 4 0-16,1 6 0 0,4-4 0 0,0 2 0 16,4-1 0-16,3 5 0 0,-1 0 0 0,3 0 0 15,1 5 0-15,4 2 0 0,-3 8 0 0,2 0 0 16,-1 2 0-16,3 1 0 0,-3 2 0 0,1 8 0 16,3-2 0-16,0-3 0 0,-4 6 0 0,3 5 0 0,-4 0 0 15,0 5 0-15,-16 2 0 0,35 9 0 0,-21-1 0 16,1 3-12-16,-2 7-27 0,0 4 2 0,-4 1 6 0,-1 7-9 15,-3-2 7-15,-5 15-1 16,-6-5-3-16,-1 0 4 0,-1 2 3 0,-2-1-3 16,-9 1 12-16,-3-3-6 0,3-1 2 0,-6 4 7 0,0-6-3 15,-4 0 3-15,0-1 2 0,-6 4 0 0,11-5-2 16,-4-2 4-16,6-6 3 0,-7 7 3 0,11-12-3 16,2-1 6-16,2 2-4 0,-1-6 4 0,6 2 6 15,-2-6-6-15,-2 2 4 0,5-4-4 0,5-1 4 16,3-7 2-16,-5 18 5 0,5-18-9 0,0 12-1 15,0-12 13-15,14 12-6 0,-14-12 0 0,27 8-2 0,-7-2 4 0,-1-3-5 16,13 2 4-16,10 6 1 0,1-10-4 0,0 1-22 16,-11-1-32-16,12 7-37 0,1-7-34 0,-10 3-43 15,-3 1-37-15,11-5-37 16,9-2-29-16,-20 2-17 0,-2 0-9 0,-1 2-4 0,-2-4 4 16,-7-1 7-16,-4-1 17 0,-16 4 21 0,24-6 28 15,-13 0 22-15,-11 6 29 0,13-12 31 0,-10 4 28 0,-3 8 33 16,7-12 28-16,-7 12 31 0,1-17 27 0,-1 17 20 15,7-15 16-15,-4 3 17 16,-3 12 2-16,3-15 2 0,2 4 10 0,-2-4-1 0,-3 15 4 16,14-12-7-16,-14 12-3 0,12-10 3 0,-12 10-8 15,16-6-9-15,-16 6-1 0,27 0-3 0,-27 0-8 16,0 0-7-16,42 7 1 0,-26 0-12 0,0 5 6 16,-2-2-1-16,1 5-7 0,-4 0 3 0,-5 4-3 15,2 3-6-15,-6-3 3 0,4 6-1 0,-10 1 1 16,10-1-2-16,-12 1-2 0,-2 0 9 0,-2 4-1 0,-3-4-2 15,0 0 5-15,-1-4-7 0,-1-1-3 0,-1 4 6 16,2 0-2-16,-1-5 11 0,3-1-3 0,-3-1 3 16,7-3 0-16,-5-3-2 0,5 4-2 0,-1-2 4 0,4-6-11 15,-2 3 1-15,7-11-13 16,-8 14 11-16,8-14 0 0,-1 13 10 0,1-13 4 16,0 0 0-16,17 7 1 0,-17-7-9 0,28-1 2 0,-28 1-27 15,41-7-23-15,-12-2-29 0,2-1-36 0,11-2-36 16,-12-2-39-16,10-3-35 0,-3 1-50 0,0-4-67 0,5-2-78 15,-9-4-214-15,3 1-658 0,-6-1 291 0</inkml:trace>
          <inkml:trace contextRef="#ctx0" brushRef="#br0" timeOffset="4392.7343">1197 2896 8 0,'-21'-1'352'0,"21"1"-28"0,-32-1-26 15,32 1-18-15,-21 0-16 0,21 0-16 0,0 0-9 16,0 0-3-16,0 0 21 0,0 0 4 0,0 0 5 16,0 0 1-16,0 0 2 0,0 0-4 0,0 0-9 15,0 0-13-15,90-4-15 0,-54 8-8 16,8-11-4-16,13-5-10 0,0 0 6 0,30-10 15 16,4-3 13-16,9-5 18 0,35-5 4 0,-42 9 0 15,1-2-26-15,-9 7-22 0,-4 2-43 0,-4 0-45 0,-16 10-48 16,0-3-70-16,-12 4-66 0,-2 1-58 0,-15-4-39 0,-5 5-26 15,-11 4-18-15,3-2 2 16,-19 4-12-16,10-4-24 0,-10 4-12 0,0 0-22 16,0 0-17-16,0 0-7 0,0 0-11 0,-59-8-18 15,23 6-9-15,12-3-27 0,-11 2-271 0,-8-4-677 16,1-2 300-16</inkml:trace>
          <inkml:trace contextRef="#ctx0" brushRef="#br0" timeOffset="4673.8057">1876 2409 159 0,'-18'-4'313'0,"4"-2"0"0,14 6-9 15,-18-8-25-15,18 8-12 0,-13-3-19 0,13 3-6 0,0 0-10 16,0 0-5-16,0 0-1 0,0 0-5 0,0 0-14 16,0 0-2-16,0 0-10 0,44 21 1 0,-25-13-10 15,5 0-16-15,5 3-8 0,14-2-6 16,-11 5-18-16,7-3-12 0,-6 1-13 0,12-3-10 16,-3 0-10-16,-2 5-10 0,5-6-8 0,-3 1-8 15,-13-2-9-15,1 0-4 0,-1 1-7 0,0-2-5 0,0 2-5 16,-4 0-5-16,-10-4-5 0,1 2-5 0,-2 0-3 15,-14-6 2-15,16 11-5 0,-11-2 2 0,-5-9-6 16,5 19 0-16,-2 0-2 0,-6-4 1 0,3 4-4 16,-11 2 1-16,-4 5-4 0,-1 1-1 0,-11 12-7 15,0-1-21-15,-2-2-16 0,0 2-30 0,0-4-40 0,2 8-49 16,-2-4-34-16,0-1-56 0,0 0-65 0,7-6-99 16,-6 0-284-16,11-8-754 15,-1-2 334-15</inkml:trace>
          <inkml:trace contextRef="#ctx0" brushRef="#br0" timeOffset="5382.7406">2692 2405 417 0,'0'0'403'0,"21"-3"-18"16,-21 3-23-16,29 1-18 0,-29-1-23 0,34 11-24 16,-16 0-19-16,6 4-25 0,-7 7-16 0,4-5-14 15,-2 8-1-15,-3-3 9 0,-3 2-5 0,3 11-2 0,-8-8-4 16,7 15-9-16,-4-4-8 0,-1-1-16 0,-4 2-14 16,0-3-8-16,-1-5-16 15,-3-3-12-15,-1-1-16 0,-1 3 2 0,5-8-27 0,-2 9-6 16,-4-5-8-16,7-7-7 0,-6-1-13 15,-1-1-3-15,1-3-9 0,0-3 2 0,0-11-9 16,-4 16-4-16,4-16 0 0,0 14-5 0,0-14 10 0,0 0-12 16,-8 7-6-16,8-7-4 0,0 0-4 0,0 0 1 0,-30-37 1 15,11 14-9-15,4-2 4 0,-2-1-2 0,-3-13-8 16,1 1 4-16,1-2-2 0,4 2-2 16,-5-7 7-16,12 15 1 0,-2-7 1 0,4-3-1 15,3 11 5-15,1-1 1 0,2 1-1 0,1-1-8 16,9 1 2-16,-6 5 1 0,8-4-5 0,1 0 0 15,1 2 2-15,-1 1-4 0,5 4-1 0,2-5 8 16,3 5 3-16,2 1 6 0,3 5 3 0,3-10 1 16,3 4-1-16,-3 7-5 0,-3 2 3 0,0 1-4 0,-5 4-6 15,3 1-2-15,-4 1-2 0,3 5-1 0,-6 5-6 16,-4-2 4-16,-1 6-9 0,-1 0 2 0,-2 6-3 16,-4-3 2-16,0 7 5 0,-5 10-2 0,0-2-7 15,-3 0 5-15,-3 2-3 0,-2 12-1 0,-1-11-5 16,-2 0-4-16,-10 11-8 0,-3-7-8 0,0 1 0 15,5-9-2-15,-8 13 1 0,-2-10 1 0,-2 7-1 0,5-19 4 16,1 4 1-16,-4 3-3 0,5-4 7 0,-1-4 3 16,7 0-3-16,-1-6 5 0,-2 6 5 0,7-6-5 15,0 1 5-15,1-4-1 0,2-1 1 16,8-6-4-16,-14 13 7 0,14-13-2 0,-5 12 1 16,5-12 2-16,0 0 4 0,0 0 6 0,15 17-5 15,-3-12 4-15,6 0-2 0,3-1 1 0,6 1-1 0,2-5-1 16,0 5 4-16,6 3-1 0,-1-4 1 0,11 3-6 15,3 1-14-15,-18-4-21 0,14 7-30 0,-11-6-34 0,-2 2-31 16,3 5-50-16,-4-5-47 0,2 1-43 0,-6 1-32 16,3-1-37-16,-10-4-40 0,0 3-47 0,-8 1-311 15,2-4-801-15,-13-4 354 0</inkml:trace>
        </inkml:traceGroup>
      </inkml:traceGroup>
    </inkml:traceGroup>
    <inkml:traceGroup>
      <inkml:annotationXML>
        <emma:emma xmlns:emma="http://www.w3.org/2003/04/emma" version="1.0">
          <emma:interpretation id="{8FA30784-684E-4C2F-8069-E70588CB29BD}" emma:medium="tactile" emma:mode="ink">
            <msink:context xmlns:msink="http://schemas.microsoft.com/ink/2010/main" type="paragraph" rotatedBoundingBox="11582,7784 19251,7261 19401,9466 11733,9989" alignmentLevel="1"/>
          </emma:interpretation>
        </emma:emma>
      </inkml:annotationXML>
      <inkml:traceGroup>
        <inkml:annotationXML>
          <emma:emma xmlns:emma="http://www.w3.org/2003/04/emma" version="1.0">
            <emma:interpretation id="{22745718-EE3B-4E4E-A863-E898360FD82A}" emma:medium="tactile" emma:mode="ink">
              <msink:context xmlns:msink="http://schemas.microsoft.com/ink/2010/main" type="inkBullet" rotatedBoundingBox="11630,8488 13312,8373 13389,9511 11708,9626"/>
            </emma:interpretation>
            <emma:one-of disjunction-type="recognition" id="oneOf2">
              <emma:interpretation id="interp6" emma:lang="" emma:confidence="0">
                <emma:literal>→</emma:literal>
              </emma:interpretation>
            </emma:one-of>
          </emma:emma>
        </inkml:annotationXML>
        <inkml:trace contextRef="#ctx0" brushRef="#br0" timeOffset="21182.354">-4009 7429 33 0,'-29'-7'398'0,"20"2"-10"0,9 5-6 0,-20-6-11 0,20 6 2 15,-22-4-1-15,4 0-4 0,18 4-2 0,-37-2 1 16,23 2-11-16,14 0-20 0,0 0-20 16,-31 0-18-16,31 0-21 0,0 0-14 0,-21-2-20 0,21 2-7 15,0 0 15-15,0 0 0 0,0 0 5 0,0 0-13 16,0 0-21-16,100 0-18 0,-49-1-20 0,12-1-16 15,23-5-4-15,14 7-8 0,1-4-8 0,3-2-4 16,-9 0-87-16,-2 2-57 0,-6 1 0 0,-2-2 0 0,-24-2 0 16,-7 2 0-16,2-2 0 0,-6 4 0 0,0-6 0 15,-15 6 0-15,-8-1 0 0,-9 2 0 0,0-4 0 0,-2 0 0 16,-16 6 0-16,14-13 0 0,-9 4 0 0,-5 9 0 16,-8-24-158-16,-2 10-290 15,-4 0-58-15,-4-5-55 0,-4 3-526 0,-4-1-1177 0,-1-2 521 16</inkml:trace>
        <inkml:trace contextRef="#ctx0" brushRef="#br0" timeOffset="21534.7285">-3234 6862 339 0,'-18'-12'397'0,"18"12"12"16,-9-10-9-16,9 10-19 0,-13-8-26 0,13 8-21 16,0 0 0-16,0 0 24 0,0 0 8 0,0 0 2 0,0 0-22 15,0 0-5-15,0 0-18 0,0 0-11 0,14 37-24 16,-1-27-16-16,3 3-18 0,7 3-18 0,4 2-18 15,2-1-22-15,-2-4-22 0,15 9-18 16,-4-2-9-16,-1-2-20 0,8-3-9 0,0-3-10 0,-2 2-14 0,-3-3-9 16,-8-3-7-16,12 3 5 15,-17-3-19-15,2 0-7 0,0-4-10 0,-8 3-21 16,0-3-26-16,-5 0 0 0,1-1 0 0,-17-3 0 0,18 6 0 0,-18-6 0 16,19 2 0-16,-19-2 0 0,0 0 0 15,16 7 0-15,-16-7 0 0,0 0 0 0,8 8 0 16,-8-8 0-16,0 0 0 0,-1 20 0 0,-6-7 0 15,1 2 0-15,-2 1 0 0,-2 9 0 0,-9-1 0 0,-2 9 0 16,0 3 0-16,-1 3 0 0,-2 0 0 0,-2-3 0 16,-1 7 0-16,1-3 0 0,-3 7-3 0,-3-2-119 0,3-2-49 15,-5 2-48-15,1-4-55 0,6 2-56 0,-6-3-66 16,5-3-89-16,2-2-548 0,0 0-1117 0,7-11 495 16</inkml:trace>
      </inkml:traceGroup>
      <inkml:traceGroup>
        <inkml:annotationXML>
          <emma:emma xmlns:emma="http://www.w3.org/2003/04/emma" version="1.0">
            <emma:interpretation id="{F3DF17DC-84AE-4CEB-94A6-373DA3D27FAE}" emma:medium="tactile" emma:mode="ink">
              <msink:context xmlns:msink="http://schemas.microsoft.com/ink/2010/main" type="line" rotatedBoundingBox="14211,7605 19251,7261 19401,9466 14362,9809"/>
            </emma:interpretation>
          </emma:emma>
        </inkml:annotationXML>
        <inkml:traceGroup>
          <inkml:annotationXML>
            <emma:emma xmlns:emma="http://www.w3.org/2003/04/emma" version="1.0">
              <emma:interpretation id="{0AC7E781-4E12-483F-9FA2-822543BC0549}" emma:medium="tactile" emma:mode="ink">
                <msink:context xmlns:msink="http://schemas.microsoft.com/ink/2010/main" type="inkWord" rotatedBoundingBox="14256,8262 16345,8120 16423,9265 14334,9407"/>
              </emma:interpretation>
              <emma:one-of disjunction-type="recognition" id="oneOf3">
                <emma:interpretation id="interp7" emma:lang="" emma:confidence="1">
                  <emma:literal/>
                </emma:interpretation>
              </emma:one-of>
            </emma:emma>
          </inkml:annotationXML>
          <inkml:trace contextRef="#ctx0" brushRef="#br0" timeOffset="22200.7663">-1561 7178 162 0,'-14'-21'537'0,"6"-3"-20"0,3 1-37 0,3 3-31 0,9-5-34 15,-2-2-14-15,9 0-2 0,10-5-22 0,-1 9-34 16,1 4-34-16,9-4-27 15,9 4-27-15,-5 3-25 0,8 7-21 0,5 1-19 0,-4 4-21 16,4 4-12-16,-4 6-18 0,-1 2-10 0,0 5-14 16,-8 3-13-16,5 9-6 0,-2 1-9 0,-8 7-5 0,-1-2-1 15,-1 5-17-15,-9 2-6 0,-3 5-5 0,-7 1-4 16,-2-2-5-16,-9 3-5 16,0 0 1-16,0-1-4 0,-8-1-2 0,-6-3-6 0,-2 2-10 15,-3-4 7-15,-2 1 0 0,3-12 2 0,-6 4-9 16,6-12-7-16,-1 0 6 0,5-5-6 0,-1-5-2 15,1-4-1-15,1-1 5 0,13-4 7 0,0 0 3 16,-37-16 14-16,23-7-3 0,7-2 16 0,1-14-2 0,6-2-5 0,3-5-1 16,5-7-3-16,10-15 1 15,7-7-5-15,4 6-2 0,-1 0-11 0,0 20 16 16,9-15-17-16,-8 16-3 0,2 0 2 0,2 3-18 0,-2 4-17 16,1 1-37-16,-2 2-41 0,-4 2-47 0,-5 3-61 15,-3 10-53-15,-2-1-56 0,-4 7-42 0,1 5-50 0,2-2-56 16,-7 4-90-16,3 3-299 0,-11 7-917 0,18-11 406 15</inkml:trace>
          <inkml:trace contextRef="#ctx0" brushRef="#br0" timeOffset="22581.1921">-415 6891 45 0,'11'9'348'0,"-11"-9"-3"0,24 3-22 0,-6-3-12 15,3 0-8-15,-21 0-27 0,49-2-30 0,-21 2-2 16,-4 0-11-16,5 0-20 0,-2 2-22 0,2 0-11 15,-8 4-6-15,1 2-11 0,-1 0-1 16,-2 2-4-16,5 5-12 0,-1 2-17 0,-4 4 13 0,-3 0-5 16,-2 4 0-16,1 3-4 0,6 10-6 0,0-4-8 0,-2 7-11 15,-3-6-11-15,0 7-10 0,-3-1-10 16,0 3-8-16,-4-4-7 0,1 1-7 0,-1 0-3 0,-7-13-5 16,-2 13-8-16,0 2-1 15,-2-17-4-15,-2 0-2 0,2-7-5 0,-4-1-3 16,-2-3 2-16,4-3-3 0,-5-6-1 0,9-6-6 0,-15 8 0 15,15-8 0-15,0 0 18 0,-32-19 5 0,21 5 5 16,3-6 4-16,2-6 7 0,2-7 9 0,1-5-1 0,3-9-10 16,7 0-2-16,-1-4-1 0,7 4-1 0,1 0-4 15,4-7-1-15,12-17 1 0,2 4 7 16,4 2-4-16,-9 17-5 0,10-16-4 0,-8 15-6 0,3 4-1 16,-6 3-8-16,-1-3-8 0,-7 6-35 0,0 3-40 15,-10 10-54-15,1 2-53 0,-2 3-52 0,-3 9-48 0,0-3-64 16,-4 8-72-16,0 7-110 0,0 0-295 15,0 0-874-15,0 0 388 0</inkml:trace>
        </inkml:traceGroup>
        <inkml:traceGroup>
          <inkml:annotationXML>
            <emma:emma xmlns:emma="http://www.w3.org/2003/04/emma" version="1.0">
              <emma:interpretation id="{4B92D5B0-1F73-40BB-842D-2062B73FDA8E}" emma:medium="tactile" emma:mode="ink">
                <msink:context xmlns:msink="http://schemas.microsoft.com/ink/2010/main" type="inkWord" rotatedBoundingBox="16611,7441 19251,7261 19401,9466 16762,9646"/>
              </emma:interpretation>
              <emma:one-of disjunction-type="recognition" id="oneOf4">
                <emma:interpretation id="interp8" emma:lang="" emma:confidence="0.5">
                  <emma:literal>if</emma:literal>
                </emma:interpretation>
                <emma:interpretation id="interp9" emma:lang="" emma:confidence="0">
                  <emma:literal>of</emma:literal>
                </emma:interpretation>
                <emma:interpretation id="interp10" emma:lang="" emma:confidence="0">
                  <emma:literal>it</emma:literal>
                </emma:interpretation>
                <emma:interpretation id="interp11" emma:lang="" emma:confidence="0">
                  <emma:literal>at</emma:literal>
                </emma:interpretation>
                <emma:interpretation id="interp12" emma:lang="" emma:confidence="0">
                  <emma:literal>If</emma:literal>
                </emma:interpretation>
              </emma:one-of>
            </emma:emma>
          </inkml:annotationXML>
          <inkml:trace contextRef="#ctx0" brushRef="#br0" timeOffset="23307.7249">822 7102 127 0,'13'5'392'0,"-13"-5"-25"0,0 0-5 0,0 0-24 16,0 0-15-16,36-12-18 0,-21 4-28 0,-1-6-9 15,6 2-20-15,0-7-12 0,0 1-25 0,1 3-19 16,3-9-12-16,-5 4-17 0,2-2-21 16,-2-2-8-16,2 5-19 0,-5-2-14 0,-3 5-7 0,-5-2-6 0,0 1-10 15,-5 1-5-15,0 3-12 16,-1 1-5-16,-2 12-4 0,-2-19-4 0,-1 11-6 16,3 8-2-16,-18-10-1 0,18 10-5 0,-21-6-4 15,21 6-4-15,-35 7-1 0,16 0-4 0,-5 3 2 16,1 8 2-16,1 2 15 0,1 3 12 0,-3 10 19 0,0 1 21 15,3 1 6-15,5 5 16 0,8 0-4 0,-5 6 8 16,13-6 3-16,0 5-6 0,0-2-1 0,7 2 10 0,4 0 2 16,3 0-6-16,4 0-20 0,9-2 4 0,4 0-15 15,1-4-4-15,3 1-3 0,8-2-14 0,1-7-5 16,5-5-3-16,-7-1-14 0,1-12 1 0,2 3-4 0,0-6-9 16,3-4 16-16,-6-8-2 15,0-3 11-15,3-6 4 0,-3-6-2 0,2-2 11 0,3-4-15 0,-4-8 11 16,-4-7-6-16,12-15-8 0,-1-6-29 0,-4-6-25 15,-4-12 0-15,-3-11 0 0,10-39 0 0,-4-5 0 16,-3-4 0-16,-2 10 0 0,-8 0 0 0,-8 41 0 16,0 0 0-16,-4 8 0 0,0 4 0 0,3 4 0 0,-7 16 0 15,0 4 0-15,2 2 0 16,-4 1 0-16,-4 2 0 0,3 3 0 0,-12 10 0 16,-1 4 0-16,0 2 0 0,0 9 0 0,0 1 0 15,-1 1 0-15,-6 2 0 0,7 12 0 0,-21-8 0 16,21 8 0-16,-29 3 0 0,29-3 0 0,-38 23 0 0,19-1 0 15,-2 4 0-15,0 13 0 0,6 6 0 0,1 4 0 16,1-1 0-16,12 27 0 0,-3-20 0 0,6 19 0 0,1 5 0 16,10-2 0-16,1-1 0 0,1-4 0 0,6 6 0 15,0-7 0-15,-7 5 0 0,9-1 0 0,-3 1 0 0,6-1 0 16,-3-2 0-16,-7-1 0 0,-2-22 0 0,0 28 0 16,-6-25 0-16,4 17 0 15,-9-13 0-15,-3-6 0 0,-2 1 0 0,-4-1 0 16,-2-2 0-16,-5-2 0 0,-1-2 0 0,-1-2 0 15,-3 0 0-15,1-3 0 0,-6-7 0 0,6-7 0 0,-3-4 0 16,0-3 0-16,-4-5 0 0,-2 0 0 0,2-4-20 0,0-10-388 16,-2-2-71-16,-3-4-54 0,-3-7-94 0,-3-11-394 0,-2-5-1106 15,0-5 490-15</inkml:trace>
          <inkml:trace contextRef="#ctx0" brushRef="#br0" timeOffset="23430.7146">1768 7410 298 0,'2'-14'399'0,"4"-3"44"16,4 3 17-16,9-9 29 0,2 5 9 0,11-5 9 15,18-3 36-15,4-4 33 0,25-4 23 0,9 0 23 0,4-1-12 16,1-4-11-16,48-9-15 0,-43 12-28 0,32-12-148 16,-39 15-408-16,-1 2 0 0,-8 1 0 0,-3 4 0 15,-22 11 0-15,-1-4 0 0,-3 0 0 0,-4 4 0 16,-6-3 0-16,-13 10 0 0,-1 1 0 0,-2 1 0 16,-4-3 0-16,-9 6 0 0,-14 3 0 0,21-1 0 0,-21 1-1366 15,21-4-1478-15,-21 4 654 0</inkml:trace>
        </inkml:traceGroup>
      </inkml:traceGroup>
    </inkml:traceGroup>
  </inkml:traceGroup>
</inkml:ink>
</file>

<file path=ppt/ink/ink21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31T04:19:57.894"/>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71852767-492D-48CE-95F1-70580F5D8A02}" emma:medium="tactile" emma:mode="ink">
          <msink:context xmlns:msink="http://schemas.microsoft.com/ink/2010/main" type="writingRegion" rotatedBoundingBox="1176,1518 2111,1518 2111,2130 1176,2130"/>
        </emma:interpretation>
      </emma:emma>
    </inkml:annotationXML>
    <inkml:traceGroup>
      <inkml:annotationXML>
        <emma:emma xmlns:emma="http://www.w3.org/2003/04/emma" version="1.0">
          <emma:interpretation id="{DF548F0F-356A-407F-8F3D-EA371030AC64}" emma:medium="tactile" emma:mode="ink">
            <msink:context xmlns:msink="http://schemas.microsoft.com/ink/2010/main" type="paragraph" rotatedBoundingBox="1176,1518 2111,1518 2111,2130 1176,2130" alignmentLevel="1"/>
          </emma:interpretation>
        </emma:emma>
      </inkml:annotationXML>
      <inkml:traceGroup>
        <inkml:annotationXML>
          <emma:emma xmlns:emma="http://www.w3.org/2003/04/emma" version="1.0">
            <emma:interpretation id="{DC6EC21D-5ED7-4812-8D3A-6351740F1BA1}" emma:medium="tactile" emma:mode="ink">
              <msink:context xmlns:msink="http://schemas.microsoft.com/ink/2010/main" type="line" rotatedBoundingBox="1176,1518 2111,1518 2111,2130 1176,2130"/>
            </emma:interpretation>
          </emma:emma>
        </inkml:annotationXML>
        <inkml:traceGroup>
          <inkml:annotationXML>
            <emma:emma xmlns:emma="http://www.w3.org/2003/04/emma" version="1.0">
              <emma:interpretation id="{C7E43C95-F09B-43E9-A5AD-EEBB1452DEDD}" emma:medium="tactile" emma:mode="ink">
                <msink:context xmlns:msink="http://schemas.microsoft.com/ink/2010/main" type="inkWord" rotatedBoundingBox="1176,1518 2111,1518 2111,2130 1176,2130"/>
              </emma:interpretation>
              <emma:one-of disjunction-type="recognition" id="oneOf0">
                <emma:interpretation id="interp0" emma:lang="" emma:confidence="1">
                  <emma:literal/>
                </emma:interpretation>
              </emma:one-of>
            </emma:emma>
          </inkml:annotationXML>
          <inkml:trace contextRef="#ctx0" brushRef="#br0">90 0 64 0,'-27'15'361'16,"7"3"-38"-16,6-5-34 0,1 1-25 0,5-2-21 15,5 0-5-15,-2-3-10 0,5-9-6 0,10 16-13 0,-10-16-12 0,33 7-19 16,1-7-15-16,13 0-18 0,7-3-17 16,10-4-29-16,20-2-41 0,-4 2-52 0,2-1-58 0,3-2-62 15,-3-2-83-15,-23 10-91 0,24-17-173 0,-2 4-500 16,-24 5 222-16</inkml:trace>
          <inkml:trace contextRef="#ctx0" brushRef="#br0" timeOffset="-172.3092">156-489 326 0,'0'0'414'0,"0"0"-48"15,-29 0-28-15,29 0-29 0,0 0 9 0,0 0-3 0,0 0-18 16,-15 7-13-16,15-7-24 0,0 0-20 0,0 0-30 15,0 0-14-15,0 0-22 0,0 0-13 16,0 0-16-16,60 6-21 0,-33-6-9 16,4 0-29-16,12-1-55 0,-8-1-54 0,12-1-55 0,-2-3-50 15,-12 3-58-15,-1 2-72 0,4-2-79 0,-15 2-280 0,4 2-668 16,-9 3 296-16</inkml:trace>
        </inkml:traceGroup>
      </inkml:traceGroup>
    </inkml:traceGroup>
  </inkml:traceGroup>
</inkml:ink>
</file>

<file path=ppt/ink/ink21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31T04:19:58.560"/>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D501736B-2DA0-48C0-8E1E-B5324F63F9D6}" emma:medium="tactile" emma:mode="ink">
          <msink:context xmlns:msink="http://schemas.microsoft.com/ink/2010/main" type="inkDrawing" rotatedBoundingBox="3784,733 4270,5236 3116,5360 2630,858" semanticType="verticalRange" shapeName="Other">
            <msink:sourceLink direction="with" ref="{05803598-FD27-4AA4-A435-30DDD4D16101}"/>
            <msink:sourceLink direction="with" ref="{B43B468F-DDC7-46BA-B475-2E627DA87F7C}"/>
            <msink:sourceLink direction="with" ref="{470514EA-3165-47C9-AC21-D4E2AA57AF06}"/>
          </msink:context>
        </emma:interpretation>
      </emma:emma>
    </inkml:annotationXML>
    <inkml:trace contextRef="#ctx0" brushRef="#br0">1734-833 50 0,'-6'-38'357'16,"4"0"-13"-16,2 5-8 0,2-7 8 0,-2 9 13 15,0 4 9-15,0 4 3 0,-2 2 1 0,-2-6 0 0,2 11-7 16,0 1-8-16,-2 4-12 0,4 11-19 0,-4-15-28 16,4 15-32-16,-3-15-19 0,3 15-25 15,0 0-23-15,0 0-6 0,0 0 6 0,0 0 1 16,-8 41-1-16,8-12-4 0,-1 16-3 0,-1-3-4 0,2 12-3 15,5 23 0-15,0 2-4 0,-4 2-4 0,6 2-20 16,-1 2-61-16,0 1-94 0,2 2 0 0,7 40 0 16,-9-36 0-16,7 41 0 0,-5-40 0 0,8 42 0 15,-8-6 0-15,-3-1 0 0,0-36 0 0,-2 44 0 16,3-43 0-16,2 41 0 0,-3-43 0 0,3 39 0 0,-1-1 0 16,-7-39 0-16,3 0 0 0,3 3 0 0,-1 0 0 15,-3-1 0-15,3-4 0 0,-4-3 0 16,1 0 0-16,1-3 0 0,0-2 0 0,-1-1 0 0,-2-3 0 15,5-1 0-15,-5-3 0 0,1-20 0 0,-1 3 0 16,0 1 0-16,-1-2 0 0,1 1 0 0,1-1 0 16,2 0 0-16,1-6 0 0,-3 1 0 0,4-5 0 0,0 0 0 15,0-4 0-15,6-11 0 0,-9-3 0 0,6 3 0 16,-2-5 0-16,0-6 0 0,-1-4 0 0,2 1 0 16,-3-3 0-16,1 4 0 0,-3-9 0 15,-2-7 0-15,8 15 0 0,-5-4 0 0,-3-11 0 16,2 8 0-16,-2-8 0 0,0 0 0 0,6 14 0 15,-6-14 0-15,0 0 0 0,7 8 0 0,-7-8 0 16,0 0 0-16,0 0 0 0,0 0 0 0,0 0 0 16,0 0 0-16,1 11 0 0,-1-11 0 0,0 0 0 15,0 0 0-15,0 0 0 0,0 0 0 0,0 0 0 0,0 0 0 16,0 0 0-16,0 0 0 0,0 0 0 0,0 0 0 16,0 0 0-16,0 0 0 0,0 0 0 0,0 0 0 0,26 4 0 15,-26-4 0-15,29 0 0 0,-5 3 0 0,11-2 0 16,8-2 0-16,12-2 0 0,3-1 0 0,20-1 0 15,2 2 0-15,6 0 0 0,0-5-281 16,-1 0-212-16,0 1-40 0,2-7-48 0,-2 5-470 16,-6-8-1138-16,1-2 503 0</inkml:trace>
  </inkml:traceGroup>
</inkml:ink>
</file>

<file path=ppt/ink/ink21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31T04:20:54.915"/>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DF8F6AF1-BE89-4E70-9F8F-4802BAF2EB42}" emma:medium="tactile" emma:mode="ink">
          <msink:context xmlns:msink="http://schemas.microsoft.com/ink/2010/main" type="writingRegion" rotatedBoundingBox="1284,7634 2087,7634 2087,8133 1284,8133"/>
        </emma:interpretation>
      </emma:emma>
    </inkml:annotationXML>
    <inkml:traceGroup>
      <inkml:annotationXML>
        <emma:emma xmlns:emma="http://www.w3.org/2003/04/emma" version="1.0">
          <emma:interpretation id="{3D2DDDA1-D412-4E15-9D7C-E79FA2F6F6E1}" emma:medium="tactile" emma:mode="ink">
            <msink:context xmlns:msink="http://schemas.microsoft.com/ink/2010/main" type="paragraph" rotatedBoundingBox="1284,7634 2087,7634 2087,8133 1284,8133" alignmentLevel="1"/>
          </emma:interpretation>
        </emma:emma>
      </inkml:annotationXML>
      <inkml:traceGroup>
        <inkml:annotationXML>
          <emma:emma xmlns:emma="http://www.w3.org/2003/04/emma" version="1.0">
            <emma:interpretation id="{AFCED997-8FFA-413F-AE8E-53C85705D4C5}" emma:medium="tactile" emma:mode="ink">
              <msink:context xmlns:msink="http://schemas.microsoft.com/ink/2010/main" type="line" rotatedBoundingBox="1284,7634 2087,7634 2087,8133 1284,8133"/>
            </emma:interpretation>
          </emma:emma>
        </inkml:annotationXML>
        <inkml:traceGroup>
          <inkml:annotationXML>
            <emma:emma xmlns:emma="http://www.w3.org/2003/04/emma" version="1.0">
              <emma:interpretation id="{95576E43-0C6B-4ED2-8B76-ECFDC76CCF70}" emma:medium="tactile" emma:mode="ink">
                <msink:context xmlns:msink="http://schemas.microsoft.com/ink/2010/main" type="inkWord" rotatedBoundingBox="1284,7634 2087,7634 2087,8133 1284,8133"/>
              </emma:interpretation>
              <emma:one-of disjunction-type="recognition" id="oneOf0">
                <emma:interpretation id="interp0" emma:lang="" emma:confidence="0.5">
                  <emma:literal>=</emma:literal>
                </emma:interpretation>
                <emma:interpretation id="interp1" emma:lang="" emma:confidence="0">
                  <emma:literal>-</emma:literal>
                </emma:interpretation>
                <emma:interpretation id="interp2" emma:lang="" emma:confidence="0">
                  <emma:literal>_</emma:literal>
                </emma:interpretation>
                <emma:interpretation id="interp3" emma:lang="" emma:confidence="0">
                  <emma:literal>.</emma:literal>
                </emma:interpretation>
                <emma:interpretation id="interp4" emma:lang="" emma:confidence="0">
                  <emma:literal>E</emma:literal>
                </emma:interpretation>
              </emma:one-of>
            </emma:emma>
          </inkml:annotationXML>
          <inkml:trace contextRef="#ctx0" brushRef="#br0">107 42 249 0,'-27'19'305'0,"8"-1"-12"0,1-6-21 0,3 2-22 15,6-1-20-15,-2-3-2 0,4 0 27 0,7-10 6 16,-1 17 4-16,1-17 1 0,0 0-1 0,20 11-16 16,0-12-29-16,9 2-17 0,14-2-20 15,3-7-16-15,7-1-18 0,5-2-17 0,0-4-15 0,-2-2-20 16,0 3-29-16,-3 0-50 0,2 1-64 0,-6-1-71 15,-2 2-82-15,-5 1-90 0,1 1-394 0,-11 1-737 0,11 1 326 16</inkml:trace>
          <inkml:trace contextRef="#ctx0" brushRef="#br0" timeOffset="-175.4694">104-304 238 0,'0'0'435'0,"-10"8"-50"0,10-8-24 16,0 0-34-16,0 0-1 0,0 0 11 0,0 0-15 0,0 0-1 15,0 0-26-15,26 12-30 0,-26-12-24 0,43-4-23 16,-15 1-21-16,2-2-22 0,12 0-19 0,-7 3-16 16,0-2-12-16,7-3-18 0,-7 3-24 0,9 2-40 15,-14-1-45-15,-1 1-48 0,5-2-56 16,-13 3-58-16,-1 1-59 0,-20 0-54 0,32-3-74 0,-32 3-312 16,0 0-714-16,13 6 315 0</inkml:trace>
        </inkml:traceGroup>
      </inkml:traceGroup>
    </inkml:traceGroup>
  </inkml:traceGroup>
</inkml:ink>
</file>

<file path=ppt/ink/ink21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31T04:20:55.573"/>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F03CA311-4A38-4556-A0A0-4EAD949E8B3B}" emma:medium="tactile" emma:mode="ink">
          <msink:context xmlns:msink="http://schemas.microsoft.com/ink/2010/main" type="inkDrawing" rotatedBoundingBox="3541,7016 3834,11463 2661,11540 2368,7093" semanticType="verticalRange" shapeName="Other">
            <msink:sourceLink direction="with" ref="{1B7BE8BB-6990-45D0-8915-AEF11CF882DC}"/>
            <msink:sourceLink direction="with" ref="{45F6FDBB-B3D2-4757-9CD1-89C994E60D87}"/>
            <msink:sourceLink direction="with" ref="{FF48AF98-C618-49A8-88EE-EFAE3E98C76D}"/>
          </msink:context>
        </emma:interpretation>
      </emma:emma>
    </inkml:annotationXML>
    <inkml:trace contextRef="#ctx0" brushRef="#br0">147 216 339 0,'-6'-41'431'0,"4"13"0"0,2 0-18 0,0 1 0 16,0 10 11-16,-3-2 8 0,6 2 7 0,-3 6-8 0,0 11-32 15,0-19-32-15,0 19-36 0,2-11-30 0,-2 11-33 16,0 0-17-16,0 0-6 0,0 0 13 0,0 41 7 16,-2-4-8-16,-3 8-19 0,5 9-10 0,-6 19-12 15,6 1-14-15,-8 8-10 0,2 2 1 0,-2 8-5 0,1-2-149 16,-14 40-39-16,13-5 0 0,0-34 0 0,0 35 0 16,-9 2 0-16,15 0 0 15,-6-35 0-15,-2 40 0 0,1 4 0 0,7-4 0 0,-4 2 0 16,9-3 0-16,-6 2 0 0,3 0 0 0,3-2 0 15,0 0 0-15,-4-40 0 0,4 38 0 0,2-37 0 0,-1-8 0 16,-7 44 0-16,10-42 0 0,-1-5 0 0,-6 3 0 16,13-5 0-16,-5-1 0 0,0-5 0 0,-7-16 0 15,6-5 0-15,-2 0 0 0,1 3 0 0,-3-6 0 16,4-3 0-16,-6-1 0 0,4-5 0 0,-3-3 0 16,4 1 0-16,-1-12 0 0,-5-3 0 0,2 2 0 0,-2-5 0 15,1-9 0-15,2 5 0 0,1-8 0 0,-4 2 0 16,0-11 0-16,4 19 0 0,-4-19 0 0,2 15 0 15,-2-15 0-15,0 11 0 0,0-11 0 0,0 0 0 16,0 0 0-16,5 12 0 0,-5-12 0 0,0 0 0 0,0 0 0 16,0 0 0-16,0 0 0 0,3 10 0 0,-3-10 0 15,0 0 0-15,0 0 0 16,0 0 0-16,0 0 0 0,0 0 0 0,0 0 0 16,0 0 0-16,0 0 0 0,0 0 0 0,0 0 0 15,21 5 0-15,-21-5 0 0,27 3 0 0,-8 1 0 0,7-1 0 16,9-1 0-16,12 1 0 0,4 1 0 0,2-4 0 15,8-4 0-15,-3 8 0 0,22-4 0 0,-19-4 0 0,21 4 0 16,0-8-276-16,-23 3-186 0,4-1-39 0,17-1-34 16,-1-9-60-16,-25-2-376 0,-3-1-1051 0,-7-3 465 15</inkml:trace>
  </inkml:traceGroup>
</inkml:ink>
</file>

<file path=ppt/ink/ink21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31T04:21:01.672"/>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6CC14C1D-2234-4B43-BFF2-2536AD0CD194}" emma:medium="tactile" emma:mode="ink">
          <msink:context xmlns:msink="http://schemas.microsoft.com/ink/2010/main" type="inkDrawing" rotatedBoundingBox="10659,7136 11172,11953 9064,12178 8550,7360" semanticType="verticalRange" shapeName="Other">
            <msink:sourceLink direction="with" ref="{1B7BE8BB-6990-45D0-8915-AEF11CF882DC}"/>
            <msink:sourceLink direction="with" ref="{6177BDFE-2EA6-41D6-A193-6E4A087400A3}"/>
          </msink:context>
        </emma:interpretation>
      </emma:emma>
    </inkml:annotationXML>
    <inkml:trace contextRef="#ctx0" brushRef="#br0">485 263 216 0,'-18'-6'386'0,"18"6"-18"15,-25-6-26-15,25 6-30 0,-21-2 2 0,21 2 17 16,0 0 13-16,-15-7 1 0,15 7-14 0,0 0-15 16,0 0-22-16,36-16-15 0,-8 9-23 15,16-6-18-15,4 4-23 0,3-4-17 0,5 0-21 0,2-3-14 16,2 6-16-16,1-6-13 0,12-2-14 0,-18 6-14 15,-2 0-10-15,3 3-11 0,-6-7-7 0,1 6-10 0,4-2-5 16,-12 5-8-16,-1-2-1 0,-12 1-3 16,-3 1-3-16,-6 7-5 0,0-4-6 0,-5 3-3 15,-16 1-5-15,27-3-1 0,-27 3-1 0,23 6 2 16,-10 3 5-16,1 6 3 0,1 6 3 0,-1 15 8 0,2 5 19 16,2 8-22-16,-9 5 19 15,7 27-2-15,2-2 4 0,-2 10-2 0,0 0 9 0,2 36 18 16,-1 3 4-16,-2-35 14 0,7 47 9 0,-9-1 4 0,8 0 20 15,1 3 9-15,-1-3-145 0,-3 1-6 0,0 1 0 0,1 2 0 16,-1 0 0-16,2 2 0 0,0-5 0 0,-3 5 0 16,-4-8 0-16,2-11 0 0,-3 3 0 0,-4 8 0 15,-1-45 0-15,7 39 0 16,-6-40 0-16,0 40 0 0,2-44 0 0,-7 4 0 16,5 39 0-16,-3-51 0 0,-3-1 0 0,4 2 0 0,-6-5 0 15,2-4 0-15,-2-19 0 0,0 19 0 0,-2-19 0 16,2-5 0-16,-2-1 0 0,-2-7 0 0,4 2 0 0,0-14 0 15,0-1 0-15,-2-2 0 0,2-5 0 0,-2-3 0 16,-1-2 0-16,3-14 0 0,0 17 0 0,0-17 0 16,0 16 0-16,0-16 0 0,0 12 0 0,0-12 0 15,0 0 0-15,0 10 0 0,0-10 0 0,0 0 0 0,0 0 0 16,-14 7 0-16,14-7 0 0,-32-2 0 0,-10-4 0 16,-8 0 0-16,-30 2 0 15,-10-4 0-15,-11-2 0 0,-53-7 0 0,2 7 0 0,2 0 0 16,6-7 0-16,1 3 0 0,2-5 0 0,0 2 0 15,54-5 0-15,-6 1 0 0,0-3-473 0,2-1-273 0,-1-4-416 16,12-13-1260-16,9 0 558 0</inkml:trace>
  </inkml:traceGroup>
</inkml:ink>
</file>

<file path=ppt/ink/ink21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31T04:20:58.229"/>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6177BDFE-2EA6-41D6-A193-6E4A087400A3}" emma:medium="tactile" emma:mode="ink">
          <msink:context xmlns:msink="http://schemas.microsoft.com/ink/2010/main" type="writingRegion" rotatedBoundingBox="3449,8813 8919,8592 9029,11311 3558,11532">
            <msink:destinationLink direction="with" ref="{6CC14C1D-2234-4B43-BFF2-2536AD0CD194}"/>
          </msink:context>
        </emma:interpretation>
      </emma:emma>
    </inkml:annotationXML>
    <inkml:traceGroup>
      <inkml:annotationXML>
        <emma:emma xmlns:emma="http://www.w3.org/2003/04/emma" version="1.0">
          <emma:interpretation id="{88A96EBC-8FA3-46B0-85C9-DA81262BC54E}" emma:medium="tactile" emma:mode="ink">
            <msink:context xmlns:msink="http://schemas.microsoft.com/ink/2010/main" type="paragraph" rotatedBoundingBox="3472,9060 8693,8578 8788,9610 3568,10092" alignmentLevel="1"/>
          </emma:interpretation>
        </emma:emma>
      </inkml:annotationXML>
      <inkml:traceGroup>
        <inkml:annotationXML>
          <emma:emma xmlns:emma="http://www.w3.org/2003/04/emma" version="1.0">
            <emma:interpretation id="{45F6FDBB-B3D2-4757-9CD1-89C994E60D87}" emma:medium="tactile" emma:mode="ink">
              <msink:context xmlns:msink="http://schemas.microsoft.com/ink/2010/main" type="line" rotatedBoundingBox="3472,9060 8693,8578 8788,9610 3568,10092">
                <msink:destinationLink direction="with" ref="{F03CA311-4A38-4556-A0A0-4EAD949E8B3B}"/>
              </msink:context>
            </emma:interpretation>
          </emma:emma>
        </inkml:annotationXML>
        <inkml:traceGroup>
          <inkml:annotationXML>
            <emma:emma xmlns:emma="http://www.w3.org/2003/04/emma" version="1.0">
              <emma:interpretation id="{C12CF1F5-426D-4AB9-A364-D3656F036EFE}" emma:medium="tactile" emma:mode="ink">
                <msink:context xmlns:msink="http://schemas.microsoft.com/ink/2010/main" type="inkWord" rotatedBoundingBox="3480,9138 4272,9065 4339,9790 3547,9864"/>
              </emma:interpretation>
              <emma:one-of disjunction-type="recognition" id="oneOf0">
                <emma:interpretation id="interp0" emma:lang="" emma:confidence="0.5">
                  <emma:literal>o</emma:literal>
                </emma:interpretation>
                <emma:interpretation id="interp1" emma:lang="" emma:confidence="0">
                  <emma:literal>0</emma:literal>
                </emma:interpretation>
                <emma:interpretation id="interp2" emma:lang="" emma:confidence="0">
                  <emma:literal>°</emma:literal>
                </emma:interpretation>
                <emma:interpretation id="interp3" emma:lang="" emma:confidence="0">
                  <emma:literal>O</emma:literal>
                </emma:interpretation>
                <emma:interpretation id="interp4" emma:lang="" emma:confidence="0">
                  <emma:literal>,</emma:literal>
                </emma:interpretation>
              </emma:one-of>
            </emma:emma>
          </inkml:annotationXML>
          <inkml:trace contextRef="#ctx0" brushRef="#br0">2355 7269 56 0,'0'0'385'0,"0"0"-15"0,0 0-15 0,0 0 2 15,0 0-7-15,-6 40 21 0,3-25 5 0,-2 2-11 16,3-1-7-16,-3 1-13 0,5 2-22 0,0-2-16 16,0 6-19-16,0-8-14 0,5 8-17 15,2-2-16-15,2 4-11 0,-2-5-11 0,7 4-21 0,1-3-9 16,-1 4-9-16,2 0-5 0,5-2-13 0,0 0-4 15,6-2-18-15,-4-2-2 0,5-4-9 16,0 1-7-16,1 0-1 0,-1-3-4 0,6-1-6 0,-3-3-6 16,-1-4-5-16,4 0-7 0,-4-5-4 15,2 0-52-15,-3-5-37 0,2 0 0 0,-4-4 0 0,0-6 0 0,4 3 0 16,-6-4 0-16,0-5 0 0,-3 2 0 0,0-3 0 0,-2-2 0 16,-4-2 0-16,5-8 0 15,-9-5 0-15,-5-2 0 0,-6 0 0 0,-2-4 0 16,-10-2 0-16,-4 2 0 0,-1-4 0 0,-5 1 0 15,-1 10 0-15,-5 0 0 0,-2 9 0 0,1 9 0 16,-1 4-6-16,-1 6-143 0,-4-1-12 0,-9 4-19 0,13 9-17 16,-4 3-26-16,5 2-24 0,6 5-24 0,1 3-34 15,0 3-39-15,7 8-51 0,4-3-84 0,3 6-394 16,8 0-945-16,0 0 418 0</inkml:trace>
        </inkml:traceGroup>
        <inkml:traceGroup>
          <inkml:annotationXML>
            <emma:emma xmlns:emma="http://www.w3.org/2003/04/emma" version="1.0">
              <emma:interpretation id="{68C65E85-E0D5-44FD-A222-194D96F2F5D0}" emma:medium="tactile" emma:mode="ink">
                <msink:context xmlns:msink="http://schemas.microsoft.com/ink/2010/main" type="inkWord" rotatedBoundingBox="6210,9071 6296,9063 6367,9833 6281,9841"/>
              </emma:interpretation>
              <emma:one-of disjunction-type="recognition" id="oneOf1">
                <emma:interpretation id="interp5" emma:lang="" emma:confidence="0.5">
                  <emma:literal>.</emma:literal>
                </emma:interpretation>
                <emma:interpretation id="interp6" emma:lang="" emma:confidence="0">
                  <emma:literal>l</emma:literal>
                </emma:interpretation>
                <emma:interpretation id="interp7" emma:lang="" emma:confidence="0">
                  <emma:literal>,</emma:literal>
                </emma:interpretation>
                <emma:interpretation id="interp8" emma:lang="" emma:confidence="0">
                  <emma:literal>1</emma:literal>
                </emma:interpretation>
                <emma:interpretation id="interp9" emma:lang="" emma:confidence="0">
                  <emma:literal>|</emma:literal>
                </emma:interpretation>
              </emma:one-of>
            </emma:emma>
          </inkml:annotationXML>
          <inkml:trace contextRef="#ctx0" brushRef="#br0" timeOffset="395.0066">5112 7099 394 0,'4'-7'487'0,"-4"7"-3"0,7-13-11 0,-7 13-16 16,0 0-16-16,-5-14 9 0,5 14 5 15,0 0 7-15,-2-15-11 0,2 15-27 0,0 0-27 16,0 0-25-16,0 0-16 0,0 0-10 0,0 0-21 0,0 0-18 15,0 0-6-15,0 0-25 0,0 0-23 0,0 0-22 16,0 0-182-16,-12 34-49 0,10-15 0 0,2 9 0 16,-2-1 0-16,-2 11 0 0,4 4 0 0,-2 4 0 15,2-2 0-15,2 2 0 0,-2-2 0 0,-4 1 0 16,4 3 0-16,0-3 0 0,0 1 0 0,2-2 0 16,-2 2-553-16,3-5-156 0,4-1-447 0,-4-12-1250 15,2-2 553-15</inkml:trace>
        </inkml:traceGroup>
        <inkml:traceGroup>
          <inkml:annotationXML>
            <emma:emma xmlns:emma="http://www.w3.org/2003/04/emma" version="1.0">
              <emma:interpretation id="{825181D9-F2A7-4822-B5FA-9EAF6571E3DF}" emma:medium="tactile" emma:mode="ink">
                <msink:context xmlns:msink="http://schemas.microsoft.com/ink/2010/main" type="inkWord" rotatedBoundingBox="7911,8650 8693,8578 8769,9399 7987,9472"/>
              </emma:interpretation>
              <emma:one-of disjunction-type="recognition" id="oneOf2">
                <emma:interpretation id="interp10" emma:lang="" emma:confidence="0.5">
                  <emma:literal>,</emma:literal>
                </emma:interpretation>
                <emma:interpretation id="interp11" emma:lang="" emma:confidence="0">
                  <emma:literal>o</emma:literal>
                </emma:interpretation>
                <emma:interpretation id="interp12" emma:lang="" emma:confidence="0">
                  <emma:literal>°</emma:literal>
                </emma:interpretation>
                <emma:interpretation id="interp13" emma:lang="" emma:confidence="0">
                  <emma:literal>.</emma:literal>
                </emma:interpretation>
                <emma:interpretation id="interp14" emma:lang="" emma:confidence="0">
                  <emma:literal>D</emma:literal>
                </emma:interpretation>
              </emma:one-of>
            </emma:emma>
          </inkml:annotationXML>
          <inkml:trace contextRef="#ctx0" brushRef="#br0" timeOffset="937.0158">6973 6927 478 0,'19'-11'509'0,"-19"11"4"15,13-8-1-15,-13 8-10 0,0 0-2 0,11-5 1 0,-11 5-10 16,0 0-26-16,0 0-39 0,0 0-33 0,0 0-32 15,0 0-29-15,14-4-22 0,-14 4-22 0,0 0-10 16,0 0-8-16,0 0-15 0,7 28-21 0,-7-18-20 16,1 8-19-16,4-1-31 0,-3-2-164 0,4 4 0 0,-2 6 0 15,-1 1 0-15,3 1 0 0,1-1 0 0,2 1 0 16,-1 3 0-16,3-6 0 0,2 4 0 16,-3-11 0-16,1 7 0 0,5-3 0 0,0 1 0 0,-1-1 0 15,4 2 0-15,2-8 0 0,-5-1 0 0,-2-6 0 0,5 3 0 16,-2-4 0-16,3-2 0 0,-4-3 0 15,5-2 0-15,-21 0 0 0,36-6 0 0,-14-1 0 0,1-6 0 16,1-1 0-16,-4-4 0 0,0-4 0 0,-3 2 0 16,-2-10 0-16,-1-8 0 0,1-2 0 0,-7-3 0 15,0-4 0-15,-10-3 0 0,-6 0 0 0,-3-6 0 16,-5 5 0-16,-10 1 0 0,4 6 0 0,-7 2 0 0,-3 5 0 16,-4 5 0-16,-4 4 0 0,2 6 0 15,-9 4 0-15,2 2 0 0,-4 8 0 0,-3 7 0 16,3 1-184-16,-6 8-283 0,-1 4-72 0,4 3-84 0,3 4-440 15,-4 3-1153-15,-3 1 510 0</inkml:trace>
        </inkml:traceGroup>
      </inkml:traceGroup>
    </inkml:traceGroup>
    <inkml:traceGroup>
      <inkml:annotationXML>
        <emma:emma xmlns:emma="http://www.w3.org/2003/04/emma" version="1.0">
          <emma:interpretation id="{1C92FBE8-9F6A-4D02-B33B-D5608F20B94A}" emma:medium="tactile" emma:mode="ink">
            <msink:context xmlns:msink="http://schemas.microsoft.com/ink/2010/main" type="paragraph" rotatedBoundingBox="3522,10634 8992,10413 9029,11311 3558,11532" alignmentLevel="1"/>
          </emma:interpretation>
        </emma:emma>
      </inkml:annotationXML>
      <inkml:traceGroup>
        <inkml:annotationXML>
          <emma:emma xmlns:emma="http://www.w3.org/2003/04/emma" version="1.0">
            <emma:interpretation id="{FF48AF98-C618-49A8-88EE-EFAE3E98C76D}" emma:medium="tactile" emma:mode="ink">
              <msink:context xmlns:msink="http://schemas.microsoft.com/ink/2010/main" type="line" rotatedBoundingBox="3522,10634 8992,10413 9029,11311 3558,11532">
                <msink:destinationLink direction="with" ref="{F03CA311-4A38-4556-A0A0-4EAD949E8B3B}"/>
              </msink:context>
            </emma:interpretation>
          </emma:emma>
        </inkml:annotationXML>
        <inkml:traceGroup>
          <inkml:annotationXML>
            <emma:emma xmlns:emma="http://www.w3.org/2003/04/emma" version="1.0">
              <emma:interpretation id="{0DB05D69-B688-40F0-A377-D10A62BE1945}" emma:medium="tactile" emma:mode="ink">
                <msink:context xmlns:msink="http://schemas.microsoft.com/ink/2010/main" type="inkWord" rotatedBoundingBox="3526,10723 4359,10689 4386,11366 3553,11399"/>
              </emma:interpretation>
              <emma:one-of disjunction-type="recognition" id="oneOf3">
                <emma:interpretation id="interp15" emma:lang="" emma:confidence="1">
                  <emma:literal/>
                </emma:interpretation>
              </emma:one-of>
            </emma:emma>
          </inkml:annotationXML>
          <inkml:trace contextRef="#ctx0" brushRef="#br0" timeOffset="1703.0364">2360 8953 374 0,'2'-12'423'16,"-1"2"1"-16,-1 10-6 0,7-19 0 0,-7 19-5 15,1-12-10-15,-1 12-22 0,5-13-30 0,-5 13-28 0,0 0-30 16,0 0-29-16,0 0-29 0,0 0-17 0,0 0-15 16,0 0-9-16,0 0-14 0,0 0-16 15,0 0-12-15,10 44-8 0,-4-25-18 0,1 7-8 0,5 0-6 16,1-1-10-16,10 10-8 0,7-5-10 0,-4 2-10 16,-5-8 6-16,11 11-12 0,-5-7-5 0,7-1-7 15,-10-8-8-15,10 7-2 0,-4-9 1 0,-1 1-2 16,0-7-5-16,8 7 5 0,-10-13-3 0,0 1 2 0,2 0 7 15,5-6-8-15,-12-5-4 0,7 1 9 0,2-7 5 16,-2-4-13-16,-1 2-6 0,-2-8 1 0,3-6 1 16,-2-6 5-16,-4 0-10 0,-10-9-2 0,-2 8-5 15,0-7-3-15,-9-1-5 0,-6-6 0 0,-5 6-4 16,-1-3-6-16,-6 7 2 0,-3 1-2 0,3 11-4 0,-5 3-2 16,-6-11-26-16,-1 16 7 0,3-1-9 15,-17 5-2-15,0 6-15 0,-1 4-10 0,1 8-10 16,-1 3-13-16,9 1-19 0,-4 6-19 0,6 0-28 0,6 3-38 15,-9 9-45-15,9-11-38 0,5 6-50 0,4 2-56 16,4 4-69-16,0-1-460 0,13 0-974 0,8-2 430 16</inkml:trace>
        </inkml:traceGroup>
        <inkml:traceGroup>
          <inkml:annotationXML>
            <emma:emma xmlns:emma="http://www.w3.org/2003/04/emma" version="1.0">
              <emma:interpretation id="{6DF38528-469D-4BAA-B2E5-F10731312279}" emma:medium="tactile" emma:mode="ink">
                <msink:context xmlns:msink="http://schemas.microsoft.com/ink/2010/main" type="inkWord" rotatedBoundingBox="6394,10523 7211,10490 7242,11256 6425,11289"/>
              </emma:interpretation>
              <emma:one-of disjunction-type="recognition" id="oneOf4">
                <emma:interpretation id="interp16" emma:lang="" emma:confidence="0.5">
                  <emma:literal>o</emma:literal>
                </emma:interpretation>
                <emma:interpretation id="interp17" emma:lang="" emma:confidence="0">
                  <emma:literal>O</emma:literal>
                </emma:interpretation>
                <emma:interpretation id="interp18" emma:lang="" emma:confidence="0">
                  <emma:literal>0</emma:literal>
                </emma:interpretation>
                <emma:interpretation id="interp19" emma:lang="" emma:confidence="0">
                  <emma:literal>°</emma:literal>
                </emma:interpretation>
                <emma:interpretation id="interp20" emma:lang="" emma:confidence="0">
                  <emma:literal>,</emma:literal>
                </emma:interpretation>
              </emma:one-of>
            </emma:emma>
          </inkml:annotationXML>
          <inkml:trace contextRef="#ctx0" brushRef="#br0" timeOffset="2160.9978">5251 8631 100 0,'0'0'504'0,"0"0"-31"0,0 0-57 15,8 23-35-15,-8-23-42 0,0 0-22 0,-6 19-6 16,6-19 12-16,-8 21-18 0,3-7-30 0,3 2-25 0,1 1-25 0,-4 2-21 15,5 8-15-15,0-1-7 16,0-2-9-16,3 4-13 0,-3 1-11 0,3 2-2 0,4-3-12 16,2 2-12-16,-2-3-7 0,14 8-1 0,-7-8 7 15,-1-3-13-15,1-1-4 0,7 3 10 0,0-5-8 0,2 3 2 16,2-5-12-16,1-4 4 0,3-3 3 0,4-3-2 16,1 1-1-16,-3-8 17 0,2 2-20 0,7-8-2 15,2-3 7-15,0-5 0 0,-12 2-5 0,10-8-11 16,-3-7-2-16,-1 0-6 0,-3-4 0 0,-2 3-6 0,-4-7 0 15,-3-1-58-15,-3-2-15 16,-2-1 0-16,-9 7 0 0,1-7 0 0,-4-5 0 16,-7 1 0-16,-5 3 0 0,-8-7 0 0,-3 0 0 15,-10 7 0-15,-4 2 0 0,-6 6 0 0,0-1 0 16,-8 4 0-16,-2 8 0 0,1 8 0 0,-5 6-68 0,2 9-96 16,3 2-38-16,3 3-46 0,1 2-42 0,4 4-51 15,1 8-50-15,11-10-71 0,7 10-125 0,-3-1-320 16,13-4-982-16,0-3 435 0</inkml:trace>
        </inkml:traceGroup>
        <inkml:traceGroup>
          <inkml:annotationXML>
            <emma:emma xmlns:emma="http://www.w3.org/2003/04/emma" version="1.0">
              <emma:interpretation id="{C4309910-C478-4517-8DFA-2DF6B7971CA9}" emma:medium="tactile" emma:mode="ink">
                <msink:context xmlns:msink="http://schemas.microsoft.com/ink/2010/main" type="inkWord" rotatedBoundingBox="8922,10416 8992,10413 9029,11311 8958,11314"/>
              </emma:interpretation>
              <emma:one-of disjunction-type="recognition" id="oneOf5">
                <emma:interpretation id="interp21" emma:lang="" emma:confidence="0.5">
                  <emma:literal>,</emma:literal>
                </emma:interpretation>
                <emma:interpretation id="interp22" emma:lang="" emma:confidence="0">
                  <emma:literal>.</emma:literal>
                </emma:interpretation>
                <emma:interpretation id="interp23" emma:lang="" emma:confidence="0">
                  <emma:literal>l</emma:literal>
                </emma:interpretation>
                <emma:interpretation id="interp24" emma:lang="" emma:confidence="0">
                  <emma:literal>'</emma:literal>
                </emma:interpretation>
                <emma:interpretation id="interp25" emma:lang="" emma:confidence="0">
                  <emma:literal>|</emma:literal>
                </emma:interpretation>
              </emma:one-of>
            </emma:emma>
          </inkml:annotationXML>
          <inkml:trace contextRef="#ctx0" brushRef="#br0" timeOffset="2516.9942">7762 8404 184 0,'0'0'511'0,"16"-3"-7"0,-16 3-18 0,0 0-24 16,0 0-17-16,0 0 1 0,0 0 1 0,15 16 10 16,-15-16-24-16,6 18-41 0,-3-3-25 0,-3 3-25 15,5 7-27-15,1-2-18 0,-1 6-22 16,-2 11-24-16,2 2-30 0,-8-1-20 0,8 1-18 15,-5 2-19-15,0 1-13 0,0 0-21 0,-2 0-13 0,2 0-14 16,0 0-18-16,-3-5-49 0,0 3-56 0,1-7-68 16,-1 4-90-16,-3-12-88 0,2-1-87 0,-4 4-91 0,4-12-111 15,2 3-463-15,-3-3-1101 0,2-3 488 0</inkml:trace>
        </inkml:traceGroup>
      </inkml:traceGroup>
    </inkml:traceGroup>
  </inkml:traceGroup>
</inkml:ink>
</file>

<file path=ppt/ink/ink22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31T04:21:56.310"/>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0C3BA095-B90E-4EC4-84BE-11605A451E05}" emma:medium="tactile" emma:mode="ink">
          <msink:context xmlns:msink="http://schemas.microsoft.com/ink/2010/main" type="writingRegion" rotatedBoundingBox="528,994 2930,1094 2884,2206 481,2105"/>
        </emma:interpretation>
      </emma:emma>
    </inkml:annotationXML>
    <inkml:traceGroup>
      <inkml:annotationXML>
        <emma:emma xmlns:emma="http://www.w3.org/2003/04/emma" version="1.0">
          <emma:interpretation id="{9F1477FF-43F7-47E4-860B-2F64CE2A0A11}" emma:medium="tactile" emma:mode="ink">
            <msink:context xmlns:msink="http://schemas.microsoft.com/ink/2010/main" type="paragraph" rotatedBoundingBox="528,994 2930,1094 2884,2206 481,2105" alignmentLevel="1"/>
          </emma:interpretation>
        </emma:emma>
      </inkml:annotationXML>
      <inkml:traceGroup>
        <inkml:annotationXML>
          <emma:emma xmlns:emma="http://www.w3.org/2003/04/emma" version="1.0">
            <emma:interpretation id="{44081DA8-184A-431F-A2DB-6F9BE880998B}" emma:medium="tactile" emma:mode="ink">
              <msink:context xmlns:msink="http://schemas.microsoft.com/ink/2010/main" type="line" rotatedBoundingBox="528,994 2930,1094 2884,2206 481,2105"/>
            </emma:interpretation>
          </emma:emma>
        </inkml:annotationXML>
        <inkml:traceGroup>
          <inkml:annotationXML>
            <emma:emma xmlns:emma="http://www.w3.org/2003/04/emma" version="1.0">
              <emma:interpretation id="{EE81E1B5-4237-4DE4-8B72-15E29AB0ADDB}" emma:medium="tactile" emma:mode="ink">
                <msink:context xmlns:msink="http://schemas.microsoft.com/ink/2010/main" type="inkWord" rotatedBoundingBox="528,994 2930,1094 2884,2206 481,2105"/>
              </emma:interpretation>
              <emma:one-of disjunction-type="recognition" id="oneOf0">
                <emma:interpretation id="interp0" emma:lang="" emma:confidence="0.5">
                  <emma:literal>Ae</emma:literal>
                </emma:interpretation>
                <emma:interpretation id="interp1" emma:lang="" emma:confidence="0.5">
                  <emma:literal>A =</emma:literal>
                </emma:interpretation>
                <emma:interpretation id="interp2" emma:lang="" emma:confidence="0">
                  <emma:literal>A.</emma:literal>
                </emma:interpretation>
                <emma:interpretation id="interp3" emma:lang="" emma:confidence="0">
                  <emma:literal>Ae:</emma:literal>
                </emma:interpretation>
                <emma:interpretation id="interp4" emma:lang="" emma:confidence="0">
                  <emma:literal>An:</emma:literal>
                </emma:interpretation>
              </emma:one-of>
            </emma:emma>
          </inkml:annotationXML>
          <inkml:trace contextRef="#ctx0" brushRef="#br0">102 285 2 0,'-29'4'525'0,"2"3"-36"16,8-1-44-16,3 0-42 0,16-6-18 0,-21 1-1 15,21-1 0-15,-10 6-10 0,10-6 2 0,0 0-12 16,0 0-21-16,0 0-31 0,0 0-21 0,95-11-24 16,-52 4-25-16,7-1-20 0,1 2-22 0,6-2-18 15,7-4-26-15,-8-2-20 0,3 3-32 0,23-5-44 0,-24 6-45 16,-2-5-44-16,-3-1-38 0,3 1-50 0,-1 4-48 15,-2-5-53-15,3-3-47 16,-5-1-35-16,4 3-87 0,-2-2-57 0,-5 0-335 16,2-2-843-16,-2-3 374 0</inkml:trace>
          <inkml:trace contextRef="#ctx0" brushRef="#br0" timeOffset="-218.0112">487-572 163 0,'0'0'487'16,"0"0"-49"-16,0 0-39 0,0 0-26 0,0 0 13 15,0 0 2-15,0 0-12 0,-14 33-7 0,9-19 1 16,4 5-14-16,-4 8-25 0,2 2-20 0,-2 10-18 0,5 2-18 16,0 3-18-16,-7-3-22 0,6 5-14 15,-6-1-17-15,6 0-18 0,-6 0-12 0,1 0-10 0,-2 3-8 16,-5-3-16-16,5 4-12 0,-5-8-10 0,-3 1 0 15,2 5-8-15,1-11-5 0,5-3-7 0,1-6-7 16,-5 1-10-16,7-11-9 0,-2 2 1 0,2-3-8 0,-3-1-5 16,2-2-40-16,6-5-20 0,0-8 0 0,-3 12 0 15,3-12 0-15,0 0 0 0,0 0 0 0,0 0 0 16,0 0 0-16,3-41 0 0,2 17 0 0,-4-7 0 16,7-13 0-16,-8-2 0 0,12-2 0 15,-3-3 0-15,-1 0 0 0,5 0 0 0,0-1 0 0,-2-1 0 0,7-3 0 16,4 6 0-16,-2-1 0 15,2 5 0-15,1 0 0 0,-1 5 0 0,7-1 0 0,-3 6 0 0,-2 0 0 16,3 7 0-16,-8 6 0 0,4-2 0 0,1 9 0 16,-3 2 0-16,-1-2 0 0,-4 9 0 15,4 0 0-15,-4 5 0 0,-16 2 0 0,35 9 0 0,-9 3 0 16,-4 7 0-16,2 10 0 0,4 8 0 0,-3 1 0 16,-7 5 0-16,-2 0 0 0,8 12 0 0,-8-1 0 15,3-2 0-15,-4-1 0 0,-1 0 0 0,2 18 0 16,-6-22 0-16,3-1 0 0,-7 2 0 0,5-1 0 15,-11 0 0-15,2-7 0 0,-7 4 0 0,5-5 0 16,-6 4 0-16,-1-14 0 0,-1-2-91 0,2-5-275 16,-4 1-31-16,-3-7-33 0,-1 3-46 15,-4-9-40-15,1-3-49 0,-12-2-327 0,1-5-966 0,3-6 428 16</inkml:trace>
          <inkml:trace contextRef="#ctx0" brushRef="#br0" timeOffset="209.9988">1766-85 297 0,'0'0'508'0,"-2"11"-30"0,2-11-40 16,0 0-21-16,0 15-7 0,0-15 9 0,10 11-7 16,-10-11-19-16,26 7-27 0,-10-2-35 0,6-2-32 15,6 2-32-15,5-5-26 0,7-1-24 0,5 1-20 0,2-4-23 16,-4 3-22-16,0-5-30 0,6 1-42 0,-14 2-55 16,-1-4-54-16,-4 2-53 0,-3-2-48 0,2 0-52 0,-6-4-48 15,-7 8-57-15,-2-2-55 0,1-2-70 0,-15 7-347 16,14-9-821-16,-14 9 364 0</inkml:trace>
          <inkml:trace contextRef="#ctx0" brushRef="#br0" timeOffset="376.2527">1923 162 332 0,'-38'25'397'0,"4"0"-19"0,7-11-26 0,4 9 2 16,9-9-21-16,0-1 0 0,1-4-14 0,6 0-12 15,6 1-10-15,1-10-16 0,0 0-25 0,22 23-19 16,-1-16-18-16,8-4-16 0,13-3-20 0,9-2-19 15,-1-2-27-15,1 0-44 0,2 2-77 0,0-8-90 16,-3 3-102-16,-9-2-106 0,9 0-126 0,-7 1-301 16,1-7-768-16,-7 4 341 0</inkml:trace>
        </inkml:traceGroup>
      </inkml:traceGroup>
    </inkml:traceGroup>
  </inkml:traceGroup>
</inkml:ink>
</file>

<file path=ppt/ink/ink22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31T04:21:58.022"/>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F6112B56-3C5D-4BE6-917B-CA030DDE677E}" emma:medium="tactile" emma:mode="ink">
          <msink:context xmlns:msink="http://schemas.microsoft.com/ink/2010/main" type="inkDrawing" rotatedBoundingBox="4910,440 5514,6109 4090,6261 3487,591" semanticType="verticalRange" shapeName="Other">
            <msink:sourceLink direction="with" ref="{45CB4E60-2BFC-4204-994B-3052F32DBB69}"/>
          </msink:context>
        </emma:interpretation>
      </emma:emma>
    </inkml:annotationXML>
    <inkml:trace contextRef="#ctx0" brushRef="#br0">55 289 287 0,'-8'-27'457'0,"-5"1"5"0,10-2-11 0,-4 2 3 0,1-1-5 15,1 2-3-15,3 1-14 0,1 5-25 0,-4 0-25 16,3 1-7-16,1 5-6 0,1-2 1 0,0 15-14 0,-5-18-11 16,5 18-24-16,0-10-23 0,0 10-24 0,0 0-18 15,-2-16-31-15,2 16-22 0,0 0-14 16,0 0-7-16,0 0-4 0,0 0-155 0,0 0-23 0,7 59 0 15,-4-33 0-15,2 16 0 0,1 8 0 0,1-1 0 16,1 26 0-16,1-4 0 0,-4 4 0 0,1 4 0 16,-2 3 0-16,2 6 0 0,-8-3 0 15,9 5 0-15,9 34 0 0,-11-34 0 0,0 2 0 0,11 46 0 16,-7-7 0-16,1-3 0 0,-5-36 0 0,9 48 0 16,2-8 0-16,-6-38 0 0,1 40 0 0,-5-1 0 15,2-43 0-15,5 44 0 0,-5-43 0 0,4 36 0 16,-3-34 0-16,-1 38 0 0,-5-41 0 0,1 6 0 0,-11-4 0 15,12-2 0-15,-3 1 0 0,-1 1 0 0,2-4 0 16,-1-2 0-16,-2-3 0 0,5-8 0 0,-5-1 0 0,3-2 0 16,5-16 0-16,-3-2 0 0,-5 17 0 0,1-15 0 15,1-7 0-15,3-1 0 16,0 3 0-16,-2 1 0 0,3-4 0 0,-4-1 0 16,4-4 0-16,-1 4 0 0,-3-7 0 0,4 1 0 15,1-1 0-15,1-2 0 0,-4-8 0 0,0 1 0 16,2 8 0-16,-1-10 0 0,-4 1 0 0,1-4 0 0,3 0 0 15,-3 0 0-15,4-4 0 0,-4 1 0 0,1 1 0 16,0-5 0-16,-3-2 0 0,0-2 0 0,0 1 0 16,0-2 0-16,2-3 0 0,-2-11 0 0,3 22 0 15,-6-10 0-15,1-1 0 0,2-11 0 0,-3 27 0 16,-2-16 0-16,-1-5 0 0,6-6 0 0,-7 17 0 0,7-17 0 16,-3 14 0-16,-2-6 0 0,5-8 0 0,0 0 0 15,-6 13 0-15,6-13 0 0,0 0 0 0,-8 14 0 16,8-14 0-16,0 0 0 0,-7 10 0 0,7-10 0 15,0 0 0-15,-8 14 0 0,8-14 0 0,-6 7 0 16,6-7 0-16,-8 7 0 0,8-7 0 0,-7 12 0 0,7-12 0 16,-8 9 0-16,8-9 0 0,0 0 0 0,-11 15 0 15,11-15 0-15,-5 11 0 0,5-11 0 16,-5 13 0-16,5-13 0 0,-6 19 0 0,4-10 0 0,2-9 0 16,-6 19 0-16,6-12 0 0,0-7 0 15,-2 19 0-15,2-19 0 0,-4 13 0 0,4-13 0 16,0 13 0-16,0-13 0 0,0 0 0 0,0 15 0 15,0-15 0-15,0 0 0 0,1 16 0 0,-1-16 0 16,0 0 0-16,0 0 0 0,5 10 0 0,-5-10 0 0,0 0 0 16,0 0 0-16,10 11 0 0,-10-11 0 0,11 6 0 15,-11-6 0-15,8 9 0 0,-8-9 0 0,0 0 0 16,10 7 0-16,-10-7 0 0,0 0 0 0,0 0 0 16,17 9 0-16,-17-9 0 0,0 0 0 0,10 6 0 15,-10-6 0-15,0 0 0 0,0 0 0 0,17 4 0 0,-17-4 0 16,0 0 0-16,0 0 0 0,23 3 0 0,-23-3 0 15,0 0 0-15,24 3 0 0,-24-3 0 0,19 3 0 16,-19-3 0-16,24 1 0 0,-24-1 0 16,39 7 0-16,-20-7 0 0,8 2 0 0,9-2 0 15,7 0 0-15,7 0 0 0,4 0 0 0,2-2 0 16,4-1 0-16,23-2 0 0,-3-1 0 0,-22 3 0 0,21-1 0 16,-25-5 0-16,6-1 0 0,-3 0 0 15,1 0 0-15,0-8 0 0,-4 1-178 0,-2-1-432 0,-2-7-67 16,-7 2-444-16,-1 1-1215 0,-6-2 537 0</inkml:trace>
  </inkml:traceGroup>
</inkml:ink>
</file>

<file path=ppt/ink/ink22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31T04:21:58.710"/>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45CB4E60-2BFC-4204-994B-3052F32DBB69}" emma:medium="tactile" emma:mode="ink">
          <msink:context xmlns:msink="http://schemas.microsoft.com/ink/2010/main" type="writingRegion" rotatedBoundingBox="3895,423 15899,351 15937,6630 3933,6701">
            <msink:destinationLink direction="with" ref="{F6112B56-3C5D-4BE6-917B-CA030DDE677E}"/>
            <msink:destinationLink direction="with" ref="{9450DB6E-D5F8-41DA-9910-AB6F932EB4EC}"/>
          </msink:context>
        </emma:interpretation>
      </emma:emma>
    </inkml:annotationXML>
    <inkml:traceGroup>
      <inkml:annotationXML>
        <emma:emma xmlns:emma="http://www.w3.org/2003/04/emma" version="1.0">
          <emma:interpretation id="{78BD282A-9435-4CB7-8757-2F5123B35377}" emma:medium="tactile" emma:mode="ink">
            <msink:context xmlns:msink="http://schemas.microsoft.com/ink/2010/main" type="paragraph" rotatedBoundingBox="3895,423 15023,357 15034,2072 3905,2139" alignmentLevel="1"/>
          </emma:interpretation>
        </emma:emma>
      </inkml:annotationXML>
      <inkml:traceGroup>
        <inkml:annotationXML>
          <emma:emma xmlns:emma="http://www.w3.org/2003/04/emma" version="1.0">
            <emma:interpretation id="{7AA47536-30D3-4404-85D9-08D49F87BB98}" emma:medium="tactile" emma:mode="ink">
              <msink:context xmlns:msink="http://schemas.microsoft.com/ink/2010/main" type="inkBullet" rotatedBoundingBox="3895,452 4573,448 4573,529 3896,533"/>
            </emma:interpretation>
            <emma:one-of disjunction-type="recognition" id="oneOf0">
              <emma:interpretation id="interp0" emma:lang="" emma:confidence="0">
                <emma:literal>-</emma:literal>
              </emma:interpretation>
            </emma:one-of>
          </emma:emma>
        </inkml:annotationXML>
        <inkml:trace contextRef="#ctx0" brushRef="#br0">26 86 60 0,'-9'-9'397'0,"9"9"-14"0,0 0 4 0,-8-12 13 15,8 12-8-15,0 0-10 0,-11-11-18 0,11 11-24 16,0 0-21-16,0 0-17 0,0 0-10 16,0 0-8-16,20-10-1 0,-20 10-17 0,28-6-5 0,-11 2-28 15,4 2-17-15,0 0-16 0,14 4-23 0,-1-2-15 16,9-2-23-16,-7 2-14 0,9 2-6 15,-4-2-19-15,-5 0-9 0,8 2-31 0,-11-2-34 0,-3-2-34 16,-3 2-42-16,1-2-42 0,-9 2-51 16,2-3-59-16,0 3-45 0,-21 0-45 0,35-7-57 15,-21 6-78-15,-14 1-398 0,20-11-894 0,-12 4 395 0</inkml:trace>
      </inkml:traceGroup>
      <inkml:traceGroup>
        <inkml:annotationXML>
          <emma:emma xmlns:emma="http://www.w3.org/2003/04/emma" version="1.0">
            <emma:interpretation id="{6BF8678F-BA5E-4270-AFB4-6E289EB581FC}" emma:medium="tactile" emma:mode="ink">
              <msink:context xmlns:msink="http://schemas.microsoft.com/ink/2010/main" type="line" rotatedBoundingBox="4908,417 15023,357 15034,2072 4919,2133"/>
            </emma:interpretation>
          </emma:emma>
        </inkml:annotationXML>
        <inkml:traceGroup>
          <inkml:annotationXML>
            <emma:emma xmlns:emma="http://www.w3.org/2003/04/emma" version="1.0">
              <emma:interpretation id="{5BD27DF0-3436-4C82-8D9E-5A9DBB423BA8}" emma:medium="tactile" emma:mode="ink">
                <msink:context xmlns:msink="http://schemas.microsoft.com/ink/2010/main" type="inkWord" rotatedBoundingBox="4911,900 5889,894 5894,1686 4916,1692"/>
              </emma:interpretation>
              <emma:one-of disjunction-type="recognition" id="oneOf1">
                <emma:interpretation id="interp1" emma:lang="" emma:confidence="1">
                  <emma:literal/>
                </emma:interpretation>
              </emma:one-of>
            </emma:emma>
          </inkml:annotationXML>
          <inkml:trace contextRef="#ctx0" brushRef="#br0" timeOffset="3409.7725">1080 695 238 0,'0'0'274'0,"0"0"4"16,0 0-1-16,0 0 7 0,0 0 4 0,0 0-3 16,0 0-12-16,0 0-12 0,-41-11 1 0,41 11-3 15,0 0-3-15,-10-11-5 0,10 11-13 0,-10-8-8 16,10 8-22-16,-4-16-14 0,4 16-18 0,3-19-11 0,-3 19-13 16,0-22-15-16,6 9-14 0,1-1-11 0,1 1-14 15,6-2-3-15,-3-1-14 0,1 2-9 0,2 0-3 16,7 0-12-16,-2-1-10 0,-3 8 2 0,3 0-7 15,-1-2-5-15,3 6-5 0,0 1-5 0,8 4-2 16,-8 1-2-16,-2 7-6 0,-2-4-2 0,9 7 0 0,-5 3-3 16,-5 0 2-16,0 3 0 0,-3 1-2 0,0 6 0 15,-10-7 0-15,2 9-1 0,0 3 1 16,-9-1-3-16,1-1 2 0,-5 9-4 16,-3-4 2-16,-5 6-1 0,-2-4-1 0,-4 2 2 15,-1-3-4-15,2 1-1 0,-3-6 2 0,-1 2 1 16,2-8 3-16,-1 6-6 0,3-11 5 0,0 1-3 0,1-2-1 15,-1-4 3-15,8 1 6 0,-1-4 4 0,1 1 6 16,3-4 1-16,2 3 1 0,-3-3 7 0,11-8 5 16,-8 9 2-16,8-9 7 0,-13 7-4 0,13-7 3 0,0 0-4 15,0 0 4-15,0 0 7 0,0 0-2 16,0 0 0-16,0 0-1 0,0 0 4 0,0 0 9 16,67-24-5-16,-38 9-10 0,8-1-1 0,5 3-8 0,1-4-3 15,0 0-13-15,7 5 9 0,0-2-4 0,0-2-14 16,1 8-16-16,0-3-31 0,-1 3-38 0,-2 2-47 15,2 3-55-15,-5-3-39 0,3-2-70 0,-13 6-55 16,7 2-68-16,1-3-86 0,-14 1-378 0,0 2-940 16,0-3 416-16</inkml:trace>
        </inkml:traceGroup>
        <inkml:traceGroup>
          <inkml:annotationXML>
            <emma:emma xmlns:emma="http://www.w3.org/2003/04/emma" version="1.0">
              <emma:interpretation id="{14069797-1FC9-4CC5-A5AE-9DB461306721}" emma:medium="tactile" emma:mode="ink">
                <msink:context xmlns:msink="http://schemas.microsoft.com/ink/2010/main" type="inkWord" rotatedBoundingBox="7716,400 8484,396 8490,1438 7722,1442"/>
              </emma:interpretation>
              <emma:one-of disjunction-type="recognition" id="oneOf2">
                <emma:interpretation id="interp2" emma:lang="" emma:confidence="1">
                  <emma:literal/>
                </emma:interpretation>
              </emma:one-of>
            </emma:emma>
          </inkml:annotationXML>
          <inkml:trace contextRef="#ctx0" brushRef="#br0" timeOffset="3419.1647">4307-29 322 0,'0'0'359'0,"0"0"-21"0,0-13-1 0,0 13-15 16,0 0-8-16,0 0-23 0,0 0-22 0,0 0-17 16,-16-7-10-16,16 7-5 0,0 0 0 0,-39 20 8 15,17-2-10-15,-1 1 3 0,-1 0-16 0,-8 8-15 16,3-1-11-16,0 7-17 15,1-3-11-15,-6-1-8 0,11 2-13 0,-1 7-12 0,5-1-16 16,3-2-8-16,3-6-9 0,0 10-16 0,5 1 2 16,5-2-7-16,0 3-7 0,11 0-6 0,3-1-7 15,-3-1-5-15,11-5-5 0,-2 4-4 0,5-2-4 16,5 0 0-16,-3-3-2 0,4-2-7 0,4-5-3 16,-2 0-3-16,1 0 1 0,-4-7-4 0,10 2-3 15,-10-9-1-15,2-1-3 0,0-1-4 0,3-3 4 0,-3-2 0 16,0-4-5-16,0-1-2 0,-9-1 3 0,1-5-3 15,-3 0 7-15,3-4-9 0,-7-1 2 0,2 0-2 16,4-8-2-16,-12 3-1 0,0-2-8 0,0-4-5 16,-4-3-8-16,-4 6-3 0,-6 0 0 0,-2-5-7 15,-6 2-1-15,-6-1 0 0,3 4 0 0,-6 4 0 16,-4 0-2-16,-5 0 6 0,0 8-4 0,-12 3-2 0,-2 0 2 16,3 9-2-16,-4-2-8 0,1 4-1 0,2 5 6 15,1 2-11-15,1 4-1 0,0-1-10 0,17 0-28 16,-15 3-34-16,12-4-27 0,8 3-35 0,2 0-44 15,-1 1-32-15,9-2-32 0,-3-4-46 0,5 0-61 16,2 1-359-16,4 1-813 0,-1-2 359 0</inkml:trace>
        </inkml:traceGroup>
        <inkml:traceGroup>
          <inkml:annotationXML>
            <emma:emma xmlns:emma="http://www.w3.org/2003/04/emma" version="1.0">
              <emma:interpretation id="{549AC0BB-DCC6-4E9C-9F24-46B582F3A86D}" emma:medium="tactile" emma:mode="ink">
                <msink:context xmlns:msink="http://schemas.microsoft.com/ink/2010/main" type="inkWord" rotatedBoundingBox="10497,568 11111,564 11117,1484 10502,1488"/>
              </emma:interpretation>
              <emma:one-of disjunction-type="recognition" id="oneOf3">
                <emma:interpretation id="interp3" emma:lang="" emma:confidence="1">
                  <emma:literal/>
                </emma:interpretation>
              </emma:one-of>
            </emma:emma>
          </inkml:annotationXML>
          <inkml:trace contextRef="#ctx0" brushRef="#br0" timeOffset="4058.9168">6710 191 386 0,'0'-15'387'16,"0"15"5"-16,-5-13-12 0,5 13-25 0,0 0-12 16,-1-17-26-16,1 17-14 15,0 0-23-15,0 0-39 0,-7-7-14 0,7 7-20 0,0 0-22 16,0 0-12-16,0 0-9 0,0 0-16 0,-33 30-16 16,25-14-11-16,1-1-9 0,4 4-10 0,-3 7-11 15,-1-2-2-15,1 2-13 0,12 11 6 0,-4-8-16 0,4-2-2 16,12 9-6-16,-2 1-5 0,0 1-4 0,3-12-4 15,8 5 3-15,2 3-3 0,-3 3 0 0,8-7 0 16,-1 0-9-16,3-1-1 0,1-3-3 0,-1 0 0 0,1-2-2 16,-8-7-1-16,3 9-8 15,-6-5-2-15,1-5-2 0,-6-1 2 0,-2-3-3 0,-3-2-2 16,-1 5 0-16,-7-7-3 0,0 4-1 0,-2-5 4 0,-6-7-3 16,7 15 3-16,-7-15-3 0,-7 18 2 0,-5-10-4 15,-3 3 2-15,-1-3 0 16,-5-1-1-16,-8 0-7 0,0 1 6 0,1-4-3 0,-8-2-1 15,-5-4 1-15,-3 1-2 0,1-2 6 0,0-3-7 16,7 2 2-16,3-1-2 0,2 0-6 0,2-1 9 16,0-5-5-16,2 7 1 0,6-2 8 0,7-1 16 0,4 1 9 15,-3-5 15-15,13 11-9 0,-8-16-1 0,8 16-3 16,8-25-5-16,4 9-6 0,-1-6 6 0,10 5-4 16,-1-7-5-16,14-2-3 0,1 2 6 0,-2-2 1 15,7-1 1-15,-5 1 0 0,0 1-1 0,-3-2 3 16,7-10 4-16,-7 10-1 0,-5-2-3 0,-6 5-3 0,-3-2-4 15,3-9 2-15,-7 7 0 0,-1 1-3 16,-5-3-5-16,-2 3 1 0,-6-2-2 0,0-1 1 16,-8 2-3-16,0 0-6 0,-5 3 4 0,4 2-12 15,-9 3-12-15,0-3-5 0,-2 8-6 0,-3 2-10 16,-2 5-5-16,-3-1-20 0,-1 9-21 0,4 0-19 16,-7 0-24-16,8 10-40 0,-4-3-42 0,3 6-49 15,-4 0-44-15,5 1-56 0,3 9-64 0,0-1-422 0,5-1-908 16,3-5 402-16</inkml:trace>
        </inkml:traceGroup>
        <inkml:traceGroup>
          <inkml:annotationXML>
            <emma:emma xmlns:emma="http://www.w3.org/2003/04/emma" version="1.0">
              <emma:interpretation id="{C74FAF15-5D06-4385-9D35-E46D03C8DAF9}" emma:medium="tactile" emma:mode="ink">
                <msink:context xmlns:msink="http://schemas.microsoft.com/ink/2010/main" type="inkWord" rotatedBoundingBox="12784,391 15024,378 15034,2072 12794,2086"/>
              </emma:interpretation>
              <emma:one-of disjunction-type="recognition" id="oneOf4">
                <emma:interpretation id="interp4" emma:lang="" emma:confidence="0.5">
                  <emma:literal>14</emma:literal>
                </emma:interpretation>
                <emma:interpretation id="interp5" emma:lang="" emma:confidence="0.5">
                  <emma:literal>l 4</emma:literal>
                </emma:interpretation>
                <emma:interpretation id="interp6" emma:lang="" emma:confidence="0">
                  <emma:literal>| 4</emma:literal>
                </emma:interpretation>
                <emma:interpretation id="interp7" emma:lang="" emma:confidence="0">
                  <emma:literal>1 4</emma:literal>
                </emma:interpretation>
                <emma:interpretation id="interp8" emma:lang="" emma:confidence="0">
                  <emma:literal>, 4</emma:literal>
                </emma:interpretation>
              </emma:one-of>
            </emma:emma>
          </inkml:annotationXML>
          <inkml:trace contextRef="#ctx0" brushRef="#br0" timeOffset="4924.4716">10087 1 3736 0,'0'0'536'16,"0"0"-193"-16,7-9-3 0,-7 9-46 0,0 0-67 0,5-12-35 15,-5 12-21-15,0 0 1 0,0 0-14 0,0 0-6 16,0 0-14-16,0 0-9 0,0 0-14 0,0 0 2 15,0 0 15-15,0 0 20 0,3 29-3 0,-5-10-3 0,-3 7-19 16,5 4-5-16,-6-2-4 16,1 11-6-16,-4 6-19 0,2 0-8 0,2 0-7 15,-4 0-21-15,1 1-57 0,0 1 0 0,1 3 0 0,4-3 0 16,-3-4 0-16,1 0 0 0,3-3-37 0,2 4-143 16,0-6-69-16,5-9-63 0,-2-2-90 0,2 3-83 0,5-7-102 15,-6-5-404-15,6-2-1071 0,-4-9 474 16</inkml:trace>
          <inkml:trace contextRef="#ctx0" brushRef="#br0" timeOffset="5477.7569">10686-66 266 0,'0'0'404'0,"0"0"-5"16,0 0 1-16,0 0 20 0,16 21-19 0,-16-21-20 15,0 20-29-15,0-6-21 16,-3 2-11-16,-1 4-13 0,3 3-14 0,-6 3-21 0,-2 2-15 16,-2-3-18-16,1 2-21 0,-3 4-23 0,-8 3-14 15,0 0-10-15,4 1-16 0,-3 5-12 0,6-13-22 0,-2 6-1 16,8-7-22-16,-3 12-8 0,3-13-10 0,1 2-1 15,1-4-9-15,3-1-4 0,4 1-14 0,1-4 0 16,6 0-2-16,3-5 0 0,-1 8 2 16,3-9-17-16,9 5 8 0,-1-3-6 0,5 3-2 0,-2-12-1 15,1 3 0-15,-1-4-8 0,-1-1-5 0,6-2 1 16,-4-2-2-16,-4 0 2 0,10-6 1 0,-4-1-1 16,2-5 11-16,0 0 12 0,1 4 8 0,-7-5 10 0,4-3 13 15,-1-3 22-15,-4 1-8 0,-6 3 6 0,5-8 0 16,-5 4-14-16,-2-3-82 0,-1 3 0 0,-6 4 0 15,1-1 0-15,-2-2 0 16,-4-1 0-16,3 0 0 0,-5 5 0 0,0 2 0 16,0 12 0-16,-5-26 0 0,5 19 0 0,0 7 0 15,-2-13 0-15,2 13 0 0,0 0 0 0,-6-10 0 0,6 10 0 16,0 0 0-16,0 0 0 0,-16 49 0 0,9-16 0 16,1 2 0-16,-2 13 0 0,0 2 0 0,3 21 0 15,-5 3 0-15,6 2 0 0,-4 0 0 0,1 1 0 16,4-22 0-16,-2 18 0 0,-1-19 0 0,-1 1 0 15,-1 16 0-15,5-24 0 0,-2 4 0 0,-1-2 0 0,4-4 0 16,-4 2 0-16,-4-5-538 0,-1-6-738 0,1-8-1382 16,4-1 611-16</inkml:trace>
          <inkml:trace contextRef="#ctx0" brushRef="#br0" timeOffset="4565.8045">8990 364 52 0,'-18'0'582'15,"18"0"-27"-15,-33 5-45 0,18-3-39 0,15-2-31 0,-19 1-35 16,19-1-36-16,0 0-36 0,-16 9-32 16,16-9-30-16,0 0-26 0,6 15-19 0,-6-15-20 15,23 9-15-15,-6-5-16 0,3 2-13 0,7 0-13 0,16 1-15 16,-7-4-17-16,10 1-8 0,-3-6-12 16,-10 2-26-16,2-2-47 0,8-1-64 0,-1 4-73 15,-7-6-77-15,-6 3-73 0,3 1-83 0,-3-5-116 16,-10-3-336-16,0 1-863 0,-2 1 383 0</inkml:trace>
        </inkml:traceGroup>
      </inkml:traceGroup>
    </inkml:traceGroup>
    <inkml:traceGroup>
      <inkml:annotationXML>
        <emma:emma xmlns:emma="http://www.w3.org/2003/04/emma" version="1.0">
          <emma:interpretation id="{A5D1C26F-3E2B-46C2-90C1-02D9EA4D28D2}" emma:medium="tactile" emma:mode="ink">
            <msink:context xmlns:msink="http://schemas.microsoft.com/ink/2010/main" type="paragraph" rotatedBoundingBox="4851,2323 15592,2259 15602,3786 4861,3850" alignmentLevel="2"/>
          </emma:interpretation>
        </emma:emma>
      </inkml:annotationXML>
      <inkml:traceGroup>
        <inkml:annotationXML>
          <emma:emma xmlns:emma="http://www.w3.org/2003/04/emma" version="1.0">
            <emma:interpretation id="{E0420807-19C4-4344-A47F-2477F63AD45B}" emma:medium="tactile" emma:mode="ink">
              <msink:context xmlns:msink="http://schemas.microsoft.com/ink/2010/main" type="line" rotatedBoundingBox="4851,2323 15593,2259 15602,3786 4861,3850"/>
            </emma:interpretation>
          </emma:emma>
        </inkml:annotationXML>
        <inkml:traceGroup>
          <inkml:annotationXML>
            <emma:emma xmlns:emma="http://www.w3.org/2003/04/emma" version="1.0">
              <emma:interpretation id="{17AD448D-B12A-4859-8AB1-27B2357E3D2B}" emma:medium="tactile" emma:mode="ink">
                <msink:context xmlns:msink="http://schemas.microsoft.com/ink/2010/main" type="inkWord" rotatedBoundingBox="4852,2365 5794,2359 5803,3845 4861,3850"/>
              </emma:interpretation>
              <emma:one-of disjunction-type="recognition" id="oneOf5">
                <emma:interpretation id="interp9" emma:lang="" emma:confidence="1">
                  <emma:literal/>
                </emma:interpretation>
              </emma:one-of>
            </emma:emma>
          </inkml:annotationXML>
          <inkml:trace contextRef="#ctx0" brushRef="#br0" timeOffset="7241.7657">1260 1964 149 0,'7'-11'371'0,"-7"11"-4"0,8-15 0 16,-8 15 25-16,6-12-25 0,-6 12-20 0,8-10-28 15,-8 10-28-15,0 0-38 0,0 0-23 0,0 0-11 0,0 0-23 16,0 0-2-16,14 34-13 0,-14-15-12 0,0 9-15 15,-3 10-16-15,0 3-10 0,-5 1-7 0,-2 0-9 16,-7-1-13-16,1 5-9 0,3-1-8 0,-8-1-5 16,-1 2-8-16,1-5-7 0,-2 1-9 0,-4-2-1 0,6-2-6 15,-3 0-6-15,3-4 0 0,0-12-7 0,8 0-1 16,-1 0-4-16,4-9-3 16,1 1 2-16,-2-2-5 0,4-5 9 0,7-7 0 15,-9 12 8-15,9-12 2 0,0 0 3 0,0 0 0 16,0 0-4-16,0 0-2 0,0 0-1 0,0 0-6 0,0 0-6 15,38-25-1-15,-25 11 0 0,3 2-4 0,8-2-2 0,0 2-3 16,5-4 3-16,11-1-4 16,-1 2 1-16,2 0-5 0,1 4 1 0,3-1-1 15,-5-4-1-15,5 9 0 0,-2-3-6 0,-7 6 5 0,7-4-7 0,0 4 1 16,0-3-1-16,-14 7 4 0,3-8-3 16,-1 8 1-16,-2-4-1 0,-2 4 1 0,-6-2-1 0,0-2 0 15,-4 3 3-15,-17 1 2 0,26-3-3 0,-16-4 3 16,-10 7-2-16,21-9 3 0,-21 9 8 0,16-9 11 15,-16 9 15-15,12-12 6 0,-10 4-1 0,-2 8-6 16,3-23 1-16,-6 13 11 0,3 10 4 16,-2-26-4-16,-4 14 1 0,0-2-1 0,1 1 7 15,0 3 12-15,-6 0 10 0,11 10 7 0,-10-17-14 16,4 12-4-16,6 5-16 0,-15-10-3 0,15 10-11 0,-9-4-7 16,9 4-1-16,0 0-6 0,0 0-6 15,-26 28-1-15,20-13-3 0,-1 11 1 0,2 3-9 16,1 13 14-16,-1 5-17 0,3 3 2 0,2 0-4 0,-1 4-7 15,4 0-16-15,0 2-27 0,-1 18-19 0,-1-19-41 16,2 18-44-16,1-16-57 0,-3-4-69 0,4 3-57 16,-5 0-59-16,0-2-78 0,-2-3-115 0,4-3-300 15,-2-9-959-15,-2-6 424 0</inkml:trace>
        </inkml:traceGroup>
        <inkml:traceGroup>
          <inkml:annotationXML>
            <emma:emma xmlns:emma="http://www.w3.org/2003/04/emma" version="1.0">
              <emma:interpretation id="{503EF5D6-FD72-4B07-AADE-BDCFC27F3368}" emma:medium="tactile" emma:mode="ink">
                <msink:context xmlns:msink="http://schemas.microsoft.com/ink/2010/main" type="inkWord" rotatedBoundingBox="7433,2378 9085,2368 9091,3329 7439,3339"/>
              </emma:interpretation>
              <emma:one-of disjunction-type="recognition" id="oneOf6">
                <emma:interpretation id="interp10" emma:lang="" emma:confidence="1">
                  <emma:literal/>
                </emma:interpretation>
              </emma:one-of>
            </emma:emma>
          </inkml:annotationXML>
          <inkml:trace contextRef="#ctx0" brushRef="#br0" timeOffset="8291.935">4201 2288 366 0,'-21'-15'358'0,"21"15"-7"0,0 0 2 0,-8-11 7 15,8 11-41-15,-6-13-25 0,6 13-21 0,-4-12-16 0,4 12-19 16,-4-17-9-16,4 17-1 0,4-23-17 0,-4 8-9 16,2 3-7-16,-2-1-6 0,2-1-17 15,2-4-15-15,-2 2-13 0,4 4-13 0,-1-5-14 0,3 3-13 0,2-2-3 16,-2 1-16-16,5 2-9 0,3-7-9 0,2 6-6 15,-2 3-9-15,3-1-6 0,-3 4-5 0,6 0-4 0,-2-2-2 16,2 6-8-16,-1-4-4 16,0 7-1-16,-21 1-2 0,38 5-3 0,-17-1-8 15,0 6 2-15,-2 3 0 0,-8 0-1 0,9 11 0 0,-7 2-2 16,-4 0 0-16,2 3 0 0,-1 7-3 0,-4 2 3 16,-1 2 0-16,-5-7 0 0,-5 7 0 0,1 0 0 15,0-3-3-15,-8 1-1 0,-3 4 2 0,-1-6-3 0,-5 6-2 16,-1-8 6-16,-4 0 0 0,-1-5 0 0,-4 5-1 15,2-4-5-15,-1-3 3 0,8-8 3 0,-4 2 0 16,3-1 1-16,-2-6 8 16,2 3 0-16,2-4 5 0,7-3 5 0,0 4-4 0,1-7 2 15,3-2-6-15,10-5-2 0,-13 14-1 0,13-14-1 16,-14 7-3-16,14-7-2 0,0 0 12 0,0 0 10 0,0 0 13 0,0 0 2 16,0 0 5-16,46 4-6 15,-20-8-2-15,8 0 1 0,9-4-2 0,8-3 5 16,4-1 0-16,3 0 9 0,-1-1 1 0,22 5-5 15,-18-4-1-15,-6 3-12 0,4-3 1 0,-6 4-12 16,-5 1 6-16,-3 2-6 0,1-2-5 0,-14 1-4 16,2 5 0-16,-3-6-14 0,-10 6-7 0,-1-2-11 0,-4 2-13 15,-16 1-16-15,26-2-20 0,-26 2-27 0,16-1-33 16,-16 1-27-16,0 0-60 0,19-4-40 0,-19 4-53 16,0 0-48-16,0 0-61 0,24-4-62 0,-24 4-323 0,0 0-861 15,0 0 380-15</inkml:trace>
          <inkml:trace contextRef="#ctx0" brushRef="#br0" timeOffset="7677.7705">3599 2214 154 0,'-13'-12'497'0,"5"5"-17"0,8 7-6 0,-14-16 4 15,8 8-14-15,6 8-21 0,-7-8-35 16,7 8-33-16,-8-11-39 0,8 11-38 0,0 0-30 0,0 0-27 15,0 0-23-15,0 0-16 0,0 0-3 0,0 0-14 16,-5 49-15-16,4-30-13 16,7 10-20-16,-6-2-5 0,2 4-20 0,1 6-7 15,0 4-3-15,-3-3-22 0,2 6-1 0,4-5-8 0,-1 3-13 16,-3 1-10-16,2-4-25 0,-2-7-33 0,0 7-56 0,-2 1-64 16,3-12-75-16,3 0-66 15,-3-1-78-15,-3-3-71 0,5-6-87 0,-3-4-333 0,-2-2-909 16,0-12 402-16</inkml:trace>
        </inkml:traceGroup>
        <inkml:traceGroup>
          <inkml:annotationXML>
            <emma:emma xmlns:emma="http://www.w3.org/2003/04/emma" version="1.0">
              <emma:interpretation id="{211BAF8B-B080-46AF-B5AB-0AC07B11EB5D}" emma:medium="tactile" emma:mode="ink">
                <msink:context xmlns:msink="http://schemas.microsoft.com/ink/2010/main" type="inkWord" rotatedBoundingBox="11043,2491 12171,2484 12177,3348 11049,3355"/>
              </emma:interpretation>
              <emma:one-of disjunction-type="recognition" id="oneOf7">
                <emma:interpretation id="interp11" emma:lang="" emma:confidence="0.5">
                  <emma:literal>-5</emma:literal>
                </emma:interpretation>
                <emma:interpretation id="interp12" emma:lang="" emma:confidence="0.5">
                  <emma:literal>- 5</emma:literal>
                </emma:interpretation>
                <emma:interpretation id="interp13" emma:lang="" emma:confidence="0">
                  <emma:literal>-55</emma:literal>
                </emma:interpretation>
                <emma:interpretation id="interp14" emma:lang="" emma:confidence="0">
                  <emma:literal>. 5</emma:literal>
                </emma:interpretation>
                <emma:interpretation id="interp15" emma:lang="" emma:confidence="0">
                  <emma:literal>_ 5</emma:literal>
                </emma:interpretation>
              </emma:one-of>
            </emma:emma>
          </inkml:annotationXML>
          <inkml:trace contextRef="#ctx0" brushRef="#br0" timeOffset="9357.7602">7312 2326 127 0,'13'-12'348'0,"-4"4"-22"0,9-7-14 0,6 0-4 0,5 0 3 15,8-4 9-15,9-2-10 0,-1 2-17 0,10-4-26 0,-2 4-24 16,25-7-20-16,-1 1-25 0,-21 9-22 15,4 6-26-15,-4 0-43 0,-1-3-66 0,-3 7-66 0,-5 0-60 16,-13 1-78-16,11 4-76 0,-16-1-90 0,-4 0-208 0,-6 2-581 16,-19 0 257-16</inkml:trace>
          <inkml:trace contextRef="#ctx0" brushRef="#br0" timeOffset="9175.7939">7296 2314 362 0,'-13'-8'388'0,"13"8"-6"0,-13-11-15 15,13 11-17-15,-10-7-20 0,10 7-26 0,0 0-19 16,-12-6-24-16,12 6-28 0,0 0-15 0,0 0-18 15,0 0-8-15,-29 2-10 0,29-2-21 0,0 0-11 0,-24 15-13 16,17-8-9-16,1 1-11 0,6-8-18 16,-15 18-10-16,11-8-2 0,0-1-9 15,4-9-9-15,-6 23-4 0,1-10-7 0,10 3-3 0,-3 0-8 16,6-1 0-16,4-1-1 0,-2 1 2 0,8 1-3 16,3-2 0-16,3 2-2 0,-2 3-4 0,5-4-6 15,2 0 2-15,0 0-2 0,-2 0-2 0,10 7-5 0,-9-12-3 0,-1 6 3 16,0 0-4-16,-4-1-2 15,-7-4-4-15,3 0 3 0,-3 0-8 0,-2 2 1 16,1-2 1-16,-2-1-1 0,-5 1 0 0,0 1 1 0,-2-4-4 16,-4 4 4-16,-2-12-1 0,0 21 2 0,-2-10-4 15,-6 4 0-15,-5-4-1 0,0 1-2 0,-3 1 0 16,0 0-9-16,-6-1-31 0,-5-4-25 0,-1-2-35 0,-2 0-34 16,-4-4-31-16,4-2-36 0,-17-4-50 0,9-3-65 15,-4-8-73-15,2 3-378 0,14-6-822 0,-9-9 364 16</inkml:trace>
        </inkml:traceGroup>
        <inkml:traceGroup>
          <inkml:annotationXML>
            <emma:emma xmlns:emma="http://www.w3.org/2003/04/emma" version="1.0">
              <emma:interpretation id="{884D3E3D-5F18-4CD3-9CD2-60E51C420C03}" emma:medium="tactile" emma:mode="ink">
                <msink:context xmlns:msink="http://schemas.microsoft.com/ink/2010/main" type="inkWord" rotatedBoundingBox="13821,2269 15592,2259 15600,3480 13828,3490"/>
              </emma:interpretation>
            </emma:emma>
          </inkml:annotationXML>
          <inkml:trace contextRef="#ctx0" brushRef="#br0" timeOffset="9969.7274">10230 2137 191 0,'-1'-14'409'0,"1"14"-9"16,0 0-35-16,0 0-14 0,0 0-16 0,0 0-27 16,0 0-32-16,0 0-21 0,0 0-31 15,0 0-22-15,0 0-4 0,0 0-15 0,0 0-4 16,0 0-11-16,-41 34-4 0,32-22-14 0,-4 2-9 0,3 1-11 15,-1 3-5-15,-5 1-10 0,5-4-6 0,0 7-16 0,3-7-7 16,1 4-6-16,-1 4-10 0,2-7-7 16,1 2-2-16,3 1-10 0,4-7-1 15,0 9-7-15,4-7-6 0,-1 4 2 0,1-2 0 0,2 0-4 16,2-1 3-16,4 6 8 0,1-5 0 0,2-4 0 16,-2 2-1-16,1-2-3 0,5 5-2 0,-2-4-3 0,3 3-3 15,-6-4-4-15,4 0-3 0,1 4-3 0,-7-4 0 16,10 7-3-16,-11-7-4 0,-3 3 2 0,1-2-1 15,-2 2-1-15,-1 2-2 0,4-4 0 0,-6 6-1 16,-3-4 0-16,0 1-2 0,-3-1-1 0,0 1 1 0,-6 3-2 16,0-2 3-16,-6 0-3 0,3-3-3 0,-4-3 1 15,-1 3 0-15,-3-2-3 0,-5 3 3 0,-2-4-7 16,1 0 3-16,-4 0 2 16,10-4-4-16,-9 1-4 0,0-3-13 0,5 1-9 15,1 0-12-15,0-5-12 0,4 0-14 0,16-1-22 16,-33 5-14-16,16-5-21 0,17 0-32 0,0 0-27 0,-33-7-18 15,18 1-22-15,1-5-28 0,1 3-37 0,3-6-35 16,2-4-48-16,-3-5-306 0,3-2-727 0,0-14 323 16</inkml:trace>
          <inkml:trace contextRef="#ctx0" brushRef="#br0" timeOffset="10217.7543">10275 2237 360 0,'26'-17'429'0,"15"-2"-4"0,4-3-4 0,5 4-6 16,26-12 7-16,-3 3-14 0,8 1-22 0,2-1-20 16,2 1-34-16,3 4-31 0,-3 3-33 15,7 3-18-15,-15 0-31 0,-23 6-24 0,1-1-20 0,-4 0-15 16,-1 4-17-16,-16 4-12 0,9-9-13 0,-14 5-11 0,-4-2-8 16,-7 2-11-16,9-3-9 15,-11 2-10-15,4 1-3 0,-4-2-8 0,5 7-7 0,-7-4-9 16,-3-1-23-16,-11 7-38 0,18-7-55 0,-18 7-67 15,16-7-71-15,-16 7-73 0,0 0-69 0,0 0-75 16,0 0-419-16,0 0-919 0,0 0 406 0</inkml:trace>
        </inkml:traceGroup>
      </inkml:traceGroup>
    </inkml:traceGroup>
    <inkml:traceGroup>
      <inkml:annotationXML>
        <emma:emma xmlns:emma="http://www.w3.org/2003/04/emma" version="1.0">
          <emma:interpretation id="{477017B3-07B4-47F8-BA71-0D7770106D66}" emma:medium="tactile" emma:mode="ink">
            <msink:context xmlns:msink="http://schemas.microsoft.com/ink/2010/main" type="paragraph" rotatedBoundingBox="5362,3725 15425,3704 15428,5410 5365,5431" alignmentLevel="2"/>
          </emma:interpretation>
        </emma:emma>
      </inkml:annotationXML>
      <inkml:traceGroup>
        <inkml:annotationXML>
          <emma:emma xmlns:emma="http://www.w3.org/2003/04/emma" version="1.0">
            <emma:interpretation id="{353EDF36-00E5-4EC1-87C8-C232639C3FAA}" emma:medium="tactile" emma:mode="ink">
              <msink:context xmlns:msink="http://schemas.microsoft.com/ink/2010/main" type="inkBullet" rotatedBoundingBox="5363,4228 5871,4227 5872,4873 5364,4874"/>
            </emma:interpretation>
            <emma:one-of disjunction-type="recognition" id="oneOf8">
              <emma:interpretation id="interp16" emma:lang="" emma:confidence="0">
                <emma:literal>o</emma:literal>
              </emma:interpretation>
              <emma:interpretation id="interp17" emma:lang="" emma:confidence="0">
                <emma:literal>°</emma:literal>
              </emma:interpretation>
              <emma:interpretation id="interp18" emma:lang="" emma:confidence="0">
                <emma:literal>O</emma:literal>
              </emma:interpretation>
              <emma:interpretation id="interp19" emma:lang="" emma:confidence="0">
                <emma:literal>.</emma:literal>
              </emma:interpretation>
              <emma:interpretation id="interp20" emma:lang="" emma:confidence="0">
                <emma:literal>0</emma:literal>
              </emma:interpretation>
            </emma:one-of>
          </emma:emma>
        </inkml:annotationXML>
        <inkml:trace contextRef="#ctx0" brushRef="#br0" timeOffset="11891.7542">1618 3859 274 0,'0'-21'328'0,"0"21"9"0,-3-14 1 16,3 14-11-16,-5-13 3 0,5 13-3 0,0-11-9 15,0 11-20-15,0 0-22 0,-8-15-27 0,8 15-25 0,0 0-27 0,0 0-4 16,0 0-12-16,0 0-8 16,-23 27-4-16,19-13-8 0,-4-2-8 0,0 3-2 15,-8 5 1-15,4 7-7 0,3-1-15 0,-3 3-7 16,3 0-6-16,-2 0-8 0,-4 9-8 0,12-7-7 16,-2-2-10-16,4 1-5 0,1-3-12 0,1 1-1 0,-1 1-9 15,8-3-5-15,3 1-4 0,-1-1-3 0,-2-8-5 16,10 2 0-16,3 0 0 0,-4-3-2 15,6-2 1-15,2-4 2 0,-1 1 5 0,4-9 2 16,-1 1-2-16,-5-1-2 0,-1-3-1 0,-21 0 0 0,45-5 7 16,-22 2 6-16,-4-6 3 0,7-3-3 0,-9 1-3 15,2-2 4-15,-1-1 1 0,1-10 8 0,-6 3-1 0,0-2 6 16,-2-4-15-16,-4-2-2 0,-1-2-2 0,0-6-7 16,-4-3-8-16,-2 9 2 0,-2-8-7 0,-6 0-4 15,-3 10-9-15,-3 1 8 0,-1 1 0 0,-1 1-7 0,-3 2-7 16,-2 3-13-16,-3 0 4 15,-13 2 7-15,10 6-11 0,0 2-9 0,-2 1-5 16,0 5-2-16,-2 1-16 0,4 4-19 0,-2 0-19 0,8 4-19 16,-6 3-30-16,5 5-31 0,2-5-47 0,4 5-56 15,7-2-44-15,-2 4-29 0,7 3-30 0,1 6-41 16,10-4-52-16,-1-4-420 0,8 11-941 0,9-4 417 16</inkml:trace>
      </inkml:traceGroup>
      <inkml:traceGroup>
        <inkml:annotationXML>
          <emma:emma xmlns:emma="http://www.w3.org/2003/04/emma" version="1.0">
            <emma:interpretation id="{07F7F084-1992-44E3-9038-FB21EB59C0E1}" emma:medium="tactile" emma:mode="ink">
              <msink:context xmlns:msink="http://schemas.microsoft.com/ink/2010/main" type="line" rotatedBoundingBox="7893,3719 15425,3704 15428,5410 7897,5425"/>
            </emma:interpretation>
          </emma:emma>
        </inkml:annotationXML>
        <inkml:traceGroup>
          <inkml:annotationXML>
            <emma:emma xmlns:emma="http://www.w3.org/2003/04/emma" version="1.0">
              <emma:interpretation id="{A6F70147-D5D5-4F3E-8329-E61603433C86}" emma:medium="tactile" emma:mode="ink">
                <msink:context xmlns:msink="http://schemas.microsoft.com/ink/2010/main" type="inkWord" rotatedBoundingBox="7893,3719 9376,3716 9377,4660 7895,4662"/>
              </emma:interpretation>
              <emma:one-of disjunction-type="recognition" id="oneOf9">
                <emma:interpretation id="interp21" emma:lang="" emma:confidence="1">
                  <emma:literal/>
                </emma:interpretation>
              </emma:one-of>
            </emma:emma>
          </inkml:annotationXML>
          <inkml:trace contextRef="#ctx0" brushRef="#br0" timeOffset="12433.7436">4093 3872 8 0,'-22'0'451'0,"22"0"-15"16,0 0 0-16,-27-3 15 0,27 3 0 0,0 0-12 0,-24 0-20 15,24 0-26-15,0 0-26 16,0 0-25-16,0 0-15 0,-23 0-20 0,23 0-11 0,0 0-8 0,0 0-23 15,0 0-16-15,0 0-21 16,0 0-22-16,0 0-17 0,0 0-18 0,0 0-14 0,0 0-14 16,0 0-9-16,0 0-20 0,55-13-7 0,-28 4-11 0,7 5-11 15,-4-1-13-15,15 0-4 0,-3-1-10 0,6 2-18 16,-3-3-40-16,8 2-34 16,-8-1-46-16,-2 1-60 0,-8 2-47 0,-1-4-63 0,9-2-57 0,-12 9-49 15,-1-2-57-15,-1-4-72 0,-5 4-439 16,-6-3-1000-16,4 1 442 0</inkml:trace>
          <inkml:trace contextRef="#ctx0" brushRef="#br0" timeOffset="12799.7597">5406 3379 4187 0,'5'-21'267'0,"-5"13"-133"0,0 8 33 16,1-22-9-16,1 14-31 0,3-3-5 16,-5 11 12-16,8-16-5 0,-8 16-19 0,5-11 3 15,-5 11-20-15,0 0-10 0,4-12-6 0,-4 12-4 0,0 0 1 16,0 0 11-16,0 0 0 0,0 0 4 16,20 31 5-16,-22-12 8 0,5 7 6 0,-3 0 5 0,3 12 2 15,-3-11-6-15,0 5-2 0,2 11-9 0,-4-3-8 16,-1-1 2-16,3 4-16 0,0 3-2 0,0-5-4 15,0 2-6-15,0-2 3 0,0 7-26 0,0-7 12 16,-1 3-9-16,2-5-7 0,-2-12 5 0,2 1-13 0,-1 3 4 16,0-4-3-16,5-1-9 15,-3-7-4-15,2-3-10 0,-2 1-20 0,0-8-27 16,1 3-30-16,-3-12-30 0,3 10-34 0,-3-10-35 0,2 14-41 16,-2-14-52-16,0 0-51 0,0 0-72 0,0 0-80 0,0 0-101 15,0 0-320-15,0 0-960 0,-4-45 426 0</inkml:trace>
        </inkml:traceGroup>
        <inkml:traceGroup>
          <inkml:annotationXML>
            <emma:emma xmlns:emma="http://www.w3.org/2003/04/emma" version="1.0">
              <emma:interpretation id="{E37D6DF5-1A29-448E-B033-5B21FDCF60CD}" emma:medium="tactile" emma:mode="ink">
                <msink:context xmlns:msink="http://schemas.microsoft.com/ink/2010/main" type="inkWord" rotatedBoundingBox="11959,3980 12093,3979 12095,4873 11961,4874"/>
              </emma:interpretation>
              <emma:one-of disjunction-type="recognition" id="oneOf10">
                <emma:interpretation id="interp22" emma:lang="" emma:confidence="1">
                  <emma:literal/>
                </emma:interpretation>
              </emma:one-of>
            </emma:emma>
          </inkml:annotationXML>
          <inkml:trace contextRef="#ctx0" brushRef="#br0" timeOffset="13756.3363">8196 3598 64 0,'0'0'383'0,"-15"-15"-5"0,15 15-12 15,-14-15 8-15,8 9-5 0,6 6 8 16,-8-13 6-16,8 13 0 0,-7-8-4 0,7 8-13 16,0 0-1-16,-10-8-21 0,10 8-30 0,0 0-10 0,0 0-28 15,0 0-27-15,0 0-31 0,0 0-17 16,0 0-13-16,0 0-20 0,-20 27-9 0,12-8-7 0,4 7-3 16,-4 0-11-16,2 3 17 0,0 10-24 15,2 7-8-15,-1-3-8 0,5 4-15 0,-1 1 6 0,-1-2-19 16,2-2-15-16,-3 5 3 0,6-1-11 0,-6-5-3 15,3-5-7-15,3 6-53 0,0-14-1 0,-4 10 0 0,-1-14 0 16,5 2-17-16,-6-4-124 0,0-4-68 0,0-4-74 16,3-1-67-16,0-1-63 15,0-14-64-15,-3 19-100 0,3-19-377 0,0 0-1034 16,0 0 457-16</inkml:trace>
        </inkml:traceGroup>
        <inkml:traceGroup>
          <inkml:annotationXML>
            <emma:emma xmlns:emma="http://www.w3.org/2003/04/emma" version="1.0">
              <emma:interpretation id="{1B38F15B-A439-41BE-8D3C-1DD598E18BE6}" emma:medium="tactile" emma:mode="ink">
                <msink:context xmlns:msink="http://schemas.microsoft.com/ink/2010/main" type="inkWord" rotatedBoundingBox="13741,3802 15425,3798 15428,5410 13745,5414"/>
              </emma:interpretation>
              <emma:one-of disjunction-type="recognition" id="oneOf11">
                <emma:interpretation id="interp23" emma:lang="" emma:confidence="0.5">
                  <emma:literal>-</emma:literal>
                </emma:interpretation>
                <emma:interpretation id="interp24" emma:lang="" emma:confidence="0">
                  <emma:literal>_</emma:literal>
                </emma:interpretation>
                <emma:interpretation id="interp25" emma:lang="" emma:confidence="0">
                  <emma:literal>.</emma:literal>
                </emma:interpretation>
                <emma:interpretation id="interp26" emma:lang="" emma:confidence="0">
                  <emma:literal>,</emma:literal>
                </emma:interpretation>
                <emma:interpretation id="interp27" emma:lang="" emma:confidence="0">
                  <emma:literal>~</emma:literal>
                </emma:interpretation>
              </emma:one-of>
            </emma:emma>
          </inkml:annotationXML>
          <inkml:trace contextRef="#ctx0" brushRef="#br0" timeOffset="14156.326">9929 3895 274 0,'-34'6'516'0,"34"-6"-41"0,-21 5-38 0,21-5-23 15,-14 4-16-15,14-4-26 0,0 0-36 0,-15 3-33 0,15-3-32 16,0 0-27-16,0 0-21 0,0 0-21 15,0 0-19-15,0 0-20 0,0 0-15 0,0 0-12 16,0 0-14-16,71-12-14 0,-49 9-10 0,4-1-9 0,0 1-17 16,1-1-30-16,2 0-37 0,-2-6-44 15,2 6-46-15,5-1-37 0,-4-2-33 0,12 0-36 0,-12 0-41 16,-3 1-39-16,2-1-47 0,2 1-40 16,-4 5-286-16,0-6-696 0,-7 2 308 0</inkml:trace>
          <inkml:trace contextRef="#ctx0" brushRef="#br0" timeOffset="14753.7548">11028 3353 329 0,'0'0'422'0,"0"0"-46"0,0 0-35 15,0 0-2-15,0 0-6 0,0 0-15 0,0 0-11 16,0 0-17-16,-12 42-20 0,9-22-20 0,-5 6-23 16,-2-4-17-16,1 4-19 0,-1 5-16 0,-1-3-19 15,-3 10-9-15,1-2-15 0,1-10-11 0,1 3-13 0,2 1-12 16,2-4-6-16,-1 1-8 0,-1 1-9 0,1-2-4 15,4 2-8-15,-1-4-8 0,4-3-3 0,-1-6-7 16,4 3-8-16,-1 1 5 0,8 0-4 0,-5-4-4 16,6-1-1-16,1-2-5 0,2 0-4 0,3-4 1 15,0 3 0-15,0-4-3 0,5-3 2 0,0 0-5 0,6-1-1 16,2-7-1-16,0 4-1 0,0-3-3 0,-2 0 1 16,7-5-1-16,-5 3-1 0,-4-7 4 0,7 5 5 15,7-7 7-15,-15 3 7 0,0-4 5 0,-2 1 8 16,-2 5 19-16,2-8 16 0,-7 4 1 15,-1 0 12-15,1-2 1 0,-1-1 13 0,-3 3 4 16,-1-5-8-16,-2 4 6 0,-2-3 18 0,1 3 10 16,-6 0 11-16,4 6 6 0,-2-4 17 0,-3 12-3 0,5-18 6 15,-5 18-172-15,0-15-3 0,0 15 0 0,0 0 0 16,-2-14 0-16,2 14 0 0,0 0 0 0,0 0 0 16,0 0 0-16,0 0 0 0,0 0 0 0,0 0 0 15,0 0 0-15,-19 59 0 0,13-19 0 0,3 5 0 16,3 8 0-16,-4 0 0 0,3 17 0 0,1 7 0 0,-5-6 0 15,10 4 0-15,3-4 0 0,-8-15 0 0,8 15 0 16,-10-15 0-16,-3-2 0 0,5 19 0 0,-1-28 0 16,-7 2 0-16,1-1 0 0,1-6-111 0,-8 0-412 0,-1-1-87 15,1-13-549-15,-1 1-1253 16,-1-9 555-16</inkml:trace>
        </inkml:traceGroup>
      </inkml:traceGroup>
    </inkml:traceGroup>
    <inkml:traceGroup>
      <inkml:annotationXML>
        <emma:emma xmlns:emma="http://www.w3.org/2003/04/emma" version="1.0">
          <emma:interpretation id="{38DF5E04-1DF8-4A24-AFF5-B466767A0003}" emma:medium="tactile" emma:mode="ink">
            <msink:context xmlns:msink="http://schemas.microsoft.com/ink/2010/main" type="paragraph" rotatedBoundingBox="4963,4921 15974,5413 15919,6655 4907,6163" alignmentLevel="2"/>
          </emma:interpretation>
        </emma:emma>
      </inkml:annotationXML>
      <inkml:traceGroup>
        <inkml:annotationXML>
          <emma:emma xmlns:emma="http://www.w3.org/2003/04/emma" version="1.0">
            <emma:interpretation id="{5E642E5D-412D-4882-A998-FAB0D2C2BC86}" emma:medium="tactile" emma:mode="ink">
              <msink:context xmlns:msink="http://schemas.microsoft.com/ink/2010/main" type="inkBullet" rotatedBoundingBox="4939,5459 5644,5491 5633,5723 4928,5691"/>
            </emma:interpretation>
            <emma:one-of disjunction-type="recognition" id="oneOf12">
              <emma:interpretation id="interp28" emma:lang="" emma:confidence="0">
                <emma:literal>-</emma:literal>
              </emma:interpretation>
            </emma:one-of>
          </emma:emma>
        </inkml:annotationXML>
        <inkml:trace contextRef="#ctx0" brushRef="#br0" timeOffset="16297.3685">1167 5251 312 0,'0'0'310'0,"-27"-5"-10"0,27 5-6 16,0 0-4-16,-24-2-10 0,24 2-5 0,-15-6 6 0,15 6-17 16,0 0 7-16,-22-4 15 0,22 4 15 15,-18-7 3-15,18 7-7 0,0 0-8 0,-16-2-3 16,16 2-9-16,0 0-10 0,-13-8-18 0,13 8-20 0,0 0-12 15,0 0-26-15,0 0-19 0,0 0-20 0,0 0-6 16,0 0-18-16,0 0-16 0,0 0-6 0,34-16-9 0,-12 14-14 16,7-6-6-16,0 3-12 15,18 0-3-15,-4-5-3 0,0 2-14 0,2 3-25 16,-1-7-40-16,4 5-35 0,-3-2-55 0,-4 1-52 16,-7 1-60-16,11-5-48 0,-16 5-51 0,0-2-60 0,0 1-55 15,-2 1-94-15,-11-2-285 0,8-2-882 0,-13 3 390 16</inkml:trace>
      </inkml:traceGroup>
      <inkml:traceGroup>
        <inkml:annotationXML>
          <emma:emma xmlns:emma="http://www.w3.org/2003/04/emma" version="1.0">
            <emma:interpretation id="{5BFB7403-07D8-4CE7-BEA3-1C96E4AC3D8A}" emma:medium="tactile" emma:mode="ink">
              <msink:context xmlns:msink="http://schemas.microsoft.com/ink/2010/main" type="line" rotatedBoundingBox="5947,4965 15974,5413 15919,6655 5891,6207"/>
            </emma:interpretation>
          </emma:emma>
        </inkml:annotationXML>
        <inkml:traceGroup>
          <inkml:annotationXML>
            <emma:emma xmlns:emma="http://www.w3.org/2003/04/emma" version="1.0">
              <emma:interpretation id="{59316C15-79E0-4BE5-9A1B-EE7EF860C5B0}" emma:medium="tactile" emma:mode="ink">
                <msink:context xmlns:msink="http://schemas.microsoft.com/ink/2010/main" type="inkWord" rotatedBoundingBox="5940,5115 6943,5160 6907,5968 5904,5923"/>
              </emma:interpretation>
              <emma:one-of disjunction-type="recognition" id="oneOf13">
                <emma:interpretation id="interp29" emma:lang="" emma:confidence="1">
                  <emma:literal/>
                </emma:interpretation>
              </emma:one-of>
            </emma:emma>
          </inkml:annotationXML>
          <inkml:trace contextRef="#ctx0" brushRef="#br0" timeOffset="17049.763">2229 4923 82 0,'-32'0'347'0,"32"0"-15"0,0 0-5 16,-26 0 8-16,26 0 0 0,-19-9-22 0,19 9-16 0,-19-6-15 15,19 6-8-15,-18-7-8 0,18 7-13 0,-21-11-8 16,12 7-27-16,9 4-4 0,-18-9-9 0,10 2-10 15,8 7-15-15,-13-12-14 0,13 12-18 0,-8-14-17 16,5 5-13-16,3 9-8 0,3-17-14 0,-3 17-9 0,8-24-8 16,0 15-9-16,7-8-6 15,-2 8-6-15,1-3-6 0,0 1-5 0,6 1-5 16,-4-2-3-16,3 5-8 0,-1 0 0 0,1 4-4 16,-5-6-3-16,6 5 1 0,-4 1-7 0,-16 3-2 0,27-2-2 15,-27 2-2-15,29 4 0 0,-16 3-1 0,-2 1-1 16,2 1-2-16,0 0 5 0,-4 4-5 0,-1 1-2 15,3 4 2-15,2 6 0 0,-10-2 1 0,4 3-2 16,-7 1 0-16,0-2-2 0,-5 3 2 0,2 4-1 16,-8-2 1-16,-4 8 2 0,1 0 1 0,-2-2-3 0,1-6-1 15,-6 6 1-15,5 5-1 0,-4-9 0 0,-6 2 2 16,7-6-3-16,1-1-1 0,-5-1 1 0,3-1 0 16,4-6 1-16,-4 4-1 0,6-8 0 0,1-1 0 15,-1-2 1-15,4 1 0 0,-1-7 3 0,3 2 1 16,8-7 7-16,-12 14 1 0,12-14 4 0,-11 7 1 0,11-7 1 15,0 0 7-15,-6 7 3 0,6-7 3 0,0 0 10 16,0 0 1-16,0 0 6 16,0 0 2-16,0 0-2 0,0 0-6 0,42-16 4 0,-28 7-3 15,5 6 7-15,-1-2 3 0,14-2 2 0,-2-4 2 16,14 1 3-16,4 1 4 0,-5-1 0 0,9 0-6 16,-3-2-1-16,3 6-10 0,4-2 0 0,-6 2-4 0,-1-3 4 15,-4 2-17-15,0-1-3 0,-13 5-1 0,2 2-6 16,-4-5-9-16,-1 2 7 0,-8-1-2 0,0 4 0 15,0-1-3-15,-5-3-3 0,-16 5-1 0,26-6 0 16,-26 6-2-16,20-1 5 0,-10-6-10 0,-10 7 3 16,0 0-8-16,21-5-3 0,-21 5 0 15,0 0 0-15,0 0 0 0,19-6 0 0,-19 6-60 0,0 0-30 16,0 0-35-16,0 0-43 0,0 0-54 0,0 0-59 16,0 0-49-16,0 0-54 0,0 0-57 0,0 0-63 0,0 0-427 15,0 0-1010-15,0 0 447 0</inkml:trace>
        </inkml:traceGroup>
        <inkml:traceGroup>
          <inkml:annotationXML>
            <emma:emma xmlns:emma="http://www.w3.org/2003/04/emma" version="1.0">
              <emma:interpretation id="{08B26453-E6AC-427B-90E5-C04489947712}" emma:medium="tactile" emma:mode="ink">
                <msink:context xmlns:msink="http://schemas.microsoft.com/ink/2010/main" type="inkWord" rotatedBoundingBox="9191,5443 9742,5468 9709,6197 9159,6172"/>
              </emma:interpretation>
              <emma:one-of disjunction-type="recognition" id="oneOf14">
                <emma:interpretation id="interp30" emma:lang="" emma:confidence="1">
                  <emma:literal/>
                </emma:interpretation>
              </emma:one-of>
            </emma:emma>
          </inkml:annotationXML>
          <inkml:trace contextRef="#ctx0" brushRef="#br0" timeOffset="18415.7583">5528 5009 5 0,'-29'-3'404'0,"13"3"-35"0,16 0-36 0,-26 7-22 16,12-2-16-16,-1 2 3 0,-1 8 1 0,0 4 3 0,-1 6-5 16,-1 1-16-16,-1 6-15 0,11-3-4 15,-5 10-12-15,0-4-9 0,5 6-22 0,0-2-15 0,2-1-15 16,2-9-17-16,-1 12-15 0,1-12-11 0,4-1-14 15,4-1-11-15,-2 4-9 0,-2-5-12 0,10-3-4 0,-1 2-8 16,-1-7-3-16,4-3-1 16,-1-1 4-16,2 3-2 0,3-6-1 0,1 1-4 15,7-2 3-15,-1-3-5 0,-2-2 10 0,1-1-2 0,2-4-6 16,0-1 0-16,5-5-1 0,3 1-4 0,-8-6-4 16,0-4-2-16,2 4-4 0,-3-6-1 0,-1-1-8 0,2-4-5 15,-6 0-3-15,-2-2-1 0,1-1-1 0,4-9-4 16,-9 7-4-16,-1-10-1 0,-3-1-4 0,0-1-7 15,-8-4-1-15,0 2 0 0,-7 3-5 16,-1 11-4-16,0-2 0 0,-5 3-4 0,-3 3-9 16,-3-1-16-16,-2 7-11 0,2 1-7 0,0 8-22 15,-8-3-19-15,-2 4-12 0,0 4-21 0,-5 5-27 16,4 3-28-16,-1 3-41 0,-3-1-31 0,7 5-45 16,3 6-42-16,2-4-36 0,1 5-51 0,8-6-91 0,3 3-338 15,4-3-903-15,1 2 400 0</inkml:trace>
        </inkml:traceGroup>
        <inkml:traceGroup>
          <inkml:annotationXML>
            <emma:emma xmlns:emma="http://www.w3.org/2003/04/emma" version="1.0">
              <emma:interpretation id="{EB521320-2AE2-48A8-8403-3979595D64E1}" emma:medium="tactile" emma:mode="ink">
                <msink:context xmlns:msink="http://schemas.microsoft.com/ink/2010/main" type="inkWord" rotatedBoundingBox="11639,5219 12392,5253 12341,6393 11588,6359"/>
              </emma:interpretation>
              <emma:one-of disjunction-type="recognition" id="oneOf15">
                <emma:interpretation id="interp31" emma:lang="" emma:confidence="1">
                  <emma:literal/>
                </emma:interpretation>
              </emma:one-of>
            </emma:emma>
          </inkml:annotationXML>
          <inkml:trace contextRef="#ctx0" brushRef="#br0" timeOffset="19441.1168">7897 4987 200 0,'0'0'428'0,"-38"-15"-6"16,38 15-26-16,-13-12 4 0,13 12-2 0,-8-10-15 15,8 10-28-15,-5-16-27 0,5 16-32 0,0-15-22 16,0 15-18-16,7-18-21 0,1 6-9 0,-4 3-20 16,9 0-16-16,-1-4-19 0,2 2-13 0,0-1-18 0,6 3-14 15,-6 1 0-15,7 1-15 0,-2-2-11 0,-1 1-11 16,3 2-7-16,1 5-11 0,-1 1-6 16,-21 0-9-16,42 5-6 0,-23-2-3 0,0 5-7 15,-1 3-3-15,3 5-4 0,-4 5-4 0,1-1-1 0,-7 2-2 16,-1-6-5-16,-2 9-1 0,-5 2 3 0,-3 4-5 15,0-2-2-15,-6 2-3 0,-2-4-2 16,-2 1 1-16,-4 7-3 0,-6-9-8 0,4 3-2 0,-3-6-7 16,-3 1 0-16,-1-3 1 0,1-3-4 0,1 1 1 15,-5 0-3-15,2-3-1 0,-2-2 4 0,10-3 0 16,-3-3 4-16,3-4 0 0,0 4 2 0,-2-5 1 16,2 0 3-16,16-3-3 0,-28 3 4 0,28-3-5 15,0 0 0-15,-28-8 5 0,28 8-6 0,-8-9 0 0,8 9 1 16,0-18-3-16,0 18 3 0,16-20-5 0,-5 8 3 15,4-2-1-15,1 6 2 0,6-8-2 0,-2 9 2 16,4-7-1-16,3 6 3 0,-1-4-4 0,-2 5 0 0,8 0 2 16,-6 7 0-16,1-11 0 0,0 10 6 0,2 2-4 15,-2 3-1-15,-1 3 2 0,1-2-3 0,-6 3 4 16,6 5 6-16,-4-2-9 0,2 5 4 0,-2 5 0 16,-5-1 3-16,6 3 1 0,-10-1 2 15,-3 4-2-15,2-2 2 0,-2 15 2 0,-6-10 6 16,-5 11-3-16,-1-11-4 0,-6 2 3 0,-2 9 1 15,-11-2-3-15,6-11 1 0,-10 10 1 0,-4-6-3 0,0-3-1 16,-6-1 3-16,-1-1-5 0,-2-6-9 0,8-7-17 0,-13 6-18 16,-1-7-20-16,-1-1-23 0,14-6-16 0,-4-1-32 15,-9-5-36-15,9-4-36 16,-9-4-34-16,12-3-57 0,-2 0-47 0,1-13-74 0,-2 2-340 0,5-8-817 16,2-1 362-16</inkml:trace>
        </inkml:traceGroup>
        <inkml:traceGroup>
          <inkml:annotationXML>
            <emma:emma xmlns:emma="http://www.w3.org/2003/04/emma" version="1.0">
              <emma:interpretation id="{A685A5EE-B136-4C91-B785-0521AD381DCD}" emma:medium="tactile" emma:mode="ink">
                <msink:context xmlns:msink="http://schemas.microsoft.com/ink/2010/main" type="inkWord" rotatedBoundingBox="14281,5489 15967,5565 15919,6655 14232,6580"/>
              </emma:interpretation>
              <emma:one-of disjunction-type="recognition" id="oneOf16">
                <emma:interpretation id="interp32" emma:lang="" emma:confidence="0.5">
                  <emma:literal>-13</emma:literal>
                </emma:interpretation>
                <emma:interpretation id="interp33" emma:lang="" emma:confidence="0.5">
                  <emma:literal>- 13</emma:literal>
                </emma:interpretation>
                <emma:interpretation id="interp34" emma:lang="" emma:confidence="0">
                  <emma:literal>_ 13</emma:literal>
                </emma:interpretation>
                <emma:interpretation id="interp35" emma:lang="" emma:confidence="0">
                  <emma:literal>. 13</emma:literal>
                </emma:interpretation>
                <emma:interpretation id="interp36" emma:lang="" emma:confidence="0">
                  <emma:literal>- B</emma:literal>
                </emma:interpretation>
              </emma:one-of>
            </emma:emma>
          </inkml:annotationXML>
          <inkml:trace contextRef="#ctx0" brushRef="#br0" timeOffset="20421.7364">10410 5408 206 0,'-23'3'495'0,"23"-3"-3"0,0 0-23 0,-20 3-24 15,20-3-16-15,0 0-15 0,0 0-32 0,0 0-34 16,0 0-37-16,0 0-28 0,0 0-22 0,0 0-22 15,0 0-22-15,0 0-19 0,0 0-20 0,0 0-18 0,70-12-15 16,-41 8-16-16,5 2-13 0,1 1-14 0,10-5-14 16,-2 6-40-16,5-1-43 0,-6-2-50 15,1-1-56-15,-1-5-62 0,-7 3-54 0,-3 2-65 16,1-2-70-16,-3-2-101 0,-3-2-306 0,-1 3-820 16,-5 0 363-16</inkml:trace>
          <inkml:trace contextRef="#ctx0" brushRef="#br0" timeOffset="20591.7514">11241 5118 278 0,'0'0'397'0,"-15"-14"-2"16,9 7 2-16,6 7-21 0,-13-8-9 0,13 8-10 0,-13-10-20 15,13 10-33-15,0 0-31 0,0 0-32 0,0 0-19 16,0 0-17-16,0 0-10 0,-17 25-7 16,14-6-8-16,3-1-7 0,0 3-19 0,0 6-14 15,0 11-15-15,0-1-12 0,0 2-11 0,-2 2-10 16,4-2-10-16,-4 0-9 0,-1 1-34 0,3-4-44 0,-3 5-56 15,3-12-51-15,0 3-67 0,-2-4-55 0,0-1-73 0,4-1-87 16,-2-10-359-16,0 1-814 16,2-3 360-16</inkml:trace>
          <inkml:trace contextRef="#ctx0" brushRef="#br0" timeOffset="21064.9869">11509 5351 285 0,'13'-22'347'0,"-5"5"-25"16,9 0-35-16,-1 5-23 0,0-1-18 0,-1 1-24 16,6 4-15-16,-5-3-26 0,5 8-12 0,-1-2-22 15,0 5-12-15,-20 0-19 0,38 4-9 0,-17 3-13 16,-3-3-7-16,-7 11-6 0,2-4-7 0,-2 3-13 16,-6 2-6-16,1 3-1 0,-3-8-11 0,-3 14 3 0,-3-5-5 15,-5-2-6-15,-5 6-6 0,5-2-5 16,-4 1-2-16,4-9-2 0,-10 6-7 0,0 2-3 0,7-7 2 15,-2-2-2-15,0 1 1 0,-1-2-4 0,7-2 0 16,-4 1-1-16,6 0 1 0,5-11-1 0,-16 10-3 0,16-10 0 16,-11 9-4-16,11-9 4 15,0 0-2-15,0 0 1 0,0 0 2 0,0 0 0 16,0 0-1-16,0 0 5 0,0 0-5 0,0 0 1 16,0 0-1-16,58-9 0 0,-58 9 0 0,35-9 3 0,-7 5-6 15,-1 1 1-15,-6 3 1 0,1-3 0 0,5 6 0 16,-4 3 0-16,-7-2-2 0,5 7-1 0,1 1 6 15,-1 5 3-15,-5 0 4 0,2 5 0 0,-5 1 13 16,-2-1 3-16,-3 0 12 0,1 2 1 0,-1 2 15 0,-4 0-9 16,-4-4 5-16,-4 4-12 0,0 2-2 0,-6-1-5 15,-1-3-9-15,-4-1 12 0,-2 3-12 16,-1-2 4-16,-6-5-2 0,-3 2-9 0,-9 0-11 16,0 3-16-16,-6-10-18 0,3 1-17 0,6-6-15 0,-11 1-29 15,-2 1-21-15,1-3-42 0,0-6-46 0,2-4-45 16,9 2-90-16,-1-5-214 0,4-4-592 0,-9-8 261 0</inkml:trace>
        </inkml:traceGroup>
      </inkml:traceGroup>
    </inkml:traceGroup>
  </inkml:traceGroup>
</inkml:ink>
</file>

<file path=ppt/ink/ink22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8-31T04:22:21.131"/>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9450DB6E-D5F8-41DA-9910-AB6F932EB4EC}" emma:medium="tactile" emma:mode="ink">
          <msink:context xmlns:msink="http://schemas.microsoft.com/ink/2010/main" type="inkDrawing" rotatedBoundingBox="16386,429 17525,6463 15898,6771 14758,736" semanticType="verticalRange" shapeName="Other">
            <msink:sourceLink direction="with" ref="{45CB4E60-2BFC-4204-994B-3052F32DBB69}"/>
          </msink:context>
        </emma:interpretation>
      </emma:emma>
    </inkml:annotationXML>
    <inkml:trace contextRef="#ctx0" brushRef="#br0">114 151 2701 0,'-20'-7'47'0,"4"0"-28"0,1 0 11 16,1 2 11-16,14 5 10 0,-21-5 11 0,21 5 5 15,-16-7 1-15,16 7-1 0,0 0 0 0,-13-6 1 16,13 6 6-16,0 0 4 0,0 0 4 0,0 0-12 0,0 0 16 16,35-13-8-16,-19 11 1 0,12-2-3 15,2 1 0-15,2-4-9 0,-1 2 7 0,10-2 0 0,1 2 7 16,-10-3-6-16,2 1-2 0,11 0 1 0,-16-4-4 16,6 8 9-16,-3-2 0 0,-3-2 2 0,1 0 1 15,-2 3 6-15,-4 1 0 0,-3-1-5 0,-1 3 2 16,3-1-9-16,-23 2 4 0,40 3-3 0,-22-1-3 15,2 7-3-15,8 1 2 0,-3 7-6 0,4 1 0 0,-3 9 1 16,8 6-1-16,-5 7 2 0,12 21 1 16,-10-13 7-16,6 28 0 0,1-1 10 0,-6 11-5 15,12 38 0-15,-14-36 3 0,10 43 10 16,-5-8-6-16,-6 4-1 0,0 5 7 0,-3 5 10 0,1 3 9 0,-3 5 3 16,-1 7 2-16,-9-1 16 15,5-5-3-15,-9 0 5 0,9-7 5 0,-6-4 1 0,1 4-52 16,-4-2-91-16,8-2 0 0,-4 3 0 0,5 0 0 15,1-10 0-15,-1 2 0 0,-1-5 0 0,7-2 0 16,4 6 0-16,-5-42 0 0,12 41 0 0,-1-2 0 16,-14-36 0-16,8 33 0 0,-13-39 0 0,1 5 0 15,-1-2 0-15,-1 1 0 0,-1-3 0 0,1 1 0 16,-7 4 0-16,0-3 0 0,-4-5 0 0,8-3 0 0,-9-8 0 16,-1-18 0-16,4 0 0 0,-6 4 0 0,6-9 0 15,-4-7 0-15,1 4 0 0,0-4 0 0,-3-14 0 16,7 4 0-16,-2-6 0 0,-2-3 0 0,3-3 0 15,-6-4 0-15,5 1 0 0,-5-16 0 0,2 26 0 16,-2-26 0-16,1 11 0 0,-1-11 0 0,3 17 0 0,-3-17 0 16,0 0 0-16,4 16 0 0,-4-16 0 0,0 0 0 15,0 0 0-15,0 0 0 16,0 0 0-16,0 0 0 0,0 0 0 0,0 0 0 16,0 17 0-16,0-17 0 0,0 0 0 0,0 0 0 0,0 0 0 15,0 0 0-15,0 0 0 0,-45-2 0 0,45 2 0 16,-56-3 0-16,11 7 0 0,-11-1 0 0,-5 3 0 0,1 3 0 15,-18 3 0-15,1 2 0 0,17 1 0 0,-23 6 0 16,6 0 0-16,-2-1 0 0,1 1 0 0,-1 5 0 16,21-7 0-16,-22 7 0 0,24-7 0 0,3 2 0 0,-2 0 0 15,4 1-503-15,1 1-779 16,4-8-1388-16,1 4 615 0</inkml:trace>
  </inkml:traceGroup>
</inkml:ink>
</file>

<file path=ppt/ink/ink22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1T04:51:33.766"/>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691F198E-D2CA-4233-ACAD-47BE361DBE13}" emma:medium="tactile" emma:mode="ink">
          <msink:context xmlns:msink="http://schemas.microsoft.com/ink/2010/main" type="writingRegion" rotatedBoundingBox="19889,1851 25674,1807 25689,3827 19904,3871"/>
        </emma:interpretation>
      </emma:emma>
    </inkml:annotationXML>
    <inkml:traceGroup>
      <inkml:annotationXML>
        <emma:emma xmlns:emma="http://www.w3.org/2003/04/emma" version="1.0">
          <emma:interpretation id="{87A4E2FE-D314-41A1-8ED3-4AEFD5EF3F12}" emma:medium="tactile" emma:mode="ink">
            <msink:context xmlns:msink="http://schemas.microsoft.com/ink/2010/main" type="paragraph" rotatedBoundingBox="19889,1851 25674,1807 25689,3827 19904,3871" alignmentLevel="1"/>
          </emma:interpretation>
        </emma:emma>
      </inkml:annotationXML>
      <inkml:traceGroup>
        <inkml:annotationXML>
          <emma:emma xmlns:emma="http://www.w3.org/2003/04/emma" version="1.0">
            <emma:interpretation id="{95301798-555E-4EB4-B209-213644E22EB5}" emma:medium="tactile" emma:mode="ink">
              <msink:context xmlns:msink="http://schemas.microsoft.com/ink/2010/main" type="line" rotatedBoundingBox="19889,1851 25674,1807 25689,3827 19904,3871"/>
            </emma:interpretation>
          </emma:emma>
        </inkml:annotationXML>
        <inkml:traceGroup>
          <inkml:annotationXML>
            <emma:emma xmlns:emma="http://www.w3.org/2003/04/emma" version="1.0">
              <emma:interpretation id="{6D78D69E-3DAB-4F8D-A178-D5772E65B5C1}" emma:medium="tactile" emma:mode="ink">
                <msink:context xmlns:msink="http://schemas.microsoft.com/ink/2010/main" type="inkWord" rotatedBoundingBox="19890,1920 24758,1883 24769,3319 19901,3357"/>
              </emma:interpretation>
              <emma:one-of disjunction-type="recognition" id="oneOf0">
                <emma:interpretation id="interp0" emma:lang="" emma:confidence="1">
                  <emma:literal/>
                </emma:interpretation>
              </emma:one-of>
            </emma:emma>
          </inkml:annotationXML>
          <inkml:trace contextRef="#ctx0" brushRef="#br0">1031 967 140 0,'1'-18'337'0,"6"-1"-11"0,-7 4-13 16,5-4 1-16,-1 5 26 0,0-1-30 0,-4 15 3 16,4-17-3-16,-2 8-12 0,-2 9-15 0,0 0-14 0,2-16-13 15,-2 16-18-15,0 0-11 0,0 0-13 0,0 0-10 16,0 0-13-16,3 52-14 0,-6-26-7 15,3 1-21-15,0 3-16 0,0-1-14 0,0 4-10 0,6 5-12 16,-6 0-5-16,2-10-11 0,-4 1-9 0,8 4-8 16,-4-6-13-16,-2 3-23 0,5-4-42 0,-5-4-54 15,0 5-53-15,1-9-65 0,-1 1-55 0,-1 0-67 16,-4-7-83-16,-1-1-425 0,6-11-884 0,-4 8 391 16</inkml:trace>
          <inkml:trace contextRef="#ctx0" brushRef="#br0" timeOffset="391.1026">1473 779 127 0,'0'0'292'15,"-16"-11"-13"-15,16 11-7 0,-21-8-6 0,9 2-13 16,12 6-5-16,-21-10 0 0,6 8-20 0,1-5-12 16,14 7-5-16,-29-5 1 0,29 5-12 0,-21-3 5 15,21 3-13-15,-14 0-14 0,14 0-22 0,0 0-12 16,0 0-3-16,0 0-9 0,0 0-17 0,0 0 1 0,0 0-6 16,0 0-8-16,77 0-4 0,-23-5-6 0,7-1-1 15,24 0 10-15,11-1-2 0,1-2 3 16,2-1-2-16,-1 1-1 0,1 0-17 0,1-1-9 0,1 3-8 15,-5 2-2-15,-3-2-10 0,-9 0-1 0,-27 2-11 16,6-2-4-16,-7 3-8 0,-5-2-15 0,-17 2-19 16,9-2-14-16,-19 0-31 0,-6 2-26 0,-4 0-31 15,-2-3-36-15,-12 7-30 0,11-14-41 0,-11 14-41 16,-5-14-32-16,5 14-37 0,-21-19-72 0,5 10-252 16,-3-3-701-16,-4-2 310 0</inkml:trace>
          <inkml:trace contextRef="#ctx0" brushRef="#br0" timeOffset="715.963">2473 216 213 0,'0'0'342'0,"0"0"-27"0,0 0-30 16,-4-16-21-16,4 16-16 0,0 0-12 0,0 0-13 16,0 0-17-16,0 0-6 0,0 0-12 0,0 0-11 0,45 31-5 15,-30-17-17-15,4 0-13 0,-1 3-15 0,2-1-11 16,9 3-2-16,-3 0-10 0,4-2-15 0,-2 2-5 15,9 3 0-15,-1-6-15 0,5 2-9 0,-5-2-7 16,6-2-9-16,-3 2-6 0,-6-13-2 0,11 8-2 16,-12-8 3-16,0 2-13 0,0 0 8 0,-2-5-10 15,-2 1 0-15,-8-1 15 0,-20 0-23 0,41-2-2 16,-24-2 4-16,-1 0 1 0,-16 4 11 0,23-1 2 16,-23 1 11-16,0 0 9 0,25 0 10 0,-25 0 1 15,0 0-5-15,0 0-5 0,0 0 0 0,0 0-6 16,-17 24-2-16,1-5-5 0,-5-1-3 0,-3 2-4 15,-8 11-3-15,0-3 0 0,-4 3-6 0,1 2-7 16,1-2-27-16,-1 2-30 0,6-4-62 0,0 1-45 16,13-6-68-16,-5 0-86 0,5 0-126 0,5-7-256 15,3-3-742-15,3-3 329 0</inkml:trace>
          <inkml:trace contextRef="#ctx0" brushRef="#br0" timeOffset="1278.4251">3015 995 191 0,'-26'6'339'0,"5"-3"-27"0,3 0-33 0,18-3-17 16,-20 6-2-16,20-6 10 0,0 0 6 15,0 0-15-15,0 0-8 0,56 14-20 0,-10-9-19 0,9-5-3 16,27 0 16-16,4-6 18 0,15-1 19 0,-11-4 17 15,6-3 6-15,4 1-3 0,-1-1-5 0,-1 2-25 16,48-6-31-16,-47 11-9 0,43-1-26 0,-45 1-21 16,-7 2-13-16,-2 2-19 0,-9-3-14 0,-21 4-19 15,-9-1-15-15,-2 3-28 0,-13-1-31 0,-4-1-40 16,-12 2-35-16,-1-1-34 0,-17 1-29 0,21 3-28 16,-21-3-40-16,0 0-33 0,13 8-34 0,-13-8-31 15,0 0-39-15,-50 26-57 0,25-15-57 0,-20 2-329 16,0 3-821-16,-5 1 363 0</inkml:trace>
          <inkml:trace contextRef="#ctx0" brushRef="#br0" timeOffset="-203.1061">92 606 89 0,'9'-45'265'16,"2"-3"-10"-16,6-1 6 0,1 3-17 0,3 1-7 16,1-3-12-16,6 1-10 0,5 2-9 0,3 2-2 0,-4 6-10 15,9 2-16-15,-4 3-23 0,5 4-6 0,-2 5-9 16,2 5-4-16,-10 6-4 0,1 7-16 0,-4 3-5 16,2 2-13-16,-2 7 0 0,3 4 0 0,-7 6-5 15,-4 5 0-15,5 11-11 0,-2 10-3 0,-13-1 1 0,-3 4-13 16,-1 3 7-16,-12 0-13 0,-3 0 10 15,-5 7-14-15,-5-3-10 0,-15 14-1 0,4-20-2 0,-15 13-7 16,4-15-5-16,2-5 0 0,-10-2-5 0,4 0-7 16,-5-9 0-16,-1 2-1 0,0-2 1 0,4-8 0 15,-1-4-4-15,6-2 0 0,10-8-2 0,-3-3 0 16,6 0-3-16,5-4-4 0,2-4 0 0,0 1 2 16,7-4 0-16,-2 2-2 0,3-3 3 0,4-2-3 15,0 2 4-15,5-3-3 0,4 11 3 0,-5-22-3 16,5 22-1-16,6-20 5 0,2 13-6 0,4 1 1 15,2-6 3-15,2 9 0 0,5 0 13 0,0 1-2 0,8 0-3 16,-1 4 7-16,8 3-2 0,-6 2-1 0,12 5 0 16,-2 4-5-16,2 1 1 0,-4 1-5 0,-1 1 2 15,-2 3-4-15,5 0 0 0,-3-2 0 0,-1 5-3 16,-1-3-1-16,-8-5 0 0,12 4-19 0,-14-5-21 16,-1-4-27-16,4 3-8 0,-4-2-29 0,0-1-21 15,-7-5-36-15,-1 1-26 0,0-1-32 0,-4-3-26 16,-12-4-36-16,22 4-24 0,-22-4-57 0,0 0-199 15,32-6-598-15,-19-3 265 0</inkml:trace>
          <inkml:trace contextRef="#ctx0" brushRef="#br0" timeOffset="-644.716">322 5 123 0,'0'0'328'16,"0"0"-12"-16,0 0-6 0,-5-14-10 0,5 14-14 15,0 0 3-15,0 0 0 0,0 0-2 0,0 0-14 16,0 0-13-16,5-15-3 0,-5 15-9 0,0 0-11 16,0 0-7-16,0 0-10 0,0 0-13 0,0 0-7 15,-11 50 0-15,9-9-9 0,-4 2-8 0,4-1-2 0,-3 5-16 16,4 6-13-16,-4 1-5 0,8-1-8 16,-6 4-11-16,-4 16-7 0,6-23-11 0,-6 8-16 15,1-4-4-15,1-2-8 0,-1 0-9 0,-6-1-6 0,3 0-9 16,1-1-2-16,-7-4-12 0,4 2-6 15,2-17-11-15,1 9-21 0,-4 2-38 0,4-5-44 16,-3-9-45-16,6-3-41 0,0-10-62 0,1 4-42 0,2-4-42 16,2-4-36-16,0-11-31 0,0 0-41 0,0 11-366 15,0-11-846-15,0 0 374 0</inkml:trace>
        </inkml:traceGroup>
        <inkml:traceGroup>
          <inkml:annotationXML>
            <emma:emma xmlns:emma="http://www.w3.org/2003/04/emma" version="1.0">
              <emma:interpretation id="{21C880D7-2726-469F-8BEF-D223606DDB0C}" emma:medium="tactile" emma:mode="ink">
                <msink:context xmlns:msink="http://schemas.microsoft.com/ink/2010/main" type="inkWord" rotatedBoundingBox="23001,3336 24071,3328 24074,3839 23005,3848"/>
              </emma:interpretation>
              <emma:one-of disjunction-type="recognition" id="oneOf1">
                <emma:interpretation id="interp1" emma:lang="" emma:confidence="0.5">
                  <emma:literal>2</emma:literal>
                </emma:interpretation>
                <emma:interpretation id="interp2" emma:lang="" emma:confidence="0">
                  <emma:literal>.</emma:literal>
                </emma:interpretation>
                <emma:interpretation id="interp3" emma:lang="" emma:confidence="0">
                  <emma:literal>Z</emma:literal>
                </emma:interpretation>
                <emma:interpretation id="interp4" emma:lang="" emma:confidence="0">
                  <emma:literal>z</emma:literal>
                </emma:interpretation>
                <emma:interpretation id="interp5" emma:lang="" emma:confidence="0">
                  <emma:literal>r</emma:literal>
                </emma:interpretation>
              </emma:one-of>
            </emma:emma>
          </inkml:annotationXML>
          <inkml:trace contextRef="#ctx0" brushRef="#br0" timeOffset="1762.7646">3364 1568 130 0,'-24'1'357'0,"24"-1"-34"0,0 0-28 0,0 0-7 0,-33-10-22 16,33 10-20-16,-8-14-21 0,1 7-22 0,7 7-11 16,-2-20-15-16,4 6-18 0,-2 14 8 0,15-22-12 15,-9 11-2-15,8-2-7 0,-1 2-19 0,-3-3 0 16,4 7-14-16,1-5-12 0,-2 5-13 0,6 0-9 16,-8 0-8-16,-11 7-2 0,27-1-13 0,-27 1-6 15,29 5-4-15,-11 0 4 0,-2 4-12 0,-3 1 3 16,-4 2-3-16,2 6-6 0,-6-3-5 0,2 4 1 15,-1 8-3-15,-6-2 9 0,0 6-18 0,-3-4-2 16,-2-4 3-16,-5 5-6 0,-1-2 3 0,-2-1-5 16,2 1-1-16,-6-5-2 0,-6 3 12 0,2-3-10 15,-1-2 6-15,-5-4-9 0,1-3-1 0,2 6-10 16,-5-8 9-16,0-1 2 0,0 1 2 0,2-3-4 16,1-2 9-16,5-1 8 0,1-3 2 0,0 2 6 15,20-3 5-15,-24 4-5 0,24-4-1 0,-19 0-2 16,19 0 10-16,0 0 6 0,0 0-1 0,0 0-1 0,0 0-4 15,0 0-4-15,0 0-2 0,0 0-4 0,0 0-1 16,51-24-2-16,-23 14-3 0,2 3-9 16,17-3 4-16,-2 3 2 0,4-4-4 0,6 2-1 0,1-1 3 15,-3 1-12-15,5 0-12 0,3-5-19 0,17 2-38 16,4-6-46-16,-21 6-57 0,-5 0-60 0,-3-3-76 16,3-4-89-16,-6 5-301 0,1-7-753 0,-3 2 333 15</inkml:trace>
        </inkml:traceGroup>
        <inkml:traceGroup>
          <inkml:annotationXML>
            <emma:emma xmlns:emma="http://www.w3.org/2003/04/emma" version="1.0">
              <emma:interpretation id="{83866F1E-A143-4C90-8CA8-D15BF6CA2E21}" emma:medium="tactile" emma:mode="ink">
                <msink:context xmlns:msink="http://schemas.microsoft.com/ink/2010/main" type="inkWord" rotatedBoundingBox="23589,1949 23707,1948 23714,2930 23597,2931"/>
              </emma:interpretation>
              <emma:one-of disjunction-type="recognition" id="oneOf2">
                <emma:interpretation id="interp6" emma:lang="" emma:confidence="1">
                  <emma:literal/>
                </emma:interpretation>
              </emma:one-of>
            </emma:emma>
          </inkml:annotationXML>
          <inkml:trace contextRef="#ctx0" brushRef="#br0" timeOffset="1028.444">3693 16 393 0,'0'0'390'0,"0"0"-27"0,13-9 0 15,-13 9 3-15,0 0 5 0,0 0-16 0,19 32-12 16,-12-13-19-16,4 7-21 0,0 2-16 0,-3 12-20 0,0-2-20 15,0 5-34-15,-2-1-9 0,1 0-27 0,-1 3-19 16,1-1-11-16,-6 2-11 0,6 3-20 0,-9-6-11 16,2 2-9-16,-5 2-11 0,5-6-6 0,-1 1-10 15,2-13-11-15,-7 10-17 0,-1-11-34 0,4-2-47 16,-5-2-54-16,3-5-58 0,-3 0-34 0,2-1-36 16,-2 1-41-16,-3-4-51 0,1-3-53 0,-3 0-74 15,0-5-223-15,4-4-720 0,9-3 319 0</inkml:trace>
        </inkml:traceGroup>
        <inkml:traceGroup>
          <inkml:annotationXML>
            <emma:emma xmlns:emma="http://www.w3.org/2003/04/emma" version="1.0">
              <emma:interpretation id="{0D386634-EEE1-440C-8AFF-9EBB03009C1F}" emma:medium="tactile" emma:mode="ink">
                <msink:context xmlns:msink="http://schemas.microsoft.com/ink/2010/main" type="inkWord" rotatedBoundingBox="24513,1816 25674,1807 25686,3445 24526,3454"/>
              </emma:interpretation>
              <emma:one-of disjunction-type="recognition" id="oneOf3">
                <emma:interpretation id="interp7" emma:lang="" emma:confidence="0.5">
                  <emma:literal>R,</emma:literal>
                </emma:interpretation>
                <emma:interpretation id="interp8" emma:lang="" emma:confidence="0">
                  <emma:literal>RE,</emma:literal>
                </emma:interpretation>
                <emma:interpretation id="interp9" emma:lang="" emma:confidence="0">
                  <emma:literal>Re,</emma:literal>
                </emma:interpretation>
                <emma:interpretation id="interp10" emma:lang="" emma:confidence="0">
                  <emma:literal>RN,</emma:literal>
                </emma:interpretation>
                <emma:interpretation id="interp11" emma:lang="" emma:confidence="0">
                  <emma:literal>RI,</emma:literal>
                </emma:interpretation>
              </emma:one-of>
            </emma:emma>
          </inkml:annotationXML>
          <inkml:trace contextRef="#ctx0" brushRef="#br0" timeOffset="2481.4943">4694 137 32 0,'3'-11'372'0,"-3"-1"-8"0,0 12-2 16,8-17 9-16,-8 17-26 0,8-9-15 0,-8 9-15 16,11-8-15-16,-11 8-19 0,0 0-10 0,0 0-10 15,0 0-9-15,29 20-13 0,-22-2-7 0,1 8-8 16,-7 1-11-16,6 2-13 0,-1 16-6 0,-11-3-2 16,4 4-22-16,-3 4-19 0,-5-1-16 0,4 1-13 15,-5 3-11-15,2-1-10 0,0-3-9 0,-1-1-10 16,-1-2-6-16,0 4-4 0,4-6-11 0,-2-3-1 15,2-11-1-15,2-5-17 0,-2 1-1 0,3-9-5 16,0 1-5-16,-2-5 10 0,3-2-15 0,2-11-2 16,-1 14 7-16,1-14 3 0,-5 8 10 0,5-8 2 15,0 0 3-15,0 0-5 0,0 0-9 0,1-46-2 0,-2 17-13 16,2-20 5-16,-4-4-5 0,6-1-3 0,1-20 0 16,-3-4 8-16,-1 7-15 0,0 16-2 15,0 0 0-15,0 1 1 0,3 0-2 0,4 1-1 0,2 7-4 16,-4-3 1-16,8 5 3 0,-2 0-1 0,5 4-10 15,0 3 2-15,-3 8-3 0,3 2-2 0,5 5 5 16,-2-3-2-16,-1 5-8 0,3 5 1 0,-4 5-1 16,1-2-3-16,0 9 0 0,-1-2-1 0,4 3 0 15,-21 2-1-15,37 7-4 0,-18-1 6 0,-3 5-6 16,2 7 10-16,-2 6-5 0,-2 2-6 0,-4 0 10 16,0 3 0-16,-5 2-2 0,-1 11 0 0,-8-3-3 15,-1 2-5-15,-5-1 1 0,4 0-5 0,-9-4-2 16,-4 1 0-16,6-8 0 0,-12 1 3 0,2-5 8 15,1-3-6-15,-4-4 4 0,0 1 1 0,-1 2 4 16,0-8 5-16,0 0 1 0,2-5-2 0,5-1 2 16,-8-2 3-16,7-3-2 0,4 0 1 0,17-2 3 0,-34 3-1 15,34-3 0-15,-22 0 4 0,22 0-2 16,0 0 3-16,-26-3-3 0,26 3 2 0,0 0-2 16,0 0-3-16,0 0 1 0,0 0 0 0,0 0 4 0,0 0-4 15,0 0 3-15,0 0 1 0,69 19 1 0,-40-8-4 16,0 7 0-16,0-6 2 0,12 7-1 0,-2 6 0 15,6-2 11-15,1 4-9 0,4-1-1 0,0-4 2 16,-1 1-5-16,-1-5-37 0,-3 1-51 0,-1-1-57 16,2-3-54-16,-6 1-45 0,2-1-49 0,-13-7-64 15,6-4-65-15,-8 1-377 0,1-10-869 0,1 1 386 16</inkml:trace>
          <inkml:trace contextRef="#ctx0" brushRef="#br0" timeOffset="2684.6033">5773 616 321 0,'2'-18'416'0,"-2"18"11"16,-2-14-10-16,2 14-2 0,0 0-11 0,0 0-10 16,0-14-24-16,0 14-15 0,0 0-13 0,0 0-11 0,0 0-5 15,7 55-22-15,-6-29-19 0,-1 12-19 0,0 3-19 16,-1 8-18-16,-6-6-27 0,2 8-15 0,1-3-18 16,-1 6-13-16,-2 2-18 0,-2-10-17 0,4 6-8 15,-2-2-14-15,7-3-10 0,-6 0-30 0,0-3-35 16,4 0-67-16,-8-3-110 0,6-17-142 0,-3 5-133 15,1-6-186-15,6-8-332 0,-3-4-1025 0,3-11 455 16</inkml:trace>
        </inkml:traceGroup>
      </inkml:traceGroup>
    </inkml:traceGroup>
  </inkml:traceGroup>
</inkml:ink>
</file>

<file path=ppt/ink/ink22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1T04:51:38.795"/>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B66E90F9-51ED-496F-B360-203A688C9AA7}" emma:medium="tactile" emma:mode="ink">
          <msink:context xmlns:msink="http://schemas.microsoft.com/ink/2010/main" type="writingRegion" rotatedBoundingBox="2018,8549 2803,8549 2803,8904 2018,8904"/>
        </emma:interpretation>
      </emma:emma>
    </inkml:annotationXML>
    <inkml:traceGroup>
      <inkml:annotationXML>
        <emma:emma xmlns:emma="http://www.w3.org/2003/04/emma" version="1.0">
          <emma:interpretation id="{BC2968D6-5179-41BB-811A-2167C81F7AEB}" emma:medium="tactile" emma:mode="ink">
            <msink:context xmlns:msink="http://schemas.microsoft.com/ink/2010/main" type="paragraph" rotatedBoundingBox="2018,8549 2803,8549 2803,8904 2018,8904" alignmentLevel="1"/>
          </emma:interpretation>
        </emma:emma>
      </inkml:annotationXML>
      <inkml:traceGroup>
        <inkml:annotationXML>
          <emma:emma xmlns:emma="http://www.w3.org/2003/04/emma" version="1.0">
            <emma:interpretation id="{7A1CFF4C-CE19-4206-8F2B-0F237D11BA6A}" emma:medium="tactile" emma:mode="ink">
              <msink:context xmlns:msink="http://schemas.microsoft.com/ink/2010/main" type="line" rotatedBoundingBox="2018,8549 2803,8549 2803,8904 2018,8904"/>
            </emma:interpretation>
          </emma:emma>
        </inkml:annotationXML>
        <inkml:traceGroup>
          <inkml:annotationXML>
            <emma:emma xmlns:emma="http://www.w3.org/2003/04/emma" version="1.0">
              <emma:interpretation id="{6ED5FEA4-FEA1-45BC-86F6-C4D2C14F477C}" emma:medium="tactile" emma:mode="ink">
                <msink:context xmlns:msink="http://schemas.microsoft.com/ink/2010/main" type="inkWord" rotatedBoundingBox="2018,8549 2803,8549 2803,8904 2018,8904"/>
              </emma:interpretation>
              <emma:one-of disjunction-type="recognition" id="oneOf0">
                <emma:interpretation id="interp0" emma:lang="" emma:confidence="0.5">
                  <emma:literal>=</emma:literal>
                </emma:interpretation>
                <emma:interpretation id="interp1" emma:lang="" emma:confidence="0">
                  <emma:literal>_</emma:literal>
                </emma:interpretation>
                <emma:interpretation id="interp2" emma:lang="" emma:confidence="0">
                  <emma:literal>-</emma:literal>
                </emma:interpretation>
                <emma:interpretation id="interp3" emma:lang="" emma:confidence="0">
                  <emma:literal>.</emma:literal>
                </emma:interpretation>
                <emma:interpretation id="interp4" emma:lang="" emma:confidence="0">
                  <emma:literal>,</emma:literal>
                </emma:interpretation>
              </emma:one-of>
            </emma:emma>
          </inkml:annotationXML>
          <inkml:trace contextRef="#ctx0" brushRef="#br0">27 32 188 0,'-12'6'296'0,"12"-6"-21"15,-11 14-11-15,11-14-7 0,-5 11-3 0,5-11-6 0,0 0-14 16,0 0-9-16,29 12-13 0,-8-11-14 0,6-1-13 16,9 0-14-16,7-5-11 0,8 2-23 0,1 1-3 15,2-5-17-15,4 4-18 0,-13-1-9 0,8 1-27 16,-3-6-16-16,-5 1-33 0,-4 2-34 0,-10 5-41 16,4-2-48-16,-6-3-53 0,-2 2-53 0,-3-2-59 15,-5 3-231-15,-4-1-547 0,-15 4 243 0</inkml:trace>
          <inkml:trace contextRef="#ctx0" brushRef="#br0" timeOffset="-203.136">158-186 213 0,'-22'0'389'0,"22"0"-15"0,-18-6-19 16,18 6-12-16,-24-3-12 0,24 3 6 0,-22-4-5 15,22 4-5-15,-16-3-9 0,16 3-13 0,0 0-18 16,-21-1-20-16,21 1-21 0,0 0-13 0,0 0-16 16,0 0-13-16,0 0-12 0,-16-6-19 0,16 6-16 15,0 0-11-15,0 0-10 0,0 0-15 0,0 0-5 16,59-9-18-16,-38 8-11 0,13-1-5 0,-2 2-12 16,11-5-6-16,5 3-7 0,2-4-4 0,1 4-3 0,-3-2-11 15,0-1-8-15,-3 3-25 0,3-6-28 16,-3 4-37-16,-11 1-36 0,-3 1-46 0,-3-1-50 15,1-2-37-15,-9 4-48 0,-4 0-57 0,-16 1-55 0,20-5-83 16,-20 5-288-16,0 0-822 0,0 0 364 0</inkml:trace>
        </inkml:traceGroup>
      </inkml:traceGroup>
    </inkml:traceGroup>
  </inkml:traceGroup>
</inkml:ink>
</file>

<file path=ppt/ink/ink22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1T04:51:49.158"/>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5C9E8BED-986E-4E37-91CB-0F9A5E59DB05}" emma:medium="tactile" emma:mode="ink">
          <msink:context xmlns:msink="http://schemas.microsoft.com/ink/2010/main" type="inkDrawing" rotatedBoundingBox="4847,7478 5103,12488 3869,12551 3613,7541" semanticType="verticalRange" shapeName="Other">
            <msink:sourceLink direction="with" ref="{8FD1D5AA-6742-4F1A-B267-BC6BFDA77F3A}"/>
            <msink:sourceLink direction="with" ref="{8C590B03-1AF8-4DA1-9EE5-E2BB0AC1FFF4}"/>
            <msink:sourceLink direction="with" ref="{8476DFE7-5356-47BA-884E-2DD9CECE342D}"/>
            <msink:sourceLink direction="with" ref="{1BC0B75B-376F-4B97-BF93-82C655EE17C4}"/>
          </msink:context>
        </emma:interpretation>
      </emma:emma>
    </inkml:annotationXML>
    <inkml:trace contextRef="#ctx0" brushRef="#br0">201 325 255 0,'-7'-15'363'0,"-1"0"-19"0,3-3-15 15,-3-1-19-15,2 4-8 0,3-4-24 0,-9-4 6 16,3 8-8-16,4-3-3 0,-3 1-5 0,2 0-9 15,-1 0-13-15,4 3 3 0,-4-1-8 0,6 4-16 16,-4-4-17-16,-1 2-15 0,4 1-3 0,2 12-10 16,-6-15-11-16,6 15-14 0,-7-9-11 0,7 9-15 15,0 0-11-15,-3-14-7 0,3 14-7 0,0 0-10 0,0 0-4 16,0 0-6-16,0 0-6 0,0 0-6 16,-5 40-5-16,7-16-5 0,3 8-3 0,-1 11-3 0,-4 5 1 15,0 2 1-15,-3 24-7 0,6 2 6 0,-6-1-7 16,0 6 1-16,-3 3-1 0,6 3 3 0,-5 4 2 15,-2 37-8-15,-1-40 7 0,5 7 2 0,-7 33 3 16,7-41 14-16,3 8 11 0,-6 36 12 0,1-36 0 16,5 34-1-16,0-37-11 0,-8 37 13 0,8-39-94 15,-8 40-3-15,3-44 0 0,4 8 0 0,1 32 0 16,0-45 0-16,-2 0 0 0,-3 6 0 0,10 4 0 16,-3 2 0-16,4-5 0 0,-6 4 0 0,-5 3 0 15,5-7 0-15,7 0 0 0,-3 2 0 0,4-9 0 16,-1-3 0-16,-1 3 0 0,2-9 0 0,-6-18 0 0,3 1 0 15,1 1 0-15,-3-3 0 0,4 1 0 0,-1-3 0 16,-1-3 0-16,-2-3 0 0,0 1 0 0,1-3 0 16,0-3 0-16,3-2 0 0,-4-10 0 0,-1-1 0 15,1-1 0-15,-3 4 0 0,3-7 0 0,-3-4 0 16,5 1 0-16,-3-2 0 0,-2-2 0 0,0 0 0 16,1-3 0-16,-1 5 0 0,3-6 0 0,-3 3 0 15,2-3 0-15,-2-12 0 0,-2 21 0 0,4-10 0 0,-2-11 0 16,-2 14 0-16,2-14 0 0,2 15 0 15,-2-15 0-15,0 16 0 0,0-16 0 0,-5 10 0 0,5-10 0 16,0 0 0-16,0 0 0 0,0 0 0 0,0 0 0 16,0 16 0-16,0-16 0 0,0 0 0 0,0 0 0 15,0 0 0-15,0 0 0 0,0 0 0 0,0 0 0 16,0 0 0-16,0 0 0 0,5 8 0 0,-5-8 0 16,0 0 0-16,0 0 0 0,0 0 0 0,0 0 0 15,0 0 0-15,0 0 0 0,0 0 0 0,0 0 0 16,0 0 0-16,0 0 0 0,0 0 0 0,0 0 0 15,2 14 0-15,-2-14 0 0,0 0 0 0,0 0 0 0,14 7 0 16,-14-7 0-16,24 9 0 0,-8-2 0 0,0 3 0 16,13-1 0-16,0-1 0 0,19 9 0 0,2-1 0 15,6-3 0-15,3 3 0 0,21-2 0 0,4-4 0 16,-5 2 0-16,1-5 0 0,5-3-358 0,-3-4-93 16,-1 0-64-16,4-7-75 0,-24-1-457 0,-3-7-1133 15,24-5 502-15</inkml:trace>
  </inkml:traceGroup>
</inkml:ink>
</file>

<file path=ppt/ink/ink22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1T04:51:49.861"/>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7A3C3798-EB8B-4B20-9570-39EC2907B565}" emma:medium="tactile" emma:mode="ink">
          <msink:context xmlns:msink="http://schemas.microsoft.com/ink/2010/main" type="writingRegion" rotatedBoundingBox="1442,7504 17016,7101 17318,18763 1744,19166"/>
        </emma:interpretation>
      </emma:emma>
    </inkml:annotationXML>
    <inkml:traceGroup>
      <inkml:annotationXML>
        <emma:emma xmlns:emma="http://www.w3.org/2003/04/emma" version="1.0">
          <emma:interpretation id="{96C3CC23-4AC0-4295-A020-E759D8640997}" emma:medium="tactile" emma:mode="ink">
            <msink:context xmlns:msink="http://schemas.microsoft.com/ink/2010/main" type="paragraph" rotatedBoundingBox="3949,7346 16044,7502 16026,8926 3931,8769" alignmentLevel="2"/>
          </emma:interpretation>
        </emma:emma>
      </inkml:annotationXML>
      <inkml:traceGroup>
        <inkml:annotationXML>
          <emma:emma xmlns:emma="http://www.w3.org/2003/04/emma" version="1.0">
            <emma:interpretation id="{44AA0F8A-3D05-49C7-BB50-E1995A17F455}" emma:medium="tactile" emma:mode="ink">
              <msink:context xmlns:msink="http://schemas.microsoft.com/ink/2010/main" type="inkBullet" rotatedBoundingBox="3948,7411 4842,7423 4840,7566 3947,7554"/>
            </emma:interpretation>
            <emma:one-of disjunction-type="recognition" id="oneOf0">
              <emma:interpretation id="interp0" emma:lang="" emma:confidence="0">
                <emma:literal>-</emma:literal>
              </emma:interpretation>
            </emma:one-of>
          </emma:emma>
        </inkml:annotationXML>
        <inkml:trace contextRef="#ctx0" brushRef="#br0">-1266-226 3252 0,'-16'2'102'0,"16"-2"-69"0,0 0-13 0,-27 0 8 0,27 0 13 15,0 0 13-15,-26 1 3 0,26-1 13 0,0 0-6 16,0 0 3-16,0 0-3 0,0 0 3 0,0 0-2 16,0 0-3-16,0 0-4 0,0 0-8 0,67-29 13 0,-27 17-3 15,8-4-6-15,7 5-14 0,1 0 11 16,-1 0-5-16,7 1-6 0,-4 1 3 0,-2 4-27 15,-1-1 2-15,-2 3 5 0,-4-6-28 0,0 8-31 0,-19 1-36 16,5 0-32-16,-1 0-42 0,-8 1-58 0,-5 0-58 16,-2 2-115-16,-19-3-190 0,27 5-615 0,-27-5 272 15</inkml:trace>
      </inkml:traceGroup>
      <inkml:traceGroup>
        <inkml:annotationXML>
          <emma:emma xmlns:emma="http://www.w3.org/2003/04/emma" version="1.0">
            <emma:interpretation id="{8FD1D5AA-6742-4F1A-B267-BC6BFDA77F3A}" emma:medium="tactile" emma:mode="ink">
              <msink:context xmlns:msink="http://schemas.microsoft.com/ink/2010/main" type="line" rotatedBoundingBox="5285,7363 16044,7502 16026,8926 5267,8786">
                <msink:destinationLink direction="with" ref="{5C9E8BED-986E-4E37-91CB-0F9A5E59DB05}"/>
                <msink:destinationLink direction="with" ref="{438232B7-087C-425B-81D4-16167C0434E2}"/>
              </msink:context>
            </emma:interpretation>
          </emma:emma>
        </inkml:annotationXML>
        <inkml:traceGroup>
          <inkml:annotationXML>
            <emma:emma xmlns:emma="http://www.w3.org/2003/04/emma" version="1.0">
              <emma:interpretation id="{71D64123-F565-4994-91CD-92B08F5E8B52}" emma:medium="tactile" emma:mode="ink">
                <msink:context xmlns:msink="http://schemas.microsoft.com/ink/2010/main" type="inkWord" rotatedBoundingBox="5280,7775 5329,7776 5321,8399 5272,8398"/>
              </emma:interpretation>
              <emma:one-of disjunction-type="recognition" id="oneOf1">
                <emma:interpretation id="interp1" emma:lang="" emma:confidence="1">
                  <emma:literal/>
                </emma:interpretation>
              </emma:one-of>
            </emma:emma>
          </inkml:annotationXML>
          <inkml:trace contextRef="#ctx0" brushRef="#br0" timeOffset="6054.7694">46 95 219 0,'0'0'339'15,"0"0"-9"-15,0 0-1 0,-19-36-1 0,19 36-11 0,-3-12-19 16,3 12-26-16,-7-14-3 0,7 14 13 0,-4-12 2 15,4 12-1-15,0 0-13 0,-7-14-13 0,7 14-15 16,0 0-14-16,-2-9-23 0,2 9-16 0,0 0-16 16,0 0-16-16,0 0-7 0,0 0-10 0,0 0-9 15,0 0-12-15,0 0-4 0,-6 43-13 0,8-25-1 16,-2 1-16-16,3 5 0 0,-2 2-1 0,1 3-8 16,1 0-7-16,1 1-11 0,0 12 4 0,-2-15-8 15,-2-1-4-15,0 3-4 0,-2 2-1 0,2-6-4 16,-1 2-7-16,-2-2 0 0,3-1-3 0,0-4-5 15,0-2 1-15,0 0-1 0,3-3-4 0,-3-2-14 16,0-4 13-16,0-9-6 0,-3 19 1 0,3-19-12 16,4 11-1-16,-4-11-1 0,2 10-1 0,-2-10-8 0,0 0-5 15,-3 16-9-15,3-16-16 0,0 0-39 0,0 0-35 16,0 0-43-16,0 0-48 0,0 0-32 0,0 0-49 16,0 0-31-16,9-37-56 0,-9 37-89 0,5-22-354 15,-3 4-880-15,-1 2 390 0</inkml:trace>
        </inkml:traceGroup>
        <inkml:traceGroup>
          <inkml:annotationXML>
            <emma:emma xmlns:emma="http://www.w3.org/2003/04/emma" version="1.0">
              <emma:interpretation id="{E436AC53-CF1C-4890-839D-177ED21A0368}" emma:medium="tactile" emma:mode="ink">
                <msink:context xmlns:msink="http://schemas.microsoft.com/ink/2010/main" type="inkWord" rotatedBoundingBox="7577,7647 8361,7657 8352,8340 7568,8330"/>
              </emma:interpretation>
              <emma:one-of disjunction-type="recognition" id="oneOf2">
                <emma:interpretation id="interp2" emma:lang="" emma:confidence="1">
                  <emma:literal/>
                </emma:interpretation>
              </emma:one-of>
            </emma:emma>
          </inkml:annotationXML>
          <inkml:trace contextRef="#ctx0" brushRef="#br0" timeOffset="7226.4963">2365 81 91 0,'0'0'331'15,"-12"-13"-17"-15,12 13-17 0,-11-9-13 0,11 9-10 16,-6-17-18-16,6 17-15 0,-4-16-12 0,4 16-11 16,0-19-19-16,0 19-12 0,7-19-2 0,-1 11-14 15,2-3-16-15,5-1-12 0,0 1-7 0,9-4-4 0,-1 4-8 16,7-2-14-16,-4 1-8 0,3 5-4 0,-3 0-8 15,3 4-7-15,1 0-7 0,2 3 4 0,-3-1-20 16,-4 5 1-16,6-1-8 0,-7 2-2 0,5 2-6 16,-7 3-2-16,-3-1-2 0,1 0-2 0,-4 1 3 15,-4 5-4-15,-2-3 1 0,2 6-3 0,-7-6-3 16,2 6-5-16,-5 1 0 0,-5-2-2 0,-2 0-1 16,-1 2-6-16,-6-2-1 0,-1 7-2 0,1-3 1 15,-7-1 2-15,7-7-9 0,-7 6 0 0,0-3-1 16,0 1-1-16,-1-2-1 0,1-8 0 0,6 4-4 0,1-4-2 15,0 1 5-15,4-1-3 0,10-7-4 0,-21 7 3 16,21-7 2-16,-14 5-2 0,14-5 2 16,0 0-10-16,0 0-2 0,0 0 10 0,0 0-9 0,0 0 1 15,0 0 1-15,24-30 1 0,-11 22-2 0,7 0-1 16,0 2 6-16,2-6 4 0,-1 5-5 0,8-5 7 16,0 4-6-16,0 4 3 0,1-1 1 0,2 3-1 15,0-2 2-15,-4 4 2 0,0 4-7 0,1 3 5 16,0-3 6-16,-6 8-2 0,-1 0-1 0,-3-2 1 15,-4 5 0-15,-1 0 1 0,-7 0 6 0,-1-3 1 0,-4 7-8 16,-4 0 1-16,-4-2-1 0,-2 7 3 0,-5-5-6 16,-5 2-1-16,-3-2 1 0,-4 2 0 0,-4-5-1 15,0-1-4-15,-8 2 5 0,-3 1-2 0,9-7-5 16,1-3-5-16,-18-1 1 0,3-3-11 0,3 2-10 16,8-6-6-16,-9 3-10 0,13-6-13 0,-4 0-17 15,5-3-29-15,-1 1-34 0,-3-5-14 0,6 0-17 16,3 0-22-16,10 0-10 0,-6-2-21 0,4 0-6 0,4 1-31 15,4-2-63-15,1-3-240 0,6 8-604 0,2-8 267 16</inkml:trace>
        </inkml:traceGroup>
        <inkml:traceGroup>
          <inkml:annotationXML>
            <emma:emma xmlns:emma="http://www.w3.org/2003/04/emma" version="1.0">
              <emma:interpretation id="{66990AD6-F3C7-4462-A0AE-71A0B27F431C}" emma:medium="tactile" emma:mode="ink">
                <msink:context xmlns:msink="http://schemas.microsoft.com/ink/2010/main" type="inkWord" rotatedBoundingBox="11045,7555 12101,7569 12084,8875 11028,8861"/>
              </emma:interpretation>
              <emma:one-of disjunction-type="recognition" id="oneOf3">
                <emma:interpretation id="interp3" emma:lang="" emma:confidence="0.5">
                  <emma:literal>4</emma:literal>
                </emma:interpretation>
                <emma:interpretation id="interp4" emma:lang="" emma:confidence="0">
                  <emma:literal>,</emma:literal>
                </emma:interpretation>
                <emma:interpretation id="interp5" emma:lang="" emma:confidence="0">
                  <emma:literal>"</emma:literal>
                </emma:interpretation>
                <emma:interpretation id="interp6" emma:lang="" emma:confidence="0">
                  <emma:literal>m</emma:literal>
                </emma:interpretation>
                <emma:interpretation id="interp7" emma:lang="" emma:confidence="0">
                  <emma:literal>M</emma:literal>
                </emma:interpretation>
              </emma:one-of>
            </emma:emma>
          </inkml:annotationXML>
          <inkml:trace contextRef="#ctx0" brushRef="#br0" timeOffset="8398.2984">6167-166 109 0,'3'-12'406'0,"-3"12"-8"0,6-15-4 0,-6 15-19 16,2-14-19-16,-2 14-27 0,0 0-26 0,7-10-25 16,-7 10-25-16,0 0-16 0,0 0-21 0,0 0-19 0,0 0-17 15,-15 43-14-15,12-28-15 0,-4 6-17 16,-4 3-15-16,3-1-13 0,-5 3-4 0,-3 3-9 0,-5 2-12 15,5-4-3-15,-6 6-12 0,3-7-7 0,-4 11-3 16,2-15-5-16,-7 8-6 0,0-1-4 0,7-7-3 16,1 1-4-16,-3-2-3 0,2-1-1 0,0-1-7 15,7-6-6-15,-1 2 3 0,1-3-5 0,4-4 1 16,4 3-6-16,0-3 2 0,6-8-1 0,-7 13-2 16,7-13 3-16,0 0-4 0,16 15 0 0,-3-10 0 15,8-1-7-15,0-3 1 0,8 6 1 0,1-5-3 16,4-1 6-16,9 2-3 0,7-2-3 0,-7-2 1 15,5 1 3-15,-3 0-4 0,2 0 2 0,7 0-1 0,1-4 2 16,-5 4-4-16,-1-3 5 0,-4-1-5 0,-3 1 4 16,-8 3-3-16,-2-4 4 0,0 4-2 0,-2-1-5 15,-1-2 7-15,-6 2 1 0,-4-2 9 0,2-3 9 16,-5 1 14-16,0 1 15 0,-16 4 16 0,21-10 15 16,-10 4 9-16,-11 6 7 0,16-11 7 0,-8 3-1 15,-2-1 8-15,-1-3-4 0,-2 0-9 0,-3-6-6 16,0 3-14-16,-1-4 0 0,-1-7-9 0,-3 9-2 0,-1-2-10 15,3 2-5-15,-2-1 6 0,-1 3-3 0,-1-1-4 16,6 2-2-16,-6 2-6 0,6 1 1 0,1 11-1 16,-7-16-3-16,7 16-2 0,-6-11-6 0,6 11-3 15,0 0-1-15,0 0-9 0,0 0 5 0,0 0-3 16,0 0-1-16,-21 45-2 0,14-14 0 0,4 7-3 16,-3 7-5-16,1-1 9 0,2 4-9 0,-2 3-2 15,-3 1-1-15,8 2-4 0,-5-2 4 0,3 3-2 16,2 2 2-16,-6-5 0 0,0 0 0 0,2-2-3 15,0-4 2-15,-4-6-8 0,6-2-5 0,2-5-12 0,0-6-28 16,-2-4-40-16,-2-4-50 0,-1 0-56 0,2-3-57 16,4-3-59-16,-1-1-68 0,0-12-79 0,0 14-131 15,0-14-348-15,0 0-1010 0,0 0 447 0</inkml:trace>
        </inkml:traceGroup>
        <inkml:traceGroup>
          <inkml:annotationXML>
            <emma:emma xmlns:emma="http://www.w3.org/2003/04/emma" version="1.0">
              <emma:interpretation id="{CC652D5C-F3C1-4E23-8CF3-432BF8F4E9A8}" emma:medium="tactile" emma:mode="ink">
                <msink:context xmlns:msink="http://schemas.microsoft.com/ink/2010/main" type="inkWord" rotatedBoundingBox="14187,7478 16044,7502 16030,8635 14173,8611"/>
              </emma:interpretation>
              <emma:one-of disjunction-type="recognition" id="oneOf4">
                <emma:interpretation id="interp8" emma:lang="" emma:confidence="0.5">
                  <emma:literal>-F</emma:literal>
                </emma:interpretation>
                <emma:interpretation id="interp9" emma:lang="" emma:confidence="0">
                  <emma:literal>F</emma:literal>
                </emma:interpretation>
                <emma:interpretation id="interp10" emma:lang="" emma:confidence="0">
                  <emma:literal>-7</emma:literal>
                </emma:interpretation>
                <emma:interpretation id="interp11" emma:lang="" emma:confidence="0">
                  <emma:literal>IF</emma:literal>
                </emma:interpretation>
                <emma:interpretation id="interp12" emma:lang="" emma:confidence="0">
                  <emma:literal>FF</emma:literal>
                </emma:interpretation>
              </emma:one-of>
            </emma:emma>
          </inkml:annotationXML>
          <inkml:trace contextRef="#ctx0" brushRef="#br0" timeOffset="9012.3576">8936 337 171 0,'0'0'445'0,"0"0"-3"0,-11-10-8 16,11 10-15-16,0 0-10 0,-15-7-17 0,15 7-16 0,0 0-25 16,-12-7-26-16,12 7-29 0,0 0-29 0,0 0-24 15,0 0-26-15,0 0-21 0,0 0-21 0,0 0-20 16,0 0-16-16,0 0-10 0,0 0-15 0,0 0-9 15,0 0-10-15,56 8-10 0,-27-2-12 0,6-1-3 16,5-4-16-16,-5 5-20 0,10-1-36 0,-2-5-65 16,6 0-81-16,-4-5-77 0,4-2-87 0,-4 5-88 15,3-10-444-15,-4 1-912 0,-4-5 404 0</inkml:trace>
          <inkml:trace contextRef="#ctx0" brushRef="#br0" timeOffset="9465.4508">9772-185 287 0,'0'0'343'16,"0"0"-26"-16,0-15-16 0,0 15-15 0,0 0-10 0,10-7-8 15,-10 7-10-15,20-4-12 0,-20 4-7 16,36-1-10-16,-9 1-18 0,3 1-12 0,3 3-15 16,-1-1-19-16,14 3-11 0,-14-1-15 0,15 5-19 0,-7 0-6 15,2-3-13-15,-9 0-12 0,9 4-6 0,-10-7-12 16,2 2-3-16,-4-1-9 0,-9 2-7 0,8-6-1 15,-8 3-9-15,-13-1-7 0,-8-3 4 0,37 3-3 16,-37-3-5-16,25-3 11 0,-25 3 3 0,15-4 11 16,-15 4-5-16,19-16 8 0,-16 9 3 0,4-5 6 15,-7 12 0-15,6-17 0 0,-4 5 19 0,-2-2 1 16,5-2-1-16,-5 16-3 0,1-21-3 0,-1 13-3 0,0 8-4 16,5-18 2-16,-5 18-4 0,0-15-6 15,0 15-6-15,0 0-7 0,0 0-2 0,0 0-7 0,0 0-3 16,0 0-1-16,0 0-3 0,-19 36-4 0,11-6-2 15,3-3-1-15,-5 17-7 0,-3 0-2 0,5 2 8 16,-6 27-2-16,1-18-1 0,-1-4 1 0,-4 20-3 16,-6-2-1-16,13-12-4 0,-7-5-2 0,0 0-6 15,7 1 7-15,-6 2-2 0,4-4-1 0,-2-3 1 16,-1-8-9-16,5-1 8 0,5-11-8 0,-1-3 1 16,1-7-7-16,1-1-2 0,0-3-18 0,0-3-26 15,5-11-39-15,-3 15-46 0,3-15-57 0,-1 8-49 0,1-8-46 16,0 0-35-16,0 0-46 0,0 0-51 15,0 0-60-15,0 0-297 0,-10-48-834 0,8 29 368 0</inkml:trace>
          <inkml:trace contextRef="#ctx0" brushRef="#br0" timeOffset="9652.9618">10082 528 140 0,'-15'-11'372'16,"1"0"-26"-16,-2-1-21 0,3 9-13 0,13 3-13 16,-16-12-7-16,16 12-21 0,-15-7-13 0,15 7-10 15,-5-12-12-15,5 12-8 0,0 0 4 0,0 0-7 16,33-16-3-16,-16 9-1 0,17 0-10 0,9 0-7 15,1 3-16-15,4-6-18 0,-3 5-15 0,-2 0-17 0,5-2-13 16,3 4-11-16,1-6-13 0,-6 6-12 0,-15-3-18 16,2 0-31-16,-2 4-30 0,-2 2-48 0,-2-4-40 15,-3-1-52-15,-3-2-33 0,0 4-53 0,-7-1-54 16,-14 4-74-16,21-7-424 0,-10 1-831 0,-11 6 368 16</inkml:trace>
        </inkml:traceGroup>
      </inkml:traceGroup>
    </inkml:traceGroup>
    <inkml:traceGroup>
      <inkml:annotationXML>
        <emma:emma xmlns:emma="http://www.w3.org/2003/04/emma" version="1.0">
          <emma:interpretation id="{C1B6A19D-E68D-4ABF-BE5C-F625BB1C5EA6}" emma:medium="tactile" emma:mode="ink">
            <msink:context xmlns:msink="http://schemas.microsoft.com/ink/2010/main" type="paragraph" rotatedBoundingBox="4685,9138 16903,9025 16915,10266 4697,10379" alignmentLevel="3"/>
          </emma:interpretation>
        </emma:emma>
      </inkml:annotationXML>
      <inkml:traceGroup>
        <inkml:annotationXML>
          <emma:emma xmlns:emma="http://www.w3.org/2003/04/emma" version="1.0">
            <emma:interpretation id="{8C590B03-1AF8-4DA1-9EE5-E2BB0AC1FFF4}" emma:medium="tactile" emma:mode="ink">
              <msink:context xmlns:msink="http://schemas.microsoft.com/ink/2010/main" type="line" rotatedBoundingBox="4685,9138 16903,9025 16915,10266 4697,10379">
                <msink:destinationLink direction="with" ref="{5C9E8BED-986E-4E37-91CB-0F9A5E59DB05}"/>
                <msink:destinationLink direction="with" ref="{438232B7-087C-425B-81D4-16167C0434E2}"/>
              </msink:context>
            </emma:interpretation>
          </emma:emma>
        </inkml:annotationXML>
        <inkml:traceGroup>
          <inkml:annotationXML>
            <emma:emma xmlns:emma="http://www.w3.org/2003/04/emma" version="1.0">
              <emma:interpretation id="{FFF2FAF4-18A4-47D7-932D-0CF1DB053A8D}" emma:medium="tactile" emma:mode="ink">
                <msink:context xmlns:msink="http://schemas.microsoft.com/ink/2010/main" type="inkWord" rotatedBoundingBox="4685,9138 5838,9127 5849,10368 4697,10379"/>
              </emma:interpretation>
              <emma:one-of disjunction-type="recognition" id="oneOf5">
                <emma:interpretation id="interp13" emma:lang="" emma:confidence="1">
                  <emma:literal/>
                </emma:interpretation>
              </emma:one-of>
            </emma:emma>
          </inkml:annotationXML>
          <inkml:trace contextRef="#ctx0" brushRef="#br0" timeOffset="10983.2371">94 1403 419 0,'0'0'421'16,"-6"-16"-17"-16,6 16-23 0,-6-14-11 0,6 14-17 0,-5-12-21 15,5 12-25-15,0 0-27 0,-8-7-25 0,8 7-28 16,0 0-23-16,0 0-19 0,-23 23-15 0,15-6-18 16,-3 7-17-16,-12 8-9 0,7 7-11 0,-6-1-15 15,1 0-9-15,-5 3-16 0,4 3-1 0,-5-3-8 16,-4 1-5-16,-9 1-9 0,3-1-7 0,-1 2-3 15,-1-4-2-15,2-2-3 0,0-4-10 0,1-1 1 16,2-3-8-16,5-11 4 0,5 0-3 0,3-4-5 0,2-4-1 16,4-3 1-16,7-1-6 0,8-7 4 0,-14 6-3 15,14-6-8-15,0 0 5 0,0 0 3 16,0 0-3-16,0 0-1 0,22-37-2 0,2 23 1 0,2 0-3 16,3-1 2-16,11-1-1 0,0 1-2 0,2 3 3 15,1-2-4-15,1 9 1 0,4-1 1 0,-3-2 0 16,1 1-6-16,-1 7 6 0,2 3 6 0,-15 1-6 15,1-4-1-15,9 2 3 0,-2 3 1 0,-6-3 0 16,1 3 1-16,-6-2-2 0,2-3 4 0,1 5-2 16,-5-1-1-16,-3-2 0 0,-2 3-2 0,-2-4 3 15,-3 0-2-15,3 1 1 0,-20-2-1 0,36 0 4 0,-36 0 11 16,26-2 11-16,-26 2 5 0,23-9 5 0,-9 0-3 16,-6 0-1-16,0-1 5 0,0 0 3 0,3-8 0 15,-3 2-3-15,-1-3 1 0,-1-4-2 0,-3-1 6 16,4 0 0-16,-7-1 1 0,3 5 10 0,-1 1 4 15,-7-4 3-15,5 4-4 0,0 0-3 0,0 2 3 16,0-1-7-16,-2 0 0 0,2 4-6 0,-1 0 5 16,1 14-5-16,0-15-7 0,0 15 7 0,-5-15-16 15,5 15-1-15,0 0-1 0,0 0-1 0,0 0-9 16,0 0 2-16,-5 38-2 0,3-9 3 0,2 9-6 0,-1 7 1 16,-7 3-8-16,5 2 7 0,3-1-7 0,0 6 0 15,-2-1 0-15,2 0-12 0,-2 1 12 0,1-3-7 16,-4 0-4-16,3-5-8 0,-1 0-20 0,1-2-30 15,-1-3-49-15,0-2-66 0,1-2-66 0,4-7-70 16,-8-6-93-16,10-6-113 0,-5-2-431 0,2-2-1025 16,-1-3 454-16</inkml:trace>
          <inkml:trace contextRef="#ctx0" brushRef="#br0" timeOffset="53996.6175">-146 2068 79 0,'0'0'105'0,"0"0"-2"15,0 0-21-15,0 0-5 0,0 0-5 0,8 7-10 16,-8-7-4-16,0 0-4 0,0 0-12 0,0 0-5 16,0 0-27-16,0 0-37 0,0 0-99 0,0 0-136 0,0 0 60 15</inkml:trace>
        </inkml:traceGroup>
        <inkml:traceGroup>
          <inkml:annotationXML>
            <emma:emma xmlns:emma="http://www.w3.org/2003/04/emma" version="1.0">
              <emma:interpretation id="{A5234EC1-86A6-4F83-88F4-09066344228C}" emma:medium="tactile" emma:mode="ink">
                <msink:context xmlns:msink="http://schemas.microsoft.com/ink/2010/main" type="inkWord" rotatedBoundingBox="7608,9210 8941,9197 8948,9986 7615,9999"/>
              </emma:interpretation>
              <emma:one-of disjunction-type="recognition" id="oneOf6">
                <emma:interpretation id="interp14" emma:lang="" emma:confidence="1">
                  <emma:literal/>
                </emma:interpretation>
              </emma:one-of>
            </emma:emma>
          </inkml:annotationXML>
          <inkml:trace contextRef="#ctx0" brushRef="#br0" timeOffset="11639.4157">2421 1496 216 0,'0'0'431'0,"-13"-15"-9"0,13 15-11 0,-13-11-18 16,13 11-5-16,-14-12-6 0,14 12-7 0,-8-10-15 0,8 10-10 15,-12-8-26-15,12 8-19 0,0 0-24 0,0 0-22 16,-9-8-25-16,9 8-19 0,0 0-18 0,0 0-12 16,-10 26-16-16,10-10-6 0,-3 1-15 0,0 7-13 15,4 4-16-15,-2 1-11 0,2 11-5 0,-6 0-8 16,5 3-13-16,-1-5-6 0,1-5-24 0,1 10 0 15,3-2-7-15,-4 4-5 0,-4-5-3 0,4 0-8 0,0-4-10 16,4-3-25-16,-4-2-34 0,0-3-57 16,0-1-71-16,3-8-78 0,0-2-77 0,0 1-71 0,4-4-90 15,-6-6-423-15,-1-8-984 0,5 9 436 0</inkml:trace>
          <inkml:trace contextRef="#ctx0" brushRef="#br0" timeOffset="12170.6476">2904 1703 10 0,'0'0'353'16,"0"0"-21"-16,6-8-14 0,-6 8-19 0,0 0-17 15,-2-18-11-15,2 18-9 0,0-12-10 0,0 12-11 16,0 0-21-16,2-19-12 0,-2 19 5 0,5-14-20 15,-5 14-9-15,6-16-6 0,-4 10-12 0,-2 6-12 16,13-20-13-16,-5 14-12 0,0-7-7 0,6 2-11 0,1 4-12 16,-1 3-3-16,0-6-9 0,1 3-8 0,4 2-3 15,-4-2-6-15,1 2-4 0,5-2-7 0,-2 7-7 16,-19 0-3-16,30-1-1 0,-30 1-2 0,37 5-5 16,-24-2-2-16,1 2-2 0,1 5-2 0,-2 3 1 15,-4 1-2-15,-1 1-3 0,-1 3 0 0,-1 8-2 16,-6 3 2-16,-6-1-7 0,3 2 1 0,-15 8-5 0,2 0-1 15,-7 0 0-15,-2 1-3 0,-1-4-1 16,-8 2-2-16,-3-6-1 0,1 9-2 0,-5-10 0 16,5-2-4-16,-6-2 1 0,3-1 0 0,1-3-3 15,1 1 0-15,8-8 0 0,5-3-1 0,6 0 2 0,2-5-2 16,0 0 1-16,5 0 1 0,11-7-1 0,-18 5-1 16,18-5 1-16,0 0 1 0,0 0 6 0,0 0 3 15,0 0 5-15,0 0 3 0,0 0 5 0,76-13 10 16,-41 7 11-16,12-6 21 0,7 4 20 0,6-3 14 15,0 1 17-15,3 1-1 0,16 1-10 0,-22 2-14 16,-5 1-2-16,4 3-14 0,-6 1-9 0,-1 1-5 0,0-4-6 16,-8 4-7-16,-9 0-12 0,-3 4 1 0,-8-3-8 15,-5 1-24-15,-16-2-15 0,27 0-25 0,-27 0-18 16,21 0-24-16,-21 0-35 0,0 0-54 0,15 10-65 16,-15-10-73-16,0 0-83 0,0 0-125 0,0 0-432 15,0 0-1018-15,0 0 450 0</inkml:trace>
        </inkml:traceGroup>
        <inkml:traceGroup>
          <inkml:annotationXML>
            <emma:emma xmlns:emma="http://www.w3.org/2003/04/emma" version="1.0">
              <emma:interpretation id="{411FD8D1-7652-470D-84BD-B7541E5876A8}" emma:medium="tactile" emma:mode="ink">
                <msink:context xmlns:msink="http://schemas.microsoft.com/ink/2010/main" type="inkWord" rotatedBoundingBox="11432,9250 12590,9240 12597,9984 11439,9995"/>
              </emma:interpretation>
              <emma:one-of disjunction-type="recognition" id="oneOf7">
                <emma:interpretation id="interp15" emma:lang="" emma:confidence="1">
                  <emma:literal/>
                </emma:interpretation>
              </emma:one-of>
            </emma:emma>
          </inkml:annotationXML>
          <inkml:trace contextRef="#ctx0" brushRef="#br0" timeOffset="12967.4662">6340 1657 109 0,'0'0'392'0,"7"-12"-20"16,-7 12-16-16,9-9-9 0,-9 9-6 0,7-10-12 15,-7 10-15-15,0 0-12 0,0 0-25 0,4-10-21 16,-4 10-18-16,0 0-22 0,0 0-13 0,0 0-17 16,0 0-10-16,0 0-17 0,0 0-15 0,-25 26-13 15,25-26-9-15,-15 20-13 0,7-9-11 0,-1 4-10 16,2-1-5-16,-2-1-11 0,5-3-16 0,0 1-5 0,4-11-8 16,0 27-1-16,3-16-6 0,0 0-3 0,3 2 1 15,6 0-3-15,2-1 0 0,1 1-1 16,9-4 1-16,3 7-1 0,2-6-1 0,1 2-2 0,2 0-4 15,0-3 2-15,1 3-10 0,10 0 1 0,-14 0-1 16,1 2 1-16,1-6-3 0,-1 4 1 0,-12-3-7 16,4 2 4-16,-2-2-3 0,-8-1-1 0,3 6 0 15,-7-6 5-15,-2-1 5 0,-4 5 4 0,-2-12-2 16,-2 23-2-16,-4-13 1 0,-7 2-4 0,-1 3 2 16,-9 0-4-16,-4-1 0 0,-4-1-2 0,-2 1-5 0,-4 0-9 15,-11-1-11-15,4-3-31 0,-5-2-39 0,4-6-46 16,1-4-45-16,11-3-27 0,-12-1-51 0,11 2-60 15,4-7-64-15,-3-3-400 0,-3-6-844 0,8-3 374 16</inkml:trace>
          <inkml:trace contextRef="#ctx0" brushRef="#br0" timeOffset="13154.9534">6279 1679 244 0,'31'-17'381'0,"12"-2"-3"0,2 2-7 16,-2 0-9-16,5-2-16 0,-1 6-24 0,1 0-30 0,2-1-25 15,1 2-29-15,5 1-23 0,2 4-18 0,-2 0-28 16,-6-1-15-16,1 4-8 0,-1-2-16 0,-4 2-18 16,-13 1-6-16,0 1-17 0,-2-2-16 0,-4 1-14 15,0 3-23-15,-9-2-38 0,3-1-39 0,-2 1-42 16,-19 2-47-16,27-2-79 0,-27 2-115 0,21-8-326 16,-21 8-704-16,0 0 311 0</inkml:trace>
        </inkml:traceGroup>
        <inkml:traceGroup>
          <inkml:annotationXML>
            <emma:emma xmlns:emma="http://www.w3.org/2003/04/emma" version="1.0">
              <emma:interpretation id="{67FF71A5-5B0E-4667-A52F-01A430A0C704}" emma:medium="tactile" emma:mode="ink">
                <msink:context xmlns:msink="http://schemas.microsoft.com/ink/2010/main" type="inkWord" rotatedBoundingBox="15397,9189 16904,9175 16913,10062 15405,10076"/>
              </emma:interpretation>
              <emma:one-of disjunction-type="recognition" id="oneOf8">
                <emma:interpretation id="interp16" emma:lang="" emma:confidence="1">
                  <emma:literal/>
                </emma:interpretation>
              </emma:one-of>
            </emma:emma>
          </inkml:annotationXML>
          <inkml:trace contextRef="#ctx0" brushRef="#br0" timeOffset="13890.308">10580 1639 331 0,'-12'-8'372'0,"4"1"-19"0,8 7-13 0,-28-14-17 0,19 9-20 15,9 5-22-15,-21-8-11 0,13 2-16 0,8 6-23 16,-19-4-19-16,19 4-12 0,-29 0-24 0,29 0-13 16,-32 11-17-16,17 0-6 0,-2-4-9 0,5 3-9 15,-5 2-15-15,5 1-7 0,0 5-9 0,-6 1-7 16,8-4-8-16,2 4-8 0,-3 3-13 0,6-6 1 15,-4 9-4-15,7-6-8 0,2 1-7 0,2-1 3 16,4 6-1-16,7-3-1 0,0-3-3 0,4 4 6 0,3-4-3 16,2-4-1-16,7 2-3 0,3-1-5 15,-1-4 1-15,-1 3 0 0,-1-4-7 0,-2 1-3 16,4 2-1-16,-4-2-4 0,0-2 1 0,-8-1-3 0,-1-1 0 16,1 2-7-16,-4-1 4 0,1-2-2 0,-5-1-1 15,-11-6 4-15,16 15 3 0,-11-10 6 0,-2 6 5 16,-3-11 1-16,2 14-3 0,-2-14-1 0,-10 16-5 15,-1-9 8-15,-5 4-6 0,-5 3-1 0,-1-1-6 16,-6 0-2-16,-2-3-10 0,-1 1-19 0,-1-1-39 16,-11-2-38-16,-5-6-47 0,4 0-36 0,1-2-37 15,-3-2-43-15,-1 0-47 0,15-6-56 0,-11-8-349 0,4-2-769 16,2 0 340-16</inkml:trace>
          <inkml:trace contextRef="#ctx0" brushRef="#br0" timeOffset="14123.6691">10337 1638 70 0,'45'-22'418'16,"4"-3"4"-16,7 1 6 0,2 6 26 0,18-8-9 0,-3 1-13 15,4 1-28-15,-19 12-26 0,19-7-37 0,-19 12-37 16,1-2-27-16,20 2-31 0,-17 0-21 0,-4 5-24 16,0 1-16-16,0-3-24 0,-9 1-14 0,0 3-17 15,-14-4-14-15,-1 8-9 0,-6-4-12 0,-10 0-5 16,3 0-14-16,-21 0-13 0,27 0-15 0,-27 0-18 0,0 0-26 15,24-4-42-15,-24 4-35 0,0 0-46 0,0 0-40 16,0 0-49-16,0 0-50 0,0 0-64 0,0 0-87 16,0 0-377-16,0 0-850 0,0 0 376 0</inkml:trace>
        </inkml:traceGroup>
      </inkml:traceGroup>
    </inkml:traceGroup>
    <inkml:traceGroup>
      <inkml:annotationXML>
        <emma:emma xmlns:emma="http://www.w3.org/2003/04/emma" version="1.0">
          <emma:interpretation id="{8A54DA86-97C8-4622-8D07-1687265BB0B4}" emma:medium="tactile" emma:mode="ink">
            <msink:context xmlns:msink="http://schemas.microsoft.com/ink/2010/main" type="paragraph" rotatedBoundingBox="5247,10460 17100,10251 17122,11508 5269,11717" alignmentLevel="3"/>
          </emma:interpretation>
        </emma:emma>
      </inkml:annotationXML>
      <inkml:traceGroup>
        <inkml:annotationXML>
          <emma:emma xmlns:emma="http://www.w3.org/2003/04/emma" version="1.0">
            <emma:interpretation id="{B0298584-E9A2-4361-8177-FD2C0FD57F8F}" emma:medium="tactile" emma:mode="ink">
              <msink:context xmlns:msink="http://schemas.microsoft.com/ink/2010/main" type="inkBullet" rotatedBoundingBox="5251,10649 5852,10639 5866,11382 5264,11393"/>
            </emma:interpretation>
          </emma:emma>
        </inkml:annotationXML>
        <inkml:trace contextRef="#ctx0" brushRef="#br0" timeOffset="15464.0382">189 3092 43 0,'-11'-7'335'0,"11"7"-20"0,-19-7-17 0,19 7-22 15,-25-3-20-15,25 3-19 0,-25 7-11 0,25-7-17 16,-32 14-20-16,19-2-14 0,2 2-9 0,-9 7-19 15,6 3-4-15,1-2-13 0,5 5-13 0,-2-1-10 16,6 4-10-16,-3-3-7 0,7-2-16 0,3 2 1 0,5 1-11 16,-1-4-5-16,2 1-5 0,6 0-8 15,1 1-5-15,3-4 5 0,4 0-2 0,-2-6 2 16,4 2-1-16,-1-2 8 0,-1-4-1 0,-1-3 7 0,-1-3 2 16,0 0 4-16,0-2 2 0,0-4 13 15,-21 0 8-15,49-4 5 0,-23-3 0 0,-8-4-4 16,4-4-7-16,5-1 1 0,-4-5 7 0,-2-1-8 0,-2-1-7 15,3-8-6-15,-2-3-3 0,-3-3 1 0,-2 1 6 16,-7-4-1-16,1 1-9 0,-5 0-4 0,-3 7-10 16,-2-8-1-16,-6 2-4 0,-4 1 1 0,0 7-5 15,-4 2-2-15,-4 2-5 0,0 1-3 0,-5 2-3 16,1 4-9-16,1 0 3 0,-5 5 0 0,-2-5-4 16,6 11-6-16,-6 1 0 0,2 3-7 0,5 5-16 15,22-1-25-15,-49 9-22 0,27-3-43 0,3 1-35 0,3 1-39 16,1 4-44-16,1-2-43 0,4 6-38 15,-1-1-60-15,3-1-409 0,2-1-835 0,6 0 370 16</inkml:trace>
      </inkml:traceGroup>
      <inkml:traceGroup>
        <inkml:annotationXML>
          <emma:emma xmlns:emma="http://www.w3.org/2003/04/emma" version="1.0">
            <emma:interpretation id="{8476DFE7-5356-47BA-884E-2DD9CECE342D}" emma:medium="tactile" emma:mode="ink">
              <msink:context xmlns:msink="http://schemas.microsoft.com/ink/2010/main" type="line" rotatedBoundingBox="8216,10408 17100,10251 17122,11508 8238,11665">
                <msink:destinationLink direction="with" ref="{5C9E8BED-986E-4E37-91CB-0F9A5E59DB05}"/>
                <msink:destinationLink direction="with" ref="{438232B7-087C-425B-81D4-16167C0434E2}"/>
              </msink:context>
            </emma:interpretation>
          </emma:emma>
        </inkml:annotationXML>
        <inkml:traceGroup>
          <inkml:annotationXML>
            <emma:emma xmlns:emma="http://www.w3.org/2003/04/emma" version="1.0">
              <emma:interpretation id="{815D2BF8-58A3-42BA-94CE-2274164EFAF1}" emma:medium="tactile" emma:mode="ink">
                <msink:context xmlns:msink="http://schemas.microsoft.com/ink/2010/main" type="inkWord" rotatedBoundingBox="8216,10423 9457,10401 9476,11450 8234,11472"/>
              </emma:interpretation>
              <emma:one-of disjunction-type="recognition" id="oneOf9">
                <emma:interpretation id="interp17" emma:lang="" emma:confidence="1">
                  <emma:literal/>
                </emma:interpretation>
              </emma:one-of>
            </emma:emma>
          </inkml:annotationXML>
          <inkml:trace contextRef="#ctx0" brushRef="#br0" timeOffset="16430.6146">3035 3257 166 0,'0'0'349'0,"0"0"-13"16,-24 0-11-16,24 0-5 0,0 0-6 0,0 0-7 16,0 0-9-16,0 0 1 0,-37-4 2 0,37 4-2 0,-14-5-7 15,14 5-7-15,0 0-15 0,0 0-14 16,-15-6-22-16,15 6-26 0,0 0-15 0,0 0-17 15,0 0-15-15,0 0-14 0,0 0-7 0,0 0-14 0,36-13-18 16,-16 10-7-16,11-3-10 0,3 1-10 0,11 2-12 16,3-4-1-16,0 3-8 0,-2 0-9 0,2 0-3 15,2 0-8-15,0-4-17 0,-2 6-31 0,-3 0-59 16,-2-5-71-16,-1 0-63 0,0 4-53 0,-12-4-56 16,-1 2-67-16,3-6-86 0,-14 1-325 0,1 0-852 15,-4-1 377-15</inkml:trace>
          <inkml:trace contextRef="#ctx0" brushRef="#br0" timeOffset="16695.1934">3967 2720 238 0,'5'-10'386'0,"0"-6"-11"0,-2 5-1 0,-3-4 1 16,0 15-3-16,3-16-12 0,-3 16-13 0,0-15-24 15,0 15-27-15,4-10-17 0,-4 10-20 0,0 0-8 16,0 0-15-16,0 0-12 0,0 0-7 0,36 29-13 15,-28-14-18-15,5 8-15 0,0 3-17 0,-3 11-9 0,3 1-16 16,1 5-6-16,-6 4-16 0,3-1-13 0,-3 2-4 16,0 1-11-1,0 1-6-15,-1 2-8 0,-1 0-11 0,1 1-1 0,1-7-4 0,-4 2-10 0,0-3-10 16,-3 0 3-16,4 0-27 0,-3-9-34 0,2 0-48 16,-2-7-67-16,3-3-64 0,-4-10-67 0,-1 5-70 15,0-5-92-15,-3-2-443 0,3-14-953 0,2 15 422 16</inkml:trace>
        </inkml:traceGroup>
        <inkml:traceGroup>
          <inkml:annotationXML>
            <emma:emma xmlns:emma="http://www.w3.org/2003/04/emma" version="1.0">
              <emma:interpretation id="{BDD0F9C6-698C-4689-9599-4782B3C9D7D2}" emma:medium="tactile" emma:mode="ink">
                <msink:context xmlns:msink="http://schemas.microsoft.com/ink/2010/main" type="inkWord" rotatedBoundingBox="12362,10654 12419,10653 12431,11356 12375,11358"/>
              </emma:interpretation>
              <emma:one-of disjunction-type="recognition" id="oneOf10">
                <emma:interpretation id="interp18" emma:lang="" emma:confidence="0.5">
                  <emma:literal>,</emma:literal>
                </emma:interpretation>
                <emma:interpretation id="interp19" emma:lang="" emma:confidence="0">
                  <emma:literal>l</emma:literal>
                </emma:interpretation>
                <emma:interpretation id="interp20" emma:lang="" emma:confidence="0">
                  <emma:literal>|</emma:literal>
                </emma:interpretation>
                <emma:interpretation id="interp21" emma:lang="" emma:confidence="0">
                  <emma:literal>1</emma:literal>
                </emma:interpretation>
                <emma:interpretation id="interp22" emma:lang="" emma:confidence="0">
                  <emma:literal>.</emma:literal>
                </emma:interpretation>
              </emma:one-of>
            </emma:emma>
          </inkml:annotationXML>
          <inkml:trace contextRef="#ctx0" brushRef="#br0" timeOffset="17548.9638">7138 2916 382 0,'-5'-12'405'0,"5"12"-7"0,0 0-7 0,-7-15-8 16,7 15 3-16,0 0-6 0,-6-13-17 0,6 13-25 0,0 0-23 16,0 0-22-16,0 0-16 0,0 0-15 0,0 0-19 15,0 0-14-15,0 0-22 0,-10 40-15 0,10-21-19 16,-5 6-10-16,5 2-11 0,0 3-1 0,2 9-12 15,1 1-16-15,-3-9-2 0,0 10-11 0,0-2-10 16,2 0-11-16,-2-6-7 0,0-6-11 0,0 3-9 16,0 1-3-16,1-3-4 0,-1-2-8 0,0-6-11 15,-1 5 3-15,-1-6-13 0,-3 1-32 0,4-5-43 16,-4 1-73-16,3 2-82 0,2-10-79 0,0-8-88 16,-4 18-107-16,4-18-478 0,0 0-1033 0,0 0 457 0</inkml:trace>
        </inkml:traceGroup>
        <inkml:traceGroup>
          <inkml:annotationXML>
            <emma:emma xmlns:emma="http://www.w3.org/2003/04/emma" version="1.0">
              <emma:interpretation id="{3B7FF90F-7858-4941-97D3-6CE347DFBCCC}" emma:medium="tactile" emma:mode="ink">
                <msink:context xmlns:msink="http://schemas.microsoft.com/ink/2010/main" type="inkWord" rotatedBoundingBox="15132,10286 17100,10251 17122,11508 15155,11543"/>
              </emma:interpretation>
              <emma:one-of disjunction-type="recognition" id="oneOf11">
                <emma:interpretation id="interp23" emma:lang="" emma:confidence="0.5">
                  <emma:literal>-4</emma:literal>
                </emma:interpretation>
                <emma:interpretation id="interp24" emma:lang="" emma:confidence="0">
                  <emma:literal>44</emma:literal>
                </emma:interpretation>
                <emma:interpretation id="interp25" emma:lang="" emma:confidence="0.5">
                  <emma:literal>- 4</emma:literal>
                </emma:interpretation>
                <emma:interpretation id="interp26" emma:lang="" emma:confidence="0">
                  <emma:literal>_ 4</emma:literal>
                </emma:interpretation>
                <emma:interpretation id="interp27" emma:lang="" emma:confidence="0">
                  <emma:literal>. 4</emma:literal>
                </emma:interpretation>
              </emma:one-of>
            </emma:emma>
          </inkml:annotationXML>
          <inkml:trace contextRef="#ctx0" brushRef="#br0" timeOffset="18147.6321">9924 2960 217 0,'-17'1'436'0,"17"-1"-21"0,0 0-26 0,-26 2-21 0,26-2-5 16,0 0-3-16,0 0-23 0,-22 0-21 0,22 0-29 15,0 0-24-15,0 0-25 0,0 0-20 0,0 0-16 16,0 0-16-16,0 0-12 0,0 0-11 0,0 0-17 15,0 0-12-15,0 0-13 0,97-3-16 0,-50-1-8 16,3 2-10-16,-1-3-10 0,1-2-10 0,5 3-8 16,-2 0-24-16,9-2-35 0,-9 1-50 0,3-2-69 0,0 2-52 0,-6-2-60 15,-2 4-69-15,-3-2-77 0,-3-6-392 0,-8 4-833 16,-4 0 369-16</inkml:trace>
          <inkml:trace contextRef="#ctx0" brushRef="#br0" timeOffset="18654.9291">11285 2500 391 0,'0'0'431'0,"9"-10"-33"0,-9 10-37 0,0 0-29 16,8-7-23-16,-8 7-14 0,0 0-15 0,0 0-23 15,13 22-12-15,-13-10-21 0,0 6-11 0,-1 2-12 16,1 11-16-16,-7-5-12 0,-6 11-9 0,1 4-14 15,-3-2-12-15,-1-2-10 0,-2-3-14 0,-2 3-9 16,-4-3-10-16,4-1-11 0,-1 4-8 0,4-14-8 0,1 3-7 16,1-1-4-16,6 0-4 0,-3-2-6 0,3 2-3 15,6-7-10-15,-1-2-2 0,6-1-1 16,3 1-4-16,4-6-2 0,6 2 0 0,1-5-5 0,11 0-1 16,0-2-3-16,4-5 1 0,4 0-4 0,7-5-2 15,1 2-1-15,1-8-3 0,-1 3 1 0,-1-8-1 16,-2 2 1-16,-11 2-5 0,3-2 0 0,-5 0 2 15,2-1 1-15,6-8-1 0,-8 10 9 0,1-6 8 16,-6-3 24-16,2 6 10 0,-6-3 19 0,-4 5 8 16,-4-1 13-16,3 1 16 0,-5-4 6 0,-2 1 1 15,-3 1 2-15,4-1 7 0,-4 3-7 0,-1-1 18 0,-1 3 5 16,-1 12-14-16,2-18-9 0,-2 18-8 16,-2-16-10-16,2 16-4 0,2-11-12 0,-2 11-12 15,0 0-17-15,0 0-58 0,0 0 0 0,0 0 0 0,0 0 0 16,0 0 0-16,-3 64 0 0,1-35 0 15,-1 13 0-15,3 1 0 0,0 7 0 0,-2 0 0 0,1 7 0 16,-4-4 0-16,3-1 0 0,-3 2 0 0,4-4 0 16,-6 0 0-16,1-3 0 0,-5-2 0 0,-2-3-97 15,-5-1-201-15,7 1-62 0,-7-1-80 0,1-2-91 16,-1-13-547-16,2-2-1168 0,0-4 518 0</inkml:trace>
        </inkml:traceGroup>
      </inkml:traceGroup>
    </inkml:traceGroup>
    <inkml:traceGroup>
      <inkml:annotationXML>
        <emma:emma xmlns:emma="http://www.w3.org/2003/04/emma" version="1.0">
          <emma:interpretation id="{76EAD447-8DCB-4948-83DC-C146A53E5CB0}" emma:medium="tactile" emma:mode="ink">
            <msink:context xmlns:msink="http://schemas.microsoft.com/ink/2010/main" type="paragraph" rotatedBoundingBox="4769,11997 16972,11681 16998,12668 4795,12985" alignmentLevel="3"/>
          </emma:interpretation>
        </emma:emma>
      </inkml:annotationXML>
      <inkml:traceGroup>
        <inkml:annotationXML>
          <emma:emma xmlns:emma="http://www.w3.org/2003/04/emma" version="1.0">
            <emma:interpretation id="{4FDB5998-E5A0-437A-BEF2-99BB659FC7CB}" emma:medium="tactile" emma:mode="ink">
              <msink:context xmlns:msink="http://schemas.microsoft.com/ink/2010/main" type="inkBullet" rotatedBoundingBox="4780,12421 5506,12403 5506,12429 4781,12448"/>
            </emma:interpretation>
            <emma:one-of disjunction-type="recognition" id="oneOf12">
              <emma:interpretation id="interp28" emma:lang="" emma:confidence="0">
                <emma:literal>-</emma:literal>
              </emma:interpretation>
            </emma:one-of>
          </emma:emma>
        </inkml:annotationXML>
        <inkml:trace contextRef="#ctx0" brushRef="#br0" timeOffset="19420.5259">-451 4669 175 0,'0'0'415'0,"-18"-3"-18"0,18 3-1 16,0 0-17-16,-19-4-12 0,19 4-28 0,0 0-24 15,0 0-25-15,-13-8-23 0,13 8-20 0,0 0-23 16,0 0-26-16,0 0-12 0,0 0-20 0,0 0-16 16,47-8-18-16,-47 8-17 0,35 0-7 0,-13 0-13 15,9 3-10-15,3-2-7 0,11-1-10 0,-4 2-7 16,7-4-18-16,4 2-40 0,-1 0-73 0,0 0-70 16,-1-1-74-16,-2 1-83 0,0-6-114 0,-3 2-284 15,-1-2-752-15,-11-2 333 0</inkml:trace>
      </inkml:traceGroup>
      <inkml:traceGroup>
        <inkml:annotationXML>
          <emma:emma xmlns:emma="http://www.w3.org/2003/04/emma" version="1.0">
            <emma:interpretation id="{1BC0B75B-376F-4B97-BF93-82C655EE17C4}" emma:medium="tactile" emma:mode="ink">
              <msink:context xmlns:msink="http://schemas.microsoft.com/ink/2010/main" type="line" rotatedBoundingBox="5615,11975 16972,11681 16998,12668 5641,12963">
                <msink:destinationLink direction="with" ref="{5C9E8BED-986E-4E37-91CB-0F9A5E59DB05}"/>
                <msink:destinationLink direction="with" ref="{438232B7-087C-425B-81D4-16167C0434E2}"/>
              </msink:context>
            </emma:interpretation>
          </emma:emma>
        </inkml:annotationXML>
        <inkml:traceGroup>
          <inkml:annotationXML>
            <emma:emma xmlns:emma="http://www.w3.org/2003/04/emma" version="1.0">
              <emma:interpretation id="{62DB00E2-2B78-4E2D-861A-7D48DFF678B3}" emma:medium="tactile" emma:mode="ink">
                <msink:context xmlns:msink="http://schemas.microsoft.com/ink/2010/main" type="inkWord" rotatedBoundingBox="5618,12063 6691,12035 6708,12681 5635,12709"/>
              </emma:interpretation>
              <emma:one-of disjunction-type="recognition" id="oneOf13">
                <emma:interpretation id="interp29" emma:lang="" emma:confidence="1">
                  <emma:literal/>
                </emma:interpretation>
              </emma:one-of>
            </emma:emma>
          </inkml:annotationXML>
          <inkml:trace contextRef="#ctx0" brushRef="#br0" timeOffset="19946.1527">391 4533 256 0,'0'0'350'15,"0"0"-8"-15,0 0-4 0,-3-14-24 0,3 14-9 16,-5-13-1-16,5 13-6 0,2-13-4 0,-2 13-15 15,0-20-26-15,3 8-1 0,-1 1-19 0,2 1-17 16,0-2-18-16,2-2-16 0,0 2-17 0,2-2-14 16,4 2-19-16,-3 0-7 0,4-3-14 0,2 6-7 15,1-2-14-15,0 1-8 0,3-1-7 0,2 3-8 16,6 1-4-16,2-1-7 0,-8 1-5 0,0 7-6 0,1 0 0 0,4 4-5 0,-5 0-8 16,6 4-4-16,-1 1 0 0,-4 7-4 0,-4-1-3 15,1 4 0-15,-5 4 0 0,-1-1-1 0,-5 6-1 16,-1-2-6-16,-7 2 3 0,-7 3-2 0,-2 5-5 0,-6-1 4 15,-6-1-4-15,0 2-1 0,-4 0-1 16,-6-6-1-16,4-2-1 0,-8-2-1 0,3-1-3 16,-7 0 13-16,4-6-13 0,4-2 0 0,2-3 0 0,-1-2 0 15,4 2 1-15,-1-6-2 0,9-2 3 0,-1 2 0 16,5-3-2-16,14-5 3 0,-16 6-1 16,16-6 0-16,0 0 5 0,0 0 2 0,0 0 0 0,0 0 3 15,0 0-4-15,0 0 1 0,0 0 1 0,51-30-2 16,-22 21-4-16,6 3 11 0,5-3 9 0,5-1 11 15,3 4 6-15,2-4 4 0,0 1-3 0,-2 6 1 16,6-4-2-16,-4 2 0 0,2 1-8 0,4 4 0 16,-7-5-5-16,0 5-3 0,2-3-2 0,-8 1-5 15,-1-1 0-15,-12 1-2 0,-1 4-4 0,-8-4 1 16,-21 2-3-16,37 2-3 0,-18-2-16 0,-19 0-29 16,29 3-43-16,-29-3-74 0,16 0-73 0,-16 0-81 0,0 0-90 15,32 5-124-15,-32-5-330 0,16-3-922 16,-16 3 409-16</inkml:trace>
        </inkml:traceGroup>
        <inkml:traceGroup>
          <inkml:annotationXML>
            <emma:emma xmlns:emma="http://www.w3.org/2003/04/emma" version="1.0">
              <emma:interpretation id="{F0F127F7-8DC5-4B1D-97BB-6052C2FF2FC4}" emma:medium="tactile" emma:mode="ink">
                <msink:context xmlns:msink="http://schemas.microsoft.com/ink/2010/main" type="inkWord" rotatedBoundingBox="9295,12073 9943,12056 9960,12710 9312,12727"/>
              </emma:interpretation>
              <emma:one-of disjunction-type="recognition" id="oneOf14">
                <emma:interpretation id="interp30" emma:lang="" emma:confidence="1">
                  <emma:literal/>
                </emma:interpretation>
              </emma:one-of>
            </emma:emma>
          </inkml:annotationXML>
          <inkml:trace contextRef="#ctx0" brushRef="#br0" timeOffset="20801.2903">4131 4421 330 0,'0'0'379'0,"0"0"-17"0,0 0-16 15,0 0-6-15,0 0-12 0,0 0-12 0,-39 34-8 16,33-22-10-16,0 1-14 0,-2 2-17 0,0-3-19 16,1 6-17-16,1-5-22 0,-1 3-15 0,1 3-17 15,3-3-16-15,-1 4-15 0,3-1-11 0,1-1-13 16,-7 2-9-16,11 6-11 0,0-4-11 0,3 3-7 0,-1-6-7 15,2 5-7-15,5-2-2 0,2 1-6 0,-1-1-6 16,4-4-2-16,-1 1-1 0,4-2 1 0,-2-7 5 16,5 2-5-16,2-5 14 0,0 0-1 0,6-3-5 15,-3-8 0-15,13 2 1 0,-10-7-5 0,-4 1-3 16,1-6-4-16,3-2-1 0,-7-2 1 0,3-1-1 16,1-11 5-16,-1-1-3 0,-6 2 4 0,-1-7-7 15,-7 11-3-15,1-11 0 0,-9-3-2 0,2 9 6 16,-5-1-7-16,-3-2 3 0,-3 2-5 0,-5 2-2 15,-1-2-3-15,-6 5-4 0,1 1-1 0,-6 6-6 16,0 0 1-16,-3 5-4 0,-3-2-2 0,-4 5-2 16,9-1-3-16,-9 7-5 0,2-1-11 0,-1 5-10 0,1-1-23 15,-3 5-32-15,4 3-34 0,1 2-49 16,0 3-62-16,9-4-65 0,-1 3-71 0,-3 8-64 0,8-6-102 16,-7 6-404-16,10-7-992 0,0 5 439 0</inkml:trace>
        </inkml:traceGroup>
        <inkml:traceGroup>
          <inkml:annotationXML>
            <emma:emma xmlns:emma="http://www.w3.org/2003/04/emma" version="1.0">
              <emma:interpretation id="{9C01DA81-C26A-4D1D-A37A-F83C17AEC523}" emma:medium="tactile" emma:mode="ink">
                <msink:context xmlns:msink="http://schemas.microsoft.com/ink/2010/main" type="inkWord" rotatedBoundingBox="12052,11988 12923,11966 12944,12773 12073,12796"/>
              </emma:interpretation>
              <emma:one-of disjunction-type="recognition" id="oneOf15">
                <emma:interpretation id="interp31" emma:lang="" emma:confidence="1">
                  <emma:literal/>
                </emma:interpretation>
              </emma:one-of>
            </emma:emma>
          </inkml:annotationXML>
          <inkml:trace contextRef="#ctx0" brushRef="#br0" timeOffset="21798.6969">6963 4305 82 0,'0'0'350'0,"0"0"-20"0,0 0-17 0,0 0-9 16,0 0-19-16,0 0-12 0,0 0-14 0,14-16-8 15,1 5-24-15,-1 0-7 0,0 3-17 0,4-6-9 16,0 6-19-16,3 0-13 0,-2-3-9 0,-2 7-12 15,11-7-14-15,-7 9-14 0,-2 1-4 0,-19 1-16 16,38 1-6-16,-23 1-10 0,1 5-4 0,0 0-6 0,-5 2-1 16,4-1-10-16,-7 6-3 0,1-2-5 0,-7 2-3 15,-2 1 3-15,0 1-12 0,-5 3-1 16,2 3-6-16,-8 3 0 0,3-9-1 0,-5 6-3 16,-2 1-8-16,1-3-3 0,3-5 3 0,-4-1 1 15,2 1-5-15,-3 0-2 0,3-3-4 0,1-2 2 0,2 1-1 16,4-4 0-16,6-7 0 0,-15 9 3 0,15-9-5 15,-8 7-3-15,8-7-1 0,0 0 4 0,0 0 2 16,0 0-3-16,0 0 2 0,0 0 1 0,48-29-4 16,-29 19 0-16,7-3-3 0,-2 2 4 0,-1 2-2 15,4 0 3-15,0-1 2 0,0 3-5 0,-1 5 3 16,1 1 2-16,2 1-3 0,0 1 2 0,0 5 11 16,-3 1-8-16,1 1 6 0,-3 8 0 0,-1 1 6 15,-3-1 6-15,-4 3-2 0,2 3 0 0,-10 1 0 16,-6-1-2-16,3-2 6 0,-5 9-1 0,-5-2-2 0,-3-1-5 15,-2 1 1-15,-4-2-6 0,-10-2 0 0,-1 9-2 16,-10-4 0-16,0-4-3 0,-2-2-4 0,-5-1 1 16,-7-2-13-16,7 1-21 0,-3-2-28 0,-3-6-27 15,-2-5-22-15,0-4-20 0,5 1-30 0,-3-2-18 16,5-3-26-16,0 0-33 0,1-7-44 0,10-2-53 16,6-2-77-16,-1-2-217 0,6-2-669 0,3-7 296 15</inkml:trace>
        </inkml:traceGroup>
        <inkml:traceGroup>
          <inkml:annotationXML>
            <emma:emma xmlns:emma="http://www.w3.org/2003/04/emma" version="1.0">
              <emma:interpretation id="{EEC9103E-EDE6-4DCE-8DF0-B7932D25EE19}" emma:medium="tactile" emma:mode="ink">
                <msink:context xmlns:msink="http://schemas.microsoft.com/ink/2010/main" type="inkWord" rotatedBoundingBox="15250,11725 16972,11681 16996,12599 15274,12644"/>
              </emma:interpretation>
              <emma:one-of disjunction-type="recognition" id="oneOf16">
                <emma:interpretation id="interp32" emma:lang="" emma:confidence="0.5">
                  <emma:literal>-13</emma:literal>
                </emma:interpretation>
                <emma:interpretation id="interp33" emma:lang="" emma:confidence="0.5">
                  <emma:literal>- 13</emma:literal>
                </emma:interpretation>
                <emma:interpretation id="interp34" emma:lang="" emma:confidence="0">
                  <emma:literal>_ 13</emma:literal>
                </emma:interpretation>
                <emma:interpretation id="interp35" emma:lang="" emma:confidence="0">
                  <emma:literal>- B</emma:literal>
                </emma:interpretation>
                <emma:interpretation id="interp36" emma:lang="" emma:confidence="0">
                  <emma:literal>_ B</emma:literal>
                </emma:interpretation>
              </emma:one-of>
            </emma:emma>
          </inkml:annotationXML>
          <inkml:trace contextRef="#ctx0" brushRef="#br0" timeOffset="22361.1584">10096 4406 254 0,'-37'1'414'0,"18"-1"-15"16,19 0-14-16,-23 2-21 0,23-2-6 0,-22 0-18 15,22 0-25-15,0 0-25 0,0 0-23 0,0 0-10 16,0 0-21-16,-15-7-10 0,15 7-29 0,0 0-18 16,0 0-17-16,44-15-17 0,-23 11-17 0,8-3-9 15,1 2-13-15,4-2-10 0,9 0-15 0,-9 0-9 16,11 5-26-16,-2-6-35 0,0 4-40 0,4-2-65 0,-15 0-58 15,10 2-47-15,-9 0-61 0,-2 2-60 0,1-7-96 16,-6 4-248-16,1-2-717 0,-8 0 318 16</inkml:trace>
          <inkml:trace contextRef="#ctx0" brushRef="#br0" timeOffset="22589.8252">10924 4004 56 0,'0'-22'410'0,"0"10"-4"0,0 12-17 0,-2-18-8 16,2 18-12-16,0-15-16 0,0 15-26 0,0 0-31 16,2-14-23-16,-2 14-21 0,0 0-8 0,0 0-8 15,0 0-8-15,0 0-14 0,0 0-17 0,0 0-17 16,35 39-10-16,-24-20-13 0,-1 4-14 0,-2 3-17 16,3 4-9-16,-3-1-14 0,-6 2-9 0,4 6-6 15,5 7-14-15,-7-16-8 0,4 14-8 0,-8-1-14 16,0-17-30-16,0 8-50 0,0-2-61 0,3-2-72 15,-6-4-75-15,1 0-73 0,-3-5-85 0,4-5-398 0,-1 0-867 16,2-14 383-16</inkml:trace>
          <inkml:trace contextRef="#ctx0" brushRef="#br0" timeOffset="23021.9378">11323 4189 3697 0,'15'-15'199'0,"-4"-2"-130"16,5-2-25-16,-2 6 32 0,7-6 2 0,-6 9 8 15,1 0-19-15,-2-1-11 0,4 4-12 16,-2-1 0-16,-2-1-5 0,7 7-1 0,-21 2-7 0,34 0-5 16,-34 0 0-16,30 11-6 0,-17-3 0 0,-2 3-2 15,-1 3 1-15,-5-2-9 0,0 7 5 0,-5 0-6 16,0 0-11-16,-7 3 3 0,-1 4-3 0,2-2-4 16,-7 1-1-16,-3-2 4 0,2-4-7 0,-2 3-2 15,-2 0 2-15,2-9 10 0,3 1-10 0,-3-3-3 16,3 1-1-16,-1 0 5 0,6-3-5 0,-5-1 3 15,13-8-2-15,-15 11 3 0,15-11 1 0,-11 5-3 16,11-5-3-16,0 0 11 0,0 0-5 0,0 0 8 0,0 0-5 16,0 0 3-16,0 0 7 0,53-26 2 15,-37 22-9-15,2 1 18 0,-1-1-16 0,4 3 0 0,0-1 0 16,-21 2 5-16,35 6-4 0,-12-3 9 0,-9 2-7 16,6 5 7-16,-6 1 0 0,-6 2-6 15,6 1 12-15,-1 2-5 0,-6 2 5 0,-1 0 5 0,-4 6-2 16,-4-6-7-16,2 4 4 0,-6 1 4 0,-2 1 0 15,-5 1-8-15,0-6-2 0,-3 3 0 0,-3-3 0 16,-4-3 6-16,-1 5-11 0,-3-3-27 0,-2-3-35 16,-14 1-38-16,3-2-51 0,-2-1-51 0,-1-6-63 15,7-5-76-15,-9-4-274 0,12 2-661 0,-3-3 293 16</inkml:trace>
        </inkml:traceGroup>
      </inkml:traceGroup>
    </inkml:traceGroup>
    <inkml:traceGroup>
      <inkml:annotationXML>
        <emma:emma xmlns:emma="http://www.w3.org/2003/04/emma" version="1.0">
          <emma:interpretation id="{290FD2F6-0EBF-43C3-9452-912C3F54D157}" emma:medium="tactile" emma:mode="ink">
            <msink:context xmlns:msink="http://schemas.microsoft.com/ink/2010/main" type="paragraph" rotatedBoundingBox="1573,14115 15731,13285 16042,18590 1884,19420" alignmentLevel="1"/>
          </emma:interpretation>
        </emma:emma>
      </inkml:annotationXML>
      <inkml:traceGroup>
        <inkml:annotationXML>
          <emma:emma xmlns:emma="http://www.w3.org/2003/04/emma" version="1.0">
            <emma:interpretation id="{AA823039-E6CE-45AC-964E-BC2ED892B9DB}" emma:medium="tactile" emma:mode="ink">
              <msink:context xmlns:msink="http://schemas.microsoft.com/ink/2010/main" type="line" rotatedBoundingBox="1573,14115 15461,13301 15556,14911 1667,15726">
                <msink:destinationLink direction="with" ref="{A5FA3E69-A2D4-45BA-AD14-10AE7119EE23}"/>
              </msink:context>
            </emma:interpretation>
          </emma:emma>
        </inkml:annotationXML>
        <inkml:traceGroup>
          <inkml:annotationXML>
            <emma:emma xmlns:emma="http://www.w3.org/2003/04/emma" version="1.0">
              <emma:interpretation id="{775AF31A-1C50-48AF-80A8-0C2003A87653}" emma:medium="tactile" emma:mode="ink">
                <msink:context xmlns:msink="http://schemas.microsoft.com/ink/2010/main" type="inkWord" rotatedBoundingBox="1616,14850 2422,14802 2453,15321 1646,15368"/>
              </emma:interpretation>
              <emma:one-of disjunction-type="recognition" id="oneOf17">
                <emma:interpretation id="interp37" emma:lang="" emma:confidence="0.5">
                  <emma:literal>=</emma:literal>
                </emma:interpretation>
                <emma:interpretation id="interp38" emma:lang="" emma:confidence="0">
                  <emma:literal>_</emma:literal>
                </emma:interpretation>
                <emma:interpretation id="interp39" emma:lang="" emma:confidence="0">
                  <emma:literal>-</emma:literal>
                </emma:interpretation>
                <emma:interpretation id="interp40" emma:lang="" emma:confidence="0">
                  <emma:literal>-I</emma:literal>
                </emma:interpretation>
                <emma:interpretation id="interp41" emma:lang="" emma:confidence="0">
                  <emma:literal>-U</emma:literal>
                </emma:interpretation>
              </emma:one-of>
            </emma:emma>
          </inkml:annotationXML>
          <inkml:trace contextRef="#ctx0" brushRef="#br0" timeOffset="71991.8959">-3570 7516 140 0,'-22'13'321'0,"9"-1"-31"0,-2-5-25 16,7 0-22-16,2 0-17 0,6-7-12 0,-2 13-4 15,2-13-18-15,0 0-15 0,29 12-8 0,0-12-5 16,13-5-9-16,3 0-18 0,4-1-15 0,1-2-10 15,6 0-14-15,0 2-16 0,1 1-34 0,-5 3-62 16,5-3-77-16,0 4-85 0,-2-2-338 0,-1 4-558 16,-1-2 247-16</inkml:trace>
          <inkml:trace contextRef="#ctx0" brushRef="#br0" timeOffset="71804.4271">-3435 7078 194 0,'0'0'343'0,"0"0"-31"15,0 0-36-15,0 0-22 0,0 0-18 0,0 0-20 16,0 0-17-16,0 0-7 0,0 0-18 0,43 13-10 16,-43-13-21-16,51-8-9 0,-7 4-12 0,-11 1-12 0,11-2-13 15,5-1-12-15,-2-2-9 0,-2 1-24 16,-2-2-36-16,1 5-36 0,-14-2-52 0,4 5-55 16,-5 1-69-16,-7-3-301 0,-4 3-539 0,-18 0 239 0</inkml:trace>
        </inkml:traceGroup>
        <inkml:traceGroup>
          <inkml:annotationXML>
            <emma:emma xmlns:emma="http://www.w3.org/2003/04/emma" version="1.0">
              <emma:interpretation id="{88F2304F-5E00-4D91-BECC-868B5BC8B8EE}" emma:medium="tactile" emma:mode="ink">
                <msink:context xmlns:msink="http://schemas.microsoft.com/ink/2010/main" type="inkWord" rotatedBoundingBox="4230,13959 5683,13874 5754,15091 4302,15176"/>
              </emma:interpretation>
              <emma:one-of disjunction-type="recognition" id="oneOf18">
                <emma:interpretation id="interp42" emma:lang="" emma:confidence="1">
                  <emma:literal/>
                </emma:interpretation>
              </emma:one-of>
            </emma:emma>
          </inkml:annotationXML>
          <inkml:trace contextRef="#ctx0" brushRef="#br0" timeOffset="74069.8599">423 6464 2811 0,'-5'-16'100'0,"-1"0"-19"0,0-2 35 0,-2 1-9 15,6 3 41-15,-6-4 13 0,2 3 24 0,-1 2 28 16,-3 4 24-16,6 1 27 0,4 8 4 0,-8-15-17 16,8 15-16-16,0 0-18 0,-13-7-3 0,13 7 20 15,0 0 22-15,-15 30-12 0,11-11 20 0,0 8-22 16,-2 10-6-16,0 4-5 0,4 4-13 0,-3 4-16 15,5-1-18-15,0-1-14 0,3 6-68 0,1-1-102 16,-4 0 0-16,1-5 0 0,-2 3 0 0,2-2 0 0,-2-6 0 16,2 0 0-16,-2-3 0 0,1-8 0 15,-2 10 0-15,2-13 0 0,-2 0 0 0,-1-4 0 16,3 2 0-16,-2-12 0 0,4 4 0 0,-2-8 0 0,3 0 0 16,-3-10 0-16,-3 22-107 0,10-17-326 15,-7-5-87-15,0 0-120 0,0 0-443 0,0 0-1171 16,0 0 518-16</inkml:trace>
          <inkml:trace contextRef="#ctx0" brushRef="#br0" timeOffset="73632.4345">-1045 6287 175 0,'0'0'345'0,"23"-9"3"15,-9 3-14-15,5-2-10 0,9-3-7 0,2 1-34 16,12-2-12-16,0 0-25 0,4 1-26 0,1-4-23 15,-1 3-25-15,4 4-10 0,0-1-12 0,-1 2-24 16,1 2-37-16,0 0-73 0,-2 8-84 0,-3-1-97 16,1 3-124-16,-15 0-254 0,12 0-587 0,-14 6 261 15</inkml:trace>
        </inkml:traceGroup>
        <inkml:traceGroup>
          <inkml:annotationXML>
            <emma:emma xmlns:emma="http://www.w3.org/2003/04/emma" version="1.0">
              <emma:interpretation id="{C733D89A-75E6-4D6E-896C-F7E801C92254}" emma:medium="tactile" emma:mode="ink">
                <msink:context xmlns:msink="http://schemas.microsoft.com/ink/2010/main" type="inkWord" rotatedBoundingBox="7727,13889 8521,13843 8576,14778 7782,14825"/>
              </emma:interpretation>
              <emma:one-of disjunction-type="recognition" id="oneOf19">
                <emma:interpretation id="interp43" emma:lang="" emma:confidence="1">
                  <emma:literal/>
                </emma:interpretation>
              </emma:one-of>
            </emma:emma>
          </inkml:annotationXML>
          <inkml:trace contextRef="#ctx0" brushRef="#br0" timeOffset="75226.0134">2794 6238 103 0,'-19'-7'339'0,"19"7"-7"15,-16-12-15-15,16 12-19 0,-14-8-3 0,7-1-18 16,7 9-13-16,0-16-8 0,0 16-16 15,7-22-12-15,-1 13-13 0,1 1-12 0,5-5-7 0,3 5-6 16,-1-2-13-16,2 1-7 0,0 1 4 0,2 4-23 16,1 0-13-16,1-1-9 0,2 5-12 0,-22 0-9 15,39-2-9-15,-17 7-16 0,-4 1-1 0,2 1-3 16,1-2-13-16,-6 0 0 0,-1 7-4 0,-1-3-7 16,-5 5-3-16,0-1-3 0,-1 6-3 0,-7-1-6 15,0 3-4-15,-4 4-3 0,-5 1-7 0,1 3 0 16,-7 1-3-16,1-3 0 0,-7 6-5 0,0-7-3 15,5-2 4-15,-5-1-5 0,0-2-1 0,-1-2-1 16,1-5-3-16,0 5-1 0,8-6-2 0,-1-6 1 16,4-1-2-16,10-6-2 0,-16 12 4 0,16-12-6 15,-11 4 0-15,11-4 2 0,0 0-2 0,0 0-1 0,0 0 3 16,0 0-4-16,14-36 5 0,-1 27-3 0,3-6 2 16,-1 2 0-16,10 0 2 0,-9 6 3 0,10-5 2 15,-2 4 5-15,2-3 0 0,-1 10 5 0,3-2 4 16,-1 3 2-16,0 4 0 0,-3 3 0 0,-3 0 6 15,2 4-2-15,-1 2-2 0,-3 6 11 0,1 2-7 16,-6 3-3-16,1 1 4 0,-6 2-3 0,-2 1 5 16,-7-2-2-16,0 8-7 0,-5-6 0 0,-3-1-1 15,-7 10-4-15,-6-3-5 0,-1-1 1 0,-7-3-2 16,-1-4-2-16,-6-2 0 0,1-3-4 0,-7-1-23 16,7-2-20-16,-8-3-29 0,1-3-27 0,-1-5-21 15,1-6-23-15,5-4-41 0,-5-6-18 0,10 1-34 16,-9-6-22-16,-1 3-28 0,5-8-42 0,10 1-44 15,3 0-378-15,-10-14-803 0,15 8 355 0</inkml:trace>
        </inkml:traceGroup>
        <inkml:traceGroup>
          <inkml:annotationXML>
            <emma:emma xmlns:emma="http://www.w3.org/2003/04/emma" version="1.0">
              <emma:interpretation id="{DE028A90-607C-43E9-A8D7-49A4473ABB91}" emma:medium="tactile" emma:mode="ink">
                <msink:context xmlns:msink="http://schemas.microsoft.com/ink/2010/main" type="inkWord" rotatedBoundingBox="10365,13819 11477,13754 11559,15146 10447,15211"/>
              </emma:interpretation>
              <emma:one-of disjunction-type="recognition" id="oneOf20">
                <emma:interpretation id="interp44" emma:lang="" emma:confidence="0.5">
                  <emma:literal>,</emma:literal>
                </emma:interpretation>
                <emma:interpretation id="interp45" emma:lang="" emma:confidence="0">
                  <emma:literal>4</emma:literal>
                </emma:interpretation>
                <emma:interpretation id="interp46" emma:lang="" emma:confidence="0">
                  <emma:literal>"</emma:literal>
                </emma:interpretation>
                <emma:interpretation id="interp47" emma:lang="" emma:confidence="0">
                  <emma:literal>M</emma:literal>
                </emma:interpretation>
                <emma:interpretation id="interp48" emma:lang="" emma:confidence="0">
                  <emma:literal>m</emma:literal>
                </emma:interpretation>
              </emma:one-of>
            </emma:emma>
          </inkml:annotationXML>
          <inkml:trace contextRef="#ctx0" brushRef="#br0" timeOffset="76163.4577">5390 6126 360 0,'16'-19'357'0,"-1"-2"-24"0,-1 7-7 0,1 0-12 16,-2 2-17-16,-1 4-14 0,-4 1-25 0,2 0-7 15,-10 7-20-15,14-7-11 0,-14 7-10 0,0 0-7 16,0 0-10-16,20 19-13 0,-20-4-11 0,-5 4-15 0,3 6-10 16,-4 4-18-16,-7 7-9 0,-3 8-12 15,3-3-7-15,-4 5-10 0,-6 0-7 0,-3 1-13 0,-1 1-6 16,-2-3-8-16,0 0 2 0,-1-6-6 0,1 1-10 16,2-7-5-16,3 1 0 0,6-14-7 0,2 2-1 15,-3-10-4-15,9-4-1 0,4 3-1 0,-2-4-2 16,8-7 9-16,-8 12 0 0,8-12 6 0,0 0-3 15,0 0-2-15,0 0-2 0,0 0-6 0,65-27 1 16,-36 16 0-16,0 2 0 0,14-5-6 0,2 0 0 16,4 2-4-16,-1 5 2 0,3 0 0 0,0 3-5 15,4-1 2-15,1 4 1 0,-6 1 2 0,1 1 0 16,-3 2 8-16,-1-1 2 0,-4 2 3 0,-8-3 7 0,-1 4 6 16,0-4 7-16,-9 1 12 0,8-1 6 15,-11-1 2-15,-1-1 6 0,-21 1 15 0,38-3-3 16,-25-2 5-16,-13 5 5 0,27-7-6 0,-17 1 3 0,-10 6-7 15,15-13 7-15,-9 4 9 0,0-1-1 0,-1-6-3 16,-2-1-10-16,2 2-7 0,-3-3 3 16,-1 0-10-16,3 0 0 0,-3-6-3 0,-7-1-15 0,6 1-5 15,-7 5 1-15,1-5-2 0,3 8-35 0,-2-9-14 16,-1 8 0-16,2 6 0 0,0-6 0 0,-3 8 0 16,7 9 0-16,-8-11 0 0,8 11 0 0,-6-12 0 15,6 12 0-15,0 0 0 0,0 0 0 0,-16 26 0 16,9 4 0-16,1-4 0 0,-1 1 0 0,-2 14 0 15,1 5 0-15,3 1 0 0,-2 6 0 0,-1-3 0 16,4 2 0-16,-4 19 0 0,1-19 0 0,6 5 0 16,-6-4 0-16,6 3 0 0,-1-3 0 0,-3-6 0 0,2 3 0 15,0-2 0-15,1-5-79 0,-4-1-239 16,6-9-66-16,-2-4-85 0,4-5-117 0,-2-6-474 16,0 0-1147-16,1-7 508 0</inkml:trace>
        </inkml:traceGroup>
        <inkml:traceGroup>
          <inkml:annotationXML>
            <emma:emma xmlns:emma="http://www.w3.org/2003/04/emma" version="1.0">
              <emma:interpretation id="{B4F3E6FA-F646-4A75-A580-087B92967A6D}" emma:medium="tactile" emma:mode="ink">
                <msink:context xmlns:msink="http://schemas.microsoft.com/ink/2010/main" type="inkWord" rotatedBoundingBox="13218,13543 15468,13411 15548,14773 13298,14905"/>
              </emma:interpretation>
              <emma:one-of disjunction-type="recognition" id="oneOf21">
                <emma:interpretation id="interp49" emma:lang="" emma:confidence="0.5">
                  <emma:literal>-F</emma:literal>
                </emma:interpretation>
                <emma:interpretation id="interp50" emma:lang="" emma:confidence="0">
                  <emma:literal>F</emma:literal>
                </emma:interpretation>
                <emma:interpretation id="interp51" emma:lang="" emma:confidence="0">
                  <emma:literal>-7</emma:literal>
                </emma:interpretation>
                <emma:interpretation id="interp52" emma:lang="" emma:confidence="0">
                  <emma:literal>IF</emma:literal>
                </emma:interpretation>
                <emma:interpretation id="interp53" emma:lang="" emma:confidence="0">
                  <emma:literal>FF</emma:literal>
                </emma:interpretation>
              </emma:one-of>
            </emma:emma>
          </inkml:annotationXML>
          <inkml:trace contextRef="#ctx0" brushRef="#br0" timeOffset="76788.4171">8097 6336 411 0,'-34'-1'440'0,"18"-4"-7"0,16 5-6 0,-30-2-11 0,30 2-12 16,-34 0-13-16,34 0-25 0,-14-4-32 0,14 4-27 15,0 0-27-15,0 0-27 0,0 0-16 0,0 0-14 16,0 0-18-16,0 0-19 0,0 0-14 0,0 0-15 15,0 0-14-15,0 0-8 0,72 6-15 0,-43-1-18 16,6-5-8-16,-1 0-7 0,11 0-11 0,1-3-12 16,4 1-16-16,-5 2-34 0,-2-2-56 0,0-2-66 15,1-6-83-15,-3 1-80 0,-12 5-90 0,11-7-126 16,-14-4-358-16,5 1-914 0,-6-5 405 0</inkml:trace>
          <inkml:trace contextRef="#ctx0" brushRef="#br0" timeOffset="77225.8729">8960 5806 309 0,'0'0'360'0,"0"0"-16"0,0 0 14 0,16-8 18 16,-16 8 8-16,32 0 0 0,-5 0-11 0,2 0-26 16,3 0-29-16,18 0-28 0,-2 0-37 0,4 0-22 15,-1 0-21-15,5 0-15 0,-5 0-22 0,4 1-20 16,-4-1-15-16,6 0-15 0,-9 2-11 0,-5-2-10 15,2-2-7-15,-16 2-15 0,-2-1-5 0,-4-3 4 16,-23 4 11-16,33-2 11 0,-18-4 10 0,-1 4 13 0,-14 2 1 16,19-11 1-16,-11 4 5 0,-8 7-10 15,16-15 0-15,-11 3-12 0,-2 4 0 0,2-2 2 16,-5 10-1-16,2-19-8 0,-2 19-9 0,0-19-7 0,0 19 6 16,-7-16-6-16,7 16-7 0,-3-11-2 0,3 11-7 15,0 0-17-15,-14-4 1 0,14 4-6 0,0 0-48 16,-21 28 0-16,10-6 0 0,3 4 0 0,-7 14 0 15,-1 5 0-15,5 2 0 0,3 6 0 0,-5 1 0 16,3 22 0-16,-2-2 0 0,-1 6 0 0,2-2 0 16,-1-4 0-16,-2 0 0 0,-4 0 0 0,1 1 0 15,2-22 0-15,6-3 0 0,-9 2 0 0,3 0 0 16,4-6 0-16,-6-4 0 0,7-6 0 0,-3 1 0 16,5-11 0-16,2-10 0 0,-4 2 0 0,5-7 0 15,5-3 0-15,0-8 0 0,-6 15-190 0,6-15-94 16,-11 6-53-16,11-6-36 0,0 0-33 0,0 0-29 0,-24-29-35 15,20 14-51-15,-10-9-342 0,3-5-934 16,-4-12 413-16</inkml:trace>
          <inkml:trace contextRef="#ctx0" brushRef="#br0" timeOffset="77397.7394">9318 6587 175 0,'-16'-20'328'0,"0"2"9"0,5 3-29 16,1 1-10-16,2-2 1 0,-2 8 14 0,7-1 11 16,3 9 11-16,-13-16 3 0,13 8-1 0,0 8-2 15,8-18-5-15,10 11-11 0,8-6 1 0,15-3-10 16,3 0-29-16,12 3-3 0,1-5-22 0,22-9-23 15,-2 8-28-15,-18 5-20 0,14-6-11 0,-17 7-22 16,0 0-49-16,-6 0-65 0,-2-3-73 0,-10 6-82 16,4-5-96-16,-13 6-93 0,0 2-99 0,-2 0-151 15,-4-6-325-15,2 2-952 0,-1-4 422 0</inkml:trace>
        </inkml:traceGroup>
      </inkml:traceGroup>
      <inkml:traceGroup>
        <inkml:annotationXML>
          <emma:emma xmlns:emma="http://www.w3.org/2003/04/emma" version="1.0">
            <emma:interpretation id="{2606F0ED-FF55-4184-AC2A-388BE5DADDEC}" emma:medium="tactile" emma:mode="ink">
              <msink:context xmlns:msink="http://schemas.microsoft.com/ink/2010/main" type="line" rotatedBoundingBox="5294,15463 15321,15102 15358,16123 5331,16484">
                <msink:destinationLink direction="with" ref="{A5FA3E69-A2D4-45BA-AD14-10AE7119EE23}"/>
              </msink:context>
            </emma:interpretation>
          </emma:emma>
        </inkml:annotationXML>
        <inkml:traceGroup>
          <inkml:annotationXML>
            <emma:emma xmlns:emma="http://www.w3.org/2003/04/emma" version="1.0">
              <emma:interpretation id="{9F899B6D-1799-4DCD-B8E1-B0B1725DD722}" emma:medium="tactile" emma:mode="ink">
                <msink:context xmlns:msink="http://schemas.microsoft.com/ink/2010/main" type="inkWord" rotatedBoundingBox="5298,15590 5976,15566 6001,16271 5324,16295"/>
              </emma:interpretation>
              <emma:one-of disjunction-type="recognition" id="oneOf22">
                <emma:interpretation id="interp54" emma:lang="" emma:confidence="1">
                  <emma:literal/>
                </emma:interpretation>
              </emma:one-of>
            </emma:emma>
          </inkml:annotationXML>
          <inkml:trace contextRef="#ctx0" brushRef="#br0" timeOffset="81084.9742">94 7810 354 0,'0'0'360'0,"0"0"-27"0,0 0-15 0,0 0-10 15,0 0-13-15,0 0-29 0,0 0-13 0,-27 12-12 16,27-12-13-16,0 0-8 0,-11 14-15 0,11-14-16 16,-3 19-5-16,-4-10-5 0,2 8-7 0,4 2-17 15,-6 5-12-15,6 1-4 0,-4 2-14 0,5 3-4 16,-2 0-8-16,4 8-12 0,1 2-7 0,0-10-3 15,5 13-11-15,5-3-3 0,2-2 3 0,-2-8-3 16,3 4-6-16,9 0 5 0,-1-1-7 0,-4-11 3 16,10 5 1-16,-4-9 4 0,3-6 4 0,-1 0 7 0,1-3 4 15,-3-2 4-15,6-5-8 0,-1-2 1 16,-3-6-2-16,-2 1 0 0,0-5-1 0,1 0 6 16,-4-1 9-16,2-7-13 0,-2 0 8 0,-2 6-2 0,-2-7 1 15,-2 1 2-15,1-1-9 0,-4-1 7 16,-2 4-4-16,1-8 2 0,-5 3 2 0,-2-4-10 15,-4 0-3-15,1-1-6 0,-8 2-6 0,-1-7-50 0,-2 2-20 16,-8-8 0-16,-4 1 0 0,-1 10 0 0,-3-6 0 16,-5 2 0-16,-3 0 0 0,8 10 0 0,-5 3 0 15,2 2 0-15,0 0 0 0,0 3 0 0,1 4 0 16,-1 6 0-16,6 0 0 0,-8 2 0 0,2 0 0 16,6 4 0-16,3 2 0 0,-1 3 0 0,0 0-186 15,3 5-116-15,3-4-57 0,3 2-46 0,4 4-55 16,-1-8-78-16,-1 6-453 0,8-14-1072 0,-3 11 474 15</inkml:trace>
        </inkml:traceGroup>
        <inkml:traceGroup>
          <inkml:annotationXML>
            <emma:emma xmlns:emma="http://www.w3.org/2003/04/emma" version="1.0">
              <emma:interpretation id="{F89DFE93-3DD6-4C76-AB2F-73D5180D4592}" emma:medium="tactile" emma:mode="ink">
                <msink:context xmlns:msink="http://schemas.microsoft.com/ink/2010/main" type="inkWord" rotatedBoundingBox="8068,15364 8683,15341 8711,16121 8096,16143"/>
              </emma:interpretation>
              <emma:one-of disjunction-type="recognition" id="oneOf23">
                <emma:interpretation id="interp55" emma:lang="" emma:confidence="1">
                  <emma:literal/>
                </emma:interpretation>
              </emma:one-of>
            </emma:emma>
          </inkml:annotationXML>
          <inkml:trace contextRef="#ctx0" brushRef="#br0" timeOffset="84819.0869">3003 7784 118 0,'-6'-10'363'0,"6"10"-14"0,-10-12-17 15,10 12-13-15,-6-11-6 0,6 11-11 16,-10-7-5-16,10 7-7 0,0 0-15 0,-19-5-15 0,19 5-18 16,0 0-19-16,0 0-14 0,0 0-18 0,-29 12-5 15,29-12-7-15,-15 22-20 0,7-11-14 0,-4 1-6 16,4 2-7-16,-4 3-8 0,4 2-10 0,0-3-15 16,0 8-4-16,-1 2-1 0,2 0-9 0,-1 0-9 15,3-3-8-15,-1 3-4 0,6 1-7 0,-5 3-6 16,10-1-2-16,1-2-1 0,2 3 6 0,5-4-10 15,0 1-1-15,3-2 0 0,5-1-6 0,-5-2 5 16,5-5-2-16,1-1 3 0,4-3 3 0,-2 0 1 16,3-4 2-16,1-5 4 0,2-1 3 0,-3-3 0 15,1-6-2-15,0-3-3 0,-2 2 3 0,1-5-6 16,-4-5 4-16,1-2 7 0,0 0-4 0,-2-1 3 16,-2-5-4-16,-4 1 11 0,3 5 6 0,-5-9-1 15,-1 1 0-15,-3-4 1 0,-2-6 3 0,-2 7-19 16,-4-1 0-16,-4-6 3 0,-2-4-5 0,-1 4-8 15,-6-2-11-15,-4 1-8 0,-3-1 12 0,-2 4-14 16,0 13 1-16,-2-12-3 0,-5 4 1 0,4 14-8 0,1-2 1 16,-4 3-5-16,-1 4-3 0,11 7-6 0,-5 4-15 15,3-4-11-15,18 4-33 0,-46 4-34 0,31 5-31 16,-1 0-31-16,0-1-45 0,5 8-49 0,-2-5-47 16,7 3-38-16,-2 2-38 0,4 2-45 0,4-6-62 15,-4 2-411-15,5-1-961 0,-1-13 426 0</inkml:trace>
        </inkml:traceGroup>
        <inkml:traceGroup>
          <inkml:annotationXML>
            <emma:emma xmlns:emma="http://www.w3.org/2003/04/emma" version="1.0">
              <emma:interpretation id="{99D3D480-B796-4651-AD43-842F08DCE3DB}" emma:medium="tactile" emma:mode="ink">
                <msink:context xmlns:msink="http://schemas.microsoft.com/ink/2010/main" type="inkWord" rotatedBoundingBox="10291,15299 11712,15248 11749,16252 10327,16304"/>
              </emma:interpretation>
              <emma:one-of disjunction-type="recognition" id="oneOf24">
                <emma:interpretation id="interp56" emma:lang="" emma:confidence="1">
                  <emma:literal/>
                </emma:interpretation>
              </emma:one-of>
            </emma:emma>
          </inkml:annotationXML>
          <inkml:trace contextRef="#ctx0" brushRef="#br0" timeOffset="90443.6964">5190 7985 140 0,'0'0'307'0,"0"0"-8"0,-21-2-12 0,21 2 3 0,-19-7-10 16,19 7 5-16,0 0-22 0,-28 0-15 0,28 0 19 16,-20-2 4-16,20 2 7 0,0 0-1 0,-26 2-9 15,26-2-18-15,0 0-14 0,-26 7-12 0,26-7-16 16,-14 2-15-16,14-2-18 0,0 0-6 0,0 0-3 15,0 0-4-15,0 0-9 0,-10 8-18 0,10-8-3 16,0 0-3-16,0 0-7 0,0 0-8 0,74 0-7 16,-45-5-11-16,6 2-8 0,8-2-7 0,1-3-12 15,2 4-6-15,-2 0-3 0,-1-1-12 0,2-2 9 16,-3 3-20-16,1-1-16 0,-8 5-40 0,9-1-54 16,-1-1-62-16,-18 1-71 0,3 0-51 0,-11 2-47 15,-17-1-44-15,29 3-61 0,-29-3-58 0,18 0-340 16,-18 0-873-16,0 0 387 0</inkml:trace>
          <inkml:trace contextRef="#ctx0" brushRef="#br0" timeOffset="90724.9212">5960 7619 351 0,'3'-11'372'0,"2"0"0"0,-5 11 11 0,8-20 14 16,-6 10 5-16,2-1-1 0,-4 11-10 0,4-14-19 15,-4 14-20-15,6-13-24 0,-6 13-26 0,0 0-11 16,0 0-21-16,0 0-13 0,0 0-14 0,0 0-20 16,0 0-8-16,0 0-19 0,14 31-10 0,-12-17-17 15,3 1-9-15,-4 11-16 0,3 1-11 0,-1 3-13 16,0-3-21-16,-1 1-3 0,-1 10-8 0,-1 0-12 16,0 4 7-16,2-12-18 0,1 0-12 0,-1 3-12 15,-1-7-16-15,6 1-43 0,-6 1-59 0,3-2-60 16,-3-7-76-16,4-5-73 0,-2 1-68 0,-3-2-61 15,0-5-72-15,0-8-459 0,8 12-1023 0,-8-12 453 16</inkml:trace>
          <inkml:trace contextRef="#ctx0" brushRef="#br0" timeOffset="91021.7755">6371 7527 324 0,'0'-17'470'0,"0"17"5"0,0-11 8 0,0 11-3 0,0 0 5 16,-7-17-1-16,7 17-26 0,-1-9-30 0,1 9-34 16,0 0-28-16,0 0-21 0,0 0-27 0,0 0-17 15,0 0-18-15,0 0-2 0,22 31-22 0,-16-8-9 16,1 1-15-16,-7 6-18 0,2 11-11 0,4 5-7 16,-1-1-11-16,3 4-15 0,-5 1-84 0,2 0-89 15,-4 4 0-15,4-2 0 0,-5 1 0 0,2-3 0 16,1 2 0-16,-1-7 0 0,-1 0 0 0,-1-4 0 15,0-3 0-15,2-9 0 0,3-1 0 0,-1 0 0 16,-7-9 0-16,6-4 0 0,-1 1 0 0,0-2 0 16,-1-6 0-16,-1-8 0 0,7 19 0 0,-7-19-29 0,3 7-484 15,-3-7-116-15,0 0-541 0,0 0-1268 0,0 0 561 16</inkml:trace>
        </inkml:traceGroup>
        <inkml:traceGroup>
          <inkml:annotationXML>
            <emma:emma xmlns:emma="http://www.w3.org/2003/04/emma" version="1.0">
              <emma:interpretation id="{F0CC6BB6-AF06-42B9-B539-1643A1FFFDF3}" emma:medium="tactile" emma:mode="ink">
                <msink:context xmlns:msink="http://schemas.microsoft.com/ink/2010/main" type="inkWord" rotatedBoundingBox="13921,15171 15322,15121 15357,16118 13957,16168"/>
              </emma:interpretation>
              <emma:one-of disjunction-type="recognition" id="oneOf25">
                <emma:interpretation id="interp57" emma:lang="" emma:confidence="0.5">
                  <emma:literal>3</emma:literal>
                </emma:interpretation>
                <emma:interpretation id="interp58" emma:lang="" emma:confidence="0">
                  <emma:literal>,</emma:literal>
                </emma:interpretation>
                <emma:interpretation id="interp59" emma:lang="" emma:confidence="0">
                  <emma:literal>z</emma:literal>
                </emma:interpretation>
                <emma:interpretation id="interp60" emma:lang="" emma:confidence="0">
                  <emma:literal>)</emma:literal>
                </emma:interpretation>
                <emma:interpretation id="interp61" emma:lang="" emma:confidence="0">
                  <emma:literal>.</emma:literal>
                </emma:interpretation>
              </emma:one-of>
            </emma:emma>
          </inkml:annotationXML>
          <inkml:trace contextRef="#ctx0" brushRef="#br0" timeOffset="94990.2743">9414 7522 337 0,'0'0'338'0,"-3"-18"-14"0,3 18-20 16,6-22-19-16,2 12-24 0,4-4-19 0,0 7-18 15,6-7-19-15,3 0-11 0,-5 4-15 0,10-7-9 16,3 3-16-16,-1 3-7 0,-7 8-14 0,3-5-17 0,4 5-11 16,-1 2-5-16,-6 2-13 0,0 5-8 0,-4-1-1 15,1 3-15-15,-7 5 1 0,2 2-8 0,-5 2 1 16,-3-3-6-16,-4 5-6 0,1 5-3 0,-4 1-8 15,-4-1 1-15,0 0 0 0,-2 2 3 0,-5-2-7 16,-7-2-1-16,3 1-8 0,2-1-2 0,-6 1-3 16,4-5-1-16,-4 0-1 0,2-2 2 0,1-4-6 15,5-2-6-15,-3 1 7 0,0-1-4 0,2-1-2 16,6-2-4-16,8-7 4 0,-18 6 2 0,18-6-3 16,0 0 2-16,-13 4-1 0,13-4 2 0,0 0-1 15,0 0 6-15,0 0-5 0,0 0 5 0,39-35 4 16,-22 27 5-16,7-3 1 0,2-3-2 0,1 6 10 0,5-1-3 15,1-1 3-15,-3 2-4 0,1 7-3 0,4 1 1 16,-5 2 2-16,4 5 2 0,-5 4 3 0,3 2-1 16,-6 1 0-16,-2 4-6 0,-7 4 5 0,3-2 2 15,-6 6-4-15,-4 4-2 0,-4-4-1 0,-4 3 3 16,-4 2-5-16,-4-4-1 0,-2 1 0 0,1 0-3 16,-17 9-3-16,-3-3-6 0,-7-3 2 0,2-2-3 15,-8-3-6-15,1 2-7 0,-1-7-16 0,-3-1-21 16,1 1-26-16,4-4-24 0,-4-3-31 0,0 0-21 15,4-6-26-15,-5 3-44 0,10-6-45 0,-10 2-54 16,14-7-58-16,-12-5-263 0,12 2-685 0,0-8 303 16</inkml:trace>
          <inkml:trace contextRef="#ctx0" brushRef="#br0" timeOffset="94365.3072">8774 7551 262 0,'-21'-10'322'16,"21"10"-15"-16,0 0-19 0,-6-16-15 0,6 16-11 15,0 0-9-15,-7-17 1 0,7 17-12 0,0-16-25 16,0 16 8-16,0-15-13 0,0 15-5 0,7-18-17 16,-7 10-10-16,6-4-23 0,1 3-5 0,-7 9-10 15,9-17-16-15,2 12-18 0,-11 5-8 0,16-10-7 0,-16 10-16 16,26-8-3-16,-26 8-1 0,24 5-12 16,-24-5-8-16,31 7-9 0,-22-1-3 0,6 1 1 15,-7 8-7-15,-2-8 2 0,-3 10-11 0,2 2-1 0,-10-1-1 16,5 1-2-16,-8 5-2 0,-1 3-1 0,-4-1-1 15,-3 2-6-15,-8 3 2 0,6-5 0 0,-1-7-6 16,-2 7 1-16,0-9-2 0,0 0 1 0,5 2 4 16,2-5-7-16,-2-2 0 0,1-1-6 0,4-4 6 15,3 0-3-15,8-7 5 0,-13 8-3 0,13-8 2 16,0 0-3-16,0 0 1 0,0 0-2 0,0 0 1 16,0 0 0-16,0 0 2 0,0 0-2 0,50-27-5 15,-32 21 4-15,-2-2-1 0,5 2 3 0,-1 1-5 16,1 2 3-16,0-1 0 0,2 4-3 0,-23 0 0 15,41 4 3-15,-20-4 1 0,-2 2-8 0,1 8 10 16,0-1-1-16,-3-2-2 0,5 5 1 0,-8 1-6 16,-1 0 4-16,-1 2 3 0,-6-3-1 0,-3 6 3 0,-3-3-4 15,-1 2 7-15,-4 4-10 0,-3-2 4 16,-2-4-2-16,-4 7 3 0,-4-2-1 0,2-1-5 16,-3 0-3-16,-4 0 8 0,9-4-8 0,-4-5 1 0,-6 5-7 15,2-3-9-15,-1-4-19 0,2-2-26 0,5-3-16 16,-3-1-22-16,5 1-10 0,14-3-21 0,-31-3-27 15,31 3-35-15,-26-11-38 0,15 3-43 0,0-8-46 16,-2 2-292-16,5-2-665 0,5-2 295 0</inkml:trace>
        </inkml:traceGroup>
      </inkml:traceGroup>
      <inkml:traceGroup>
        <inkml:annotationXML>
          <emma:emma xmlns:emma="http://www.w3.org/2003/04/emma" version="1.0">
            <emma:interpretation id="{1B6FA9F1-19A9-477F-BF49-5B1D3BB5B857}" emma:medium="tactile" emma:mode="ink">
              <msink:context xmlns:msink="http://schemas.microsoft.com/ink/2010/main" type="line" rotatedBoundingBox="5281,16940 15314,16150 15411,17384 5378,18174">
                <msink:destinationLink direction="with" ref="{A5FA3E69-A2D4-45BA-AD14-10AE7119EE23}"/>
              </msink:context>
            </emma:interpretation>
          </emma:emma>
        </inkml:annotationXML>
        <inkml:traceGroup>
          <inkml:annotationXML>
            <emma:emma xmlns:emma="http://www.w3.org/2003/04/emma" version="1.0">
              <emma:interpretation id="{8DCD6B28-45A5-4C91-B621-D13006B16F80}" emma:medium="tactile" emma:mode="ink">
                <msink:context xmlns:msink="http://schemas.microsoft.com/ink/2010/main" type="inkWord" rotatedBoundingBox="5301,17204 5910,17156 5966,17868 5357,17916"/>
              </emma:interpretation>
              <emma:one-of disjunction-type="recognition" id="oneOf26">
                <emma:interpretation id="interp62" emma:lang="" emma:confidence="1">
                  <emma:literal/>
                </emma:interpretation>
              </emma:one-of>
            </emma:emma>
          </inkml:annotationXML>
          <inkml:trace contextRef="#ctx0" brushRef="#br0" timeOffset="97175.9874">189 9477 341 0,'-6'-7'326'0,"6"7"-11"16,-7-14-16-16,1 7-1 0,6 7 3 16,-7-12 0-16,7 12-13 0,-9-12-3 0,9 12-11 15,0 0-14-15,-10-8-10 0,10 8-23 0,0 0-10 0,0 0-21 16,-26 22-19 0,22-12-11-16,-4 3-12 0,-7 7-9 0,7 6-10 0,2 0-5 0,-2 0-7 15,0 16-13-15,0-6 0 0,4-5-1 0,3 7-14 0,1 2-6 16,0-4-4-16,5-3-10 0,3 5-4 15,1-2-10-15,4-9 4 0,3-1-8 0,3 1-1 16,9 4-8-16,-4 1-2 0,-3-14-4 0,6 1 1 16,2-3 2-16,-2-5-7 0,-3 0 34 0,10-6-2 0,-10-3 11 15,3-4 3-15,0 1-9 0,-6-5-6 0,2-6 6 16,1-2-8-16,1-3-2 0,-4-1-11 16,0-2 13-16,-3-2-1 0,1-4-1 0,-4 0 0 0,4-9 0 15,-5 0-5-15,-4-3-8 0,-2 9 4 0,-2-7-2 16,-4-2-4-16,-4 5-2 0,-1-9-5 0,-7 5-10 15,-1-1-6-15,-3 0 2 0,1 12-18 0,-3 8 13 16,-3-4-8-16,-2 6 4 0,-2 1-14 0,-4 0-7 16,5 7-19-16,-6 1-27 0,7 6-27 0,-7 6-49 15,-1-3-46-15,5 7-28 0,-2 0-34 0,8 0-56 16,-3 7-48-16,7-1-57 0,-5 3-72 0,6-6-102 16,2 0-287-16,1 0-924 0,10-12 409 0</inkml:trace>
        </inkml:traceGroup>
        <inkml:traceGroup>
          <inkml:annotationXML>
            <emma:emma xmlns:emma="http://www.w3.org/2003/04/emma" version="1.0">
              <emma:interpretation id="{4EBB500A-4C0F-4D90-9EC8-E73523611A84}" emma:medium="tactile" emma:mode="ink">
                <msink:context xmlns:msink="http://schemas.microsoft.com/ink/2010/main" type="inkWord" rotatedBoundingBox="7791,16826 8883,16740 8951,17596 7859,17682"/>
              </emma:interpretation>
              <emma:one-of disjunction-type="recognition" id="oneOf27">
                <emma:interpretation id="interp63" emma:lang="" emma:confidence="1">
                  <emma:literal/>
                </emma:interpretation>
              </emma:one-of>
            </emma:emma>
          </inkml:annotationXML>
          <inkml:trace contextRef="#ctx0" brushRef="#br0" timeOffset="97974.7721">2631 9311 230 0,'-16'7'319'0,"16"-7"-20"0,-19 2-18 15,19-2-13-15,-16 5-13 0,16-5-4 0,-15 6-3 16,15-6-6-16,0 0-10 0,-19 4-11 0,19-4-13 0,0 0-17 15,0 0-6-15,-13 7-12 0,13-7-1 0,0 0-12 16,0 0 1-16,0 0 1 0,0 0 1 0,0 0-14 16,0 0 3-16,53 5-11 0,-53-5-12 0,46-8-9 15,-12 7-4-15,-3-6-5 0,15-4-13 0,-1 4-8 16,-13 3-10-16,15-7-9 0,2 3-4 0,0 0 13 16,-5-1-9-16,0 1-7 0,-1 1-6 0,-9 5-13 15,-1 2-40-15,-2 0-60 0,-1-3-54 0,-2-1-60 16,-7 1-56-16,-21 3-46 0,36 7-61 0,-15-7-87 15,-21 0-329-15,21 0-811 0,-21 0 359 0</inkml:trace>
          <inkml:trace contextRef="#ctx0" brushRef="#br0" timeOffset="98396.6124">3587 8993 36 0,'0'0'303'0,"0"0"-6"16,0-11-13-16,0 11-3 0,0 0-15 0,0 0-12 15,0 0-12-15,-3-18-1 0,3 18 2 0,0 0-3 16,0 0 3-16,0 0-1 0,0 0-4 0,0 0-12 0,0 0-2 16,0 0-10-16,0 0-5 0,0 0-9 0,0 0-12 15,0 0-13-15,0 0-16 0,0 0-11 0,0 0-14 16,0 0-7-16,0 0-5 0,0 0-2 0,0 0-1 15,0 0-2-15,1 48-5 0,1-25-6 0,-2 4-5 16,5 5-1-16,-4 6-3 0,6 8-10 16,-1-2-8-16,1 1-3 0,-6 0-12 0,1 0-4 0,4 1 1 15,-1-3-9-15,-2 0-2 0,2-1-12 0,-3-13 6 16,3 2-9-16,-2-2 3 0,3 1-12 0,-6-4-4 16,5-6-2-16,-2 5-8 0,0 2-11 0,-3-12-25 15,4 0-36-15,-4-1-50 0,0-1-55 0,0-13-61 16,1 14-51-16,-1-14-51 0,0 0-75 0,0 0-115 15,0 0-326-15,0 0-914 0,0 0 405 0</inkml:trace>
        </inkml:traceGroup>
        <inkml:traceGroup>
          <inkml:annotationXML>
            <emma:emma xmlns:emma="http://www.w3.org/2003/04/emma" version="1.0">
              <emma:interpretation id="{40AAA0C5-A3E6-46CA-8A10-731D42F2C0AA}" emma:medium="tactile" emma:mode="ink">
                <msink:context xmlns:msink="http://schemas.microsoft.com/ink/2010/main" type="inkWord" rotatedBoundingBox="11349,16462 11398,16458 11466,17330 11418,17334"/>
              </emma:interpretation>
              <emma:one-of disjunction-type="recognition" id="oneOf28">
                <emma:interpretation id="interp64" emma:lang="" emma:confidence="1">
                  <emma:literal/>
                </emma:interpretation>
              </emma:one-of>
            </emma:emma>
          </inkml:annotationXML>
          <inkml:trace contextRef="#ctx0" brushRef="#br0" timeOffset="99258.3226">6082 8742 299 0,'0'0'399'0,"-3"-13"-12"0,3 13-12 0,-2-17 13 0,2 17 2 15,-2-12-9-15,2 12-19 0,0 0-28 0,-4-16-21 16,4 16-25-16,0 0-17 0,0 0 0 0,0 0-6 16,0 0-2-16,0 0-19 0,0 0-9 0,1 58 4 15,6-32-13-15,-1 1-16 0,0 13 2 0,1-1-28 16,1 5-8-16,-3-1-9 0,1 1-16 0,2-2-11 16,-5 3-15-16,4 0-12 0,-2 2-15 0,1-5-7 15,-3 0-9-15,2-1-7 0,-3-4-5 0,2-10-13 16,-2 3-6-16,0-3-13 0,-2-2 9 0,3-3-11 15,-3-3-20-15,1-3-39 0,1-5-53 0,0-1-72 16,-2-10-86-16,6 13-93 0,-6-13-81 0,7 7-116 16,-7-7-532-16,0 0-1142 0,0 0 506 0</inkml:trace>
        </inkml:traceGroup>
        <inkml:traceGroup>
          <inkml:annotationXML>
            <emma:emma xmlns:emma="http://www.w3.org/2003/04/emma" version="1.0">
              <emma:interpretation id="{F558628E-2962-41AF-B7CE-2200A75E1BF0}" emma:medium="tactile" emma:mode="ink">
                <msink:context xmlns:msink="http://schemas.microsoft.com/ink/2010/main" type="inkWord" rotatedBoundingBox="13430,16335 15317,16186 15411,17384 13524,17533"/>
              </emma:interpretation>
              <emma:one-of disjunction-type="recognition" id="oneOf29">
                <emma:interpretation id="interp65" emma:lang="" emma:confidence="0.5">
                  <emma:literal>-4</emma:literal>
                </emma:interpretation>
                <emma:interpretation id="interp66" emma:lang="" emma:confidence="0">
                  <emma:literal>•4</emma:literal>
                </emma:interpretation>
                <emma:interpretation id="interp67" emma:lang="" emma:confidence="0.5">
                  <emma:literal>- 4</emma:literal>
                </emma:interpretation>
                <emma:interpretation id="interp68" emma:lang="" emma:confidence="0">
                  <emma:literal>-4"</emma:literal>
                </emma:interpretation>
                <emma:interpretation id="interp69" emma:lang="" emma:confidence="0">
                  <emma:literal>. 4</emma:literal>
                </emma:interpretation>
              </emma:one-of>
            </emma:emma>
          </inkml:annotationXML>
          <inkml:trace contextRef="#ctx0" brushRef="#br0" timeOffset="99930.1354">8275 8989 2 0,'-21'-1'364'15,"21"1"-18"-15,-21-2-15 0,21 2 2 0,0 0-8 0,-29 0-5 16,29 0-4-16,0 0-14 0,-22 0-16 0,22 0-16 15,0 0-24-15,0 0-8 0,0 0-11 0,0 0-7 16,0 0-14-16,0 0-14 0,0 0-13 0,0 0-9 16,0 0-18-16,64-6-13 0,-35 5-15 0,5 0-12 15,9-6-9-15,2 0-14 0,3 4-5 0,-3-2-11 16,5 1-25-16,-7-1-47 0,4 2-64 0,-3-4-72 16,5 5-68-16,-17 0-76 0,0 2-109 0,-3-3-401 15,3-1-854-15,0 3 378 0</inkml:trace>
          <inkml:trace contextRef="#ctx0" brushRef="#br0" timeOffset="100492.6109">9496 8480 304 0,'11'-6'440'16,"-3"-1"-28"-16,-8 7-22 0,13-14-24 0,-13 14-23 15,8-5-14-15,-8 5-13 0,0 0-18 0,0 0-19 16,0 0-12-16,14 24-12 0,-17-12-11 0,2 5-21 16,-7 1-13-16,0 7-4 0,-5 1-22 0,-3 14-15 15,3-13-18-15,-8 12-13 0,-1 0-12 0,-4 3-12 16,2-4-2-16,-3-4-17 0,-2 4-15 0,6-3-3 16,-2-4-2-16,9-3-7 0,-5-4-4 0,6-2-5 15,2-5-9-15,9-3-3 0,-3 1 8 0,4-6-3 0,3-9-3 16,5 19 3-16,-5-19-5 0,16 7 1 15,3-3-9-15,4-4 2 0,5-5-10 0,6-1 8 16,11 0-15-16,2-1-1 0,-1-2 0 0,1-1-7 16,-2 3 0-16,3-2-3 0,-3 0 5 0,-15-3-7 15,12 4-1-15,-10 2 3 0,-3-3-4 0,0 5-5 0,-9-2 5 16,-2-6 4-16,3 6 13 0,-5 1 5 0,-2 1 13 16,-1-3 4-16,-13 7 20 0,23-12 16 0,-12 5 12 15,3-1 10-15,-6 2 6 0,-8 6 2 0,16-16 6 16,-9 8 0-16,4-6-44 0,-3 2-76 0,-1-2 0 15,-1 7 0-15,-3-11 0 0,4 5 0 0,-7-2 0 16,4 1 0-16,0 5 0 0,-4 9 0 0,6-20 0 16,-6 13 0-16,0 7 0 0,2-14 0 0,-2 14 0 15,0 0 0-15,0 0 0 0,0 0 0 0,0 0 0 16,0 0 0-16,0 0 0 0,0 0 0 0,-23 53 0 16,17-23 0-16,-4 7 0 0,4 7 0 0,-2-4 0 15,1 5 0-15,1 2 0 0,3 2 0 0,-4 7 0 16,2-8 0-16,5 2 0 0,-6-5 0 0,6 7 0 15,-2-7 0-15,4 1 0 0,-4-6 0 0,-2 0 0 0,8-14 0 16,-8 3-340-16,4-10-382 0,-2 3-467 0,-4-7-1286 16,4-4 569-16</inkml:trace>
        </inkml:traceGroup>
      </inkml:traceGroup>
      <inkml:traceGroup>
        <inkml:annotationXML>
          <emma:emma xmlns:emma="http://www.w3.org/2003/04/emma" version="1.0">
            <emma:interpretation id="{D339E76D-7AC7-4BC2-9CA4-E805F7B8A698}" emma:medium="tactile" emma:mode="ink">
              <msink:context xmlns:msink="http://schemas.microsoft.com/ink/2010/main" type="line" rotatedBoundingBox="5468,17991 15967,17338 16044,18589 5546,19241">
                <msink:destinationLink direction="with" ref="{A5FA3E69-A2D4-45BA-AD14-10AE7119EE23}"/>
              </msink:context>
            </emma:interpretation>
          </emma:emma>
        </inkml:annotationXML>
        <inkml:traceGroup>
          <inkml:annotationXML>
            <emma:emma xmlns:emma="http://www.w3.org/2003/04/emma" version="1.0">
              <emma:interpretation id="{87A1B16D-BBF3-4EAA-9285-DE786047EEA8}" emma:medium="tactile" emma:mode="ink">
                <msink:context xmlns:msink="http://schemas.microsoft.com/ink/2010/main" type="inkWord" rotatedBoundingBox="5488,18309 6063,18273 6111,19042 5536,19077"/>
              </emma:interpretation>
              <emma:one-of disjunction-type="recognition" id="oneOf30">
                <emma:interpretation id="interp70" emma:lang="" emma:confidence="1">
                  <emma:literal/>
                </emma:interpretation>
              </emma:one-of>
            </emma:emma>
          </inkml:annotationXML>
          <inkml:trace contextRef="#ctx0" brushRef="#br0" timeOffset="103914.2447">402 10559 244 0,'0'0'372'0,"0"0"-26"0,0 0-24 16,-49 19-15-16,37-12-12 0,4 5-1 0,-4 0-13 16,2 5-19-16,-3 2-15 0,-1 4-2 0,4-1-14 15,2 1-8-15,-3 2-18 0,3-1-6 0,0 13-12 16,3-13-16-16,5 2-11 0,-3 0-15 0,3-4-12 16,0 3-12-16,3 0-11 0,3 4-10 0,1 0-7 15,1-2-4-15,6 0-7 0,1 8-7 0,-1-9-3 16,4-2-5-16,-1 0-4 0,-2 1-4 0,4-10-1 15,-1 4 2-15,3-1 4 0,-7-10-12 16,4 4 9-16,6-3 3 0,-5-3 5 0,3-2 8 0,-1-5 12 16,-21 1 10-16,42-4-6 0,-24-3 1 0,3-4-7 15,-1-5-8-15,3-3-5 0,-2 1 3 0,-5-4-7 16,3-3-3-16,2 0 7 0,-2-8-4 0,-1-4-2 16,-7 10-3-16,-1-3-4 0,-4 1-4 0,4-13 1 15,-7 12-13-15,-6-11 15 0,6-1-25 0,-11 0-4 16,3 1 2-16,-8 3-6 0,-1-2-4 0,-1 12-1 15,-6-8-2-15,4 14-1 0,-2 1-2 0,-2 4 1 16,3 5-8-16,-1 6-6 0,-7-4-3 0,7 7-24 16,0 3-27-16,19 0-39 0,-44 6-40 0,25 3-45 15,-3 5-43-15,7 2-53 0,-6 0-56 0,7 4-38 16,1-2-49-16,3 1-57 0,-2-1-435 0,5-4-980 0,6 2 434 16</inkml:trace>
        </inkml:traceGroup>
        <inkml:traceGroup>
          <inkml:annotationXML>
            <emma:emma xmlns:emma="http://www.w3.org/2003/04/emma" version="1.0">
              <emma:interpretation id="{1F678760-5FC6-4835-B23F-2BCD1FCBD151}" emma:medium="tactile" emma:mode="ink">
                <msink:context xmlns:msink="http://schemas.microsoft.com/ink/2010/main" type="inkWord" rotatedBoundingBox="8200,17852 8720,17819 8785,18867 8265,18899"/>
              </emma:interpretation>
              <emma:one-of disjunction-type="recognition" id="oneOf31">
                <emma:interpretation id="interp71" emma:lang="" emma:confidence="1">
                  <emma:literal/>
                </emma:interpretation>
              </emma:one-of>
            </emma:emma>
          </inkml:annotationXML>
          <inkml:trace contextRef="#ctx0" brushRef="#br0" timeOffset="107021.1358">3444 10131 291 0,'-3'-7'365'0,"-2"-4"-3"0,-3 0-33 0,2 3-4 16,6 8-18-16,-11-19 19 0,3 11 5 0,8 8-5 15,-10-10-14-15,10 10-16 0,-19-8-20 0,19 8-28 16,-21-2-19-16,21 2-20 0,-32 10-17 0,11 6-14 16,-2 5-14-16,-4 9 6 0,-2 5-12 0,-8 2-15 15,5 6-16-15,3 0-8 0,2 9-12 0,3-3-12 16,-3 0-11-16,4 2-5 0,7 2-8 0,-3-1-3 16,11-2-6-16,0 0 3 0,3-3-9 0,4-1-1 15,1-2-6-15,8-1-4 0,0-5-5 0,6-3-1 16,7 8-4-16,1-13-5 0,-2-4 2 0,2-7-3 0,1-4-4 15,2-2 2-15,4-8 1 0,-2 3-1 16,-3-4-1-16,-1-2-4 0,-2-5 3 0,4-8-5 16,-1 3 8-16,4-2-7 0,-6-5 3 0,-1-1-2 15,2-2 2-15,-9-1 8 0,4-2 1 0,-7 5 5 0,0-6-6 16,-1 3 11-16,-4 4-8 0,2-4 1 16,-3 5-3-16,-8-3-5 0,3 3-1 0,0-4-15 15,-5 8 11-15,-1-2-1 0,-6-1-1 0,-2 2-3 0,4 3 2 16,-7 0-8-16,1 5-7 0,16 3 7 0,-36 0-6 15,14 3 1-15,-2 2-9 0,3 1-14 0,2 2-17 16,-9 4-31-16,-1 0-37 0,7 1-29 0,1 0-36 16,-3 3-47-16,11-6-52 0,-1 3-60 0,1-4-51 15,7-1-71-15,2 6-96 0,4-14-284 0,-4 13-895 16,4-13 397-16</inkml:trace>
        </inkml:traceGroup>
        <inkml:traceGroup>
          <inkml:annotationXML>
            <emma:emma xmlns:emma="http://www.w3.org/2003/04/emma" version="1.0">
              <emma:interpretation id="{64F93AED-ADE3-45E8-8829-999E656EE450}" emma:medium="tactile" emma:mode="ink">
                <msink:context xmlns:msink="http://schemas.microsoft.com/ink/2010/main" type="inkWord" rotatedBoundingBox="11166,17637 11694,17604 11748,18471 11220,18504"/>
              </emma:interpretation>
              <emma:one-of disjunction-type="recognition" id="oneOf32">
                <emma:interpretation id="interp72" emma:lang="" emma:confidence="1">
                  <emma:literal/>
                </emma:interpretation>
              </emma:one-of>
            </emma:emma>
          </inkml:annotationXML>
          <inkml:trace contextRef="#ctx0" brushRef="#br0" timeOffset="108192.9841">5970 9920 59 0,'-13'-20'444'0,"13"20"26"16,-7-13-16-16,-1 1-5 0,0 5-15 0,8 7-18 16,0 0-24-16,-14-11-29 0,14 11-24 0,0 0-34 15,0 0-21-15,0 0-9 0,0 0-19 0,-24 28 1 16,27-12-11-16,-3 3-21 0,0 5-21 0,2 2-3 0,1 3-17 15,0 10-13-15,-3-11-21 0,6 14-5 16,-4 0-7-16,1-1-16 0,0-3-10 0,1 3-7 16,-3 4-13-16,-1-8-16 0,0 7-2 0,0-12-7 0,2 4-5 15,-4-9-5-15,4 3-7 0,-2-4-7 0,1-2-12 16,3-7-36-16,-3 3-20 0,-1-4-65 0,2-2-71 16,1 1-81-16,-3-15-61 0,10 15-58 15,-10-15-63-15,8 6-62 0,-8-6-457 0,0 0-1021 0,0 0 452 16</inkml:trace>
          <inkml:trace contextRef="#ctx0" brushRef="#br0" timeOffset="108458.5337">6242 10090 140 0,'8'-17'359'0,"-3"1"1"0,-3 0 0 0,3 5 3 16,3-6 1-16,-2 8-1 0,-6 9-6 0,2-19-7 15,-2 19-21-15,4-14-25 0,-4 14-17 0,4-10-10 16,-4 10-6-16,0 0-14 0,0 0-9 0,0 0-11 15,0 0-13-15,25 24-12 0,-18-10 2 0,-1 5-16 16,5 2-27-16,-4 4 15 0,-1 1-28 0,4-3-8 16,-1 8-14-16,-5-3-31 0,8 10 5 0,-7-9 0 15,5 9-9-15,-5-11-17 0,6 14-29 0,-5-14 6 0,2 4 3 16,-1-3-7-16,-2 3-7 0,-2-4-5 0,3-2-11 16,-1-3-17-16,-2 4-44 0,0-2-62 15,-3-5-72-15,0-1-74 0,0-3-84 0,0 3-76 0,-4-2-87 16,2-1-528-16,-4-7-1095 0,6-8 485 0</inkml:trace>
        </inkml:traceGroup>
        <inkml:traceGroup>
          <inkml:annotationXML>
            <emma:emma xmlns:emma="http://www.w3.org/2003/04/emma" version="1.0">
              <emma:interpretation id="{759461EA-7BD8-4EF4-9633-403C7D20B833}" emma:medium="tactile" emma:mode="ink">
                <msink:context xmlns:msink="http://schemas.microsoft.com/ink/2010/main" type="inkWord" rotatedBoundingBox="13720,17663 15978,17522 16044,18589 13786,18729"/>
              </emma:interpretation>
              <emma:one-of disjunction-type="recognition" id="oneOf33">
                <emma:interpretation id="interp73" emma:lang="" emma:confidence="0.5">
                  <emma:literal>-27</emma:literal>
                </emma:interpretation>
                <emma:interpretation id="interp74" emma:lang="" emma:confidence="0.5">
                  <emma:literal>- 27</emma:literal>
                </emma:interpretation>
                <emma:interpretation id="interp75" emma:lang="" emma:confidence="0.5">
                  <emma:literal>-2 7</emma:literal>
                </emma:interpretation>
                <emma:interpretation id="interp76" emma:lang="" emma:confidence="0">
                  <emma:literal>_ 27</emma:literal>
                </emma:interpretation>
                <emma:interpretation id="interp77" emma:lang="" emma:confidence="0">
                  <emma:literal>. 27</emma:literal>
                </emma:interpretation>
              </emma:one-of>
            </emma:emma>
          </inkml:annotationXML>
          <inkml:trace contextRef="#ctx0" brushRef="#br0" timeOffset="109739.6926">8625 10384 52 0,'-28'-4'336'15,"28"4"-17"-15,0 0-20 0,-22-3-10 0,22 3-9 16,-21-7-8-16,21 7 4 0,0 0-1 0,-27-2 1 16,27 2-3-16,0 0-12 0,-23 2-14 0,23-2-16 15,0 0-18-15,-22 5-19 0,22-5-21 0,0 0-19 16,0 0-9-16,-13 5-10 0,13-5-9 0,0 0-4 0,0 0-7 16,0 0-7-16,0 0-11 0,0 0-10 15,55 9-8-15,-34-9-9 0,-21 0-5 0,52-6-9 16,-19 0-5-16,-1 1-11 0,3 1-25 0,11 3-50 15,-13-5-70-15,8 2-53 0,-4 0-73 0,-10 3-82 16,7-5-99-16,-11 5-335 0,-7-2-808 0,-16 3 358 16</inkml:trace>
          <inkml:trace contextRef="#ctx0" brushRef="#br0" timeOffset="110286.5355">9323 10286 84 0,'0'0'367'0,"0"0"-10"0,-34-21-22 0,34 21-8 16,-13-10-13-16,13 10-25 0,-9-12-9 0,9 12-17 16,-10-13-13-16,10 13-23 0,-5-19-15 0,5 6-13 15,0 13-10-15,8-25-17 0,-1 11-6 0,1 1-7 16,0-1-5-16,6 2-8 0,-1-3-5 0,3 4-9 15,5-7-10-15,-7 6-11 0,4-1-11 0,-1 1-7 0,3 5-9 16,-3-2-7-16,3 4-2 0,-6-1-1 0,-14 6-5 16,27-1 2-16,-11 1 1 0,-16 0-3 15,29 7 4-15,-16 1-8 0,-3 3-3 0,-1 1-4 16,-4 5-1-16,0 2-8 0,-3 5-4 0,-4 4-3 0,-6 12-6 16,-3-3-3-16,-5 4-4 0,-2 1-2 15,-6 2-3-15,1-1-3 0,-4 1-4 0,5-3-1 16,-6-2 0-16,4-2-3 0,-3 0-3 0,0-3 2 0,3-4 0 15,5-11-3-15,-4 0-3 0,9-3 0 0,-1-3 2 16,1-3-2-16,4 0-2 0,-1-3 0 0,11-7-1 16,-13 7 2-16,13-7-1 0,0 0-1 0,0 0 0 15,0 0 0-15,-21-23 2 0,21 23-2 0,7-22 2 16,-3 10-3-16,-4 12 1 0,15-25-1 0,-7 10 1 16,6 1-1-16,1 1 1 0,-1 0 1 0,1 0-3 15,-1-1-1-15,5 9 2 0,-6-2 0 0,3 2 0 16,-16 5 2-16,31-3-4 0,-31 3-1 0,33 6 2 15,-17 1-2-15,5-1 1 0,-5 5 0 0,8 1-1 0,-6-1-1 16,8 1-10-16,-10-2-24 0,5 2-31 16,-5-1-37-16,-3 0-49 0,7-2-36 0,-4 0-41 15,2-2-39-15,-2 2-51 0,-6-5-66 0,-10-4-87 16,19 3-255-16,-19-3-786 0,0 0 347 0</inkml:trace>
          <inkml:trace contextRef="#ctx0" brushRef="#br0" timeOffset="110677.161">9921 10064 89 0,'7'-23'398'0,"-3"5"-7"15,11-5-4-15,-2 7-12 0,1-5-13 0,5 2-13 16,-3 0-28-16,7 4-27 0,-1-1-25 0,4 3-24 16,1-2-20-16,0 5-18 0,-1 1-20 0,0 5-18 15,4-3-10-15,-1 2-16 0,3 2-14 0,-14-1-14 16,11-1-13-16,-8 3-9 0,6-3-3 0,-11 2-11 15,10-2 2-15,-6 2 7 0,-2 0 1 0,1-4-3 16,-3 4 0-16,-1-3 4 0,-15 6-2 0,21-8 1 16,-21 8 1-16,19-3-1 0,-19 3 0 0,10-11 2 15,-10 11-7-15,14-7 5 0,-14 7 1 0,0 0-2 16,0 0-2-16,0 0 4 0,21 0-6 0,-21 0-8 16,0 0-1-16,0 0-18 0,0 0 3 0,0 0-1 0,0 0 7 15,5 21-21-15,-5-21-2 0,-3 30-2 0,3-6-3 16,0-5-2-16,0 21-8 0,-2-1 4 15,2 5 3-15,0 1-8 0,0 0-8 0,-2 4 3 0,4 2 3 16,-2 22-4-16,2-22-7 0,-4-1-3 0,2 0 4 16,-2 1-2-16,-1-2-1 0,8-4-6 0,-7 2-22 15,-1-4-38-15,0-5-54 0,-2-5-66 0,-1-7-59 16,-2 1-60-16,0-8-51 0,-7 4-62 0,-1-5-65 16,3-7-84-16,-1-3-290 0,-7-2-915 0,0-3 405 15</inkml:trace>
          <inkml:trace contextRef="#ctx0" brushRef="#br0" timeOffset="110848.9869">10202 10567 8 0,'-3'-15'404'0,"-1"-3"-27"0,9 2-16 15,-2 0-11-15,4 2 6 0,-1-2-14 0,2 2-18 16,4 0-16-16,-3 2-29 0,6-3-27 0,2 4-27 16,6-4-21-16,-1 4-23 0,-3 1-19 0,7-2-13 15,-7 5-14-15,4-6-14 0,-1 9-18 0,4-5-26 0,-8 3-36 16,2 2-45-16,6-7-61 0,-2 5-57 15,3-3-65-15,-2-3-81 0,2 2-123 0,2-6-230 16,6-5-672-16,2-5 298 0</inkml:trace>
        </inkml:traceGroup>
      </inkml:traceGroup>
    </inkml:traceGroup>
  </inkml:traceGroup>
</inkml:ink>
</file>

<file path=ppt/ink/ink22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1T04:52:13.914"/>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438232B7-087C-425B-81D4-16167C0434E2}" emma:medium="tactile" emma:mode="ink">
          <msink:context xmlns:msink="http://schemas.microsoft.com/ink/2010/main" type="inkDrawing" rotatedBoundingBox="18136,7108 19384,12602 18110,12891 16862,7397" semanticType="verticalRange" shapeName="Other">
            <msink:sourceLink direction="with" ref="{8FD1D5AA-6742-4F1A-B267-BC6BFDA77F3A}"/>
            <msink:sourceLink direction="with" ref="{8C590B03-1AF8-4DA1-9EE5-E2BB0AC1FFF4}"/>
            <msink:sourceLink direction="with" ref="{8476DFE7-5356-47BA-884E-2DD9CECE342D}"/>
            <msink:sourceLink direction="with" ref="{1BC0B75B-376F-4B97-BF93-82C655EE17C4}"/>
          </msink:context>
        </emma:interpretation>
      </emma:emma>
    </inkml:annotationXML>
    <inkml:trace contextRef="#ctx0" brushRef="#br0">-11 157 309 0,'0'0'311'0,"-8"-6"-19"15,8 6-22-15,0 0-24 0,-10-7-18 0,10 7-15 16,0 0-14-16,0 0-17 0,0 0-12 0,31-17-12 16,-12 13-8-16,13-1-9 0,11-5 2 0,9 3-8 15,7-1-8-15,-1 0-13 0,20-3-11 0,1 1-9 16,-20 3-7-16,4-2-1 0,-4 5-9 0,20-8-4 0,-23 5-1 16,0 1-3-16,-1-1-10 0,-2 2 10 0,-4 4-2 15,-4 1-1-15,-1 5 1 0,-3 2 2 0,-8 5 1 16,5 3 1-16,-3 10 11 0,-6 1 0 0,0 9 7 15,-2 6 5-15,-3 5 13 0,9 25 6 0,-9 3 4 16,1 8 2-16,-4 10 2 0,8 33 4 0,-8-32-3 16,8 41 1-16,-15 1-5 0,17-1 1 0,-6-1 5 15,-2-3 2-15,1-1 9 0,-3 9 5 0,1 1 7 16,4 2-2-16,-4 8 1 0,1 1 7 0,-4 0 2 16,2 2-10-16,1 0 13 0,-1-5-1 0,3 14-18 15,-3 0 4-15,2-3-83 0,-3 3-60 0,9-14 0 0,3-5 0 16,-3-10 0-16,-14-42 0 0,15 33 0 0,-17-45 0 15,1 1 0-15,1-3 0 0,1-5 0 16,-5-18 0-16,-1-2 0 0,-2 4 0 0,-2-3 0 0,2 0 0 16,-1 1 0-16,-1-4 0 0,1-4 0 0,-3 0 0 15,0-3 0-15,0-10 0 0,0 6 0 0,-4-11 0 16,3-1 0-16,-3 0 0 0,0-7 0 0,0 0 0 16,-3-1 0-16,3 0 0 0,0-1 0 0,0-1 0 15,-4-7 0-15,4 8 0 0,-4-7 0 0,0 2 0 16,-2 0 0-16,-5 1 0 0,4-1 0 0,-7-2 0 15,-1 2 0-15,-1 2 0 0,2-2 0 0,-7 4 0 0,0 1 0 16,-3-4 0-16,-2 5 0 0,2-1 0 0,-9-4 0 16,-3 7 0-16,9-6 0 0,-13 3 0 0,2-1 0 15,-1 1 0-15,-4-7 0 0,9-1 0 0,-8-3 0 16,-1 6 0-16,-5-8 0 0,16-8 0 0,-16 4-265 16,4-4-428-16,-5-4-513 0,0-7-1306 0,5 5 578 15</inkml:trace>
  </inkml:traceGroup>
</inkml:ink>
</file>

<file path=ppt/ink/ink22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1T04:52:37.850"/>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AA6A7A07-43FB-47B3-81C5-E583660D2FEA}" emma:medium="tactile" emma:mode="ink">
          <msink:context xmlns:msink="http://schemas.microsoft.com/ink/2010/main" type="writingRegion" rotatedBoundingBox="20052,8419 28912,8213 29107,16560 20246,16766"/>
        </emma:interpretation>
      </emma:emma>
    </inkml:annotationXML>
    <inkml:traceGroup>
      <inkml:annotationXML>
        <emma:emma xmlns:emma="http://www.w3.org/2003/04/emma" version="1.0">
          <emma:interpretation id="{0707D233-D1EA-4C76-8F2A-5997EF377AE7}" emma:medium="tactile" emma:mode="ink">
            <msink:context xmlns:msink="http://schemas.microsoft.com/ink/2010/main" type="paragraph" rotatedBoundingBox="20435,8411 28285,8228 28325,9944 20475,10127" alignmentLevel="1"/>
          </emma:interpretation>
        </emma:emma>
      </inkml:annotationXML>
      <inkml:traceGroup>
        <inkml:annotationXML>
          <emma:emma xmlns:emma="http://www.w3.org/2003/04/emma" version="1.0">
            <emma:interpretation id="{F40519F3-0FEC-4412-A9B0-768EEAC307FE}" emma:medium="tactile" emma:mode="ink">
              <msink:context xmlns:msink="http://schemas.microsoft.com/ink/2010/main" type="line" rotatedBoundingBox="20435,8411 28285,8228 28325,9944 20475,10127"/>
            </emma:interpretation>
          </emma:emma>
        </inkml:annotationXML>
        <inkml:traceGroup>
          <inkml:annotationXML>
            <emma:emma xmlns:emma="http://www.w3.org/2003/04/emma" version="1.0">
              <emma:interpretation id="{621EC42C-7C7E-443B-A511-89DA4E822768}" emma:medium="tactile" emma:mode="ink">
                <msink:context xmlns:msink="http://schemas.microsoft.com/ink/2010/main" type="inkWord" rotatedBoundingBox="20438,8526 23517,8454 23549,9854 20470,9925"/>
              </emma:interpretation>
              <emma:one-of disjunction-type="recognition" id="oneOf0">
                <emma:interpretation id="interp0" emma:lang="" emma:confidence="1">
                  <emma:literal/>
                </emma:interpretation>
              </emma:one-of>
            </emma:emma>
          </inkml:annotationXML>
          <inkml:trace contextRef="#ctx0" brushRef="#br0">1923 7512 388 0,'0'0'369'15,"-10"-17"-17"-15,10 17-28 0,-6-16-23 0,1 9-21 16,5 7-8-16,-2-22-27 0,2 22-34 0,7-19-15 16,-4 8-12-16,8-2-21 0,-1 4-16 0,3 2-9 15,-2 0-19-15,5 2-21 0,0-2-3 0,-2 3-8 16,-14 4-12-16,36-1-2 0,-36 1-12 0,33 3 2 0,-23 2-11 16,4 4-8-16,1-2-14 0,-4 3-2 15,-8 6-1-15,4 1 1 0,-6 2-1 0,2 0-13 16,-7 4 5-16,-3 3-4 0,-4 0 3 0,1 1-16 0,-6 13 10 15,2-16-2-15,-1 5-2 0,-9 2 1 0,4-6-5 16,-6 6 5-16,-3-2-3 0,5-7 2 0,0-1 8 16,5 1 12-16,-5-4-1 0,3-1 9 0,5-3 4 15,1-3 2-15,1-3-5 0,1 2 8 0,5-2-3 16,8-8-4-16,-10 8 3 0,10-8-1 0,0 0 7 16,0 0 1-16,2 14-2 0,-2-14-6 0,0 0-1 15,37 0-5-15,-10-3-5 0,2-5-3 0,5 5-2 16,7-5-1-16,3-2-4 0,-1 2-10 0,0-3-26 15,-12 3-43-15,17-6-29 0,-5 1-41 0,-9 3-44 16,6-3-59-16,-5 1-58 0,5-5-88 0,-1-1-297 0,-10 5-732 16,3-5 324-16</inkml:trace>
          <inkml:trace contextRef="#ctx0" brushRef="#br0" timeOffset="328.1001">2228 7139 85 0,'0'0'390'0,"-29"-1"-34"16,29 1-16-16,-20 0-24 0,20 0-25 0,0 0-16 0,0 0-17 16,0 0-14-16,0 0-13 0,0 0-25 0,0 0 13 15,0 0-4-15,0 0-12 0,0 0-3 0,0 0-9 16,77-6 9-16,-29 2 1 0,10-4 3 0,24-4 0 15,0 1-12-15,0-3-21 0,-1-3-11 0,0 6-18 16,-22 1-13-16,23-3-12 0,-2 6-12 0,-21 2-10 16,18-6-10-16,-21 3-10 0,-3 2-5 0,2-1-6 15,-7 1-9-15,-3 0-18 0,-3 3-21 0,-13-1-29 16,-7 1-30-16,-1-1-31 0,-2 0-34 0,-3 2-37 0,-16 2-25 16,24-6-52-16,-24 6-26 0,13-4-37 0,-13 4-46 15,0 0-57-15,5-11-332 0,-5 11-779 16,0 0 346-16</inkml:trace>
          <inkml:trace contextRef="#ctx0" brushRef="#br0" timeOffset="673.5931">3155 6688 36 0,'-20'-5'365'0,"4"-2"-4"0,0 2-29 0,16 5-19 16,-21-3-29-16,21 3-31 0,0 0-15 0,0 0-17 0,0 0-14 15,-24 16-17-15,24-16-7 0,7 23-19 0,1-9-15 16,1 0-12-16,3-1-5 0,5 7-9 0,1 0-12 15,3-1-15-15,4 0-4 0,0-3-12 0,0-2-7 16,4 0-3-16,2-1-7 0,-4 1-9 0,3-4 0 16,-1-1-2-16,-2 2-8 0,-4-3-5 0,-2-3-4 15,0-2 0-15,-5 1-6 0,3-2 1 0,0 2-3 16,-19-4-6-16,26 1 4 0,-26-1-1 0,22 4 0 16,-22-4-1-16,19 3-2 0,-19-3 3 0,0 0-5 15,23 1 2-15,-23-1 1 0,0 0 14 0,18 7 9 16,-18-7 6-16,3 12-3 0,-3-12 7 0,-2 20-4 0,-3-3 2 15,2 0-5-15,-8 7-2 0,1 2-4 16,-3 0-9-16,1 2-3 0,-3-1 0 0,-1 12 1 16,3 2-15-16,-1-3-15 0,-1-2-46 0,9-10-39 0,-2 3-66 15,2-3-57-15,-1 0-70 0,6-7-71 0,-3-4-386 16,1-4-795-16,3-11 352 0</inkml:trace>
          <inkml:trace contextRef="#ctx0" brushRef="#br0" timeOffset="-359.3384">596 7266 228 0,'-9'-26'255'0,"-4"-4"-27"0,5 0-2 16,-3-1-8-16,7 2-13 0,3-1 6 0,1-8-12 16,3 0-9-16,-1 8-11 0,9-7-11 0,5-1-10 0,5 4-9 15,4-4-15-15,-1 3-16 0,13 1-6 16,2 2-13-16,-2 0-1 0,1 4-14 0,4 2-3 15,-2 3-12-15,-2 1-4 0,6 8 0 0,4 2-15 0,-5 7 2 16,-1 3-8-16,-12 6-3 0,4-1-7 0,-3 9 1 16,-3 1-1-16,8 7-4 0,-14 1 1 0,4 10-2 15,-10-9-1-15,-2 5 1 0,1 2-2 0,-7-2 4 16,0 3 1-16,-3 1 4 0,-7 7-3 0,-3-9 0 16,-8 8-1-16,2 1 2 0,-3-8 4 0,-4 4 6 15,-8 1-1-15,1-3 0 0,-4-5-11 0,-6-1 13 16,7-7 0-16,4 0-7 0,-3 2 4 0,0-4 4 0,-2-1-1 15,6 1 2-15,4-9-11 0,3-1 9 16,2-3-2-16,4 4 3 0,10-8 0 0,-18 3 10 16,18-3-1-16,0 0-8 0,0 0 3 0,0 0-2 0,-22 4-6 15,22-4-2-15,0 0-6 0,0 0-5 0,0 0-5 16,0 0 8-16,0 0-12 0,0 0-1 0,0 0-3 16,80 0-1-16,-48 2-1 0,10 5 0 0,4 3-6 15,-4 1 2-15,1 0-3 0,1 0-1 0,-1 5-3 16,-1-1 5-16,1-1-2 0,0 4-1 0,-11-6-1 15,7 3-25-15,-7 2-27 0,5 0-30 0,-8-5-18 16,-2 3-42-16,-1-1-36 0,-1-2-42 0,-2 3-52 0,-4-8-53 16,-3 1-381-16,0-1-760 0,5-1 336 0</inkml:trace>
          <inkml:trace contextRef="#ctx0" brushRef="#br0" timeOffset="-781.1944">723 6890 4112 0,'0'-11'27'0,"-5"-7"-17"0,4 6-9 0,-1-6 47 0,0 3 16 16,2 15-4-16,2-20 23 0,-2 9 8 0,0 11 5 16,0 0 6-16,0-17-7 0,0 17 10 0,0 0 1 15,0 0 1-15,0 0 5 0,0 0 0 0,22 32 11 16,-14-9 10-16,5 1-4 0,-3 5 5 0,0 9-1 15,-1 1-7-15,1 2 5 0,-1 2-8 0,-5-3-12 16,4 3-2-16,-5 4-4 0,0-4-16 0,-3 0-10 16,-2 0-4-16,1 3-10 0,-2-4-5 0,-5 0-3 0,6-4-7 15,2-7-8-15,-5-4-7 0,2 2 0 16,-2-3-8-16,4-7-13 0,-4 0-26 0,5-3-35 16,-3-1-39-16,-2-1-44 0,5-3-41 0,0-11-40 0,0 0-30 15,-2 13-47-15,2-13-45 0,0 0-31 0,0 0-38 16,0 0-67-16,-19-39-292 0,11 21-823 0,1 1 364 15</inkml:trace>
        </inkml:traceGroup>
        <inkml:traceGroup>
          <inkml:annotationXML>
            <emma:emma xmlns:emma="http://www.w3.org/2003/04/emma" version="1.0">
              <emma:interpretation id="{AD33E428-44FD-4EA6-8E90-2C944C3E896C}" emma:medium="tactile" emma:mode="ink">
                <msink:context xmlns:msink="http://schemas.microsoft.com/ink/2010/main" type="inkWord" rotatedBoundingBox="23829,8331 28285,8228 28325,9944 23869,10048"/>
              </emma:interpretation>
            </emma:emma>
          </inkml:annotationXML>
          <inkml:trace contextRef="#ctx0" brushRef="#br0" timeOffset="1376.6951">4027 7064 189 0,'-16'-37'338'0,"2"1"-26"0,-4-2-3 0,7 12 0 16,0-4 2-16,3 1-11 0,1-2-11 0,4 5-16 16,3-5-25-16,2 2-24 0,4 0-19 0,4 2-24 15,4 0-12-15,5 1-20 0,2 0-12 0,0 5-20 16,3 4-7-16,3 3-12 0,2 0-7 0,0 4-14 15,2 1-6-15,2 9-7 0,-2-2-6 0,1 7-8 16,-2 6-2-16,-1 0-5 0,0 4-3 0,6 11-7 0,-7 1-7 16,-4 6 6-16,-4 1-6 0,-5-4-7 15,-2-3 4-15,-5 5-11 0,-2 7 4 0,-7-9-2 0,-4 9-5 16,-2-11 0-16,-2 10 2 0,-6-10-5 0,-7 8 0 16,-1-3 3-16,-2-1-8 0,1-11 2 0,-5 7 4 15,5-7 0-15,1-1 1 0,-1-1 2 0,-2-3 5 16,4 1 6-16,1-10 1 0,2 4 1 0,0-4 5 15,1-3 8-15,4 2 7 0,-1 2 8 0,15-8 5 16,-21 9 6-16,21-9 2 0,-14 4 1 0,14-4 1 16,0 0-7-16,-15 4-1 0,15-4-5 0,0 0-3 15,0 0-6-15,0 0-4 0,0 0-7 0,0 0 0 16,0 0-5-16,0 0-2 0,0 0-2 0,79-1 2 16,-60 1-7-16,9 7-1 0,0-2-3 0,3 3-1 15,-2 1 0-15,4 0-4 0,6 8-2 0,-7-8-6 0,8 10-3 16,2 0-24-16,-5 0-34 0,1 2-39 0,-2-1-29 15,4-1-40-15,-2 2-33 0,-14-4-30 16,2-2-42-16,-2 3-33 0,-2-7-43 0,4 5-73 0,-10-6-241 16,-2 0-717-16,6-4 317 0</inkml:trace>
          <inkml:trace contextRef="#ctx0" brushRef="#br0" timeOffset="970.4405">4011 6852 119 0,'2'-14'410'0,"-2"14"-28"0,6-19-26 0,-1 11-7 0,-5 8-23 16,5-12-8-16,-5 12-4 0,13-6-19 0,-13 6-10 15,0 0 8-15,0 0-14 0,33 16-9 0,-23 0-18 16,-2-3-13-16,-2 6-7 0,2 7-16 0,2 4-9 15,-4 7-11-15,-2 4-7 0,-3-3-23 0,4 1-17 16,-5 4-16-16,0 0-11 0,0 4-14 0,-2-2-9 16,2-6-10-16,-4 5-8 0,0-5-9 0,0-9-5 15,-1-1-3-15,3-3-12 0,-3 1-5 0,5-8-7 16,-1-1-3-16,1 1-6 0,5-8-8 0,-5-11-22 16,0 19-30-16,0-19-39 0,1 13-43 0,-1-13-38 15,7 12-44-15,-7-12-52 0,0 0-40 0,0 0-48 16,0 0-60-16,16-29-83 0,-16 11-295 0,0-7-836 15,0-11 370-15</inkml:trace>
          <inkml:trace contextRef="#ctx0" brushRef="#br0" timeOffset="1736.009">4917 7600 17 0,'0'0'347'0,"-22"-27"-13"0,22 27-12 16,0 0-10-16,-11-9-2 0,11 9-10 0,0 0 0 15,-4-9-23-15,4 9-25 0,0 0-25 0,0 0-20 16,10-19-27-16,-10 19-15 0,16-11-15 0,-5 5-11 16,-11 6-20-16,24-7-11 0,-9 1-13 0,4 3-6 0,-19 3-15 15,27-4-3-15,-27 4-9 0,31 3 0 0,-12 4-16 16,-3-4-1-16,-1 3-4 0,-1 4-9 0,0 0 0 16,-1 0-3-16,-5 5-12 0,-1-1 1 0,-4 5-5 15,3 0 1-15,-6-1-6 0,-1 6-1 0,-6 2 3 16,1 0-1-16,-9-4 0 0,4 4-3 0,-6-2-3 15,-1-2 7-15,0 0-2 0,-4 1 1 0,4-4 7 16,-6-3 1-16,3 3 11 0,2-5 6 0,1-2 5 0,1-2 2 16,2 1 3-16,1-3 7 0,1-1-2 15,5 0-2-15,8-7 0 0,-11 11-3 0,11-11-4 16,0 0-1-16,-8 8-4 0,8-8-1 0,0 0-1 0,0 0-4 16,0 0-4-16,30 7 1 0,-30-7-6 0,36-3-4 15,-14-1-7-15,5 2-19 0,2-4-20 0,0 4-36 16,13-9-33-16,-1 4-34 0,4-5-17 0,2-1-44 15,-4 0-32-15,0 1-63 0,2-5-66 0,-3-2-328 16,1-5-740-16,1 4 328 0</inkml:trace>
          <inkml:trace contextRef="#ctx0" brushRef="#br0" timeOffset="2001.619">5211 7168 350 0,'0'0'390'0,"-23"5"-32"15,23-5-15-15,-19 6-9 0,19-6-12 0,0 0-14 0,-16 4-17 16,16-4-8-16,0 0 5 0,0 0-4 0,0 0-10 16,0 0-19-16,0 0-20 0,66-17-21 0,-37 11-22 15,4 0-18-15,9-2-18 0,1 0-18 0,2-3-14 16,3 0-22-16,-3 4-44 0,-1 1-69 0,-3-5-63 15,3 4-71-15,-9 2-73 0,-1-1-75 0,7-4-94 16,-15 4-338-16,1-1-784 0,1-2 347 0</inkml:trace>
          <inkml:trace contextRef="#ctx0" brushRef="#br0" timeOffset="2485.9545">6242 6654 337 0,'0'0'357'0,"0"0"-38"16,0 0-20-16,0 0-2 0,0 0-14 0,0 0-15 15,0 0-1-15,0 0-14 0,23 29-6 0,-20-17-19 16,3 6-12-16,-6-2-7 0,0 3-7 0,2 6-11 16,-4-2-3-16,-1 6-2 0,-3-5-5 0,-2-2-9 15,-4 5-9-15,0-4-13 0,0 2-11 0,1-2-14 16,-2-1-7-16,5-6-14 0,2 2-9 0,1-3-11 15,0 3-5-15,4-3-10 0,1 1-4 0,3 1-7 16,3-3-5-16,5-2-2 0,1 2-7 0,1-7-4 16,6 1-5-16,5 3-3 0,-3-8-3 0,8 2-3 0,-1-3-1 15,6-2-2-15,-3 0-2 0,-3-3-6 0,6-1 0 16,-10 1-1-16,-1-2 1 0,-4-2-4 0,10-5-1 16,-7 5 7-16,-2-2-8 0,-1-3 0 0,-2 3 2 15,3-1 5-15,-6-4 5 0,1 4 16 0,-3-6 9 16,3 3 15-16,-4 2 18 0,0 0 18 0,-1-2 15 15,-2-1 5-15,2-3 6 0,-7 8 4 0,3-6 14 16,-4 6 7-16,-2 9 3 0,5-14-4 0,-5 14-9 0,0-14-7 16,0 14-86-16,0 0-45 0,0 0 0 15,0 0 0-15,0 0 0 0,0 0 0 0,0 0 0 16,0 0 0-16,-28 28 0 0,22-5 0 0,-2 4 0 0,0-1 0 16,1 3 0-16,1 11 0 0,3 1 0 0,-2 4 0 15,3 2 0-15,2-2 0 0,4-3 0 0,-4-3 0 16,6 1 0-16,-3-8 0 0,-1-4-203 0,4-4-209 15,1 2-97-15,1-11-120 0,1-2-444 0,-2-8-1163 16,-7-5 514-16</inkml:trace>
          <inkml:trace contextRef="#ctx0" brushRef="#br0" timeOffset="3142.1677">7245 6591 382 0,'13'-5'384'0,"1"1"-30"0,-14 4-2 0,30-6-9 16,-30 6-13-16,29 2-4 0,-14 6-11 0,6 3-13 15,-7 1-8-15,7 3-16 0,-7 7-11 0,1 1-13 16,-1 5-15-16,-6 3-5 0,3 8-25 0,-7 1-18 16,0 3-17-16,-5-3-8 0,-4 5-14 0,3 0-9 15,-4 4-15-15,-2 0-8 0,-3 0-5 0,1 3-9 16,-3-10-10-16,-1-1-8 0,1 1-8 0,3-4-10 15,1-12-7-15,-1-1-2 0,2-6-7 0,5-4-10 16,-3 3-9-16,1-6 0 0,3-4-2 0,2-8 0 16,-5 15-6-16,5-15 0 0,0 0-3 0,0 0-6 15,0 0-1-15,0 0 1 0,0 0-3 0,0 0-1 0,13-53-5 16,-11 24 1-16,1-9 3 0,-3-9-5 16,-3-7-2-16,3 0-1 0,-8-19-1 0,8 19-2 0,-7-3 1 15,1-14 2-15,4 19-1 0,1 1 0 0,-1-3 0 16,5 2-1-16,2 2-3 0,-2 4 0 0,9-1 0 15,0 2-2-15,3 9-2 0,7-4 7 0,1 8-1 16,7 4-4-16,5-2 1 0,-1 3-1 0,-5 12-1 16,2-3-3-16,-3 6 2 0,1 4 1 0,5 5 0 15,-5 3-1-15,0 3-5 0,0 5-6 0,-9 8-6 16,1 2-3-16,-5 5-6 0,-1 7-1 0,-4 6 2 16,-8 7-2-16,0-3 5 0,-9 3 1 0,-7-2 6 15,-8 0 2-15,0 3-1 0,1-5 2 0,-3 0 1 16,-4-2 3-16,1 0 1 0,-3-3 2 0,0-1 2 15,5-9 2-15,-8 1-2 0,10-2-2 0,-13-1 3 16,7-4 1-16,1-4 1 0,0-1 0 0,4 0 2 0,4-4-1 16,0-1 2-16,1-3-1 0,7 1 0 15,11-6-2-15,-18 8 5 0,18-8 1 0,-13 7 0 0,13-7 1 16,0 0 1-16,-3 9 4 0,3-9-1 0,0 0 2 16,24 17-3-16,-6-9 2 0,0 0-1 0,7 2-1 15,6 1 0-15,-2 4 1 0,7 5-1 0,5-1-2 16,0 3-1-16,-4-3 0 0,0 4-1 0,0-1 0 15,1 4-2-15,-1-6-33 0,-9-3-51 0,9 6-59 16,1-4-62-16,-11-7-45 0,1-2-58 0,-4 0-54 16,4-4-76-16,0-3-382 0,-6-3-887 0,-22 0 393 15</inkml:trace>
          <inkml:trace contextRef="#ctx0" brushRef="#br0" timeOffset="3314.0587">8266 7228 256 0,'0'0'478'0,"5"-18"0"0,-5 18 8 16,2-16-5-16,-2 16-1 0,6-11-5 0,-6 11 11 15,15-10-38-15,-15 10-21 0,21 0-54 0,-21 0-21 16,27 13-43-16,-18 2-27 0,6 11-26 0,-2 1-23 16,1 15-18-16,-7 4-29 0,1 3-14 0,-7 4-20 15,4 1-11-15,-10 3-48 0,4-5-65 0,-7 19-78 16,0-18-86-16,-9 0-97 0,6 0-102 0,-10-9-137 0,-1 3-539 16,3-6-1094-16,4-3 485 0</inkml:trace>
        </inkml:traceGroup>
      </inkml:traceGroup>
    </inkml:traceGroup>
    <inkml:traceGroup>
      <inkml:annotationXML>
        <emma:emma xmlns:emma="http://www.w3.org/2003/04/emma" version="1.0">
          <emma:interpretation id="{15A010D3-ADCA-4CE6-BF26-7ED80C807EA4}" emma:medium="tactile" emma:mode="ink">
            <msink:context xmlns:msink="http://schemas.microsoft.com/ink/2010/main" type="paragraph" rotatedBoundingBox="20424,10321 28922,10327 28921,11877 20423,11870" alignmentLevel="1"/>
          </emma:interpretation>
        </emma:emma>
      </inkml:annotationXML>
      <inkml:traceGroup>
        <inkml:annotationXML>
          <emma:emma xmlns:emma="http://www.w3.org/2003/04/emma" version="1.0">
            <emma:interpretation id="{73911E76-8260-4A86-87A5-8C1492334D3D}" emma:medium="tactile" emma:mode="ink">
              <msink:context xmlns:msink="http://schemas.microsoft.com/ink/2010/main" type="line" rotatedBoundingBox="20424,10321 28922,10327 28921,11877 20423,11870"/>
            </emma:interpretation>
          </emma:emma>
        </inkml:annotationXML>
        <inkml:traceGroup>
          <inkml:annotationXML>
            <emma:emma xmlns:emma="http://www.w3.org/2003/04/emma" version="1.0">
              <emma:interpretation id="{5DD03658-4022-496A-9FC4-DB97C2170D38}" emma:medium="tactile" emma:mode="ink">
                <msink:context xmlns:msink="http://schemas.microsoft.com/ink/2010/main" type="inkWord" rotatedBoundingBox="20424,10321 27172,10326 27171,11813 20423,11809"/>
              </emma:interpretation>
              <emma:one-of disjunction-type="recognition" id="oneOf1">
                <emma:interpretation id="interp1" emma:lang="" emma:confidence="1">
                  <emma:literal/>
                </emma:interpretation>
              </emma:one-of>
            </emma:emma>
          </inkml:annotationXML>
          <inkml:trace contextRef="#ctx0" brushRef="#br0" timeOffset="12863.9867">2041 9130 311 0,'-19'-10'382'0,"19"10"-20"0,-16-4-27 16,16 4-12-16,-14-5-15 0,14 5-18 0,0 0-21 15,0 0-22-15,0 0-23 0,0 0-12 0,0 0-5 16,0 0 1-16,0 0-4 0,0 0-7 0,0 0-12 0,0 0-3 15,0 0-2-15,49 19 6 0,-7-17 14 0,3-4 22 16,6-4-4-16,6 0-19 0,7 1-18 0,-7 1-21 16,25-10-10-16,-21 9-19 0,2 0-7 0,15-2-8 15,-17 1-18-15,-6 2-14 0,1-1-10 0,-1 3-9 16,-9-6-8-16,-1 4-11 0,-13-1-31 0,-3 1-35 16,-6 2-37-16,-4-2-38 0,-3 1-40 0,-16 3-48 15,19-7-40-15,-11 1-41 0,-8 6-31 0,8-14-35 16,-8 14-24-16,0 0-7 0,-22-26-4 0,7 10-12 15,-6 1-273-15,-6-3-702 0,-8-1 311 0</inkml:trace>
          <inkml:trace contextRef="#ctx0" brushRef="#br0" timeOffset="13207.6772">2656 8681 89 0,'-18'-19'324'0,"1"8"-22"16,4-1-12-16,2 4-2 0,-1 2-13 16,12 6-8-16,-9-14-21 0,9 14-17 0,-12-6-22 0,12 6-24 15,0 0-10-15,0 0-2 0,0 0-2 0,0 0-10 16,0 0-13-16,0 0-9 0,0 0 7 0,50 31-9 15,-37-23-9-15,1 6-3 0,9-2-9 0,-2 7-8 16,4-5-3-16,-2 3-7 0,1-7-8 0,3 5-10 16,2-4-5-16,11 7-9 0,-1-5-5 0,-7-3-7 15,11-2-5-15,-11 0-6 0,0-4-1 0,-1 2 2 16,-1-5-2-16,-2 1-6 0,0-4 3 0,-2 1-3 16,-3-2-2-16,-7 0-1 0,-16 3-1 0,33-5 8 0,-23 0-4 15,-10 5 2-15,21-2 4 0,-21 2 7 0,13-7 7 16,-13 7 0-16,0 0 2 0,0 0-1 15,0 0 1-15,0 0-5 0,0 0-6 0,0 0-1 0,0 0-5 16,-26 35-5-16,4-11-3 0,-1 5-5 0,-11 6 2 16,5-1 0-16,-3 8-6 0,-1-2-2 0,-1 2-3 15,4-1-2-15,-1 5-8 0,-3 1-9 0,5-2-35 16,1 0-53-16,5-2-73 0,4 0-83 0,-5-7-102 16,11-10-134-16,-1 4-341 0,2-8-890 0,7-7 394 15</inkml:trace>
          <inkml:trace contextRef="#ctx0" brushRef="#br0" timeOffset="12137.9308">594 8807 321 0,'15'-42'328'0,"6"-1"-23"0,-2 6-25 0,5 0-31 0,3-1-20 16,4 3-16-16,4 2-11 0,0 3-17 0,-1 1-19 15,1 2-3-15,2 12-12 0,5-3-14 0,-13 6-10 16,1 1-7-16,2 2-8 0,-1 2-4 0,-2 5-10 15,-2 1-14-15,0 4 4 0,-9 2-4 0,1 7-10 16,-3-4-1-16,-8 9 2 0,3 8-2 0,-3 2-10 0,0 11 1 16,-13 2-6-16,4 3-10 0,-9 1-5 15,-3 1-12-15,-9-3 9 0,-4 2-4 0,-4-2-2 0,-5 6-5 16,-1-6-5-16,1-1-14 0,-4-2 10 0,-1-1-5 16,5-6-5-16,-7-1-3 0,5-2 10 0,-4-8-2 15,4 3-7-15,8-12 6 0,0 0-6 0,2-2-2 16,-2-2 5-16,11-5-18 0,-2 1 18 0,0-4-8 15,20 0 20-15,-27 1 22 0,27-1 22 0,0 0-6 16,-26-7 8-16,26 7 1 0,-9-7 7 0,9 7 2 16,0 0-2-16,0-17 1 0,0 17 2 0,0 0-1 0,19-16-3 15,-3 13-2-15,-16 3-5 0,35 0-9 0,-14 1-4 16,8 2-3-16,0 5-5 0,-2 0-4 16,4 3-3-16,10 4-2 0,-9-1-6 0,0-3-1 0,5 5-6 15,-5-1-2-15,-3 0-3 0,-1 3-2 0,-6-3 0 16,2 2-4-16,-1-3-3 0,4 0-1 0,-13 0-7 15,1-5-18-15,-1 3-38 0,-1-1-54 0,0-3-29 16,0-5-42-16,-13-3-48 0,19 9-48 0,-10-3-57 16,-9-6-73-16,0 0-353 0,0 0-817 0,31-8 363 15</inkml:trace>
          <inkml:trace contextRef="#ctx0" brushRef="#br0" timeOffset="11700.4774">650 8451 246 0,'0'0'406'0,"8"-18"-14"0,-8 18 14 0,7-18 2 16,-7 18 1-16,5-11-9 0,-5 11-17 0,0-12-33 16,0 12-29-16,0 0-24 0,0 0-18 0,0 0-15 15,0 0-8-15,0 0-14 0,0 0-4 0,25 38-3 16,-13-8-12-16,-3 6-8 0,6 7 1 0,-3 0-16 0,-4 4-13 15,-1-1-13-15,1 1-20 0,-2 5-14 0,1 0-7 16,1 1-9-16,-3-3-12 0,-4 6-19 0,-1-4-11 16,0 1-9-16,0-4-6 0,-6-4-8 0,6 1-2 15,-8-5-14-15,1-1 6 0,1-9-6 0,3-3-48 16,-9-2-44-16,4-1-36 0,-1-2-55 0,-2-8-62 16,3-1-67-16,1-6-54 0,-2 3-56 0,-3-7-34 15,12-4-40-15,0 0-40 0,-29-1-369 0,29 1-932 16,-22-26 413-16</inkml:trace>
          <inkml:trace contextRef="#ctx0" brushRef="#br0" timeOffset="12512.9759">1372 9221 133 0,'0'0'371'0,"11"-10"-34"0,-11 10-29 0,0 0-15 0,0 0-17 15,0 0-7-15,0 0-6 0,0 0-3 0,0 0-3 16,21 19 5-16,-21-19 1 0,-3 26-12 0,1-7-13 16,1-4-10-16,-4 11-14 0,5 0-19 0,-2 0-13 15,-4 0-15-15,1-9-15 0,4 8-12 0,-3 1-14 16,1 0-7-16,-3-6-11 0,6-2-11 0,0-3-8 16,6 4-11-16,1-4-1 0,1 3-8 0,3-3-7 15,2-3-4-15,-2 2-6 0,3-3-7 0,1-1-1 16,-2-4-6-16,3 0-2 0,1-2-7 0,-17-4 2 0,37-2-4 15,-37 2-5-15,35-8-1 0,-18-3 1 0,3-8-5 16,-4 0 3-16,4-5-5 0,-8 3-3 0,3-5-1 16,-5 0-1-16,2 2 0 0,-4-1 0 0,0 8 1 15,-1-2-3-15,-1 2 0 0,-1-2-2 0,1 4 14 16,-2-1 5-16,-3 9 7 0,-1 7 1 0,7-18 1 16,-7 18-1-16,0-10-7 0,0 10-3 0,0 0-1 15,0 0-4-15,0 0-2 0,0 0 4 0,-15 48-8 16,9-22-1-16,-2 2-3 0,8 1-4 0,-3 11-14 15,-2 2-17-15,-2-2-36 0,4-1-44 0,-2-2-45 16,4-10-35-16,-2-1-36 0,3 5-46 0,0-5-59 0,-2-7-70 16,4-5-88-16,2-3-270 0,1-1-819 0,-5-10 362 15</inkml:trace>
          <inkml:trace contextRef="#ctx0" brushRef="#br0" timeOffset="14285.7257">3620 8553 397 0,'0'0'484'0,"7"-7"-49"0,-7 7-43 0,0 0-29 0,0 0-23 16,0 0-18-16,0 0-16 0,0 0-17 0,27 29-17 15,-27-13-20-15,0 10-16 0,1 0-13 0,-4 5-17 16,6 9-17-16,-6 1-14 0,3 4-12 0,-5-3-9 16,-1 4 3-16,4-1-14 0,-2 2-13 0,-4 3-17 15,0-2-11-15,-2-2-10 0,0 1-7 0,2-5-9 16,2 1-6-16,3-6-8 0,-4 5-8 0,-4-4-3 15,3-12-8-15,5 0-4 0,-4-1-4 0,3-9-4 16,-3 2 3-16,5-10-8 0,1 4 2 0,1-12-7 0,-5 14-2 16,5-14 2-16,0 0-3 0,0 0-2 15,0 0 2-15,0 0-3 0,0 0-3 0,0 0 2 0,-22-49-1 16,15 23 1-16,7-15-2 0,0-1-3 0,-3-7 3 16,0-4 0-16,3-21-1 0,3 3-5 0,0 19 1 15,-3-2 1-15,8 6 1 0,-1 1-3 0,-1 0 0 16,2 6-4-16,5-2 3 0,1 7-1 0,2 2-2 15,-1 8-1-15,6-10 0 0,0 0-1 0,4 14 1 16,-1 3 3-16,7-7-6 0,4 3 5 0,5 3 1 16,-9 10-5-16,-2-5 2 0,4 8-2 0,-2 0 0 15,1 3 2-15,-3 0-2 0,1 8-2 0,-1-3 2 0,0 1-2 16,-7 9 1-16,-1-3 1 0,-2 3-1 0,-4 1-3 16,-1 10 0-16,-6 0-2 0,4 8-1 0,-11 1 3 15,-1 8-5-15,-5 1 1 0,-6 0 4 0,-2 2-3 16,-6-4 0-16,-3 3 3 0,-6-5-4 0,-4 0 4 15,0-3-2-15,-3 2 2 0,0-6 1 0,-2-3 1 16,-7 1 1-16,6-4-2 0,-1 0 2 0,10-9 2 16,-1-4-3-16,1-2 3 0,-1-3-5 0,2 4 3 15,8-7 1-15,-1 3-1 0,1-3 1 0,20-2 1 16,-25 5 0-16,25-5 0 0,-18 2-1 0,18-2-1 16,0 0 2-16,0 0 0 0,-18 1-3 0,18-1 4 0,0 0-2 15,0 0 2-15,0 0-2 0,0 0 1 0,0 0-1 16,53 4 0-16,-53-4 8 0,37 5-9 0,-17-3 5 15,7 1-4-15,-6 1-1 0,9 1-1 0,-1 1 4 16,0 2-2-16,0-1 0 0,3-2-6 0,-3 3-27 16,0-6-36-16,1 7-46 0,-1-2-42 0,8-7-45 15,-8 2-37-15,3-2-24 0,-5 0-24 0,-4 1-15 16,-1-2-12-16,-1-1-3 0,-3-2 8 0,2 0 22 16,-5-4 23-16,2 1 34 0,-2 4 41 0,-4-2 55 15,-11 5 51-15,24-18 54 0,-19 15 51 0,-5 3 40 16,16-12 27-16,-16 12 16 0,10-4 23 0,-10 4 8 15,0 0 27-15,0 0 3 0,14-8 0 0,-14 8-7 16,0 0-1-16,0 0-8 0,0 0-4 0,0 0-5 16,7 24-2-16,-7-24-9 0,1 26-9 0,-2-11-9 0,2 3-10 15,-2-3-4-15,2 4-5 0,-1 0-6 0,8 6 0 16,-1-6-2-16,1 4-7 0,-2-4-4 0,8 4-7 16,1 1-7-16,-1-4-1 0,4 0-2 0,-7-6-10 15,4-3-1-15,-1 1-5 0,-1-1-3 0,3-5 2 16,0 2-3-16,2-3 4 0,-4-1-7 0,2-1-2 15,-16-3-2-15,40-3-1 0,-24-1-2 0,4 1-4 16,-4-6-2-16,3 2 0 0,-3-3-1 0,-2-2-2 16,1 0-4-16,-1-3 1 0,4-7-4 0,-7 6 0 0,2-3 1 15,-7 1 0-15,2 3-3 0,0-3 10 16,-1 5-2-16,-6 2 0 0,6 1 3 0,-7 10 1 0,5-16 0 16,-5 16-1-16,1-12-2 0,-1 12-5 0,0 0 2 15,0 0 0-15,0 0-3 0,0 0-1 0,0 0-1 16,-6 49-3-16,3-25 2 0,-2 5-2 0,2 0-2 15,-2-1 1-15,-2 13-3 0,-2 1-4 0,6-2-14 16,-5-11-27-16,1 11-39 0,-1-11-42 0,2 1-56 16,-1-4-41-16,2-3-54 0,-6 4-68 0,2-4-79 15,-1-3-449-15,7-7-945 0,-2-2 418 0</inkml:trace>
          <inkml:trace contextRef="#ctx0" brushRef="#br0" timeOffset="15176.2957">5261 9052 288 0,'0'0'321'0,"0"0"-14"16,0 0-9-16,0 0 2 0,0 0-3 0,0 0 4 15,0 0 2-15,0 0 11 0,0 0 0 0,-32-7-2 16,32 7-7-16,0 0-16 0,0 0-18 0,0 0-14 16,0 0-21-16,0 0-14 0,0 0-14 0,0 0-16 15,0 0-14-15,0 0 0 0,0 0-14 0,0 0-11 16,0 0-6-16,52 14-15 0,-23-10-5 0,4 1-17 16,12 3-9-16,0-5-10 0,10 5-19 0,-2-5-7 15,8-1-14-15,-2 0 0 0,-3-1 0 0,2-2-7 16,-2 2-6-16,0-2-2 0,-5-1-6 0,-2 0-4 15,-5-1-8-15,-10-1-10 0,-3 4-16 0,-2-4-26 16,-9 3-19-16,1-5-22 0,-1 2-30 0,-20 4-25 0,22-5-41 16,-12 1-40-16,-10 4-34 0,12-15-42 15,-12 15-45-15,-4-11-41 0,4 11-37 0,0 0-386 16,-16-17-861-16,1 8 380 0</inkml:trace>
          <inkml:trace contextRef="#ctx0" brushRef="#br0" timeOffset="15426.299">5743 8745 56 0,'-3'-11'400'15,"-1"-1"-18"-15,4 12-30 0,-3-21 3 0,3 21-1 16,7-22-32-16,-7 12-10 0,3 1-21 0,-3 9-17 16,8-12-20-16,-8 12-17 0,16-7-7 0,-16 7-17 0,0 0-8 15,0 0-11-15,29 28-12 0,-23-11-11 0,2 10-11 16,-1 1-16-16,1 12-15 0,-4-1-13 15,3 6-10-15,-4 2-9 0,-3 0-8 0,5-1-11 0,-4 1-10 16,-1 1-5-16,0-3-5 0,0 0-8 0,0-3-7 16,0 1-11-16,2-7-24 0,1-5-33 0,-3-1-46 15,0-4-43-15,0-2-43 0,0-5-50 0,0 2-38 16,0-8-51-16,0 3-57 0,0-6-73 0,0-10-263 16,3 13-746-16,-3-13 330 0</inkml:trace>
          <inkml:trace contextRef="#ctx0" brushRef="#br0" timeOffset="18832.2812">6486 9005 176 0,'0'0'345'15,"0"0"-20"-15,0 0-6 0,-21-25-20 0,21 25-15 16,0 0-4-16,-7-14-13 0,7 14-6 0,0-14-7 16,0 14-21-16,2-19-6 0,-2 19-17 0,5-18-15 15,-4 9-14-15,-1 9-20 0,13-22-13 0,-3 10-11 16,1 4-16-16,3-4-10 0,2-1-8 0,-1 6-11 0,4-5-8 16,-1 6-12-16,7-3-7 0,-4 4-5 0,7-1 4 15,-9 5-18-15,2 1-3 0,-21 0-10 0,41 8-2 16,-25 0 0-16,-1 3-6 0,-2 4 2 0,-5 2-16 15,-3 0-5-15,-4 7-3 0,-1 4 5 0,-8-2 0 16,-1 5-6-16,-12 3 0 0,-5 3-3 0,-1-3 4 16,-5-4-3-16,-2 2-4 0,-1-4 2 0,-2-1 4 15,-5-1-3-15,4-1-6 0,1-5 10 0,-3-2 0 16,12-4 0-16,-1 1 0 0,9-8-3 0,-1 3 3 16,6-3-3-16,1-3-5 0,-1 1 7 0,15-5 7 15,-14 6 5-15,14-6 3 0,0 0 11 0,0 0 1 16,0 0 6-16,0 0 4 0,0 0 1 0,0 0-3 15,51-13 0-15,-20 7-4 0,1 2 1 0,16-5-1 16,2 6-7-16,-9 3-1 0,6-4-4 0,1 4-2 0,0-2-1 16,2 2-4-16,-4 4-1 0,1-4 1 0,-15 0-3 15,15 0-2-15,-12 0-6 0,-3 0-15 0,0 0-14 16,-3 0-29-16,-3-2-34 0,1 2-28 0,2-7-34 16,-7 5-30-16,2-4-29 0,-6 4-36 0,3-7-35 15,-2 1-41-15,5-5-78 0,-9 1-237 0,7-8-690 16,4 2 306-16</inkml:trace>
        </inkml:traceGroup>
        <inkml:traceGroup>
          <inkml:annotationXML>
            <emma:emma xmlns:emma="http://www.w3.org/2003/04/emma" version="1.0">
              <emma:interpretation id="{AB18A658-B075-4BBA-BB1E-3FADD30B8522}" emma:medium="tactile" emma:mode="ink">
                <msink:context xmlns:msink="http://schemas.microsoft.com/ink/2010/main" type="inkWord" rotatedBoundingBox="27417,10377 28922,10378 28921,11877 27416,11875"/>
              </emma:interpretation>
              <emma:one-of disjunction-type="recognition" id="oneOf2">
                <emma:interpretation id="interp2" emma:lang="" emma:confidence="0.5">
                  <emma:literal>m</emma:literal>
                </emma:interpretation>
                <emma:interpretation id="interp3" emma:lang="" emma:confidence="0.5">
                  <emma:literal>R ,</emma:literal>
                </emma:interpretation>
                <emma:interpretation id="interp4" emma:lang="" emma:confidence="0">
                  <emma:literal>R )</emma:literal>
                </emma:interpretation>
                <emma:interpretation id="interp5" emma:lang="" emma:confidence="0">
                  <emma:literal>R .</emma:literal>
                </emma:interpretation>
                <emma:interpretation id="interp6" emma:lang="" emma:confidence="0">
                  <emma:literal>R '</emma:literal>
                </emma:interpretation>
              </emma:one-of>
            </emma:emma>
          </inkml:annotationXML>
          <inkml:trace contextRef="#ctx0" brushRef="#br0" timeOffset="19472.889">7517 8809 16 0,'7'-23'344'15,"-3"-3"-23"-15,3 7-7 0,-4 0-5 0,2 0-10 16,0 5-7-16,-1-1-16 0,0 3-4 0,-1-1-7 16,-3 13-22-16,11-15-17 0,-8 8-17 0,-3 7-6 15,12-9-9-15,-12 9-5 0,0 0-8 0,0 0-11 0,27 31-8 16,-22-14-13-16,1 11-9 0,-3 0-8 0,7 10-15 15,-5 3-7-15,-2 0-9 0,3 5-10 0,-4-1-2 16,4 1-6-16,-1 1-5 0,-10-2-8 0,4 0-6 16,2-3-4-16,-4-1-5 0,-2-2-3 0,0-11 4 15,4 3 1-15,-6-5-5 0,1 2 5 0,3-9-5 16,-2-3-1-16,2-3-4 0,-2 1 0 0,2-5-7 16,-2 0-5-16,5-9 6 0,-5 18-13 0,5-18 14 15,-1 10 13-15,1-10 15 0,0 0 7 0,0 0-10 16,0 0 4-16,0 0-6 0,0 0-8 0,-10-38-2 15,7 13 3-15,1-3-8 0,-3-12-3 0,2-6-6 16,1-6-13-16,-2 0 6 0,2-5-3 0,-1 2-9 0,0-13 0 16,3 17 4-16,0-1-4 0,1 8-2 0,4-2-3 15,-2 1 3-15,5 7 0 0,7-2-4 16,2 1-4-16,1 4-3 0,8 0-4 0,3 8 7 0,-2 8-2 16,11-7-4-16,4 3 0 0,0 8-2 0,1 3-2 15,-4 2-3-15,-6 6 1 0,-4 4-1 0,5 4 2 16,-5-1-5-16,-5 8-3 0,2 1 1 0,-4 7 1 15,-6 0-4-15,3 7-1 0,-9 3-5 0,1 2 3 16,-8 9-10-16,-4-1 4 0,1 4 0 0,-13-3 5 16,-2-2 3-16,-5-3 0 0,-3 0 0 0,-4-5-4 15,-2 0 7-15,0-3 0 0,-3-1-4 0,-3-3 7 16,-2-4 1-16,-3-1 2 0,9-7-2 0,-1 0 3 16,3-3 10-16,-1 0-10 0,2 3-2 0,4-4 3 0,4-7 3 15,2 4 0-15,18-4 10 0,-24 4-3 16,24-4 3-16,-16 2 4 0,16-2 12 0,0 0-2 15,0 0-10-15,-18 4 11 0,18-4-8 0,0 0 1 0,0 0-2 16,0 0 9-16,0 0-14 0,48 14-2 0,-27-6-3 16,8 5-1-16,8 2 1 0,6 0-1 0,4-3-2 15,-1 2-4-15,4 7 2 0,-2-5 1 0,2 3 2 16,-5-6-6-16,5 5-4 0,-2-3-26 0,-3-1-18 16,-4-3-30-16,-1-3-42 0,-7 0-48 0,-5 0-53 15,8-5-58-15,-7-1-43 0,-1 3-44 0,1-10-43 16,2-2-50-16,-2 1-411 0,-5-7-940 0,1-1 416 15</inkml:trace>
          <inkml:trace contextRef="#ctx0" brushRef="#br0" timeOffset="19660.376">8751 9165 619 0,'13'-18'243'0,"3"1"29"0,-10 0 6 0,2 2 1 15,3 2 6-15,-1 0 17 0,-4 4 11 0,1-1 10 16,-7 10 13-16,11-15-4 0,-6 7-1 0,-5 8-12 0,21-4-15 16,-21 4-18-16,0 0-9 0,29 11-19 0,-15 2-15 15,-1 1-26-15,1 9-8 0,1 3-14 16,-2 13-13-16,0 4-19 0,-4 1-22 0,-1 1-3 0,3 5-20 15,-3-4 0-15,-6 4-19 0,6 23-23 0,-8-27 14 16,0 1-24-16,-3 0-8 0,-4 0-37 0,1-1-46 16,-2-5-62-16,-5-3-81 0,7-8-114 0,-7-4-106 15,5 0-129-15,1-11-487 0,-1 1-1088 0,7-8 481 16</inkml:trace>
        </inkml:traceGroup>
      </inkml:traceGroup>
    </inkml:traceGroup>
    <inkml:traceGroup>
      <inkml:annotationXML>
        <emma:emma xmlns:emma="http://www.w3.org/2003/04/emma" version="1.0">
          <emma:interpretation id="{623177CC-3766-40DD-BFAA-C1BE33B6A31B}" emma:medium="tactile" emma:mode="ink">
            <msink:context xmlns:msink="http://schemas.microsoft.com/ink/2010/main" type="paragraph" rotatedBoundingBox="20174,14551 29006,14085 29130,16451 20298,16916" alignmentLevel="1"/>
          </emma:interpretation>
        </emma:emma>
      </inkml:annotationXML>
      <inkml:traceGroup>
        <inkml:annotationXML>
          <emma:emma xmlns:emma="http://www.w3.org/2003/04/emma" version="1.0">
            <emma:interpretation id="{A177A569-1DF1-4981-8995-702449541205}" emma:medium="tactile" emma:mode="ink">
              <msink:context xmlns:msink="http://schemas.microsoft.com/ink/2010/main" type="line" rotatedBoundingBox="20174,14551 29006,14085 29130,16451 20298,16916"/>
            </emma:interpretation>
          </emma:emma>
        </inkml:annotationXML>
        <inkml:traceGroup>
          <inkml:annotationXML>
            <emma:emma xmlns:emma="http://www.w3.org/2003/04/emma" version="1.0">
              <emma:interpretation id="{8405F4A8-99E1-471B-A61B-6AE8409D5417}" emma:medium="tactile" emma:mode="ink">
                <msink:context xmlns:msink="http://schemas.microsoft.com/ink/2010/main" type="inkWord" rotatedBoundingBox="20186,14792 23352,14625 23433,16165 20267,16332"/>
              </emma:interpretation>
              <emma:one-of disjunction-type="recognition" id="oneOf3">
                <emma:interpretation id="interp7" emma:lang="" emma:confidence="1">
                  <emma:literal/>
                </emma:interpretation>
              </emma:one-of>
            </emma:emma>
          </inkml:annotationXML>
          <inkml:trace contextRef="#ctx0" brushRef="#br0" timeOffset="78845.1191">1186 14046 123 0,'0'0'331'0,"0"-15"1"16,4 3-18-16,-1-2-14 0,5 0-13 0,3 1 14 15,-1-2-50-15,10-5-18 0,0 1-16 0,-6 6-15 16,2-2-18-16,7 3-10 0,-6-2-5 0,-1 2-15 15,0 1-8-15,0 3-5 0,0 1-11 0,-4 2-5 16,2-2-12-16,-14 7-7 0,21 0-5 0,-21 0-11 16,0 0 10-16,29 9-25 0,-23-1-5 0,2 2-8 15,0 6-4-15,-1 0-7 0,-1 5-2 0,-4 3-6 16,1 4-7-16,-1-1-5 0,-7-1 2 0,-3 0-5 16,0 1-4-16,-7 2-8 0,1-6 4 0,1 3-3 0,-3-3 13 15,-5-2-16-15,-1-2-2 0,-4-2-1 0,7 2 3 16,-2-4-2-16,-3-1-4 0,6-3 1 15,-1 0-7-15,4-2 6 0,-1-3 1 0,8 1-1 0,-9-1-6 16,17-6 4-16,-19 9-1 0,19-9 1 0,-12 7-6 16,12-7 9-16,0 0-5 0,-6 10-2 0,6-10 1 15,0 0-2-15,0 0-2 0,0 0 5 0,0 0 1 16,35 7 0-16,-35-7 1 0,31-5-1 0,1 2-3 16,9-1 5-16,4-3-6 0,-1 2 1 0,-3-1-18 15,4-3-50-15,2 2-54 0,-1-4-63 0,4 4-65 16,-3-1-79-16,-2-3-107 0,-2-1-242 0,0-2-732 15,-1 1 324-15</inkml:trace>
          <inkml:trace contextRef="#ctx0" brushRef="#br0" timeOffset="79251.3134">1942 13444 230 0,'-19'-6'374'16,"-1"2"-17"-16,-4 4-8 0,8-4-2 0,16 4-18 15,-35-4-10-15,25 2-25 0,10 2-17 0,0 0-25 0,-19-6-19 16,19 6-15-16,0 0-16 0,0 0-14 0,0 0-8 15,0 0-12-15,58-4-1 0,-23 2 9 0,15-4 12 16,8 0 19-16,25-7 25 0,13-5 39 0,39-22 55 16,-35 18-3-16,-4-2-30 0,-1-1-26 0,-7 7-26 15,3 1-30-15,2-2-16 0,-8 9-21 0,-1-1-16 16,-25 0-12-16,-1 6-27 0,-8 2-18 0,-15 1-22 16,-5-1-79-16,-6 3 0 0,-6-2 0 0,0 0 0 15,-18 2 0-15,19-5 0 0,-19 5 0 0,0 0-88 0,11-9-98 16,-11 9-36-16,0 0-43 0,0 0-44 15,0 0-22-15,-30-22-23 0,12 18-33 0,0-8-38 0,-6 0-29 16,2 2-408-16,-7-9-933 0,7 1 412 0</inkml:trace>
          <inkml:trace contextRef="#ctx0" brushRef="#br0" timeOffset="79548.1692">2991 12829 400 0,'-16'-19'241'0,"2"6"10"0,1-4-1 0,0 7 7 16,3-7-9-16,-1 8-18 0,3 0-6 0,8 9 9 15,-9-14-19-15,9 14-6 0,-7-7-5 0,7 7-11 16,0 0-12-16,0 0 8 0,0 0-24 0,0 0 18 15,0 0-6-15,23 32-18 0,-12-19-2 0,0 0-9 16,4 4-15-16,5-2-8 0,1 6-6 0,5-2-13 0,4 7-10 16,-6-7-8-16,4 0-10 0,1-3-7 15,-1 2-8-15,0-3-7 0,1 1-2 0,-4-2-7 16,1 1-7-16,1-2-1 0,-1 0-5 0,-8-4 1 0,2 1-6 16,-2-2-5-16,-2-5-3 0,0 4 0 0,-8-2-2 15,7 1 1-15,-15-6-6 0,20 13-2 0,-13-7 0 16,-7-6-2-16,8 15-3 0,-2-8 1 0,-1 5-2 15,-5-12 4-15,3 21-8 0,-3-5-1 0,0 1 9 16,-3 1-8-16,-3 5 5 0,1 3-2 0,-6 1-8 16,-1-1 6-16,4 12-2 0,-4-9-14 0,-1 0-32 15,-2-2-36-15,4 1-50 0,-3-2-51 0,-12 7-45 16,5-3-62-16,0-5-79 0,-4 6-389 0,4-10-820 16,0-2 363-16</inkml:trace>
          <inkml:trace contextRef="#ctx0" brushRef="#br0" timeOffset="78001.4498">553 13166 461 0,'-8'-16'462'0,"-2"6"-11"0,4-1-15 15,-3 3-20-15,9 8 1 0,-14-11 6 0,14 11-15 16,-13-10-28-16,13 10-33 0,-6-9-34 0,6 9-20 15,0 0-18-15,0 0-5 0,0 0 1 0,0 0-16 0,5 49 2 16,4-25 2-16,-1 2-8 0,3 1-20 0,6 11-17 16,-3-3-8-16,-1 4-2 0,-4-1-5 15,3-9-17-15,-3 9-19 0,6 3-16 0,-4-3-147 0,-1 1 0 16,-4-11 0-16,-1 2 0 0,1-1 0 0,-3-1 0 16,4 4 0-16,-6-4 0 0,3-2 0 0,-4 1 0 15,1 3 0-15,1-4 0 0,-2-4 0 0,-2-1 0 16,1-2 0-16,-3-2 0 0,3-1 0 0,-1 2 0 15,-3-4 0-15,-1 1-13 0,0-7-368 0,-2 6-47 16,1-6-63-16,7-8-49 0,-30 9-517 0,15-9-1144 16,15 0 507-16</inkml:trace>
          <inkml:trace contextRef="#ctx0" brushRef="#br0" timeOffset="78564.8512">312 13329 147 0,'8'-27'312'0,"8"-8"-11"0,5-2-17 0,8 8-16 0,-8 6-18 15,9-5-17-15,10-1-11 0,2 4-18 0,1 3-11 16,4 4-18-16,-4 2-11 0,5 1-14 0,0 7-10 16,-1 1-6-16,1 3-6 0,-5 8-9 0,5 4-4 15,-6-1-4-15,-11 4 0 0,-7 0-8 0,1 4-3 16,-2 0-1-16,-4 8-1 0,-4-6-8 0,-6 6-9 15,-2 1-10-15,-7 2-3 0,-4 1-5 0,-7 11-3 16,-2-10-6-16,-11 5 1 0,-3 5-11 0,-7-3-10 16,2-1 4-16,-3-3-11 0,-5-2-1 0,3-3 4 15,0-1-8-15,0-1 1 0,-3-2-3 0,3-3-3 16,10-7-1-16,-2-3-1 0,0-2-2 0,2 3-1 16,1-3-1-16,7-3-1 0,0 0-6 0,4-1 4 15,15-3-1-15,-24 4 1 0,24-4 0 0,-18 4-2 0,18-4-1 16,0 0-4-16,-17 2-2 0,17-2 4 15,0 0-2-15,0 0 5 0,0 0-2 0,-5 15-6 0,5-15 4 16,14 16 1-16,-1-11 6 0,6 10-1 0,-1-4 5 16,5 3-2-16,4 1 0 0,-1 2 1 0,9 3 0 15,-10-3-4-15,4-2 4 0,3 3-1 0,7 2-2 16,-12-6-4-16,2 1 4 0,0 0-2 0,0 0-6 16,-2 0 8-16,0 0 3 0,-3-4-27 0,-3 4-19 15,5-7-28-15,-2 6-37 0,-5-9-24 0,-3 6-27 16,0-4-33-16,-1 1-27 0,-2 0-33 0,1-1-36 15,5-1-47-15,-9 0-268 0,-10-6-642 0,18 10 284 16</inkml:trace>
        </inkml:traceGroup>
        <inkml:traceGroup>
          <inkml:annotationXML>
            <emma:emma xmlns:emma="http://www.w3.org/2003/04/emma" version="1.0">
              <emma:interpretation id="{97867571-27DA-4CE1-945D-BA35E6690D8A}" emma:medium="tactile" emma:mode="ink">
                <msink:context xmlns:msink="http://schemas.microsoft.com/ink/2010/main" type="inkWord" rotatedBoundingBox="24090,14527 25986,14427 26101,16611 24205,16710"/>
              </emma:interpretation>
              <emma:one-of disjunction-type="recognition" id="oneOf4">
                <emma:interpretation id="interp8" emma:lang="" emma:confidence="1">
                  <emma:literal/>
                </emma:interpretation>
              </emma:one-of>
            </emma:emma>
          </inkml:annotationXML>
          <inkml:trace contextRef="#ctx0" brushRef="#br0" timeOffset="80173.1151">4355 13077 3920 0,'0'0'67'16,"-39"4"-43"-16,19-8 46 0,20 4 74 0,-34 4 60 16,34-4 5-16,-23 1-9 0,23-1-17 0,0 0-21 15,-22 2-1-15,22-2-10 0,0 0-9 0,0 0-7 16,0 0-11-16,0 0-11 0,0 0-7 0,0 0-8 15,0 0-10-15,74-14-6 0,-33 13-12 0,3-3-5 0,6-3-8 16,-2 5-9-16,3-7-3 0,-3 2-4 0,-1-1-18 16,2 0-37-16,0 1-53 0,-6 0-59 15,-1-5-82-15,-12 5-70 0,-1 0-62 0,-2-1-80 0,-1-3-461 16,-10 1-952-16,0-1 422 0</inkml:trace>
          <inkml:trace contextRef="#ctx0" brushRef="#br0" timeOffset="80688.703">4554 13636 211 0,'-37'15'391'0,"10"-10"6"0,3 9 3 0,6-7-9 16,4-2-14-16,6 2-13 0,8-7-22 0,-10 7-12 16,10-7-16-16,0 0-19 0,0 0-20 0,53 5-21 15,-18-5-23-15,15-1-14 0,8-6-18 0,23-4-17 16,1-1-12-16,5-4-14 0,6 1-18 0,6-6-6 15,-6 2-4-15,5 4-14 0,-3-1-15 0,4 0-10 0,-2 4-8 16,4-1-3-16,-13 4-11 0,-5 4-6 16,-26-1-7-16,-1 1-9 0,-5 2-11 0,-8-4-9 15,-12 2-5-15,-2 1-21 0,-8 3-21 0,-4-2-29 0,-17 3-32 16,0 0-44-16,26 1-48 0,-26-1-57 0,0 0-37 16,0 0-43-16,-21 26-74 0,5-18-92 0,-18 5-277 15,-3 7-817-15,-7 1 362 0</inkml:trace>
          <inkml:trace contextRef="#ctx0" brushRef="#br0" timeOffset="80923.0647">4997 13926 74 0,'-21'3'461'0,"21"-3"-17"0,-21 2-36 0,21-2-42 15,0 0-30-15,-14 8-18 0,14-8-28 0,-7 19-14 16,4-10-14-16,-2 9-23 0,8 0-18 0,-3-1-8 15,-3 13-3-15,3-3-13 0,5 1-13 0,-10 9-18 0,3 4-14 16,-2-1-20-16,2 0-14 0,-1 1-10 0,3-10-10 16,0 14-10-16,0-4-15 0,3-1-17 15,-3-12-41-15,8 3-52 0,-1-2-79 0,-6 1-72 0,6-10-77 16,-3-4-93-16,-2 1-400 0,3-8-819 0,1-3 363 16</inkml:trace>
          <inkml:trace contextRef="#ctx0" brushRef="#br0" timeOffset="80423.1021">5093 12635 3923 0,'2'-10'133'0,"-2"10"-33"0,-5-21 60 15,5 10 29-15,0 11 25 0,6-19 8 0,-6 19-17 16,2-11-10-16,4 0-6 0,-6 11 2 0,13-8-11 16,-13 8-9-16,16-7-3 0,-16 7 2 0,0 0-9 15,0 0-13-15,40 11-8 0,-27-1-8 0,-2 2-8 16,4 3 0-16,-1 5-23 0,-1 5-14 0,-2 2-7 15,5 8-5-15,-6 5-8 0,-4 1-10 0,1 2-12 0,-6-3 4 16,4 4-16-16,-5-2-26 0,2-4-45 16,-4 4-58-16,2-1-61 0,-10-2-66 0,1-1-53 15,2-7-51-15,-2-4-55 0,-4 11-74 0,5-13-85 0,-8-3-350 16,5 1-965-16,-4-3 427 0</inkml:trace>
          <inkml:trace contextRef="#ctx0" brushRef="#br0" timeOffset="81147.6116">5439 14024 521 0,'12'-14'588'16,"-3"-2"-7"-16,4 7-33 16,-3-1-38-16,1 2-34 0,-11 8-34 0,14-7-33 0,-14 7-24 15,0 0-42-15,0 0-13 0,37 19-37 0,-29-4-17 16,-1 4-26-16,-1 7-37 0,-1 6-14 0,-3 11-20 15,-1 0-21-15,-1-1 0 0,-3 3-37 0,0 5-12 16,-5-4-18-16,8 2-52 0,-3 3-57 0,-2-3-62 16,-2 0-82-16,6-4-93 0,1-2-88 0,-3-12-120 15,1-4-520-15,-1-9-1066 0,6-6 472 0</inkml:trace>
        </inkml:traceGroup>
        <inkml:traceGroup>
          <inkml:annotationXML>
            <emma:emma xmlns:emma="http://www.w3.org/2003/04/emma" version="1.0">
              <emma:interpretation id="{9930C99D-3790-4AEC-BEFE-56973E534EF5}" emma:medium="tactile" emma:mode="ink">
                <msink:context xmlns:msink="http://schemas.microsoft.com/ink/2010/main" type="inkWord" rotatedBoundingBox="26197,14233 29006,14085 29099,15857 26291,16005"/>
              </emma:interpretation>
              <emma:one-of disjunction-type="recognition" id="oneOf5">
                <emma:interpretation id="interp9" emma:lang="" emma:confidence="0.5">
                  <emma:literal>k</emma:literal>
                </emma:interpretation>
                <emma:interpretation id="interp10" emma:lang="" emma:confidence="0">
                  <emma:literal>,</emma:literal>
                </emma:interpretation>
                <emma:interpretation id="interp11" emma:lang="" emma:confidence="0">
                  <emma:literal>.</emma:literal>
                </emma:interpretation>
                <emma:interpretation id="interp12" emma:lang="" emma:confidence="0">
                  <emma:literal>M</emma:literal>
                </emma:interpretation>
                <emma:interpretation id="interp13" emma:lang="" emma:confidence="0">
                  <emma:literal>B</emma:literal>
                </emma:interpretation>
              </emma:one-of>
            </emma:emma>
          </inkml:annotationXML>
          <inkml:trace contextRef="#ctx0" brushRef="#br0" timeOffset="82272.5052">6323 12416 118 0,'0'0'552'0,"15"-11"-47"15,-7 4-29-15,-8 7-18 0,14-7-17 0,-14 7-25 16,0 0-25-16,0 0-19 0,32 11-17 0,-22 1-25 16,-2 3-17-16,0 8-14 0,5 1-17 0,-7 3-27 15,2 10-24-15,0 5 0 0,-1 6-7 0,-2 1-19 16,-2 4-14-16,2-5-15 0,-5 27-14 0,1-22-13 16,4 3-11-16,-5 17-10 0,2-18-14 0,-5-4-14 15,-2 3-9-15,-2 17-6 0,1-23-8 0,3-3-5 16,-2 0-10-16,-3-6-4 0,3-8-8 0,-1-6-6 15,2-6-4-15,3 0-40 0,-2-6 0 0,1-3 0 16,2-10 0-16,-5 15 0 0,5-15 0 0,0 0 0 0,0 0 0 16,0 0 0-16,0 0 0 0,-19-44 0 0,14 17 0 15,-1-15 0-15,-1-4 0 0,1-6 0 0,-2-21 0 16,0-4 0-16,1 1 0 0,1-2 0 0,-2 7 0 16,2 19 0-16,4 2 0 0,2-5 0 0,0 10 0 15,2-4 0-15,6 4 0 0,1 3 0 0,2 0 0 16,4 1 0-16,-1-1 0 0,7-1 0 0,6 8 0 15,4 4 0-15,4-2 0 0,0 7 0 0,1-4 0 0,-7 14 0 16,0 2 0-16,3 3 0 0,-4 3 0 16,1 0 0-16,-1 4 0 0,-3 5 0 0,1 7 0 15,-4 3 0-15,-1 8 0 0,0 3 0 0,-5 4 0 0,-3 15 0 16,-3 1 0-16,-7 0 0 0,-2 2 0 16,-5 2 0-16,-6 2 0 0,-3 1 0 0,-8 0 0 0,-3-3 0 15,-1-3 0-15,-6 0 0 0,1-1 0 0,-9-6 0 16,7 0 0-16,-8-8 0 0,9-4 0 0,4-3 0 15,-11 1 0-15,14-6 0 0,-5-2 0 0,5-6 0 16,-4 4 0-16,12-5 0 0,-1 0 0 0,5 0 0 16,1 0 0-16,11-7 0 0,-14 7 0 0,14-7 0 0,-10 5 0 15,10-5 0-15,0 0 0 0,0 0 0 0,0 0 0 16,23 18 0-16,-7-12 0 0,13 0 0 16,-2 4 0-16,3 3 0 0,2-2 0 0,10 0 0 0,1-4 0 15,-4 9 0-15,3-1 0 0,-1 1 0 0,-2-5 0 16,1 8 0-16,2-1 0 0,1-1 0 15,-4-4 0-15,-3 2 0 0,6 2 0 0,1-5 0 0,-17-5-125 16,5 8-60-16,-4-2-42 0,-3-2-36 0,-3-4-20 16,-7-3-25-16,4 3-11 0,-4-4 12 0,-14-3 20 15,21 3 25-15,-21-3 24 0,18 2 27 0,-18-2 24 16,0 0 22-16,14-15 34 0,-14 15 28 0,3-14 33 16,-3 14 19-16,2-19 28 0,0 10 26 0,-2 9 58 15,1-25 18-15,-1 14 37 0,4 0 11 0,-4-4 19 16,0 15 11-16,8-23 4 0,-7 12-6 0,7-4 5 15,-1-1-8-15,5 5-8 0,1-3-8 0,-2 7-16 0,2-2-11 16,3 2-9-16,2-1-7 0,-18 8-11 0,21-2-10 16,-21 2-2-16,30 1-11 0,-30-1-3 15,21 20-11-15,-13-8 11 0,3 3-15 0,-6 11-8 0,5-3 1 16,-7 6-7-16,2 3 1 0,-5 7-4 0,-7 3-4 16,-4-1-1-16,2 2-7 0,-6-3 7 0,-4 1-4 15,-2 6-1-15,-5-9 0 0,1 0 7 0,-3 0 6 16,-2-3 5-16,1 1 11 0,-1-5 13 0,4-9 7 15,5 0 13-15,0-4-5 0,4 0 0 0,4-8-2 0,0 1 10 16,5-4 6-16,8-7 13 0,-8 9 12 16,8-9-25-16,0 0-85 0,0 0 0 0,27 11 0 15,-6-12 0-15,11-2 0 0,18-1 0 0,12-7 0 0,15-3 0 16,4-1 0-16,5-6 0 0,12-4 0 0,42-17 0 16,1 4 0-16,-43 12 0 0,43-18 0 0,-1 10 0 15,1 7 0-15,-5 4 0 0,-38 7 0 0,-7 1 0 16,2 2 0-16,-12 1 0 0,-25 5 0 0,-11 0 0 15,-12 6 0-15,-5-2 0 0,-12 1 0 0,-2-1 0 16,-14 3 0-16,0 0 0 0,0 0 0 0,29 8 0 16,-29-8 0-16,0 0 0 0,0 0 0 0,0 0 0 15,0 0 0-15,0 0 0 0,-112 4-1366 0,62-8-1478 16,5-10 654-16</inkml:trace>
        </inkml:traceGroup>
      </inkml:traceGroup>
    </inkml:traceGroup>
  </inkml:traceGroup>
</inkml:ink>
</file>

<file path=ppt/ink/ink23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1T04:53:03.025"/>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F5B8DC52-AB67-42AD-A862-617E5750303E}" emma:medium="tactile" emma:mode="ink">
          <msink:context xmlns:msink="http://schemas.microsoft.com/ink/2010/main" type="writingRegion" rotatedBoundingBox="4173,14049 5370,14049 5370,18939 4173,18939"/>
        </emma:interpretation>
      </emma:emma>
    </inkml:annotationXML>
    <inkml:traceGroup>
      <inkml:annotationXML>
        <emma:emma xmlns:emma="http://www.w3.org/2003/04/emma" version="1.0">
          <emma:interpretation id="{183F1FB1-591E-4F70-B793-D0DE72001535}" emma:medium="tactile" emma:mode="ink">
            <msink:context xmlns:msink="http://schemas.microsoft.com/ink/2010/main" type="paragraph" rotatedBoundingBox="4173,14049 5370,14049 5370,18939 4173,18939" alignmentLevel="1"/>
          </emma:interpretation>
        </emma:emma>
      </inkml:annotationXML>
      <inkml:traceGroup>
        <inkml:annotationXML>
          <emma:emma xmlns:emma="http://www.w3.org/2003/04/emma" version="1.0">
            <emma:interpretation id="{F037683F-8BA6-4C9A-9E98-4312AE393319}" emma:medium="tactile" emma:mode="ink">
              <msink:context xmlns:msink="http://schemas.microsoft.com/ink/2010/main" type="line" rotatedBoundingBox="4173,14049 5370,14049 5370,18939 4173,18939"/>
            </emma:interpretation>
          </emma:emma>
        </inkml:annotationXML>
        <inkml:traceGroup>
          <inkml:annotationXML>
            <emma:emma xmlns:emma="http://www.w3.org/2003/04/emma" version="1.0">
              <emma:interpretation id="{9843D93F-95BC-486B-9BA1-C60B5D93EFFD}" emma:medium="tactile" emma:mode="ink">
                <msink:context xmlns:msink="http://schemas.microsoft.com/ink/2010/main" type="inkWord" rotatedBoundingBox="4173,14049 5370,14049 5370,18939 4173,18939"/>
              </emma:interpretation>
            </emma:emma>
          </inkml:annotationXML>
          <inkml:trace contextRef="#ctx0" brushRef="#br0">177 352 285 0,'-15'-21'341'0,"6"-6"-24"0,-3 4-17 0,1-3-12 16,0 2-12-16,1 1 3 0,-1-1-14 0,3 6 0 15,0-7-1-15,-3 2-2 0,3 6-20 0,1-2-3 16,-1 4-5-16,0 1 5 0,5-4-14 0,-3 6-5 16,-1 1-11-16,7 11-4 0,-4-16-7 0,4 16-13 15,-8-7-16-15,8 7-18 0,0 0-12 0,0 0-15 16,0 0-9-16,0 0-11 0,-15 31 1 0,17 6-9 0,1 8 4 16,0 8-1-16,4 23-4 0,1 5-2 15,-4 2 5-15,3 5 13 0,-1 0-9 0,4 41-6 16,-5-35-2-16,-1 40 8 0,1-42 0 0,2 36 17 0,-4 3-3 15,3-5-8-15,-1 6 3 0,-3-42-2 16,-1 48-2-16,4-10-19 0,2-40-88 0,-6 46 0 16,4 6 0-16,-5-7 0 0,3 6 0 0,2-11 0 0,-3 4 0 15,1-4 0-15,0-39 0 0,-6 39 0 0,4-42 0 16,1 5 0-16,-2 40 0 0,-2-48 0 0,-2 6 0 16,4-3 0-16,-7-3 0 0,10 1 0 0,-7 0 0 15,4-7 0-15,0-1 0 0,0-3 0 0,-4-18 0 16,4-1 0-16,-3-2 0 0,3-2 0 0,0 3 0 15,0-6 0-15,0-4 0 0,3-3 0 0,-3-13 0 16,4-2 0-16,-4 2 0 0,0-3 0 0,1-8 0 16,2-3 0-16,1 0 0 0,-4 4 0 0,0-17 0 15,0 19 0-15,0-19 0 0,0 11 0 0,0-11 0 0,4 11 0 16,-4-11 0-16,0 0 0 0,2 12 0 0,-2-12 0 16,0 0 0-16,0 0 0 0,0 0 0 15,-2 14 0-15,2-14 0 0,0 0 0 0,0 0 0 0,0 0 0 16,0 0 0-16,0 0 0 0,0 0 0 0,0 0 0 15,0 0 0-15,0 0 0 0,0 0 0 0,0 0 0 16,0 0 0-16,0 0 0 0,0 0 0 0,0 0 0 16,0 0 0-16,0 0 0 0,0 0 0 0,0 0 0 15,0 0 0-15,0 0 0 0,0 0 0 0,0 0 0 16,0 0 0-16,0 0 0 0,2 12 0 0,-2-12 0 16,0 0 0-16,0 0 0 0,0 0 0 0,0 0 0 15,0 0 0-15,8 9 0 0,-8-9 0 0,0 0 0 16,18 9 0-16,-18-9 0 0,17 10 0 0,3-5 0 15,-4 0 0-15,4 1 0 0,8-5 0 0,2 4 0 16,6-1 0-16,12-4 0 0,1 2 0 0,4 2 0 16,2-4 0-16,1-3 0 0,2 7 0 0,0-1 0 0,1 1 0 15,2-3 0-15,-2-6 0 0,4 9-193 16,-5-8-403-16,-1 3-109 0,-1-6-412 0,-7-4-1208 16,-6-3 534-16</inkml:trace>
        </inkml:traceGroup>
      </inkml:traceGroup>
    </inkml:traceGroup>
  </inkml:traceGroup>
</inkml:ink>
</file>

<file path=ppt/ink/ink23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1T04:53:41.757"/>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A5FA3E69-A2D4-45BA-AD14-10AE7119EE23}" emma:medium="tactile" emma:mode="ink">
          <msink:context xmlns:msink="http://schemas.microsoft.com/ink/2010/main" type="inkDrawing" rotatedBoundingBox="16860,13224 17878,19063 16702,19269 15683,13429" semanticType="verticalRange" shapeName="Other">
            <msink:sourceLink direction="with" ref="{AA823039-E6CE-45AC-964E-BC2ED892B9DB}"/>
            <msink:sourceLink direction="with" ref="{2606F0ED-FF55-4184-AC2A-388BE5DADDEC}"/>
            <msink:sourceLink direction="with" ref="{1B6FA9F1-19A9-477F-BF49-5B1D3BB5B857}"/>
            <msink:sourceLink direction="with" ref="{D339E76D-7AC7-4BC2-9CA4-E805F7B8A698}"/>
          </msink:context>
        </emma:interpretation>
      </emma:emma>
    </inkml:annotationXML>
    <inkml:trace contextRef="#ctx0" brushRef="#br0">-19 100 67 0,'0'0'335'0,"-18"4"-19"0,18-4-4 16,-18 4-6-16,18-4-10 0,0 0-9 0,0 0-16 16,0 0-25-16,0 0-22 0,0 0-9 0,0 0-16 15,0 0-15-15,0 0-11 0,0 0-10 0,65-2-18 16,-32 0-12-16,12-2-13 0,3 0-10 0,4 0-9 15,2-3-9-15,2 2-8 0,5-2-19 0,18-3-4 0,-21 6-5 16,3-3-3-16,19 0-6 0,-24 1-5 16,-6 2-2-16,1-2 3 0,-4 3 2 0,-2-3 4 15,-12 5-2-15,-1 0 3 0,-3 1 7 0,-8-4-1 0,0 8 3 16,1-4 1-16,-22 0-4 0,29 2-2 16,-29-2 9-16,26 9 2 0,-16 2 11 0,4 4 5 15,-8 4 7-15,9 10 2 0,-1 10 8 0,-1 6 10 0,-5 14 5 16,5 10 3-16,-3 5 2 0,2 8-1 0,-4 11 11 15,4 38 17-15,-3 4 1 0,11 3 4 0,-4 2 7 16,-4 6 6-16,9 2-4 0,0 2-2 0,-5 1 4 16,-1 10 9-16,-3-2 4 0,6 5-145 0,-3-3-29 15,5-6 0-15,1-5 0 0,2-4 0 0,-6 8 0 16,3-3 0-16,-1-5 0 0,-5-3 0 0,7 4 0 16,-6-9 0-16,4-7 0 0,-3-4 0 0,-3-39 0 15,8 42 0-15,-4-3 0 0,-2-42 0 0,-1 8 0 0,13 30 0 16,-14-37 0-16,-3-2 0 0,8 2 0 0,-9-7 0 15,1-1 0-15,-4-23 0 0,4-1 0 0,-5 3 0 16,4-4 0-16,-4-3 0 0,2-5 0 0,-1-4 0 16,-6-13 0-16,5-1 0 0,-5-8 0 0,1-1 0 15,-1 1 0-15,2-4 0 0,-2 0 0 0,0-4 0 16,0-11 0-16,0 16 0 0,0-16 0 0,0 15 0 16,0-15 0-16,0 0 0 0,0 14 0 0,0-14 0 15,0 0 0-15,0 12 0 0,0-12 0 0,0 0 0 16,-6 14 0-16,6-14 0 0,-15 11 0 0,7-5 0 15,-6 4 0-15,-2-2 0 0,-7 4 0 0,-3-2 0 16,-2 8 0-16,-1-3 0 0,-13 8 0 0,-1-1 0 16,-2 2 0-16,-2-2 0 0,-4 3 0 0,-21 7 0 0,19-6 0 15,-2-1 0-15,-22 2-1366 0,21-4-1478 0,3-9 654 16</inkml:trace>
  </inkml:traceGroup>
</inkml:ink>
</file>

<file path=ppt/ink/ink23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1T04:54:44.942"/>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E81A676E-C6CF-4369-AD79-ABA1ECDFD500}" emma:medium="tactile" emma:mode="ink">
          <msink:context xmlns:msink="http://schemas.microsoft.com/ink/2010/main" type="writingRegion" rotatedBoundingBox="2484,1202 3101,1202 3101,1542 2484,1542"/>
        </emma:interpretation>
      </emma:emma>
    </inkml:annotationXML>
    <inkml:traceGroup>
      <inkml:annotationXML>
        <emma:emma xmlns:emma="http://www.w3.org/2003/04/emma" version="1.0">
          <emma:interpretation id="{72B9BA81-D65C-4B5A-9B34-2BED26582590}" emma:medium="tactile" emma:mode="ink">
            <msink:context xmlns:msink="http://schemas.microsoft.com/ink/2010/main" type="paragraph" rotatedBoundingBox="2484,1202 3101,1202 3101,1542 2484,1542" alignmentLevel="1"/>
          </emma:interpretation>
        </emma:emma>
      </inkml:annotationXML>
      <inkml:traceGroup>
        <inkml:annotationXML>
          <emma:emma xmlns:emma="http://www.w3.org/2003/04/emma" version="1.0">
            <emma:interpretation id="{78172446-94D6-482D-AC12-6523686A175F}" emma:medium="tactile" emma:mode="ink">
              <msink:context xmlns:msink="http://schemas.microsoft.com/ink/2010/main" type="line" rotatedBoundingBox="2484,1202 3101,1202 3101,1542 2484,1542"/>
            </emma:interpretation>
          </emma:emma>
        </inkml:annotationXML>
        <inkml:traceGroup>
          <inkml:annotationXML>
            <emma:emma xmlns:emma="http://www.w3.org/2003/04/emma" version="1.0">
              <emma:interpretation id="{B2717075-220E-47BD-93FB-5878C0E00908}" emma:medium="tactile" emma:mode="ink">
                <msink:context xmlns:msink="http://schemas.microsoft.com/ink/2010/main" type="inkWord" rotatedBoundingBox="2484,1202 3101,1202 3101,1542 2484,1542"/>
              </emma:interpretation>
              <emma:one-of disjunction-type="recognition" id="oneOf0">
                <emma:interpretation id="interp0" emma:lang="" emma:confidence="0.5">
                  <emma:literal>=</emma:literal>
                </emma:interpretation>
                <emma:interpretation id="interp1" emma:lang="" emma:confidence="0">
                  <emma:literal>_</emma:literal>
                </emma:interpretation>
                <emma:interpretation id="interp2" emma:lang="" emma:confidence="0">
                  <emma:literal>-</emma:literal>
                </emma:interpretation>
                <emma:interpretation id="interp3" emma:lang="" emma:confidence="0">
                  <emma:literal>I</emma:literal>
                </emma:interpretation>
                <emma:interpretation id="interp4" emma:lang="" emma:confidence="0">
                  <emma:literal>c</emma:literal>
                </emma:interpretation>
              </emma:one-of>
            </emma:emma>
          </inkml:annotationXML>
          <inkml:trace contextRef="#ctx0" brushRef="#br0">98 23 4031 0,'0'0'124'16,"-34"2"-98"-16,18-2 26 0,16 0 18 0,0 0 1 0,-24 0 21 15,24 0 0-15,0 0 12 0,0 0-2 0,-24 1 2 16,24-1-3-16,0 0-2 0,0 0-1 0,0 0-7 16,0 0-6-16,0 0-7 0,62 4 1 0,-34-6-13 15,2 0-18-15,5 2-7 0,10-3-4 0,0-1-3 16,0 3-7-16,-2 1-10 0,1-3-34 0,-11 3-42 16,-1-3-33-16,2-2-75 0,0 3-50 0,-12 1-56 15,1 1-67-15,-4-4-62 0,-19 4-299 0,21-1-758 16,-21 1 335-16</inkml:trace>
          <inkml:trace contextRef="#ctx0" brushRef="#br0" timeOffset="140.6387">146 244 58 0,'-20'10'311'0,"6"0"-18"0,0 3-21 16,1-8-15-16,1 5-13 0,12-10-12 0,-3 14-2 16,3-14-16-16,0 0-18 0,15 21-12 0,-2-16-15 15,9-2-11-15,7-1-17 0,3 0-14 0,14-2-19 16,3 0-16-16,0 0-42 0,1-2-67 0,-2 4-93 15,4-6-104-15,-8 4-286 0,6-1-541 0,-2-4 240 16</inkml:trace>
        </inkml:traceGroup>
      </inkml:traceGroup>
    </inkml:traceGroup>
  </inkml:traceGroup>
</inkml:ink>
</file>

<file path=ppt/ink/ink23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1T04:54:46.106"/>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FD1E1972-9BAD-46D8-B95D-CEEF8AA44572}" emma:medium="tactile" emma:mode="ink">
          <msink:context xmlns:msink="http://schemas.microsoft.com/ink/2010/main" type="inkDrawing" rotatedBoundingBox="5400,739 5836,5970 4807,6056 4371,825" semanticType="verticalRange" shapeName="Other">
            <msink:sourceLink direction="with" ref="{EB6EC97C-CC73-4C2C-9DFC-C78517A1FF83}"/>
            <msink:sourceLink direction="with" ref="{3614D9FC-BC1B-4CBE-9D7C-631D0DB0DAD7}"/>
            <msink:sourceLink direction="with" ref="{D7750C21-87B1-4B56-B25B-4DCE1CECACC0}"/>
          </msink:context>
        </emma:interpretation>
      </emma:emma>
    </inkml:annotationXML>
    <inkml:trace contextRef="#ctx0" brushRef="#br0">90 269 284 0,'0'0'367'16,"-13"-22"-8"-16,7 6-15 0,3 2 3 0,-4 0-1 16,2 0-9-16,-1-3 10 0,4 0-4 0,1 4-15 15,-4-3-5-15,-3-3-13 0,3 6-18 0,0-2-15 16,0-1 2-16,4 4-2 0,1 12-19 0,-5-19-5 15,2 10-9-15,3 9-18 0,-5-12-18 0,5 12-19 0,-6-12-21 16,6 12-12-16,0 0-19 0,0 0-21 0,0 0-8 16,0 0-8-16,0 0-7 0,0 0-6 15,14 59 6-15,-8-29-5 0,9 16 13 0,-2 4 11 0,4 21 3 16,7 7 9-16,-6-2-69 0,1 8-55 0,-3 0 0 16,5 3 0-16,-2 0 0 0,-1 2 0 0,8 46 0 15,-15-40 0-15,8 37 0 0,-4 1 0 0,7-7 0 16,-14 1 0-16,-1-2 0 0,-1-33 0 0,-6 41 0 15,6-6 0-15,-4-37 0 0,3 37 0 0,-4-1 0 16,-1-42 0-16,5 4 0 0,-3 0 0 0,3 6 0 16,-5-3 0-16,0-3 0 0,0 0 0 0,3 0 0 15,3-4 0-15,-6-3 0 0,7 1 0 0,-6-2 0 16,4-2 0-16,-3-5 0 0,-2 0 0 0,0 0 0 16,6-4 0-16,-7-17 0 0,-3 1 0 0,3 4 0 15,2-3 0-15,-1-4 0 0,0 0 0 0,-1-3 0 0,1-1 0 16,-2-1 0-16,4 0 0 0,-4-4 0 0,1 0 0 15,2-3 0-15,-6-9 0 0,5-1 0 16,5 1 0-16,-3-2 0 0,-2 1 0 0,0 0 0 0,-3-4 0 16,3-5 0-16,1 7 0 0,-1 0 0 0,0-2 0 15,2-1 0-15,-2-4 0 0,0-4 0 0,0 3 0 16,-2-1 0-16,1-5 0 0,-3 5 0 0,4-17 0 16,-1 26 0-16,1-16 0 0,-5 0 0 0,3 4 0 15,2-14 0-15,-6 18 0 0,6-5 0 0,0-13 0 16,-2 14 0-16,1-2 0 0,1-12 0 0,-7 19 0 15,7-19 0-15,-6 11 0 0,6-11 0 0,-7 15 0 16,7-15 0-16,-1 13 0 0,1-13 0 0,0 0 0 0,-3 13 0 0,3-13 0 0,-4 11 0 16,4-11 0-16,0 0 0 0,0 0 0 15,-1 12 0-15,1-12 0 0,0 0 0 0,-5 10 0 0,5-10 0 16,0 0 0-16,0 16 0 0,0-16 0 0,0 0 0 16,6 22 0-16,-4-14 0 0,3 1 0 0,-5-9 0 15,14 14 0-15,-1-2 0 0,11-1 0 0,2-1 0 16,4 2 0-16,15-1 0 0,11-4 0 0,4-3 0 15,23 0 0-15,4 0 0 0,-2-15 0 0,8 3 0 16,-10-3-270-16,4-9-440 0,-7-5-493 0,4-2-1301 16,-12-10 576-16</inkml:trace>
  </inkml:traceGroup>
</inkml:ink>
</file>

<file path=ppt/ink/ink23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1T04:54:46.731"/>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391F4F55-D1A7-407B-A924-46C67532A6A9}" emma:medium="tactile" emma:mode="ink">
          <msink:context xmlns:msink="http://schemas.microsoft.com/ink/2010/main" type="writingRegion" rotatedBoundingBox="1998,703 16040,601 16178,19555 2136,19657"/>
        </emma:interpretation>
      </emma:emma>
    </inkml:annotationXML>
    <inkml:traceGroup>
      <inkml:annotationXML>
        <emma:emma xmlns:emma="http://www.w3.org/2003/04/emma" version="1.0">
          <emma:interpretation id="{002B7565-4808-422E-8B4F-0E83D6C50D93}" emma:medium="tactile" emma:mode="ink">
            <msink:context xmlns:msink="http://schemas.microsoft.com/ink/2010/main" type="paragraph" rotatedBoundingBox="4473,693 15142,505 15172,2219 4503,2407" alignmentLevel="2"/>
          </emma:interpretation>
        </emma:emma>
      </inkml:annotationXML>
      <inkml:traceGroup>
        <inkml:annotationXML>
          <emma:emma xmlns:emma="http://www.w3.org/2003/04/emma" version="1.0">
            <emma:interpretation id="{839809BD-72B9-42E7-863E-5B11C894C249}" emma:medium="tactile" emma:mode="ink">
              <msink:context xmlns:msink="http://schemas.microsoft.com/ink/2010/main" type="inkBullet" rotatedBoundingBox="4473,693 5244,679 5246,794 4475,807"/>
            </emma:interpretation>
            <emma:one-of disjunction-type="recognition" id="oneOf0">
              <emma:interpretation id="interp0" emma:lang="" emma:confidence="1">
                <emma:literal/>
              </emma:interpretation>
            </emma:one-of>
          </emma:emma>
        </inkml:annotationXML>
        <inkml:trace contextRef="#ctx0" brushRef="#br0">40 81 47 0,'0'0'355'0,"0"0"-7"16,-9-7-3-16,9 7 1 0,0 0-7 0,0 0-22 15,0 0-23-15,0 0-11 0,0 0-7 16,0 0 0-16,0 0-14 0,0 0 0 0,0 0-6 0,-28 22-12 16,28-22-17-16,-4 11-14 0,4-11 2 0,0 0-2 15,0 0 4-15,19 19-9 0,-19-19 4 0,29 2-7 16,0-4-17-16,4-3-13 0,12-2-14 0,-1-4-12 16,5 3-18-16,1-6-17 0,-7 1-15 0,4 4-5 15,-4-2-20-15,4 1-22 0,-1 1-38 0,-4 0-39 16,-10 3-55-16,-3 5-63 0,-2 0-65 0,2-4-57 15,-10 3-67-15,-3 2-76 0,-16 0-97 0,31-4-370 16,-31 4-947-16,21 3 420 0</inkml:trace>
      </inkml:traceGroup>
      <inkml:traceGroup>
        <inkml:annotationXML>
          <emma:emma xmlns:emma="http://www.w3.org/2003/04/emma" version="1.0">
            <emma:interpretation id="{EB6EC97C-CC73-4C2C-9DFC-C78517A1FF83}" emma:medium="tactile" emma:mode="ink">
              <msink:context xmlns:msink="http://schemas.microsoft.com/ink/2010/main" type="line" rotatedBoundingBox="5799,843 15145,678 15172,2219 5826,2383">
                <msink:destinationLink direction="with" ref="{FD1E1972-9BAD-46D8-B95D-CEEF8AA44572}"/>
                <msink:destinationLink direction="with" ref="{1F85831A-37BD-464C-8CBA-EF280992FECF}"/>
              </msink:context>
            </emma:interpretation>
          </emma:emma>
        </inkml:annotationXML>
        <inkml:traceGroup>
          <inkml:annotationXML>
            <emma:emma xmlns:emma="http://www.w3.org/2003/04/emma" version="1.0">
              <emma:interpretation id="{B41E8359-AF6E-43D2-984A-238175FC5E34}" emma:medium="tactile" emma:mode="ink">
                <msink:context xmlns:msink="http://schemas.microsoft.com/ink/2010/main" type="inkWord" rotatedBoundingBox="5806,1247 5906,1245 5920,2032 5820,2033"/>
              </emma:interpretation>
            </emma:emma>
          </inkml:annotationXML>
          <inkml:trace contextRef="#ctx0" brushRef="#br0" timeOffset="1109.3832">1372 658 44 0,'0'0'415'0,"-5"-15"-21"0,4 4 11 15,1 11 25-15,-5-20 10 0,-2 11 2 0,7 9-2 16,-8-16-18-16,7 8-21 0,1 8-33 0,0 0-29 15,-11-11-25-15,11 11-27 0,0 0-22 0,0 0-20 16,0 0 11-16,0 0 0 0,-2 38-17 0,2-13-7 16,2 6-18-16,4 5-4 0,2 2-14 0,-2 2-8 15,1-1-25-15,-1 2-14 0,1-2-13 0,-7 1-13 16,6-1-7-16,-3-10-54 0,2 3-62 0,-3-3 0 16,4 11 0-16,-4-2 0 0,3-7 0 0,-1-3 0 15,0-2 0-15,0 0 0 0,-2-7 0 0,4-3 0 0,-2 1 0 16,0 0-253-16,-4-6-85 0,7-3-54 0,-7-8-67 15,6 12-104-15,-6-12-468 0,0 0-1118 16,0 0 495-16</inkml:trace>
        </inkml:traceGroup>
        <inkml:traceGroup>
          <inkml:annotationXML>
            <emma:emma xmlns:emma="http://www.w3.org/2003/04/emma" version="1.0">
              <emma:interpretation id="{693D2C1E-A57B-4358-95F6-D6523E929EE0}" emma:medium="tactile" emma:mode="ink">
                <msink:context xmlns:msink="http://schemas.microsoft.com/ink/2010/main" type="inkWord" rotatedBoundingBox="7877,1105 8550,1093 8565,1962 7892,1973"/>
              </emma:interpretation>
              <emma:one-of disjunction-type="recognition" id="oneOf1">
                <emma:interpretation id="interp1" emma:lang="" emma:confidence="1">
                  <emma:literal/>
                </emma:interpretation>
              </emma:one-of>
            </emma:emma>
          </inkml:annotationXML>
          <inkml:trace contextRef="#ctx0" brushRef="#br0" timeOffset="2015.5682">3536 606 337 0,'-27'-15'373'0,"27"15"-9"0,-2-14-7 15,2 14 18-15,2-13-12 0,-2 13-25 0,0-19-21 0,8 6-14 16,3-2-17-16,-1 4-17 0,3-4-18 0,1 2-15 16,7 5-16-16,-5-4-11 0,8-2-26 15,-6 6-15-15,3 2-15 0,-2 1-12 0,2 1-15 0,-21 4-15 16,38 0-8-16,-22 8-8 0,2-4-10 0,-7 3-8 15,-11-7-6-15,19 19-5 0,-14-4-5 0,-2 2-7 16,-3 2-7-16,0 5-6 0,-8 0-2 16,2 4-2-16,-2-2-7 0,-5 0-4 0,2 0 3 0,-3 1-7 15,1-3-2-15,-5 1-3 0,2-6 1 0,3-4-6 16,-1 6 0-16,4-8-2 0,-3 2-1 0,0-4-5 16,2-2-2-16,0 0 1 0,11-9-3 0,-13 8 0 15,13-8-7-15,-10 5 0 0,10-5-5 0,0 0 2 16,0 0 0-16,0 0 3 0,0 0-2 0,0 0 3 15,0 0 4-15,0 0-6 0,34-28 1 0,-18 21 1 16,3 4-1-16,-1-1 1 0,3 0 1 0,8-3 3 16,3 5-2-16,0 2 5 0,0 1 5 0,-1 3 4 15,-1 7 3-15,2-3-3 0,-6 4 2 0,1-1 2 0,0 7 5 16,-4 1 0-16,-4-3-2 0,-4 5 0 16,-6-2 2-16,-2 5-7 0,-1 1 4 0,-6-5-1 15,-6 5 0-15,-2-1-3 0,-5 1-4 0,-3-3 2 0,-7 2-5 16,-2-2-12-16,-8 3-20 0,-5-3-26 0,-1 1-32 15,-1-4-24-15,-1-7-24 0,-4 3-15 0,3-8-33 16,-1-3-26-16,11-1-14 0,-15-3-42 0,5-5-57 16,12-2-79-16,-4 1-343 0,-6-9-805 0,8 7 356 15</inkml:trace>
        </inkml:traceGroup>
        <inkml:traceGroup>
          <inkml:annotationXML>
            <emma:emma xmlns:emma="http://www.w3.org/2003/04/emma" version="1.0">
              <emma:interpretation id="{AE7F8B4B-B97B-4A08-B7F1-6E612894C1D9}" emma:medium="tactile" emma:mode="ink">
                <msink:context xmlns:msink="http://schemas.microsoft.com/ink/2010/main" type="inkWord" rotatedBoundingBox="10674,1009 11488,995 11511,2283 10696,2298"/>
              </emma:interpretation>
              <emma:one-of disjunction-type="recognition" id="oneOf2">
                <emma:interpretation id="interp2" emma:lang="" emma:confidence="1">
                  <emma:literal/>
                </emma:interpretation>
              </emma:one-of>
            </emma:emma>
          </inkml:annotationXML>
          <inkml:trace contextRef="#ctx0" brushRef="#br0" timeOffset="3390.5051">6562 361 401 0,'0'0'445'0,"7"-15"15"0,-3 8-1 16,-4 7-4-16,0 0-21 0,4-15-25 15,-4 15-29-15,0 0-45 0,0 0-30 0,0 0-30 16,0 0-5-16,0 0-8 0,0 0-17 0,-13 41-19 0,5-26-21 15,0 12-20-15,-5-1-15 0,2 3-24 0,-7 7-10 16,0 3-11-16,-3-4-12 0,-4 5-19 0,4-6-5 16,-1 3-7-16,5-11-8 0,-3-2-5 0,-1 2-14 15,1-3-2-15,1-4-8 0,0 1-5 0,5-10 0 16,-1 4-4-16,4-3-7 0,3-2-3 0,0-2-4 16,8-7 3-16,-15 11-9 0,15-11 1 0,0 0-4 15,-4 8-1-15,4-8-9 0,0 0 2 0,0 0-2 16,0 0-1-16,0 0 5 0,0 0-3 0,69-15-6 15,-41 11 6-15,1 3-3 0,3-2 3 0,13 3-2 16,0-3-4-16,-1 3 5 0,2 7-2 0,-1-7 4 16,2 0-2-16,-3 4-1 0,-8-1 1 0,-6 1-6 15,4-4 4-15,-4 0 3 0,-1 4-2 0,0-4 3 0,-8 3 0 16,-21-3-3-16,40-3-2 0,-24 3 2 0,-16 0 8 16,23-4 10-16,-23 4 31 0,17-4-9 15,-17 4 18-15,12-10 15 0,-4 1 1 0,-4 1-2 0,3-10-6 16,-6 3 7-16,1-3-2 0,-2-7-8 0,-2 6-1 15,-1-7-11-15,0 0-12 0,1 2-41 16,1-2 0-16,-4 7 0 0,2 0 0 0,-2 3 0 0,0 1 0 16,4 1 0-16,-3 0 0 0,1 5 0 0,3 9 0 15,-6-15 0-15,6 15 0 0,0 0 0 0,-4-9 0 16,4 9 0-16,0 0 0 0,0 0 0 0,2 54 0 16,-2-27 0-16,5 3 0 0,-2 17 0 0,-3 1 0 15,3 3 0-15,1-2 0 0,-4 3 0 0,4 0 0 16,-7 5 0-16,2-11 0 0,1 25 0 0,-4-14 0 15,-1-5 0-15,1-1 0 0,0 2 0 0,-7-5 0 16,3 1-88-16,-1-8-213 0,2-3-66 0,2-5-54 16,-3-3-84-16,2-3-112 0,0-15-365 0,4-5-1065 0,2-7 471 15</inkml:trace>
        </inkml:traceGroup>
        <inkml:traceGroup>
          <inkml:annotationXML>
            <emma:emma xmlns:emma="http://www.w3.org/2003/04/emma" version="1.0">
              <emma:interpretation id="{8553EE1D-1138-4AA8-AFC5-0BDE2E3FED6D}" emma:medium="tactile" emma:mode="ink">
                <msink:context xmlns:msink="http://schemas.microsoft.com/ink/2010/main" type="inkWord" rotatedBoundingBox="13112,714 15145,678 15166,1844 13132,1880"/>
              </emma:interpretation>
              <emma:one-of disjunction-type="recognition" id="oneOf3">
                <emma:interpretation id="interp3" emma:lang="" emma:confidence="0.5">
                  <emma:literal>-F</emma:literal>
                </emma:interpretation>
                <emma:interpretation id="interp4" emma:lang="" emma:confidence="0.5">
                  <emma:literal>- 7</emma:literal>
                </emma:interpretation>
                <emma:interpretation id="interp5" emma:lang="" emma:confidence="0">
                  <emma:literal>_ 7</emma:literal>
                </emma:interpretation>
                <emma:interpretation id="interp6" emma:lang="" emma:confidence="0">
                  <emma:literal>. 7</emma:literal>
                </emma:interpretation>
                <emma:interpretation id="interp7" emma:lang="" emma:confidence="0">
                  <emma:literal>F</emma:literal>
                </emma:interpretation>
              </emma:one-of>
            </emma:emma>
          </inkml:annotationXML>
          <inkml:trace contextRef="#ctx0" brushRef="#br0" timeOffset="4031.1103">8696 561 227 0,'0'0'500'0,"0"0"3"16,0 0-13-16,0 0-9 0,0 0-9 0,0 0-11 16,-43-17-11-16,43 17-28 0,0 0-19 0,0 0-25 15,0 0-25-15,-8-10-36 0,8 10-31 0,0 0-26 16,0 0-25-16,0 0-21 0,0 0-27 0,0 0-21 15,0 0-14-15,0 0-14 0,48-8-16 0,-31 8-10 0,11 0-16 16,1 0-41-16,1 0-44 0,5-1-55 0,7-2-57 16,1 6-64-16,5-3-81 0,-1-3-78 15,0-2-95-15,-3-4-104 0,-2 1-423 0,8-3-1023 0,-13-6 453 16</inkml:trace>
          <inkml:trace contextRef="#ctx0" brushRef="#br0" timeOffset="4481.838">9514 106 261 0,'-5'-11'406'0,"5"11"-10"16,-6-11-14-16,6 11-18 0,0-12-12 0,0 12-18 15,0 0-41-15,0 0-18 0,6-15-14 0,-6 15-12 16,20-3-12-16,-20 3-11 0,35-8-9 0,-9 4-16 16,7 4-12-16,11-1-12 0,-3 1-8 0,3 5-20 15,-1-1-13-15,5 1-15 0,-1 5-11 0,1-7-10 16,-5 5-10-16,-11-4-10 0,3-3-7 0,-2 9-8 15,-1-5-7-15,-7 2-4 0,1-1-6 0,-10-1-6 16,3-2 1-16,-19-3-4 0,21 5-1 0,-21-5 24 16,18 3 15-16,-18-3 13 0,0 0 17 0,0 0 0 15,21-8 6-15,-21 8-4 0,8-15 7 0,-8 15 0 16,4-15 9-16,-2 5 8 0,-2 10 1 0,0-18-8 0,0 18 7 16,-2-16-17-16,2 16-5 0,-6-14-15 0,6 14-11 15,0-12-85-15,0 12 0 0,0 0 0 16,0 0 0-16,-6-10 0 0,6 10 0 0,0 0 0 0,0 0 0 15,-10 43 0-15,7-16 0 0,-4 17 0 0,3-3 0 16,-1 11 0-16,-2 0 0 0,1 3 0 0,-4 18 0 16,-1 3 0-16,9-4 0 0,-4-2 0 0,-2 1 0 15,2-23 0-15,2 3 0 0,0-2 0 0,-9 3 0 16,10-6 0-16,-4-2 0 0,2-4 0 0,-3-11 0 16,2-1 0-1,-4-4 0-15,5-3 0 0,5-4 0 0,-3-7 0 0,-2 5 0 0,4-6-70 0,1-9-194 16,-5 10-62-16,5-10-49 0,0 0-43 0,0 0-67 15,0 0-58-15,0 0-409 0,0 0-1031 0,-13-41 456 16</inkml:trace>
          <inkml:trace contextRef="#ctx0" brushRef="#br0" timeOffset="4669.3032">9874 751 166 0,'-10'-9'392'0,"2"1"-24"0,-3 1-5 0,11 7-9 15,-10-11-1-15,10 11-9 0,0 0-8 0,-11-10-13 16,11 10-17-16,0 0-10 0,6-17-9 0,-6 17-13 15,34-19-1-15,-8 8-3 0,14-8-8 0,3 4-15 16,7-3-18-16,6 2-18 0,-3-4-22 0,3 1-24 16,0 5-7-16,-1 0-30 0,-2-1-44 0,-2 0-55 0,-1 2-65 15,-7 3-74-15,-1-4-77 0,-9 4-84 16,-5 1-92-16,1 2-115 0,-13-3-349 0,0 1-897 16,1 2 397-16</inkml:trace>
        </inkml:traceGroup>
      </inkml:traceGroup>
    </inkml:traceGroup>
    <inkml:traceGroup>
      <inkml:annotationXML>
        <emma:emma xmlns:emma="http://www.w3.org/2003/04/emma" version="1.0">
          <emma:interpretation id="{E229C13B-9CB4-4D26-83D2-7B8DE4B02FE3}" emma:medium="tactile" emma:mode="ink">
            <msink:context xmlns:msink="http://schemas.microsoft.com/ink/2010/main" type="paragraph" rotatedBoundingBox="5522,2469 15382,2191 15417,3434 5557,3711" alignmentLevel="3"/>
          </emma:interpretation>
        </emma:emma>
      </inkml:annotationXML>
      <inkml:traceGroup>
        <inkml:annotationXML>
          <emma:emma xmlns:emma="http://www.w3.org/2003/04/emma" version="1.0">
            <emma:interpretation id="{3614D9FC-BC1B-4CBE-9D7C-631D0DB0DAD7}" emma:medium="tactile" emma:mode="ink">
              <msink:context xmlns:msink="http://schemas.microsoft.com/ink/2010/main" type="line" rotatedBoundingBox="5522,2469 15382,2191 15417,3434 5557,3711">
                <msink:destinationLink direction="with" ref="{FD1E1972-9BAD-46D8-B95D-CEEF8AA44572}"/>
                <msink:destinationLink direction="with" ref="{1F85831A-37BD-464C-8CBA-EF280992FECF}"/>
              </msink:context>
            </emma:interpretation>
          </emma:emma>
        </inkml:annotationXML>
        <inkml:traceGroup>
          <inkml:annotationXML>
            <emma:emma xmlns:emma="http://www.w3.org/2003/04/emma" version="1.0">
              <emma:interpretation id="{DFB966FC-5955-4345-B3DB-1F6CD1BDD264}" emma:medium="tactile" emma:mode="ink">
                <msink:context xmlns:msink="http://schemas.microsoft.com/ink/2010/main" type="inkWord" rotatedBoundingBox="5528,2696 6198,2677 6221,3507 5551,3526"/>
              </emma:interpretation>
              <emma:one-of disjunction-type="recognition" id="oneOf4">
                <emma:interpretation id="interp8" emma:lang="" emma:confidence="1">
                  <emma:literal/>
                </emma:interpretation>
              </emma:one-of>
            </emma:emma>
          </inkml:annotationXML>
          <inkml:trace contextRef="#ctx0" brushRef="#br0" timeOffset="5544.2415">1274 2190 218 0,'0'0'459'0,"0"0"-21"16,-43 22-27-16,43-22-20 0,-16 8-6 0,-2-1-4 16,7 5-13-16,0-9-22 0,1 9-21 0,-8 0-24 15,9-3-28-15,-4 8-11 0,5-3-31 0,-5 4-20 16,5-3-19-16,0 4-14 0,2-3-17 0,-1 6-14 16,4 4-14-16,-2 0-13 0,4-7-10 0,1 8-11 15,1-1-15-15,4-1-1 0,-2 2-15 0,8-3 7 0,1 1-18 16,1 1-7-16,3-2-6 0,3 2-3 15,0 0-7-15,4 0 2 0,-3-6 5 0,3-4-10 16,-1 3 0-16,1-8-3 0,2 1 0 0,-7-5 1 0,3-6 2 16,6 3 6-16,-6-4 6 0,6-4-3 0,-3-4 9 15,4-6 1-15,-4 2 2 0,3-7 4 16,7-7 16-16,-5-5-1 0,-1-1-6 0,-2-4 6 0,-2-2-6 16,-3 2 9-16,-6-9 9 0,-3 4 5 0,-2-4-23 15,-2-4 2-15,-3 1 4 0,-4 3-15 0,-7 0-5 16,6 0-17-16,-14 3-34 0,-1 5 0 0,-1 0 0 15,0 14 0-15,-2 1 0 0,-4 3 0 0,1 4 0 16,-3 3 0-16,-3 6 0 0,-1 3 0 0,-5 6 0 16,4 4 0-16,-2 2-99 0,3 7-56 0,-8 3-42 15,6 7-53-15,7-7-51 0,6 6-41 0,2 1-46 16,1 2-57-16,6-4-72 0,-5-2-400 0,13 3-992 16,-3-6 439-16</inkml:trace>
        </inkml:traceGroup>
        <inkml:traceGroup>
          <inkml:annotationXML>
            <emma:emma xmlns:emma="http://www.w3.org/2003/04/emma" version="1.0">
              <emma:interpretation id="{E82FB04E-EFA9-499F-ACA0-7725B200DA1B}" emma:medium="tactile" emma:mode="ink">
                <msink:context xmlns:msink="http://schemas.microsoft.com/ink/2010/main" type="inkWord" rotatedBoundingBox="8014,2511 8692,2492 8714,3278 8036,3297"/>
              </emma:interpretation>
              <emma:one-of disjunction-type="recognition" id="oneOf5">
                <emma:interpretation id="interp9" emma:lang="" emma:confidence="1">
                  <emma:literal/>
                </emma:interpretation>
              </emma:one-of>
            </emma:emma>
          </inkml:annotationXML>
          <inkml:trace contextRef="#ctx0" brushRef="#br0" timeOffset="6294.1892">3872 2014 11 0,'0'0'462'0,"0"0"-3"0,-2-19-6 0,2 19 4 16,-8-8-9-16,8 8-13 0,-13-7-18 16,13 7-30-16,-19-5-32 0,19 5-19 0,-31 0-18 0,31 0-9 15,-35 6-16-15,16 0-24 0,3-2-26 0,0 6-19 16,-3 2-21-16,3-2-17 0,-4 9-18 0,-1-2-15 16,4 5-10-16,-1 0-24 0,4 1-6 0,2 3-12 15,3 2-16-15,1 0-3 0,6 3-13 0,-4-2 1 16,7 1-5-16,4-3-18 0,-3 6-1 0,11-6-4 15,-1-1-6-15,3 2-4 0,1-3-1 0,3-3-1 16,4 0 3-16,1 1-10 0,5 3 8 0,-9-12-5 16,8-5-12-16,1 1 3 0,-2-2 9 0,2-1-2 15,-2-3 5-15,-5-4-3 0,6-4 7 0,2 1 1 16,-2-6 0-16,-4-1 0 0,3-2 0 0,0-6 10 16,-4 3-12-16,2-3-32 0,-2-4 0 0,-6-2 0 15,4-1 0-15,-6-2 0 0,4-10 0 0,-9-5 0 0,1 2 0 16,-5-6 0-16,-4 2 0 0,-4-1 0 15,-3 2 0-15,-4-5 0 0,-4 7 0 0,0 0 0 16,-5 7 0-16,-2 0 0 0,0 11 0 0,-1 1 0 0,-1 3 0 16,0 3 0-16,-6 0 0 0,1 7-128 0,-2 8-48 15,0 1-36-15,0 1-65 0,2 3-60 0,-2 3-55 16,2 5-81-16,3 0-95 0,1 2-370 0,3-6-1017 16,5-1 450-16</inkml:trace>
        </inkml:traceGroup>
        <inkml:traceGroup>
          <inkml:annotationXML>
            <emma:emma xmlns:emma="http://www.w3.org/2003/04/emma" version="1.0">
              <emma:interpretation id="{4F0CA3D5-D14B-42EA-94A0-B1EA5D7A4BFA}" emma:medium="tactile" emma:mode="ink">
                <msink:context xmlns:msink="http://schemas.microsoft.com/ink/2010/main" type="inkWord" rotatedBoundingBox="10620,2325 11256,2307 11290,3506 10653,3523"/>
              </emma:interpretation>
              <emma:one-of disjunction-type="recognition" id="oneOf6">
                <emma:interpretation id="interp10" emma:lang="" emma:confidence="1">
                  <emma:literal/>
                </emma:interpretation>
              </emma:one-of>
            </emma:emma>
          </inkml:annotationXML>
          <inkml:trace contextRef="#ctx0" brushRef="#br0" timeOffset="7075.3736">6761 2046 11 0,'0'0'421'0,"7"-11"28"0,-7 11 0 0,0-18 18 15,0 18 11-15,-2-13-5 0,2 13 3 0,-5-16 8 0,5 16-12 16,0 0-8-16,0-16-7 0,0 16-26 16,0 0-19-16,-2-10-35 0,2 10-33 0,0 0-35 15,0 0-26-15,0 0-25 0,0 0-18 0,0 0-16 0,-6 48-17 16,6-22-202-16,-3 3-5 0,8 7 0 0,-4 7 0 15,4-1 0-15,0 2 0 0,-5-1 0 0,3 9 0 16,2-3 0-16,-3-3 0 0,-1 5 0 0,-1-9 0 16,3 2 0-16,-3-3 0 0,4-10 0 0,-3-1 0 15,6-3 0-15,-7 2 0 0,3-6 0 0,0 2 0 16,-3-10 0-16,2-4 0 0,2 2 0 0,-2-4 0 16,-2-9 0-16,8 16 0 0,-8-16-488 0,0 0-130 15,0 0-564-15,0 0-1279 0,0 0 567 0</inkml:trace>
          <inkml:trace contextRef="#ctx0" brushRef="#br0" timeOffset="55494.2329">6411 1639 42 0,'-14'11'169'0,"-1"0"-11"0,-1 5-20 16,-4 1-8-16,0 3-4 0,6 5-13 0,-7 1-17 15,2 12-9-15,1 3-1 0,4 1-13 0,-6 3-13 16,8 1-14-16,0-1-13 0,1 7-20 0,3-4-13 15,2 1-13-15,-2 2-24 0,8-3-34 0,0 1-50 16,6 3-67-16,-1-2-204 0,5-3 90 0</inkml:trace>
        </inkml:traceGroup>
        <inkml:traceGroup>
          <inkml:annotationXML>
            <emma:emma xmlns:emma="http://www.w3.org/2003/04/emma" version="1.0">
              <emma:interpretation id="{18B1C0F2-49C5-40BD-BF45-A3E3E18BC663}" emma:medium="tactile" emma:mode="ink">
                <msink:context xmlns:msink="http://schemas.microsoft.com/ink/2010/main" type="inkWord" rotatedBoundingBox="13879,2277 15383,2234 15417,3434 13912,3476"/>
              </emma:interpretation>
              <emma:one-of disjunction-type="recognition" id="oneOf7">
                <emma:interpretation id="interp11" emma:lang="" emma:confidence="1">
                  <emma:literal/>
                </emma:interpretation>
              </emma:one-of>
            </emma:emma>
          </inkml:annotationXML>
          <inkml:trace contextRef="#ctx0" brushRef="#br0" timeOffset="7669.089">9480 2138 449 0,'0'0'499'0,"-22"-3"-2"0,22 3-5 0,-21 0-7 0,21 0-17 15,0 0-30-15,-19-6-27 0,19 6-29 0,0 0-38 16,0 0-32-16,0 0-30 0,0 0-6 0,0 0-26 15,0 0-27-15,0 0-13 0,62 0-20 0,-28 1-21 16,11 2-25-16,-2-3-20 0,4 4 5 0,-1-6-29 16,4 5-35-16,2-6-54 0,4 1-60 0,-7 2-79 15,1-5-99-15,-2 2-89 0,-6-2-101 0,-10 1-138 16,2-5-322-16,-4 1-949 0,-2-8 420 0</inkml:trace>
          <inkml:trace contextRef="#ctx0" brushRef="#br0" timeOffset="8137.8014">10217 1725 411 0,'0'-13'457'0,"0"13"-39"0,8-22-15 16,2 9-14-16,-1-4-10 0,-1 3-5 0,5 0-16 16,1 1-28-16,3 1-30 0,0 3-31 0,7 0-16 15,-5 0-22-15,4 4-22 0,-2 0-19 0,6 5-17 16,-27 0-16-16,39 8-18 0,-19 0-12 0,0-1-13 15,-3 4-10-15,3 5-11 0,-4 6-4 0,-2 0-14 16,-1 7-10-16,-7-3 1 0,-2 2-11 0,-1 13-2 16,-6-12-9-16,-2 1-6 0,-7 9-3 0,4-9-7 15,-6-3 0-15,-8 6-3 0,-3 1-6 0,9-5-3 16,-1-10 0-16,-2 0-3 0,-2 0-2 0,8-4 9 16,-2-1-14-16,4-4 2 0,0 0 1 0,1-1-1 15,10-9-2-15,-11 7 2 0,11-7-5 0,0 0 6 0,0 0-4 16,0 0 4-16,0 0 4 0,0 0 2 0,0 0-1 15,0 0 1-15,64-17 1 0,-36 10 5 0,0-1 14 16,1 5 10-16,16-3 6 0,-11 6 6 0,9 0 11 16,4 2-5-16,-7 5-6 0,0 8-8 0,-6-3-1 15,-5 2-6-15,-5 2-3 0,3 0-8 0,-9 4 4 16,-1 0-1-16,-7 6-5 0,-9 5-7 0,4-3 1 16,-11 3-6-16,-7 5 5 0,-6 1 6 0,-7-3-20 15,-1-1-11-15,-12 0-17 0,-7-3-8 0,-4-1-4 16,-1-5-7-16,-7 0-19 0,-14 7-24 0,16-10-19 15,-2 1-15-15,0-8-19 0,4 2-26 0,-6-2-40 16,4-6-52-16,5-1-52 0,1 1-69 0,3-8-85 16,1 3-404-16,12-6-934 0,5 2 413 0</inkml:trace>
        </inkml:traceGroup>
      </inkml:traceGroup>
    </inkml:traceGroup>
    <inkml:traceGroup>
      <inkml:annotationXML>
        <emma:emma xmlns:emma="http://www.w3.org/2003/04/emma" version="1.0">
          <emma:interpretation id="{D6170BD2-AB43-42EF-83E0-88C3F304A366}" emma:medium="tactile" emma:mode="ink">
            <msink:context xmlns:msink="http://schemas.microsoft.com/ink/2010/main" type="paragraph" rotatedBoundingBox="5575,3814 16063,3738 16080,6074 5592,6150" alignmentLevel="3"/>
          </emma:interpretation>
        </emma:emma>
      </inkml:annotationXML>
      <inkml:traceGroup>
        <inkml:annotationXML>
          <emma:emma xmlns:emma="http://www.w3.org/2003/04/emma" version="1.0">
            <emma:interpretation id="{D7750C21-87B1-4B56-B25B-4DCE1CECACC0}" emma:medium="tactile" emma:mode="ink">
              <msink:context xmlns:msink="http://schemas.microsoft.com/ink/2010/main" type="line" rotatedBoundingBox="5578,3796 15527,3779 15529,4947 5580,4964">
                <msink:destinationLink direction="with" ref="{FD1E1972-9BAD-46D8-B95D-CEEF8AA44572}"/>
                <msink:destinationLink direction="with" ref="{1F85831A-37BD-464C-8CBA-EF280992FECF}"/>
              </msink:context>
            </emma:interpretation>
          </emma:emma>
        </inkml:annotationXML>
        <inkml:traceGroup>
          <inkml:annotationXML>
            <emma:emma xmlns:emma="http://www.w3.org/2003/04/emma" version="1.0">
              <emma:interpretation id="{69714CF7-FA59-43EB-8522-DDAF1EA29F33}" emma:medium="tactile" emma:mode="ink">
                <msink:context xmlns:msink="http://schemas.microsoft.com/ink/2010/main" type="inkWord" rotatedBoundingBox="5579,4086 6235,4085 6236,4718 5580,4719"/>
              </emma:interpretation>
              <emma:one-of disjunction-type="recognition" id="oneOf8">
                <emma:interpretation id="interp12" emma:lang="" emma:confidence="1">
                  <emma:literal/>
                </emma:interpretation>
              </emma:one-of>
            </emma:emma>
          </inkml:annotationXML>
          <inkml:trace contextRef="#ctx0" brushRef="#br0" timeOffset="10793.8632">1324 3454 223 0,'0'0'302'0,"0"0"-5"0,0 0-2 0,0 0-7 15,0 0-9-15,-13-11-2 0,13 11-6 0,0 0-9 16,0 0-3-16,0 0-5 0,0 0-16 0,0 0-4 15,0 0-13-15,0 0-5 0,-37 12-11 0,31-5-9 16,6-7 1-16,-18 16-9 0,7-7-9 0,-2 3-13 16,2 0-4-16,-4 2-10 0,3 0-9 0,-1 3-2 15,-2 4-20-15,2-5-5 0,5 0-9 0,-1 13-7 16,-2-6-11-16,4 3-5 0,2-1-14 0,2 2-4 0,3 0-6 16,0-1-6-16,5 0 0 0,3 4-6 15,2-4-2-15,4-4 1 0,2 2-7 0,3-1-1 0,2-2 3 16,5-7 0-16,-2 3 2 0,3-2 1 0,2-4 0 15,2-3 7-15,1-1-6 0,-4-3-7 0,5-4 2 16,-3 0 7-16,-1-5 25 0,1-1-17 0,-1-2-11 16,-1-4 6-16,-1-1 10 0,-3 0 3 0,-2-5-4 15,-7 8 15-15,6-11 0 0,-2 0-9 0,-3-1 1 16,-3-4 0-16,-4 0 5 0,3 1 0 0,-6-5-15 16,-3-1-57-16,-4 2 0 0,-6-12 0 0,-1 6 0 15,2 5 0-15,-2 4 0 0,-5 0 0 0,3 4 0 16,-9-3 0-16,6 1 0 0,-3 7 0 0,-3-2 0 0,-2 2 0 15,5 6 0-15,-2 4 0 0,1-1 0 16,-6 2 0-16,4 3 0 0,-3 3 0 0,22 0 0 16,-45 9-54-16,17 1-180 0,0-1-38 0,7 3-45 0,3-2-44 15,-6 2-46-15,3 6-61 0,11-5-86 0,-6 0-367 16,2-1-998-16,3 2 442 0</inkml:trace>
        </inkml:traceGroup>
        <inkml:traceGroup>
          <inkml:annotationXML>
            <emma:emma xmlns:emma="http://www.w3.org/2003/04/emma" version="1.0">
              <emma:interpretation id="{457BF5CC-EE85-4B7F-B227-ADA1FDE60047}" emma:medium="tactile" emma:mode="ink">
                <msink:context xmlns:msink="http://schemas.microsoft.com/ink/2010/main" type="inkWord" rotatedBoundingBox="7918,3792 8953,3790 8955,4629 7919,4631"/>
              </emma:interpretation>
              <emma:one-of disjunction-type="recognition" id="oneOf9">
                <emma:interpretation id="interp13" emma:lang="" emma:confidence="1">
                  <emma:literal/>
                </emma:interpretation>
              </emma:one-of>
            </emma:emma>
          </inkml:annotationXML>
          <inkml:trace contextRef="#ctx0" brushRef="#br0" timeOffset="12841.6001">4478 3196 228 0,'-13'-12'420'0,"13"12"-12"0,-8-10-11 16,8 10-6-16,-13-10-3 0,13 10-7 0,-8-16-22 0,8 16-17 15,-14-9-16-15,14 9-18 0,-6-8-5 16,6 8-24-16,0 0-20 0,-9-12-22 0,9 12-20 15,0 0-23-15,0 0-17 0,0 0-21 0,0 0-13 0,-6-7-11 16,6 7-13-16,0 0-11 0,0 0-12 0,0 0-8 16,0 0-6-16,0 0-6 0,0 0 3 0,0 0-9 15,0 0-4-15,0 0-8 0,0 0-8 0,0 0 4 16,0 0-3-16,0 0 11 0,0 0 1 0,-10 31-5 16,6-23 12-16,2 8 0 0,0 0-8 0,-1 3-5 15,2 6-2-15,1 3 1 0,-4-1 7 0,1 10 7 16,3 1 2-16,0 5-4 0,3-3-1 0,-1 0 0 15,0 0-14-15,2 3-8 0,-4-3 6 0,2-2-11 16,0 4-40-16,4-5 0 0,-4-7 0 0,2-3 0 16,-2-1 0-16,-4-7 0 0,2 0 0 0,2-1 0 15,-2 0 0-15,5-6 0 0,-5 0 0 0,1-3 0 16,-1-9 0-16,5 17 0 0,-5-17 0 0,2 12-156 16,-2-12-46-16,0 0-58 0,0 12-68 0,0-12-61 15,0 0-73-15,0 0-79 0,0 0-435 0,0 0-1057 0,0 0 468 16</inkml:trace>
          <inkml:trace contextRef="#ctx0" brushRef="#br0" timeOffset="12371.8838">3488 3630 50 0,'0'0'304'0,"0"0"-7"0,0 0-1 0,0 0-3 16,-25-3-10-16,25 3-17 0,0 0-9 0,0 0-15 0,0 0-2 15,0 0-18-15,0 0-3 0,0 0-3 0,0 0-6 16,0 0-6-16,0 0-10 0,0 0-10 0,0 0-5 15,0 0-13-15,0 0-5 0,0 0-4 0,-20 3-10 16,20-3-7-16,0 0-10 0,0 0-15 0,0 0-6 16,0 0-15-16,0 0-11 0,0 0-10 0,0 0-7 15,0 0-3-15,0 0 1 0,0 0-5 0,0 0 3 16,0 0-2-16,50 9-2 0,-29-9-4 0,-21 0-6 16,59-7-3-16,-27 5-21 0,0-3 3 0,2-1-5 15,11 3-3-15,-2-1-4 0,-1-4-1 0,1 3-12 16,-9-1-34-16,-5 2-39 0,0-1-55 0,0-1-51 15,-7 2-46-15,-3 1-62 0,-3 3-70 0,-16 0-87 16,28-5-312-16,-28 5-816 0,16-7 360 0</inkml:trace>
        </inkml:traceGroup>
        <inkml:traceGroup>
          <inkml:annotationXML>
            <emma:emma xmlns:emma="http://www.w3.org/2003/04/emma" version="1.0">
              <emma:interpretation id="{FA9D685E-597D-49FE-B200-76EB731576B5}" emma:medium="tactile" emma:mode="ink">
                <msink:context xmlns:msink="http://schemas.microsoft.com/ink/2010/main" type="inkWord" rotatedBoundingBox="11195,4016 11253,4015 11254,4793 11197,4794"/>
              </emma:interpretation>
              <emma:one-of disjunction-type="recognition" id="oneOf10">
                <emma:interpretation id="interp14" emma:lang="" emma:confidence="1">
                  <emma:literal/>
                </emma:interpretation>
              </emma:one-of>
            </emma:emma>
          </inkml:annotationXML>
          <inkml:trace contextRef="#ctx0" brushRef="#br0" timeOffset="14153.004">6727 3428 168 0,'8'-9'192'0,"-8"9"-3"0,7-12 0 0,-7 12-1 16,6-9 1-16,-6 9 2 0,7-15 10 0,-7 15 1 0,0 0 11 15,13-11 13-15,-13 11 13 0,6-8 11 0,-6 8 13 16,3-12 14-16,-3 12 13 0,0 0 10 0,0 0 3 15,0-15-3-15,0 15-8 0,0 0-12 0,0 0-18 16,0 0-31-16,0 0-23 0,0 0-15 0,0 0-4 16,0 0 3-16,0 0-12 0,-22 35 0 0,15-10-4 15,7-2 3-15,-1 4-5 0,-6 0-9 0,6 5-3 16,-4 7 5-16,3-7-21 0,1 10 0 0,-3-1-4 16,4 4-15-16,0-6-97 0,-1 2-30 0,2-4 0 15,-2 3 0-15,1-13 0 0,0 1 0 0,0-4 0 16,0 0 0-16,-5 1 0 0,8-6 0 0,-3-4 0 15,-3 3 0-15,3-5 0 0,5 2 0 0,-5-15 0 16,-5 18 0-16,5-18 0 0,3 15 0 0,-3-15 0 0,0 0 0 16,2 12 0-16,-2-12 0 0,0 0-30 15,0 0-340-15,0 0-86 0,0 0-82 0,0 0-123 16,0 0-362-16,6-46-1108 0,-4 31 490 0</inkml:trace>
        </inkml:traceGroup>
        <inkml:traceGroup>
          <inkml:annotationXML>
            <emma:emma xmlns:emma="http://www.w3.org/2003/04/emma" version="1.0">
              <emma:interpretation id="{28435A57-5BBC-45A9-A2A9-EF836A14642B}" emma:medium="tactile" emma:mode="ink">
                <msink:context xmlns:msink="http://schemas.microsoft.com/ink/2010/main" type="inkWord" rotatedBoundingBox="13558,3874 15527,3870 15529,4947 13560,4951"/>
              </emma:interpretation>
              <emma:one-of disjunction-type="recognition" id="oneOf11">
                <emma:interpretation id="interp15" emma:lang="" emma:confidence="0.5">
                  <emma:literal>m</emma:literal>
                </emma:interpretation>
                <emma:interpretation id="interp16" emma:lang="" emma:confidence="0">
                  <emma:literal>4</emma:literal>
                </emma:interpretation>
                <emma:interpretation id="interp17" emma:lang="" emma:confidence="0">
                  <emma:literal>,</emma:literal>
                </emma:interpretation>
                <emma:interpretation id="interp18" emma:lang="" emma:confidence="0">
                  <emma:literal>"</emma:literal>
                </emma:interpretation>
                <emma:interpretation id="interp19" emma:lang="" emma:confidence="0">
                  <emma:literal>n</emma:literal>
                </emma:interpretation>
              </emma:one-of>
            </emma:emma>
          </inkml:annotationXML>
          <inkml:trace contextRef="#ctx0" brushRef="#br0" timeOffset="16416.4603">10389 3236 3879 0,'0'-15'347'16,"0"15"-203"-16,0 0 19 0,-2-19-29 0,2 19-20 0,2-9 10 15,-2 9 11-15,0 0-6 0,0 0-15 0,0 0-13 16,0 0 1-16,0 0-10 0,0 0 5 0,0 0-3 16,0 0-4-16,0 0-11 0,6 47-5 0,-6-32 0 15,-2 4-14-15,-4 7-6 0,0-3-7 0,-2 3-1 16,-5 0-8-16,5 1 0 0,-8 0-6 0,1-1-2 15,-2-1 1-15,2-1 0 0,-1-2-8 0,0-1-4 16,3-4-4-16,0 3 1 0,5-7 1 0,0 3-6 16,2-4-2-16,3-5-3 0,3-7-1 0,-4 17-1 15,4-17 4-15,4 15 1 0,-4-15-1 0,24 12-4 16,-3-9 1-16,6-2 1 0,3 4-4 0,6-5 0 16,9 0 2-16,1 0-3 0,-1-5 3 0,6 1-2 15,-4-5 1-15,-5 3-2 0,4-2 2 0,-4-1-3 16,1 0 4-16,-14 4-2 0,5 0 1 0,-12-1-1 15,5-1 5-15,1-1 0 0,-11 3 6 0,-2-1 0 16,-1-2 16-16,-1 5 16 0,-13 3 17 0,19-12 20 0,-7 6 6 16,-12 6 20-16,12-17 8 0,-7 10 4 0,-5 7 11 15,8-12 14-15,-8 12 3 0,7-15 4 16,-4 8 8-16,-3 7-86 0,0-14-74 0,0 14 0 0,0 0 0 16,0-16 0-16,0 16 0 0,0 0 0 0,0 0 0 15,0 0 0-15,0-14 0 0,0 14 0 0,0 0 0 16,0 0 0-16,0 0 0 0,0 0 0 0,3 45 0 15,-1-14 0-15,-1-3 0 0,4 2 0 0,-2 18 0 16,4-5 0-16,-6 5 0 0,6 1 0 0,-2-1 0 16,-5 1 0-16,-2-3 0 0,7-2 0 0,-7 1 0 15,-4 1 0-15,-2-2 0 0,8-6-128 0,-7 0-365 16,-1-9-101-16,2-5-569 0,3-5-1260 0,-2-4 558 16</inkml:trace>
          <inkml:trace contextRef="#ctx0" brushRef="#br0" timeOffset="15859.2533">9187 3648 314 0,'0'0'351'0,"0"0"-3"0,-29 1-20 0,29-1-5 0,0 0-11 15,0 0-2-15,-32 2-7 0,32-2-15 0,0 0-8 16,-23 2-14-16,23-2-15 0,0 0-16 0,0 0-19 16,0 0-16-16,-20 3-19 0,20-3-13 0,0 0-8 15,0 0 1-15,0 0-1 0,0 0-5 0,0 0-10 16,0 0-11-16,0 0-14 0,91-3-7 0,-62 1-15 16,3 2-6-16,0-2-8 0,11 1-6 0,-10 1-15 15,-5-4-7-15,4 6-11 0,2 0-38 0,-3-4-64 16,-4 0-93-16,3-1-79 0,-9 3-94 0,7-3-114 0,-12-3-422 15,3 4-929-15,-3-1 411 0</inkml:trace>
        </inkml:traceGroup>
      </inkml:traceGroup>
      <inkml:traceGroup>
        <inkml:annotationXML>
          <emma:emma xmlns:emma="http://www.w3.org/2003/04/emma" version="1.0">
            <emma:interpretation id="{06EE896B-E4F5-4C84-AE92-3A3F9DEC2672}" emma:medium="tactile" emma:mode="ink">
              <msink:context xmlns:msink="http://schemas.microsoft.com/ink/2010/main" type="line" rotatedBoundingBox="5823,5115 16072,5041 16080,6074 5830,6148"/>
            </emma:interpretation>
          </emma:emma>
        </inkml:annotationXML>
        <inkml:traceGroup>
          <inkml:annotationXML>
            <emma:emma xmlns:emma="http://www.w3.org/2003/04/emma" version="1.0">
              <emma:interpretation id="{39A77572-AA11-45F7-BBCD-D5210E796BEC}" emma:medium="tactile" emma:mode="ink">
                <msink:context xmlns:msink="http://schemas.microsoft.com/ink/2010/main" type="inkWord" rotatedBoundingBox="5824,5298 6352,5294 6356,5872 5828,5876"/>
              </emma:interpretation>
              <emma:one-of disjunction-type="recognition" id="oneOf12">
                <emma:interpretation id="interp20" emma:lang="" emma:confidence="1">
                  <emma:literal/>
                </emma:interpretation>
              </emma:one-of>
            </emma:emma>
          </inkml:annotationXML>
          <inkml:trace contextRef="#ctx0" brushRef="#br0" timeOffset="18588.1528">1566 4674 185 0,'0'0'395'0,"0"0"-23"0,0 0-6 16,-48 18-15-16,34-12-7 0,-1 1-9 0,1 3-11 16,-1-1-9-16,1-2-19 0,-1 7-17 0,-1 0-15 15,4-1-14-15,2 1-21 0,-1 4-16 0,3-3-18 16,-5 8-15-16,6 3-15 0,6-7-14 0,-1-2-13 15,2 4-12-15,2 1-7 0,-1-2-9 0,6-2-12 16,4 8-9-16,3-4-7 0,-4 2-1 0,9-3-5 16,-3-3-4-16,7 1-5 0,-1-4-3 0,4 1-2 15,-4-6-2-15,4 2-2 0,-8-5-4 0,9 2-3 16,-5-6-3-16,-4 1-1 0,1-3-2 0,1 2 7 0,-20-3 6 16,37-4 3-16,-20 0 6 0,-1-1 11 0,-1 0 6 15,1 0 7-15,-3-6 2 0,1 0-2 16,-4-2 7-16,2-2-13 0,1-2-3 0,-5-1 4 0,0-6-6 15,4-2-6-15,-4-2-6 0,-7-3-8 0,4 2-9 16,-8-3-1-16,-2-5-24 0,0 9-26 0,-1-1 0 16,4-1 0-16,-9 3 0 0,1 1 0 0,-3 3 0 15,5 4 0-15,-4 2 0 0,0 2 0 0,1 0 0 16,-3 3 0-16,-1 4 0 0,6 1-34 0,9 7-99 16,-26-7-30-16,26 7-40 0,-22 1-33 0,22-1-40 15,-23 9-41-15,23-9-44 0,-22 16-54 0,12-8-69 0,2 3-445 16,2-3-1005-16,-1 1 445 0</inkml:trace>
        </inkml:traceGroup>
        <inkml:traceGroup>
          <inkml:annotationXML>
            <emma:emma xmlns:emma="http://www.w3.org/2003/04/emma" version="1.0">
              <emma:interpretation id="{5755FECE-B932-4A98-8C76-4005C72694CF}" emma:medium="tactile" emma:mode="ink">
                <msink:context xmlns:msink="http://schemas.microsoft.com/ink/2010/main" type="inkWord" rotatedBoundingBox="8415,5097 8908,5093 8915,6067 8422,6070"/>
              </emma:interpretation>
              <emma:one-of disjunction-type="recognition" id="oneOf13">
                <emma:interpretation id="interp21" emma:lang="" emma:confidence="1">
                  <emma:literal/>
                </emma:interpretation>
              </emma:one-of>
            </emma:emma>
          </inkml:annotationXML>
          <inkml:trace contextRef="#ctx0" brushRef="#br0" timeOffset="20009.9244">4428 4491 3612 0,'5'-12'316'0,"-5"12"-172"0,-3-16-39 0,3 16-3 16,-8-15 28-16,8 15 26 0,-8-18-11 0,8 18-14 15,-15-10 12-15,15 10 10 0,-22-3 2 0,4 1 3 0,18 2 3 16,-30 2-9-16,9 7 0 0,3-1-2 0,-2-1-1 16,-3 6 6-16,-1 4-26 0,2-1-5 0,1 3-11 15,-2 2-11-15,2 3-6 0,-8 8-18 0,7 2-3 16,0-1-7-16,1 5-9 0,0 0-4 0,2 1-4 16,4 1-7-16,1 4 0 0,6-2-3 0,-2 3-11 15,4 0 1-15,1 2-7 0,6-5-1 0,3 3 0 16,2-4-1-16,4 1-4 0,4-6-1 0,1-2-1 15,-3-8 2-15,3-1 8 0,1-5-16 0,-2-6 2 0,1-2 1 16,6-2 1-16,-2-4-2 0,2 0 2 16,0-3-3-16,-1-3 6 0,-20 0 0 0,45-15 0 15,-17 7 3-15,-4-6 5 0,-3 2 0 0,-5-2-5 0,3-9 1 16,-5 8 11-16,1-6-11 0,-6 4-1 0,4-5 0 16,-5-2-3-16,-1-1 1 0,-3 6-6 0,-4 0 4 15,0-1-10-15,-6-5-2 0,0 6-7 0,-2 5-6 16,-4-1-8-16,-4-3 0 0,7 9-13 0,-4-4-18 15,-3 7-22-15,-2 3-19 0,18 3-29 0,-37 0-31 16,37 0-42-16,-33 9-55 0,18-3-44 0,1 2-46 16,-1 4-44-16,6 2-53 0,2-6-66 0,-1 6-366 15,2-3-935-15,4 1 414 0</inkml:trace>
        </inkml:traceGroup>
        <inkml:traceGroup>
          <inkml:annotationXML>
            <emma:emma xmlns:emma="http://www.w3.org/2003/04/emma" version="1.0">
              <emma:interpretation id="{5306567D-5915-4C1D-A0EE-06EFD936CFA5}" emma:medium="tactile" emma:mode="ink">
                <msink:context xmlns:msink="http://schemas.microsoft.com/ink/2010/main" type="inkWord" rotatedBoundingBox="11628,5259 12146,5255 12152,6102 11635,6106"/>
              </emma:interpretation>
              <emma:one-of disjunction-type="recognition" id="oneOf14">
                <emma:interpretation id="interp22" emma:lang="" emma:confidence="1">
                  <emma:literal/>
                </emma:interpretation>
              </emma:one-of>
            </emma:emma>
          </inkml:annotationXML>
          <inkml:trace contextRef="#ctx0" brushRef="#br0" timeOffset="20839.0887">7223 4727 241 0,'0'0'426'0,"0"0"-12"0,-19-6-3 16,19 6-6-16,-10-13 1 0,10 13 11 0,-9-10-11 0,9 10-4 16,-5-10-11-16,5 10-13 0,-7-14-9 0,7 14-7 15,0 0-29-15,-4-9-29 0,4 9-35 0,0 0-26 16,0 0-10-16,0 0-29 0,0 0-29 0,0 0-10 15,0 0-17-15,0 0-11 0,0 0-19 0,-13 35-4 16,11-14-11-16,7-1-13 0,-5 6-14 0,-3 0 10 16,6 5-16-16,-1 10-6 0,-2 1-11 0,1 0-2 15,1-10-4-15,1 6-13 0,-1-8-29 0,4 10-35 16,0-9-37-16,-2-4-46 0,2 3-55 0,-6-1-59 16,8-3-68-16,2-3-52 0,-1-4-54 0,-2 0-59 15,-1-9-75-15,1 0-384 0,-7-10-993 0,9 7 440 0</inkml:trace>
          <inkml:trace contextRef="#ctx0" brushRef="#br0" timeOffset="21058.736">7547 4733 321 0,'7'-25'419'16,"1"5"-15"-16,-4 1-5 0,3 1-7 0,-2 3-14 16,1 0-2-16,1 6-5 0,-4 0-7 0,-3 9-25 15,3-17-32-15,-3 17-29 0,6-9-30 16,-6 9-22-16,0 0-17 0,0 0-17 0,0 0-19 0,0 0-11 0,0 0-11 15,23 41-11-15,-18-16-9 0,1 2-10 0,-1 1-13 16,0 8-7-16,3 8-6 0,-2-2-12 0,-4 6-8 16,3-4-8-16,-5 3-10 0,1-3-2 0,2 2-6 15,-1 0-11-15,-2-4-27 0,0 0-31 0,-2-3-31 16,-1-6-42-16,2-5-47 0,-1 0-41 0,2-5-50 16,0-1-45-16,-5-2-54 0,5-5-58 0,0-2-87 15,-1-1-302-15,1-12-840 0,-5 12 373 0</inkml:trace>
        </inkml:traceGroup>
        <inkml:traceGroup>
          <inkml:annotationXML>
            <emma:emma xmlns:emma="http://www.w3.org/2003/04/emma" version="1.0">
              <emma:interpretation id="{4ECF4460-A9C3-41CC-8140-2307197107EA}" emma:medium="tactile" emma:mode="ink">
                <msink:context xmlns:msink="http://schemas.microsoft.com/ink/2010/main" type="inkWord" rotatedBoundingBox="13854,5227 16073,5211 16079,5957 13859,5973"/>
              </emma:interpretation>
              <emma:one-of disjunction-type="recognition" id="oneOf15">
                <emma:interpretation id="interp23" emma:lang="" emma:confidence="0.5">
                  <emma:literal>-27</emma:literal>
                </emma:interpretation>
                <emma:interpretation id="interp24" emma:lang="" emma:confidence="0.5">
                  <emma:literal>- 27</emma:literal>
                </emma:interpretation>
                <emma:interpretation id="interp25" emma:lang="" emma:confidence="0.5">
                  <emma:literal>-2 7</emma:literal>
                </emma:interpretation>
                <emma:interpretation id="interp26" emma:lang="" emma:confidence="0">
                  <emma:literal>_ 27</emma:literal>
                </emma:interpretation>
                <emma:interpretation id="interp27" emma:lang="" emma:confidence="0">
                  <emma:literal>. 27</emma:literal>
                </emma:interpretation>
              </emma:one-of>
            </emma:emma>
          </inkml:annotationXML>
          <inkml:trace contextRef="#ctx0" brushRef="#br0" timeOffset="22355.5025">9460 4933 356 0,'0'0'405'15,"0"0"-13"-15,-23-2-19 0,23 2-1 0,-21-1 1 16,21 1-9-16,0 0-16 0,-21-6-17 0,21 6-27 16,0 0-26-16,0 0-23 0,-14-4-21 0,14 4-19 15,0 0-19-15,0 0-17 0,0 0-11 0,0 0-15 16,0 0-15-16,0 0-14 0,0 0-12 0,58-13-10 16,-37 11-12-16,-1-1-9 0,9-1-11 0,0 3-10 15,0 1-12-15,-2 0-33 0,2-4-47 0,-1 4-58 0,2-2-56 16,-1 2-54-16,5 2-53 0,-10-5-58 0,5-2-71 15,-2 1-405-15,7-5-854 0,-4 2 378 16</inkml:trace>
          <inkml:trace contextRef="#ctx0" brushRef="#br0" timeOffset="22886.7148">10265 4729 43 0,'0'0'395'0,"-34"-1"-14"0,34 1-14 15,0 0-17-15,-25-4-2 0,25 4-8 16,-15-6-11-16,15 6-18 0,-13-9-12 0,13 9-29 0,-8-14-24 16,8 14-22-16,-4-18-24 0,4 18-13 0,6-19-18 15,-6 19-14-15,8-16-9 0,0 8-17 0,-2 0-9 16,6-2-10-16,2 6-12 0,-14 4-9 0,24-12-12 15,-9 8-6-15,4 1-8 0,-19 3-21 0,32 1-1 16,-13 5-4-16,-3 0-3 0,4 3-4 0,-4 2 0 16,-2 4-6-16,4 2 2 0,-7 1-5 0,-3 5-3 15,-2 2-1-15,1-5 2 0,-7 6-4 0,-2 0-1 16,-4 5 2-16,-2-1-1 0,-7 4-2 0,1-6-7 16,-7 7-10-16,2-9-6 0,-5 6-2 0,3-12-6 15,-2 2-7-15,2-3 0 0,-1 0-2 0,-4-3 2 16,5 1 7-16,7-5 1 0,0-5 2 0,-2 2-2 0,1-2 9 15,-1-3 1-15,16-4 1 0,-19 4 7 0,19-4 8 16,0 0 6-16,0 0-2 0,0 0 0 16,-26-15 0-16,26 15-1 0,5-19-3 0,-5 19 1 0,13-18 0 15,-7 1-4-15,4 7 1 0,4-5-6 0,1 5 10 16,4-2-4-16,-3 5 3 0,3 2 0 0,2-2-6 16,-2 6 0-16,-19 1-4 0,40 1 4 0,-19 4 1 15,2 1-3-15,-1 1 0 0,4 6-3 0,-5 1 0 16,3 1-7-16,-3-2-23 0,0 5-32 0,-5-5-32 15,1-1-34-15,-1-1-30 0,0 0-30 0,-1 1-40 16,2-1-65-16,-5-1-55 0,0-3-75 0,-12-7-228 16,21 0-705-16,-21 0 312 0</inkml:trace>
          <inkml:trace contextRef="#ctx0" brushRef="#br0" timeOffset="23214.8515">10823 4634 51 0,'0'-18'440'0,"0"18"-39"0,4-13-38 16,-4 13-13-16,3-10 18 0,-3 10-18 0,16-12-8 16,-3 10 11-16,-13 2-10 0,35-9-35 0,-6 1-25 15,-2 6-29-15,4-3-25 0,1-1-13 0,-2 5-31 16,1-3-18-16,4 2-16 0,-3 2-14 0,15-1-15 16,-19-3-14-16,1 8-12 0,-1-1-7 0,-1-6-11 15,-5-1-8-15,-22 4-6 0,32 0-7 0,-32 0-2 0,20-1-7 16,-20 1-3-16,19-2-2 0,-19 2-3 0,0 0-4 15,0 0-2-15,0 0-1 0,0 0-7 0,0 0-4 16,22 2-4-16,-22-2 3 0,0 0-2 0,7 13-2 16,-7-13 0-16,1 25-2 0,3-10 0 0,-4 4 0 15,1 7-2-15,1 4 1 0,-4 6-1 16,2-7-3-16,0 11-3 0,0-1 1 0,0 0 3 0,0 7-1 16,2-6 0-16,-2 5 0 0,-2-5-8 0,2-1-26 15,-1-11-45-15,-3 12-45 0,3-14-62 0,-2-1-57 16,-1 3-60-16,-4-4-68 0,7-12-66 0,-12 6-391 15,0-5-886-15,5-4 392 0</inkml:trace>
          <inkml:trace contextRef="#ctx0" brushRef="#br0" timeOffset="23399.2763">11086 5074 169 0,'0'0'408'0,"0"0"-39"0,-1-15-17 16,1 15-6-1,0 0-5-15,21-19-13 0,-12 10-20 0,11 0-26 0,4-6-23 0,13 0-33 16,3-1-16-16,-3-2-23 16,6 0-24-16,-1 8-15 0,-12-1-48 0,12-4-60 0,-13 2-67 0,-2 1-64 0,2-1-91 15,-3 2-100-15,-10-3-327 0,6 2-660 16,-1-6 292-16</inkml:trace>
        </inkml:traceGroup>
      </inkml:traceGroup>
    </inkml:traceGroup>
    <inkml:traceGroup>
      <inkml:annotationXML>
        <emma:emma xmlns:emma="http://www.w3.org/2003/04/emma" version="1.0">
          <emma:interpretation id="{AC007661-FBA1-4126-99AC-1B4CD30E80AB}" emma:medium="tactile" emma:mode="ink">
            <msink:context xmlns:msink="http://schemas.microsoft.com/ink/2010/main" type="paragraph" rotatedBoundingBox="2412,7043 14444,7065 14441,9058 2409,9036" alignmentLevel="1"/>
          </emma:interpretation>
        </emma:emma>
      </inkml:annotationXML>
      <inkml:traceGroup>
        <inkml:annotationXML>
          <emma:emma xmlns:emma="http://www.w3.org/2003/04/emma" version="1.0">
            <emma:interpretation id="{228596B2-C55E-42DE-A4E1-EC2874FA5D4D}" emma:medium="tactile" emma:mode="ink">
              <msink:context xmlns:msink="http://schemas.microsoft.com/ink/2010/main" type="inkBullet" rotatedBoundingBox="2412,7043 5690,7049 5687,8787 2409,8781"/>
            </emma:interpretation>
            <emma:one-of disjunction-type="recognition" id="oneOf16">
              <emma:interpretation id="interp28" emma:lang="" emma:confidence="0">
                <emma:literal>-</emma:literal>
              </emma:interpretation>
            </emma:one-of>
          </emma:emma>
        </inkml:annotationXML>
        <inkml:trace contextRef="#ctx0" brushRef="#br0" timeOffset="113238.2058">-74 6523 333 0,'0'0'393'0,"26"3"-38"16,-26-3-22-16,0 0-21 0,26 1-27 0,-26-1-21 16,27 0-18-16,-27 0-17 0,35-1-18 0,-6-5-12 15,-1 5-17-15,7-3-17 0,8 1-15 0,-1-1-15 16,4-4-14-16,3-1-14 0,-1 4-11 0,-3-4-11 16,1-1-7-16,-1 2-2 0,-2 1-13 0,2-1-7 0,-11 1-3 15,0 0-13-15,-4 1-25 0,-3-3-12 0,1 4-27 16,-7-2-21-16,-4 2-28 0,-1 3-22 15,-1-2-30-15,-15 4-33 0,21-4-39 0,-21 4-44 0,19-9-70 16,-19 9-242-16,13-9-599 0,-13 9 265 0</inkml:trace>
        <inkml:trace contextRef="#ctx0" brushRef="#br0" timeOffset="111702.2306">-1878 7835 119 0,'-41'17'385'0,"1"-2"-34"0,11-5-19 0,4 0-22 16,7-3-12-16,2-4-27 0,5 4-13 0,11-7-29 16,-8 9-14-16,8-9-13 0,0 0-10 0,0 0-8 0,29 17-5 15,0-13-9-15,1-3-14 0,18-1-16 0,4-1-15 16,26-5-12-16,-15 0-17 0,23-3-2 0,-2 0-8 16,-4-5-19-16,-1 4-32 0,-1-3-55 0,-17 5-61 15,-1 3-77-15,-3-1-98 0,4 2-142 0,0-3-218 16,0 0-667-16,-1-1 295 0</inkml:trace>
        <inkml:trace contextRef="#ctx0" brushRef="#br0" timeOffset="111527.07">-1959 7538 5019 0,'0'0'2'0,"-14"5"-4"0,14-5 3 0,0 0 2 16,0 0-8-16,-21 5-1 0,21-5 3 0,0 0 1 15,0 0-1-15,0 0 8 0,0 0 6 0,0 0 1 16,0 0 7-16,69 0-1 0,-26-1 3 0,2-1 2 15,10 0-5-15,-2 0 6 0,-2 2-7 0,5-3-11 16,2-2 4-16,1 1-18 0,-6 3-29 0,2-3-41 16,-5 2-50-16,-7 1-48 0,-13 1-60 0,-7 1-67 15,-5 1-98-15,-18-2-237 0,24 2-689 0,-24-2 306 16</inkml:trace>
        <inkml:trace contextRef="#ctx0" brushRef="#br0" timeOffset="127542.4931">1210 7251 458 0,'-13'-12'429'0,"13"12"-8"0,-8-14-6 16,8 14 4-16,-9-8 8 0,9 8-5 0,-12-7-12 0,12 7-27 15,-8-12-21-15,8 12-32 0,0 0-34 0,-3-11-29 16,3 11-13-16,0 0 16 0,0 0-5 0,0 0-12 16,-3 37-27-16,6-17-2 0,0 3-22 0,2 3-9 15,-2 4-22-15,2 0-15 0,-2 8-11 0,4 3-11 16,-1-3-26-16,1 6 12 0,-7-3-22 0,6 4-10 15,-4 0-8-15,2-3-12 0,-2 0-7 0,0-2-25 16,-2 2-36-16,-2-4 0 0,2 2 0 0,0-9 0 0,0-4 0 16,-2-2 0-16,-1 1 0 0,2-6-124 15,-3 2-65-15,1-3-48 0,2-8-47 0,-1 4-39 0,2-15-38 16,-5 16-53-16,2-9-77 0,3-7-471 0,0 0-1041 16,0 0 460-16</inkml:trace>
      </inkml:traceGroup>
      <inkml:traceGroup>
        <inkml:annotationXML>
          <emma:emma xmlns:emma="http://www.w3.org/2003/04/emma" version="1.0">
            <emma:interpretation id="{3B22736E-6C1B-41EC-9E38-A5CE1050AC31}" emma:medium="tactile" emma:mode="ink">
              <msink:context xmlns:msink="http://schemas.microsoft.com/ink/2010/main" type="line" rotatedBoundingBox="7634,7498 14444,7510 14441,9058 7631,9045">
                <msink:destinationLink direction="with" ref="{927D8C38-13C5-4002-8D84-CFC543930578}"/>
                <msink:destinationLink direction="with" ref="{4238297A-CF4C-402F-BA8A-0727C22C61EA}"/>
              </msink:context>
            </emma:interpretation>
          </emma:emma>
        </inkml:annotationXML>
        <inkml:traceGroup>
          <inkml:annotationXML>
            <emma:emma xmlns:emma="http://www.w3.org/2003/04/emma" version="1.0">
              <emma:interpretation id="{AFC74BEA-97A1-404F-BC48-19DD1FE96368}" emma:medium="tactile" emma:mode="ink">
                <msink:context xmlns:msink="http://schemas.microsoft.com/ink/2010/main" type="inkWord" rotatedBoundingBox="7634,7772 8292,7773 8290,8633 7632,8632"/>
              </emma:interpretation>
              <emma:one-of disjunction-type="recognition" id="oneOf17">
                <emma:interpretation id="interp29" emma:lang="" emma:confidence="1">
                  <emma:literal/>
                </emma:interpretation>
              </emma:one-of>
            </emma:emma>
          </inkml:annotationXML>
          <inkml:trace contextRef="#ctx0" brushRef="#br0" timeOffset="128604.878">3158 7179 248 0,'4'-13'378'0,"-4"13"-18"0,5-15-24 16,-5 15-18-16,13-16-18 0,-11 12-12 0,11-3-19 16,1-2-24-16,0 2-20 0,6 1-14 0,1 3-17 15,6 1-14-15,-1-1-18 0,1 3-12 0,2 3-16 16,-8 2-15-16,-2-2-11 0,6 7-8 0,-5-1-8 16,5 1-14-16,-2 6-4 0,-9-5-5 0,-2 5-7 15,-1-1-12-15,-5 4 0 0,-4 6-4 0,-2-2 0 0,-5 0-6 16,-5 7-10-16,1-8 7 0,-6 8-11 15,-2-7-1-15,-4 2 4 0,-8 2-7 0,6-4-8 0,1-2 4 16,-1-2-2-16,-2-3-2 0,2-1-8 0,2 0 4 16,4-4 1-16,4-1-1 0,-1-5-3 0,-1 4 1 15,4-6 3-15,11-3-7 0,0 0-1 0,0 0 8 16,0 0 4-16,0 0 5 0,0 0-1 0,0 0 7 16,42-22-3-16,-15 10 8 0,3 1-7 0,-1-2 2 15,13-1 9-15,0 2-4 0,-1 5 0 0,-10 0-2 16,3 2-3-16,-4 2 0 0,-1 6-4 0,1 3-1 0,-1 0 1 15,-8-2-2-15,6 5-2 0,-1 7-2 16,-5-2-2-16,-7 5 1 0,2 2 0 0,-8-6 0 0,-3 10-6 16,-2-5 3-16,-3 10 1 0,-3-4-3 0,-8 0 2 15,-3 1-5-15,-2-1-4 0,-4-3 5 0,-2 3-7 16,-9 1-20-16,6-6-4 0,-3-2-25 0,-8 0-15 16,7-5-23-16,-2-5-21 0,-11 1-23 0,9-4-5 15,2-3-28-15,-10 1-24 0,5-4-23 0,15-4-30 16,-3 0-22-16,-3-11-17 0,9 6-55 0,-7-9-262 15,10 8-645-15,7-8 286 0</inkml:trace>
        </inkml:traceGroup>
        <inkml:traceGroup>
          <inkml:annotationXML>
            <emma:emma xmlns:emma="http://www.w3.org/2003/04/emma" version="1.0">
              <emma:interpretation id="{D4DC8A83-B6D6-426C-97FE-ED94E79D3054}" emma:medium="tactile" emma:mode="ink">
                <msink:context xmlns:msink="http://schemas.microsoft.com/ink/2010/main" type="inkWord" rotatedBoundingBox="9847,7655 10665,7656 10662,9051 9844,9049"/>
              </emma:interpretation>
              <emma:one-of disjunction-type="recognition" id="oneOf18">
                <emma:interpretation id="interp30" emma:lang="" emma:confidence="1">
                  <emma:literal/>
                </emma:interpretation>
              </emma:one-of>
            </emma:emma>
          </inkml:annotationXML>
          <inkml:trace contextRef="#ctx0" brushRef="#br0" timeOffset="129471.7738">5826 7011 385 0,'-11'-14'435'0,"11"14"-23"0,-4-12-24 16,4 12-24-16,-6-8-26 0,6 8-30 0,0 0-29 0,0 0-23 15,0 0-21-15,0 0-7 0,0 0-2 0,0 0-9 16,-19 34-9-16,12-19-11 0,1 4-17 15,-2 3-16-15,1 5-17 0,-7 10-10 0,4-10-15 0,-9 10-16 16,4 4-1-16,-3-3-13 0,1 0-8 0,-6-4-10 16,2 6-16-16,-1-6-8 0,-6 3-1 0,7-5-8 15,-6 0-5-15,5-8 1 0,1-3-6 0,0-1-4 16,1 2-1-16,3-2-3 0,2-5-2 0,1-2-3 16,6-1-2-16,0-2-6 0,1 0 3 0,7-10-6 15,0 14 3-15,0-14-4 0,7 15 0 0,-7-15 1 0,22 13-1 16,-3-8 4-16,6-4-2 0,7 2 0 0,-3-2-2 15,11-1-1-15,7 0 4 0,-2-1 0 0,-2-2-2 16,1 2 0-16,6-5 1 0,0 1 3 0,-4 2-3 16,-2-2 1-16,-14 3-1 0,4-2 2 0,-2 0 6 15,-3-1 0-15,-1 1 3 0,-7 2 4 0,-5-2 6 16,1 1 10-16,-17 3 11 0,25-5 14 0,-25 5 11 16,21-11 2-16,-21 11 21 0,12-8-17 0,-12 8-1 15,9-18-2-15,-9 9 6 0,0 9-9 0,1-25-4 16,-1 15 3-16,-1-7-4 0,-4 3 1 0,1-2-3 15,-2 4-1-15,-2-5 9 0,3 1 6 0,2 4 11 0,-2 2-4 16,5 10 0-16,-5-18-4 0,5 18-41 0,-5-13-44 16,5 13 0-16,-4-12 0 0,4 12 0 0,0 0 0 15,0 0 0-15,0 0 0 0,0 0 0 0,0 0 0 16,-15 46 0-16,13-13 0 0,-2 6 0 0,0 3 0 16,-2 5 0-16,1 5 0 0,-3 2 0 0,3 0 0 15,4 2 0-15,-3-2 0 0,1 0 0 0,-3 2 0 16,3-4-140-16,-1-2-133 0,3-5-54 0,1 0-48 15,-7-4-65-15,4-1-87 0,-2-14-492 0,5-2-1103 16,0-7 489-16</inkml:trace>
        </inkml:traceGroup>
        <inkml:traceGroup>
          <inkml:annotationXML>
            <emma:emma xmlns:emma="http://www.w3.org/2003/04/emma" version="1.0">
              <emma:interpretation id="{F4D018E7-5286-46FF-BC30-15C5B96AF262}" emma:medium="tactile" emma:mode="ink">
                <msink:context xmlns:msink="http://schemas.microsoft.com/ink/2010/main" type="inkWord" rotatedBoundingBox="12250,7506 14444,7510 14441,8892 12247,8889"/>
              </emma:interpretation>
              <emma:one-of disjunction-type="recognition" id="oneOf19">
                <emma:interpretation id="interp31" emma:lang="" emma:confidence="0.5">
                  <emma:literal>-7</emma:literal>
                </emma:interpretation>
                <emma:interpretation id="interp32" emma:lang="" emma:confidence="0.5">
                  <emma:literal>- 7</emma:literal>
                </emma:interpretation>
                <emma:interpretation id="interp33" emma:lang="" emma:confidence="0">
                  <emma:literal>_ 7</emma:literal>
                </emma:interpretation>
                <emma:interpretation id="interp34" emma:lang="" emma:confidence="0">
                  <emma:literal>-77</emma:literal>
                </emma:interpretation>
                <emma:interpretation id="interp35" emma:lang="" emma:confidence="0">
                  <emma:literal>. 7</emma:literal>
                </emma:interpretation>
              </emma:one-of>
            </emma:emma>
          </inkml:annotationXML>
          <inkml:trace contextRef="#ctx0" brushRef="#br0" timeOffset="129846.7573">7798 7488 351 0,'0'0'454'16,"0"0"-24"-16,0 0-22 0,-25-4-12 0,25 4-13 15,0 0-15-15,0 0-22 0,0 0-25 0,0 0-26 16,0 0-28-16,0 0-18 0,0 0-16 0,0 0-18 16,0 0-23-16,0 0-20 0,0 0-15 0,74 15-17 0,-30-11-24 15,-11-2-46-15,11-4-58 0,1 2-71 0,1 0-67 16,-1 0-82-16,-11-4-80 0,11-4-112 15,-4 1-349-15,3-6-812 0,-16 4 359 0</inkml:trace>
          <inkml:trace contextRef="#ctx0" brushRef="#br0" timeOffset="130299.6741">8751 7082 266 0,'0'0'457'0,"0"0"-20"0,3-11-27 0,-3 11-11 0,0 0-5 15,6-15-5-15,-6 15-14 0,13-9-14 0,1 1-23 16,7 3-29-16,-3-1-16 0,9-2-30 0,5 3-28 16,0-2-23-16,10 3-23 0,1-3-13 0,6 2-18 15,-17 0-19-15,16 2-15 0,-5-1-15 0,2 2-10 16,-11 1-12-16,9-3-9 0,-9-1-9 0,-4 2-4 16,-1 1-6-16,-2-2-6 0,-1 0-8 0,-7 3-2 15,0-6-1-15,-4 4-3 0,-1-2-6 0,-14 5 2 0,29-11-9 16,-21 8-2-16,5-8 2 0,-5 4 6 15,-8 7-5-15,15-15 5 0,-11 5 7 0,-4 10 8 0,8-16 10 16,-8 16 4-16,7-12 1 0,-7 12 3 0,1-11 1 16,-1 11-5-16,0 0-9 0,0 0-7 0,7-12-4 15,-7 12-7-15,0 0-13 0,0 0 6 0,0 0 4 16,0 0 2-16,-15 50-13 0,9-22 4 0,-4 10-3 16,2 7-2-16,-3 4 1 0,1 4 2 0,-1 18-1 15,-2 0 17-15,5-18-7 0,0 22 4 0,2-1-2 16,0-17 7-16,-2 12-3 0,-1 4 5 0,3-19-8 15,4-2-9-15,-2 7 0 0,0-7-16 0,-2-2-3 16,1-1-6-16,5-3 0 0,-3-5 0 0,-2-2 0 0,-1-10 0 16,4-7-2-16,-3 0-84 0,4-6-40 0,-1-3-29 15,-3-3-39-15,2 0-42 0,3-10-38 0,-6 12-40 16,6-12-49-16,0 0-34 0,0 0-48 0,0 0-50 16,-34-24-356-16,28 7-922 0,-6-7 409 0</inkml:trace>
          <inkml:trace contextRef="#ctx0" brushRef="#br0" timeOffset="130471.5653">9208 7762 232 0,'-8'-7'365'0,"1"-1"-23"0,7 8-26 0,-8-17-8 16,8 17-18-16,-5-10-18 0,5 10-4 0,0 0 3 15,10-23 14-15,1 16-9 0,5-4 5 0,7 0-9 16,4 0-5-16,7 0-6 0,11 0-16 0,1-6-13 16,1 4-16-16,3-2-16 0,1 1-24 0,3-3-20 15,-5 8-25-15,-21 0-36 0,14-6-52 0,1 3-57 16,1 0-64-16,-6-1-65 0,-9 3-70 0,-2 1-74 0,-7 3-90 15,-6-4-405-15,10 1-846 0,-9 2 374 0</inkml:trace>
        </inkml:traceGroup>
      </inkml:traceGroup>
    </inkml:traceGroup>
    <inkml:traceGroup>
      <inkml:annotationXML>
        <emma:emma xmlns:emma="http://www.w3.org/2003/04/emma" version="1.0">
          <emma:interpretation id="{E44D465C-29C6-44EF-A6ED-F868D6900696}" emma:medium="tactile" emma:mode="ink">
            <msink:context xmlns:msink="http://schemas.microsoft.com/ink/2010/main" type="paragraph" rotatedBoundingBox="5512,9490 14368,9614 14349,10948 5493,10825" alignmentLevel="3"/>
          </emma:interpretation>
        </emma:emma>
      </inkml:annotationXML>
      <inkml:traceGroup>
        <inkml:annotationXML>
          <emma:emma xmlns:emma="http://www.w3.org/2003/04/emma" version="1.0">
            <emma:interpretation id="{73DCEDC7-057E-433B-A3C5-9B93934EA1A8}" emma:medium="tactile" emma:mode="ink">
              <msink:context xmlns:msink="http://schemas.microsoft.com/ink/2010/main" type="line" rotatedBoundingBox="5512,9490 14368,9614 14349,10948 5493,10825">
                <msink:destinationLink direction="with" ref="{927D8C38-13C5-4002-8D84-CFC543930578}"/>
                <msink:destinationLink direction="with" ref="{4238297A-CF4C-402F-BA8A-0727C22C61EA}"/>
              </msink:context>
            </emma:interpretation>
          </emma:emma>
        </inkml:annotationXML>
        <inkml:traceGroup>
          <inkml:annotationXML>
            <emma:emma xmlns:emma="http://www.w3.org/2003/04/emma" version="1.0">
              <emma:interpretation id="{D7D3C405-230F-4485-95B9-F24E0AD7CD5B}" emma:medium="tactile" emma:mode="ink">
                <msink:context xmlns:msink="http://schemas.microsoft.com/ink/2010/main" type="inkWord" rotatedBoundingBox="5509,9660 6178,9669 6169,10341 5500,10332"/>
              </emma:interpretation>
              <emma:one-of disjunction-type="recognition" id="oneOf20">
                <emma:interpretation id="interp36" emma:lang="" emma:confidence="1">
                  <emma:literal/>
                </emma:interpretation>
              </emma:one-of>
            </emma:emma>
          </inkml:annotationXML>
          <inkml:trace contextRef="#ctx0" brushRef="#br0" timeOffset="131526.3753">1111 9121 357 0,'-4'-11'411'15,"4"11"9"-15,0 0-20 0,-6-12-17 0,6 12-20 0,0 0-21 16,0 0-25-16,0 0-33 0,0 0-31 15,0 0-5-15,0 0-8 0,0 0-14 0,-34 20-16 0,34-20-18 16,-9 23-10-16,2-8-11 0,2 3-15 0,-1 0-14 16,4-2-12-16,-4 3-16 0,4 6-7 0,2-2-13 15,0-4-8-15,2 4-8 0,0 2-7 0,4 0-8 16,0-1-4-16,1 4-6 0,6 0 1 0,-2-5-7 16,5-1 0-16,3 4 2 0,7 6 2 0,-5-13-1 15,1 2 3-15,1-2 3 0,4-4 7 0,-5-4 10 16,4-2 4-16,0-1 7 0,3-6 9 0,1 2 2 0,-1-8 1 15,-5 2 8-15,3-4-14 0,-3-3 13 0,2-3 9 16,-4 0-12-16,1-6-10 0,3 2 2 16,-6-4-4-16,0-2 1 0,-1-3-5 0,-3 0-9 0,3-8-51 15,-4 7-24-15,-3-3 0 0,-2-9 0 0,-8 8 0 16,-2-10 0-16,-5 1 0 0,-6-1 0 0,-2 2 0 16,2 11 0-16,-4 1 0 0,-11-8 0 0,4 12 0 15,-2 2 0-15,-11-2 0 0,3 7 0 0,-1 4 0 16,1 4 0-16,-11 4 0 0,13 2 0 0,-4 1 0 15,3 4 0-15,-1 2 0 0,10 6 0 0,1-4 0 16,-1 7 0-16,7 4-281 0,2-4-71 0,10 3-68 0,-2 4-89 16,5 0-144-16,7-5-343 0,1-1-1079 0,5-2 477 15</inkml:trace>
        </inkml:traceGroup>
        <inkml:traceGroup>
          <inkml:annotationXML>
            <emma:emma xmlns:emma="http://www.w3.org/2003/04/emma" version="1.0">
              <emma:interpretation id="{D842915A-3B5D-4A53-BA55-56B89AB3926E}" emma:medium="tactile" emma:mode="ink">
                <msink:context xmlns:msink="http://schemas.microsoft.com/ink/2010/main" type="inkWord" rotatedBoundingBox="7824,9745 8518,9755 8507,10576 7813,10566"/>
              </emma:interpretation>
              <emma:one-of disjunction-type="recognition" id="oneOf21">
                <emma:interpretation id="interp37" emma:lang="" emma:confidence="1">
                  <emma:literal/>
                </emma:interpretation>
              </emma:one-of>
            </emma:emma>
          </inkml:annotationXML>
          <inkml:trace contextRef="#ctx0" brushRef="#br0" timeOffset="132121.5246">3586 9134 302 0,'0'0'393'0,"0"0"-10"0,-13-9-22 16,13 9-21-16,0 0-15 0,-14-8-19 0,14 8-9 15,0 0-28-15,0 0-18 0,0 0-15 0,-29 1-17 16,29-1-8-16,-21 11-13 0,21-11-7 0,-16 12-8 15,3 0-8-15,-1 1-6 0,1 0-14 0,2 1-9 0,-4 1-14 16,1 6-10-16,1 2-11 0,0-3-9 16,0 5-11-16,5-5-9 0,-1 5-9 0,4 0-7 0,-3 3-3 15,8 2-7-15,0-1-2 0,6 2-3 0,-1-2-4 16,5 9-4-16,-2-8-1 0,11 6 1 0,2 4 3 16,3-1 3-16,5-7 5 0,-7 2 10 0,7-1-2 15,-2-6-5-15,1-6-4 0,-1-4 5 0,0-6 2 16,-1-3 2-16,3-1 3 0,-2-1-8 0,2-6 10 15,-8 0 3-15,6-6-5 0,-3-1 7 0,3-3-6 16,1 0-2-16,-6-9 1 0,1-3-1 0,-4 3 5 0,-2-6-3 16,3 1 3-16,-6-2 3 0,1-2-3 0,-1-15-13 15,-1 5-3-15,-5-7-5 0,-2 4-5 0,-4-4-1 16,-2 1-6-16,-3-2 4 0,-7 10-20 0,2 8-20 16,-2-3 0-16,-1 3 0 0,0 1 0 0,-7 1 0 15,-3 0 0-15,2 3 0 0,-6 6-54 0,-12-7-47 16,6 12-22-16,-9-3-30 0,-2 2-28 0,7 7-33 0,-8 2-42 15,11-1-41-15,0 3-50 0,1 2-59 16,-3 0-97-16,5 0-423 0,-1 0-1004 0,-2-4 445 16</inkml:trace>
        </inkml:traceGroup>
        <inkml:traceGroup>
          <inkml:annotationXML>
            <emma:emma xmlns:emma="http://www.w3.org/2003/04/emma" version="1.0">
              <emma:interpretation id="{D0AEC436-EF0C-4617-A201-5307E1EE9957}" emma:medium="tactile" emma:mode="ink">
                <msink:context xmlns:msink="http://schemas.microsoft.com/ink/2010/main" type="inkWord" rotatedBoundingBox="10587,9912 10749,9914 10737,10791 10574,10788"/>
              </emma:interpretation>
              <emma:one-of disjunction-type="recognition" id="oneOf22">
                <emma:interpretation id="interp38" emma:lang="" emma:confidence="1">
                  <emma:literal/>
                </emma:interpretation>
              </emma:one-of>
            </emma:emma>
          </inkml:annotationXML>
          <inkml:trace contextRef="#ctx0" brushRef="#br0" timeOffset="132956.5629">6142 9346 87 0,'0'0'501'0,"-7"-20"-15"0,6 8 1 0,-1-1-8 16,2 13-13-16,-6-22-1 0,1 15-9 0,5 7-11 15,-3-17-23-15,3 17-30 0,-3-9-29 0,3 9-34 16,0 0-31-16,-4-13-31 0,4 13-26 0,0 0-22 16,0 0-17-16,0 0-24 0,0 0-14 0,10 46-12 15,-4-18-17-15,-1 3-10 0,2 9-14 0,-4 3-8 0,3 2-9 16,-1-4-16-16,-2 9-5 0,4-8-5 0,-1 10-10 16,-1-4-1-16,-2-2-12 0,4 0-8 0,-1 0-41 15,-3-4-46-15,4 1-56 0,-1-3-68 0,0-10-77 16,2-4-81-16,0 4-95 0,-1-9-107 0,-1-2-501 15,2-7-1120-15,4 0 496 0</inkml:trace>
        </inkml:traceGroup>
        <inkml:traceGroup>
          <inkml:annotationXML>
            <emma:emma xmlns:emma="http://www.w3.org/2003/04/emma" version="1.0">
              <emma:interpretation id="{DF2CF35F-9375-485C-914B-576273C6E0C4}" emma:medium="tactile" emma:mode="ink">
                <msink:context xmlns:msink="http://schemas.microsoft.com/ink/2010/main" type="inkWord" rotatedBoundingBox="12612,9589 14368,9614 14349,10948 12594,10924"/>
              </emma:interpretation>
              <emma:one-of disjunction-type="recognition" id="oneOf23">
                <emma:interpretation id="interp39" emma:lang="" emma:confidence="1">
                  <emma:literal/>
                </emma:interpretation>
              </emma:one-of>
            </emma:emma>
          </inkml:annotationXML>
          <inkml:trace contextRef="#ctx0" brushRef="#br0" timeOffset="133440.8478">8187 9328 397 0,'0'0'446'15,"-22"5"-17"-15,22-5-20 0,-18 2-10 0,18-2-16 16,0 0-22-16,-16 4-27 0,16-4-24 0,0 0-30 16,0 0-25-16,0 0-15 0,0 0-15 0,0 0-20 0,0 0-14 15,0 0-18-15,0 0-17 0,0 0-14 0,80-4-18 16,-47 2-13-16,-1 0-19 0,0-3-38 0,11 3-48 16,0-2-58-16,-1 0-59 0,5 0-59 0,-6-1-63 15,-12 5-83-15,14-9-104 0,-14 4-317 0,3-2-799 16,-3 0 354-16</inkml:trace>
          <inkml:trace contextRef="#ctx0" brushRef="#br0" timeOffset="133937.0483">9067 9016 437 0,'0'0'407'0,"8"-13"-24"0,-2 6-25 16,2-2-6-16,3-1-9 0,4-4 3 0,1 7-3 15,0-1-24-15,5 1-26 0,6 2-24 0,-3-1-23 16,3 5-26-16,1-1-26 0,0 2-16 0,1 7-23 16,-6 0-12-16,4 1-13 0,-6 6-14 0,0 4-12 0,-5-2-7 0,3 6-13 0,-9-6-9 0,1 7-9 15,-3 2-7-15,-6 2-7 0,-2 2-5 0,0-2-7 16,-9 0-6-16,3 0-6 0,-7 1-2 0,-3-4-8 16,2 1-3-16,-5-5-2 0,2 3 0 0,-3-2-1 15,-3-4-5-15,2-4 2 0,5 2-1 0,2-7-1 16,-1 3-3-16,4-7 1 0,11-4 1 0,-18 11 0 15,18-11-2-15,-12 8-1 0,12-8-2 0,0 0-1 0,0 0 0 16,0 0-3-16,0 0-1 0,0 0 1 0,0 0 1 16,0 0-1-16,35-29 0 0,-19 20 1 15,3 1-1-15,-1-1-1 0,3 2 6 0,6-5 7 0,0 5 13 16,-3 1 7-16,10 2 20 0,-5-1 12 0,1 5 3 16,4 2 4-16,-5 3-4 0,5 3-7 0,4 8-1 15,4 0-2-15,-7 4-3 0,-12 2-7 0,9 8-4 16,-10-5-4-16,2 9 1 0,-1-1-6 0,-10 6-1 15,-5 2-1-15,-8-4-3 0,-7 6-4 0,-4-1-1 16,-8 2-3-16,-2-4-1 0,-11 0-6 0,-8 2-16 0,-18 9-28 16,-8-7-35-16,-8-3-37 0,-6-5-47 0,-8-8-21 15,-2-1-6-15,3-2 27 0,4-3 12 0,4-13-7 16,26 5-30-16,-1-6-66 0,11 4-103 0,10-8-127 16,-2-1-295-16,9-8-831 0,6-3 369 0</inkml:trace>
        </inkml:traceGroup>
      </inkml:traceGroup>
    </inkml:traceGroup>
    <inkml:traceGroup>
      <inkml:annotationXML>
        <emma:emma xmlns:emma="http://www.w3.org/2003/04/emma" version="1.0">
          <emma:interpretation id="{F8338FFB-C274-4922-A4D3-99ECCBBFDD5F}" emma:medium="tactile" emma:mode="ink">
            <msink:context xmlns:msink="http://schemas.microsoft.com/ink/2010/main" type="paragraph" rotatedBoundingBox="5427,10865 14682,10941 14663,13366 5407,13290" alignmentLevel="3"/>
          </emma:interpretation>
        </emma:emma>
      </inkml:annotationXML>
      <inkml:traceGroup>
        <inkml:annotationXML>
          <emma:emma xmlns:emma="http://www.w3.org/2003/04/emma" version="1.0">
            <emma:interpretation id="{F4CBE7DA-96B7-46AA-9A88-E9D24D258C48}" emma:medium="tactile" emma:mode="ink">
              <msink:context xmlns:msink="http://schemas.microsoft.com/ink/2010/main" type="line" rotatedBoundingBox="5427,10865 14500,10939 14489,12199 5416,12124">
                <msink:destinationLink direction="with" ref="{927D8C38-13C5-4002-8D84-CFC543930578}"/>
                <msink:destinationLink direction="with" ref="{4238297A-CF4C-402F-BA8A-0727C22C61EA}"/>
              </msink:context>
            </emma:interpretation>
          </emma:emma>
        </inkml:annotationXML>
        <inkml:traceGroup>
          <inkml:annotationXML>
            <emma:emma xmlns:emma="http://www.w3.org/2003/04/emma" version="1.0">
              <emma:interpretation id="{7E5A7B72-798D-4309-872F-170C7D2E0B8A}" emma:medium="tactile" emma:mode="ink">
                <msink:context xmlns:msink="http://schemas.microsoft.com/ink/2010/main" type="inkWord" rotatedBoundingBox="5425,11044 6061,11049 6054,11850 5419,11845"/>
              </emma:interpretation>
              <emma:one-of disjunction-type="recognition" id="oneOf24">
                <emma:interpretation id="interp40" emma:lang="" emma:confidence="1">
                  <emma:literal/>
                </emma:interpretation>
              </emma:one-of>
            </emma:emma>
          </inkml:annotationXML>
          <inkml:trace contextRef="#ctx0" brushRef="#br0" timeOffset="137105.5449">1005 10405 104 0,'0'0'281'0,"0"0"-2"0,0 0-6 0,0 0-14 15,0 0-16-15,0 0-16 0,0 0-13 0,0 0-2 16,0 0-13-16,-4 30-6 0,4-30-11 0,-6 19-5 16,1-7-8-16,4 3-5 0,-6 3-1 0,1 1-11 15,3 0-3-15,-4 3-3 0,2 3-7 0,-1-1 4 16,4-3-7-16,1 6 4 0,-4 0 1 0,5-4-14 0,0 8-7 15,3-2-14-15,0 1-6 0,-1-4-4 0,4 1-11 16,1 1-7-16,6 2-3 0,-1-3 2 16,4 1 0-16,-1-2-4 0,7 7-5 0,-1-11 4 0,2 4-5 15,-1-7 0-15,5 0 7 0,-4-4 10 0,4 0 5 16,-6-7 7-16,5 2-1 0,-2-2-1 0,-2-4-7 16,-3-2 8-16,2-2-1 0,-21 0-1 0,45-10 3 15,-26 3-1-15,-1-2-6 0,8-5 4 0,-10 1-2 16,5-3-10-16,-5-3-6 0,5-1 2 0,-7-5 1 15,0 1 3-15,1-1-10 0,-4-2-9 0,2-13-2 16,-5 13-9-16,-6-11 0 0,-2-4-1 0,1 2-7 0,-9-1 2 16,2 1-9-16,-9 1-13 0,-1-3 5 15,2 9 2-15,-2 6-1 0,-10-6-8 0,5 6-10 16,-8-2 9-16,5 9 4 0,-1 4-18 0,-4-2-6 0,0 7 0 16,2-4 0-16,-2 11-13 0,1-3-21 0,3 7-19 15,-2-4-29-15,6 8-24 0,21-4-32 0,-37 8-23 16,19-4-34-16,2 7-37 0,6-4-30 0,1 1-43 15,-1 6-33-15,4-2-51 0,3-4-67 0,-2 6-449 16,5-14-980-16,5 16 434 0</inkml:trace>
        </inkml:traceGroup>
        <inkml:traceGroup>
          <inkml:annotationXML>
            <emma:emma xmlns:emma="http://www.w3.org/2003/04/emma" version="1.0">
              <emma:interpretation id="{E871BD4A-5150-4BC1-9C24-51573B9304F6}" emma:medium="tactile" emma:mode="ink">
                <msink:context xmlns:msink="http://schemas.microsoft.com/ink/2010/main" type="inkWord" rotatedBoundingBox="7641,11077 9097,11089 9088,12149 7632,12137"/>
              </emma:interpretation>
              <emma:one-of disjunction-type="recognition" id="oneOf25">
                <emma:interpretation id="interp41" emma:lang="" emma:confidence="1">
                  <emma:literal/>
                </emma:interpretation>
              </emma:one-of>
            </emma:emma>
          </inkml:annotationXML>
          <inkml:trace contextRef="#ctx0" brushRef="#br0" timeOffset="138042.9794">3209 10811 214 0,'0'0'522'0,"-29"2"-21"0,29-2-24 0,0 0-21 16,0 0-22-16,-18 4-36 0,18-4-25 0,0 0-34 15,0 0-30-15,0 0-20 0,0 0-12 0,0 0-19 0,0 0-20 16,0 0-17-16,0 0-23 0,73-12-23 15,-32 10-14-15,-7-3-20 0,13-1-12 0,-4-6-14 0,5 5-6 16,5-1-33-16,-3-4-38 0,4 5-40 0,-2-4-44 16,-3 4-49-16,-4 0-54 0,2-2-45 0,-4 0-47 15,-12 4-47-15,-2 0-55 0,-2-1-55 0,-6 3-384 16,-5-2-848-16,-3 1 376 0</inkml:trace>
          <inkml:trace contextRef="#ctx0" brushRef="#br0" timeOffset="138371.0807">4311 10462 92 0,'0'-15'526'0,"0"15"-11"0,3-12-7 0,-3 12-4 0,0 0-11 16,0-12-17-16,0 12-31 0,0 0-34 0,0 0-37 15,-1-15-39-15,1 15-33 0,0 0-32 0,0 0-15 16,0 0-17-16,0 0-11 0,0 0-1 0,13 39-7 15,-5-17-16-15,-5 4-14 0,5 5-5 0,-2 7-7 16,2 4 5-16,-1 5-7 0,4-1-5 0,-1-2-9 0,-2 5-5 16,1 8-7-16,1-8-120 0,-2 5-29 0,0 0 0 15,3-2 0-15,-3-3 0 0,-1-2 0 16,-1-1 0-16,4-4 0 0,-4-2 0 0,0-2 0 0,-4-11 0 16,0-4 0-16,4 1 0 0,-1-7 0 0,-3-2 0 15,-2-6 0-15,4 1 0 0,-4-10 0 0,7 15 0 16,-7-15 0-16,3 10 0 0,-3-10 0 0,0 0 0 15,0 0 0-15,0 0 0 0,0 0 0 0,40-25-288 16,-30 9-141-16,-2 5-54 0,1-8-80 0,3-7-509 16,0 0-1160-16,-4-4 513 0</inkml:trace>
        </inkml:traceGroup>
        <inkml:traceGroup>
          <inkml:annotationXML>
            <emma:emma xmlns:emma="http://www.w3.org/2003/04/emma" version="1.0">
              <emma:interpretation id="{278F4C3D-6912-490C-B5F1-ABB2A5F3A8F2}" emma:medium="tactile" emma:mode="ink">
                <msink:context xmlns:msink="http://schemas.microsoft.com/ink/2010/main" type="inkWord" rotatedBoundingBox="10905,11169 11790,11177 11782,12176 10896,12169"/>
              </emma:interpretation>
              <emma:one-of disjunction-type="recognition" id="oneOf26">
                <emma:interpretation id="interp42" emma:lang="" emma:confidence="1">
                  <emma:literal/>
                </emma:interpretation>
              </emma:one-of>
            </emma:emma>
          </inkml:annotationXML>
          <inkml:trace contextRef="#ctx0" brushRef="#br0" timeOffset="139699.1784">6562 10590 112 0,'0'0'382'0,"0"0"-15"0,-1-12-12 0,1 12-10 0,0 0-15 15,-5-13-4-15,5 13 2 0,0 0-7 0,0 0-16 16,-3-13-13-16,3 13-12 0,0 0-14 0,0 0-16 16,0 0-18-16,0 0-23 0,-10-7-15 0,10 7-13 15,0 0-24-15,0 0-20 0,0 0-10 0,0 0-10 16,0 0-12-16,-29 25-12 0,21-17-10 0,0 6-6 16,2 2-4-16,-7 1-2 0,3 6-6 0,4-3-7 15,-4 11-2-15,4-3-7 0,-2 2-1 0,1 12-4 16,2-1-1-16,4 1-3 0,2 5-4 0,4 1-5 15,3 3 3-15,5-3 1 0,3-2 1 0,3 3-3 0,5-4-2 16,4-4 0-16,1 3 2 0,-1-3 2 16,6-6 3-16,1-1 9 0,-2-10 1 0,-5-5 8 0,0-3 7 15,2-4 9-15,4-5 9 0,-4-2 5 0,4-5 12 16,-5-4 4-16,5-4 3 0,7-8 1 0,-1-5-4 16,1-2-3-16,-9-3-2 0,6-4 6 0,-7-1-68 15,-6-5-35-15,1-2 0 0,1-2 0 0,-8-5 0 16,-7 2 0-16,1-2 0 0,-2-7 0 0,-5 0 0 15,-3-6 0-15,-6 9 0 0,-3-4 0 0,-5 8 0 16,-6 1 0-16,-3 2 0 0,-3 7 0 0,-2 2 0 0,2 8 0 16,-1 5 0-16,-2 3 0 0,-3-2 0 0,1 1 0 15,0 10 0-15,6-3 0 0,-9 5 0 0,2 5 0 16,9-4 0-16,-3 5 0 0,23 0 0 0,-48 11 0 16,29-3-105-16,1-2-241 0,4 2-45 0,-1 4-57 15,1-5-72-15,1 9-114 0,5-9-325 0,8-7-1036 16,-13 12 458-16</inkml:trace>
        </inkml:traceGroup>
        <inkml:traceGroup>
          <inkml:annotationXML>
            <emma:emma xmlns:emma="http://www.w3.org/2003/04/emma" version="1.0">
              <emma:interpretation id="{5301BFDE-CD09-4545-8917-57F5A3BFD213}" emma:medium="tactile" emma:mode="ink">
                <msink:context xmlns:msink="http://schemas.microsoft.com/ink/2010/main" type="inkWord" rotatedBoundingBox="13142,10928 14500,10939 14491,11993 13134,11981"/>
              </emma:interpretation>
              <emma:one-of disjunction-type="recognition" id="oneOf27">
                <emma:interpretation id="interp43" emma:lang="" emma:confidence="1">
                  <emma:literal/>
                </emma:interpretation>
              </emma:one-of>
            </emma:emma>
          </inkml:annotationXML>
          <inkml:trace contextRef="#ctx0" brushRef="#br0" timeOffset="143568.804">8757 10833 249 0,'0'0'431'0,"0"0"-5"0,0 0-18 16,-26 0 8-16,26 0-4 0,0 0-12 0,-27-3-9 15,27 3-21-15,-14-5-20 0,14 5-21 0,0 0-21 0,0 0-26 16,0 0-24-16,0 0-19 0,0 0-28 0,-28-1-19 15,28 1-22-15,0 0-15 0,0 0-11 0,0 0-13 16,0 0-6-16,0 0-1 0,0 0-4 0,0 0-16 16,0 0-2-16,90-2-7 0,-56 2-7 0,12-7-9 15,4 3-8-15,1-2-7 0,9 4-12 0,-2 2 3 16,-1-7-18-16,-1 3-20 0,4 0-40 0,-6 1-45 16,-4-3-47-16,-3 3-59 0,2-3-69 0,-7-1-60 15,-13 1-66-15,-7 2-68 0,-1-2-78 0,-6-2-345 0,-1-3-932 16,1 1 413-16</inkml:trace>
          <inkml:trace contextRef="#ctx0" brushRef="#br0" timeOffset="143834.4015">9880 10347 105 0,'6'-14'525'0,"1"2"-18"0,1-2-6 0,-7 3-6 0,6 3-6 16,-7 8-12-16,8-18-20 0,-8 18-28 0,5-10-37 15,-5 10-37-15,0 0-21 0,0 0-28 16,0 0-14-16,0 0-7 0,29 35-9 0,-23-9-3 0,0 0-11 16,4 9-20-16,-2 9-11 0,-3-2-13 0,-2 4-12 15,3 5-25-15,-2-3-6 0,-1 3-22 0,2 3-128 16,-2 0-25-16,-3 3 0 0,3-9 0 0,-3 1 0 16,0-3 0-16,0-1 0 0,0 0 0 0,0 0 0 15,0-9 0-15,2-8 0 0,-1-2 0 0,-1 0 0 16,0-4-96-16,0-3-273 0,-1-2-84 0,-1-3-103 0,-1-3-564 15,3-11-1213-15,-3 8 537 0</inkml:trace>
        </inkml:traceGroup>
      </inkml:traceGroup>
      <inkml:traceGroup>
        <inkml:annotationXML>
          <emma:emma xmlns:emma="http://www.w3.org/2003/04/emma" version="1.0">
            <emma:interpretation id="{DA4FC843-3C8D-4750-B049-B13009683963}" emma:medium="tactile" emma:mode="ink">
              <msink:context xmlns:msink="http://schemas.microsoft.com/ink/2010/main" type="line" rotatedBoundingBox="5712,11687 14722,12177 14652,13453 5643,12963">
                <msink:destinationLink direction="with" ref="{927D8C38-13C5-4002-8D84-CFC543930578}"/>
                <msink:destinationLink direction="with" ref="{4238297A-CF4C-402F-BA8A-0727C22C61EA}"/>
              </msink:context>
            </emma:interpretation>
          </emma:emma>
        </inkml:annotationXML>
        <inkml:traceGroup>
          <inkml:annotationXML>
            <emma:emma xmlns:emma="http://www.w3.org/2003/04/emma" version="1.0">
              <emma:interpretation id="{61588F2D-2F63-4FE5-9CD6-08CAC9153A0B}" emma:medium="tactile" emma:mode="ink">
                <msink:context xmlns:msink="http://schemas.microsoft.com/ink/2010/main" type="inkWord" rotatedBoundingBox="5703,11861 8887,12034 8827,13136 5643,12963"/>
              </emma:interpretation>
              <emma:one-of disjunction-type="recognition" id="oneOf28">
                <emma:interpretation id="interp44" emma:lang="" emma:confidence="1">
                  <emma:literal/>
                </emma:interpretation>
              </emma:one-of>
            </emma:emma>
          </inkml:annotationXML>
          <inkml:trace contextRef="#ctx0" brushRef="#br0" timeOffset="151127.0359">1407 11610 168 0,'0'0'256'0,"0"0"-5"0,0 0-6 0,0 0-13 15,0 0-10-15,0 0-8 0,0 0-13 0,0 0-8 16,0 0-12-16,0 0-7 0,0 0-5 0,0 0-1 16,0 0-10-16,0 0-2 0,0 0-11 0,0 0-2 15,0 0-1-15,0 0-10 0,0 0-11 0,0 0-7 16,0 0-1-16,-27-12-6 0,27 12-7 0,0 0-3 16,0 0-6-16,0 0 0 0,0 0-11 0,0 0-1 15,0 0-10-15,0 0-7 0,0 0 0 0,0 0-3 16,0 0-7-16,-26-3 3 0,26 3-5 0,0 0-2 15,0 0-4-15,0 0 1 0,0 0 1 0,0 0 0 16,0 0-2-16,0 0-4 0,0 0-1 0,0 0 6 16,0 0-7-16,0 0 0 0,-24 3-2 0,24-3-1 0,0 0-2 15,0 0-2-15,-21 5-2 0,21-5 7 0,0 0-10 16,-20 8-2-16,20-8 1 0,-13 9-3 16,13-9-1-16,-16 12-3 0,9-4-4 0,-1 3-2 0,0 3 4 15,0-2-2-15,2-2 0 0,-2 4-3 0,1 0 3 16,3 1-4-16,0 3-1 0,0-6 2 0,4 0-7 15,0 3 1-15,1 3-2 0,6-3 1 0,-1 3 1 16,0 1-2-16,2-4 0 0,7 8-3 0,-1-1 4 16,2-5-3-16,4 6 2 0,2-4-7 0,1-4 4 15,4 5 2-15,-2-1 0 0,4-4 3 0,2-7 4 16,-6 7 9-16,1-7 8 0,6-1 3 0,-3 1 5 16,2-4 10-16,4-2 2 0,-6-2 4 0,-2 0 2 15,0-3-3-15,2-1-3 0,-5-3 0 0,2-4 6 16,0 3-1-16,1-3-4 0,0 3 11 0,-11-3-11 15,3 0 3-15,1-7-1 0,-6 6 4 0,-3 1 3 0,2-5-2 16,-3 0-3-16,3 0-3 0,-5-1-6 0,-3-1 6 16,-5-5-5-16,1-2-6 0,-1-1-2 0,-1-1 2 15,-4 1-2-15,-5 2-9 0,-3-2 3 0,-1-3 0 16,-2 2-4-16,-3 4-8 0,-4 0 4 0,1 2-4 16,1 1-7-16,-7 2 1 0,4 4 0 0,5 2-9 15,-10 4 7-15,2-3-5 0,-2 7-16 0,5 1-19 16,-3 3-20-16,-1 0-25 0,6 3-28 0,-5 1-37 15,9 3-33-15,-3 1-35 0,2-4-32 0,0 1-27 16,3 4-30-16,1-4-39 0,2 6-42 0,13-11-61 16,-16 10-347-16,7-5-852 0,9-5 378 0</inkml:trace>
          <inkml:trace contextRef="#ctx0" brushRef="#br0" timeOffset="152673.8315">4045 11349 288 0,'-11'-9'343'0,"11"9"-19"16,-20-4-12-16,20 4-17 0,-20-3-16 0,20 3-14 16,-33 6-10-16,16-3-6 0,-1 2-10 0,1 2-11 15,-4 4-9-15,-2 1-11 0,1 7-11 0,-4 0-3 16,7 1-7-16,-7 12-6 0,2 0-12 0,-2 3-6 16,6 3-7-16,2 0-11 0,0 0-8 0,2 2-13 15,3 4-13-15,2-2-10 0,5 3-10 0,1-2-7 16,3 4-8-16,4-2-6 0,6-2-7 0,3-2-5 15,5 4 1-15,5-4-5 0,0 1-6 0,8-1-5 16,0-4-3-16,1-3-1 0,4 0-4 0,3-5 0 16,-2-5 1-16,5 0-8 0,-11-7 3 0,10-2 4 0,-6-4 9 15,-2-4 3-15,-2-3 2 0,3-3 1 0,-3-1 1 16,-4-2 5-16,3-4-11 0,-1-2 3 16,-5-6 1-16,-2 5 1 0,-4-5-3 0,0-4 9 0,4-1-14 15,-7 2 2-15,-3-5 5 0,0 4-7 0,-7-4 4 16,2-4-1-16,-9 10-5 0,1-10-8 0,-8 0 3 15,8 9-4-15,-12-8-5 0,-4 9-4 0,-3-3 10 16,1-2-16-16,5 14 1 0,-12-7-8 0,1 2-7 16,-2 0-9-16,2 5-17 0,-4 2-20 0,4 3-17 15,-3 2-32-15,1 2-29 0,2 3-20 0,-2 0-42 16,8 1-42-16,-2-2-28 0,7 6-39 0,-1 2-37 16,1-4-50-16,9-1-71 0,-6 1-351 0,5-1-867 15,8-7 384-15</inkml:trace>
        </inkml:traceGroup>
        <inkml:traceGroup>
          <inkml:annotationXML>
            <emma:emma xmlns:emma="http://www.w3.org/2003/04/emma" version="1.0">
              <emma:interpretation id="{9830DF29-7D7C-45D5-8F47-827E55948E66}" emma:medium="tactile" emma:mode="ink">
                <msink:context xmlns:msink="http://schemas.microsoft.com/ink/2010/main" type="inkWord" rotatedBoundingBox="11097,12531 11826,12570 11789,13247 11060,13207"/>
              </emma:interpretation>
              <emma:one-of disjunction-type="recognition" id="oneOf29">
                <emma:interpretation id="interp45" emma:lang="" emma:confidence="1">
                  <emma:literal/>
                </emma:interpretation>
              </emma:one-of>
            </emma:emma>
          </inkml:annotationXML>
          <inkml:trace contextRef="#ctx0" brushRef="#br0" timeOffset="154470.5457">6904 12008 157 0,'0'0'410'0,"-26"-8"-29"0,26 8-4 0,-32 2-8 16,32-2-15-16,-35 9-7 0,9-1-10 0,9 3-9 15,-3-3-18-15,-2 7-20 0,-2 4-24 0,11 3-19 16,-6-5-14-16,3 2-12 0,3 0-20 0,-2 1-20 16,6 3-17-16,-3 1-17 0,12-5-13 0,-6 7-12 15,6-1-14-15,5-7-9 0,-4 8-22 0,6 0 1 0,7-2-18 16,1-2 4-16,-1 1-2 0,9-1 0 16,1 1 9-16,1-8 2 0,1 1-2 0,5 1-1 15,-4-8 3-15,3 0 1 0,4-3-2 0,-4-2-1 0,4-4-2 16,-3-4 6-16,2-2 3 0,-2-1-2 15,3-4-5-15,2-8-7 0,5 1 1 0,-17 3 2 16,4-7 6-16,1-5-2 0,-8 8-3 0,-2-7-4 0,-2 0-5 16,-3 0-6-16,5-11 1 0,-12 6 5 0,2-5-5 15,-7 8-1-15,-5-12-5 0,-4 12-3 0,-6-1 3 16,1 0-5-16,-11-6-7 0,-6 5-9 0,-4-1-17 16,7 19-10-16,-13-14 0 0,14 10 0 0,-17 0 0 15,11 4 0-15,-1 7 0 0,-3-2-44 0,3 7-74 16,-2 0-41-16,-1 7-50 0,6-3-53 0,2 3-59 15,4 1-62-15,1 4-78 0,6 0-114 0,-2-1-369 16,4-3-1022-16,1 5 453 0</inkml:trace>
        </inkml:traceGroup>
        <inkml:traceGroup>
          <inkml:annotationXML>
            <emma:emma xmlns:emma="http://www.w3.org/2003/04/emma" version="1.0">
              <emma:interpretation id="{40DA0FE9-9D7A-4465-BC36-E685F0484587}" emma:medium="tactile" emma:mode="ink">
                <msink:context xmlns:msink="http://schemas.microsoft.com/ink/2010/main" type="inkWord" rotatedBoundingBox="14110,12144 14722,12177 14656,13375 14045,13341"/>
              </emma:interpretation>
              <emma:one-of disjunction-type="recognition" id="oneOf30">
                <emma:interpretation id="interp46" emma:lang="" emma:confidence="0.5">
                  <emma:literal>6</emma:literal>
                </emma:interpretation>
                <emma:interpretation id="interp47" emma:lang="" emma:confidence="0">
                  <emma:literal>G</emma:literal>
                </emma:interpretation>
                <emma:interpretation id="interp48" emma:lang="" emma:confidence="0">
                  <emma:literal>.</emma:literal>
                </emma:interpretation>
                <emma:interpretation id="interp49" emma:lang="" emma:confidence="0">
                  <emma:literal>E</emma:literal>
                </emma:interpretation>
                <emma:interpretation id="interp50" emma:lang="" emma:confidence="0">
                  <emma:literal>£</emma:literal>
                </emma:interpretation>
              </emma:one-of>
            </emma:emma>
          </inkml:annotationXML>
          <inkml:trace contextRef="#ctx0" brushRef="#br0" timeOffset="161876.2811">10167 11579 8 0,'-22'-18'438'16,"14"10"-22"-16,-5-4-7 0,5 6 3 0,-5-4-6 15,3 1-5-15,10 9-5 0,-19-11-4 0,8 5-21 16,11 6-18-16,-19-9-19 0,19 9-29 0,-28-4-31 0,28 4-14 15,-30 4-26-15,3 11-4 0,-1 3-13 16,-2 10-6-16,-7 8-12 0,2 4-15 0,1 7-9 0,0 1-8 16,-3 14-23-16,13-15-5 0,-1 5-15 0,4-1-11 15,-2 17-9-15,9-17 0 0,4 1-15 0,2 4-12 16,3-5-9-16,7-2-4 0,-2-2-2 0,6-1-8 16,10-1-6-16,4-1 2 0,5-3-16 0,-1-3 3 15,2-5 5-15,6-2-11 0,4-4-16 0,4-5-15 16,-2-6 0-16,4-2 0 0,-12-7 0 0,-1 4 0 15,6-8 0-15,-14-3 0 0,8 0 0 0,0-6 0 0,-10 0 0 16,2 1 0-16,-5-4 0 0,-1-3 0 16,-1 2 0-16,1-8 0 0,-9 4 0 0,0-5 0 15,-4-1 0-15,-2-8 0 0,-10 4 0 0,2-3 0 0,-4 4 0 16,-1 1 0-16,-2-1 0 0,-2 4 0 0,-7 5 0 16,-5 2 0-16,1-2 0 0,-2 10 0 0,1 1 0 15,0 2 0-15,-5 2 0 0,4 1 0 0,1 2-30 16,0 4-34-16,2-1-14 0,6 0-13 0,0 0-28 15,5 5-28-15,2-7-42 0,-5 4-35 0,10-3-48 16,9-6-47-16,-12 15-58 0,7-9-63 0,5-6-82 16,0 0-365-16,0 0-960 0,0 0 425 0</inkml:trace>
        </inkml:traceGroup>
      </inkml:traceGroup>
    </inkml:traceGroup>
    <inkml:traceGroup>
      <inkml:annotationXML>
        <emma:emma xmlns:emma="http://www.w3.org/2003/04/emma" version="1.0">
          <emma:interpretation id="{DCD6CE15-5F91-4528-B786-BB6BCB2C7C57}" emma:medium="tactile" emma:mode="ink">
            <msink:context xmlns:msink="http://schemas.microsoft.com/ink/2010/main" type="paragraph" rotatedBoundingBox="2034,14725 14478,13338 15085,18781 2641,20168" alignmentLevel="1"/>
          </emma:interpretation>
        </emma:emma>
      </inkml:annotationXML>
      <inkml:traceGroup>
        <inkml:annotationXML>
          <emma:emma xmlns:emma="http://www.w3.org/2003/04/emma" version="1.0">
            <emma:interpretation id="{A0F1321F-DC13-4513-AF1E-5BFD8ECB01DC}" emma:medium="tactile" emma:mode="ink">
              <msink:context xmlns:msink="http://schemas.microsoft.com/ink/2010/main" type="line" rotatedBoundingBox="2072,14420 14322,13989 14379,15615 2129,16047">
                <msink:destinationLink direction="with" ref="{DBE9FB35-7166-4EA0-B421-0BAF93F2D451}"/>
                <msink:destinationLink direction="with" ref="{385A7968-3506-4ACB-BA70-5750D436E175}"/>
              </msink:context>
            </emma:interpretation>
          </emma:emma>
        </inkml:annotationXML>
        <inkml:traceGroup>
          <inkml:annotationXML>
            <emma:emma xmlns:emma="http://www.w3.org/2003/04/emma" version="1.0">
              <emma:interpretation id="{45194AFF-5AA2-4847-AD88-4573D8287881}" emma:medium="tactile" emma:mode="ink">
                <msink:context xmlns:msink="http://schemas.microsoft.com/ink/2010/main" type="inkWord" rotatedBoundingBox="2075,14525 5756,14395 5800,15639 2119,15769"/>
              </emma:interpretation>
              <emma:one-of disjunction-type="recognition" id="oneOf31">
                <emma:interpretation id="interp51" emma:lang="" emma:confidence="1">
                  <emma:literal/>
                </emma:interpretation>
              </emma:one-of>
            </emma:emma>
          </inkml:annotationXML>
          <inkml:trace contextRef="#ctx0" brushRef="#br0" timeOffset="182292.4046">-2254 14569 212 0,'-32'26'364'0,"8"-7"-30"0,5-5-37 15,6-1-20-15,3-4-17 0,2 0-21 0,0-1-12 0,8-8-13 16,-3 10-15-16,3-10 7 0,18 11-9 0,-2-6-27 15,11-2-6-15,18-3-5 0,-2-3-31 0,7-2-7 16,1 2-17-16,10-6-17 0,-1 2-22 0,18-3-40 16,-14 1-47-16,18 1-46 0,-6 1-59 0,-14 1-77 15,22-7-77-15,-31 2-278 0,4 8-603 0,0-1 267 16</inkml:trace>
          <inkml:trace contextRef="#ctx0" brushRef="#br0" timeOffset="182089.2833">-2286 14080 295 0,'0'0'371'0,"0"0"-38"0,0 0-36 0,0 0-17 16,0 0-6-16,0 0-20 0,0 0-7 0,0 0-1 15,0 0-19-15,0 0-16 0,0 0 0 0,0 0-19 16,64-8-16-16,-30 2-18 0,-4 3-15 0,6-2-7 16,7-3-23-16,0 0-7 0,4-2-18 0,-2-2-18 15,-2 1-41-15,5 0-39 0,-16 3-58 0,2 3-55 16,-3-1-59-16,-4 5-54 0,-6-4-64 0,-21 5-290 0,22 5-639 15,-22-5 282-15</inkml:trace>
          <inkml:trace contextRef="#ctx0" brushRef="#br0" timeOffset="183714.1675">-439 14035 96 0,'6'-17'302'0,"1"7"-3"0,-3-4-5 0,8-1-10 15,-3 2-19-15,4-4-18 0,8-4-27 0,1 5-19 0,4 0-17 16,5-2-23-16,5-1-14 0,8 0-14 0,-3 5-17 16,6 1-17-16,-2 0-28 0,-2 3-31 15,1 1-38-15,-1 1-38 0,-9 3-57 0,9-1-42 0,-9 0-48 16,-2 6-79-16,-12 0-147 0,8-2-443 0,-6 3 196 15</inkml:trace>
          <inkml:trace contextRef="#ctx0" brushRef="#br0" timeOffset="184557.865">1090 14207 3240 0,'-8'-14'69'0,"-2"-1"-8"15,-1 0 9-15,3 0 35 0,-2 0 56 0,4 0-13 16,-6-2 18-16,4 3 30 0,-1 4 16 0,-1-2 25 0,2-2 22 16,5 4 14-16,3 10-11 0,-11-14-2 0,11 14-7 15,-7-12-17-15,7 12-18 0,0 0-23 0,-8-6-18 16,8 6-11-16,0 0-15 0,0 0-13 0,8 56-14 16,4-20-3-16,-3 7-10 0,4 2-5 0,1 1-16 15,1-1-7-15,4 4-9 0,-4-5 4 16,1 5-18-16,3-4-7 0,2 7-15 0,-2-7-38 0,0 0 0 15,2 0 0-15,0-6 0 0,-3 3 0 0,1-6 0 16,-8-5 0-16,0-3 0 0,2-4-51 0,-3 2-129 16,1 0-62-16,-3-11-72 0,0 0-67 0,-2 0-73 15,1-5-96-15,-7-10-454 0,0 0-1087 0,0 0 482 16</inkml:trace>
        </inkml:traceGroup>
        <inkml:traceGroup>
          <inkml:annotationXML>
            <emma:emma xmlns:emma="http://www.w3.org/2003/04/emma" version="1.0">
              <emma:interpretation id="{7364F6CF-6767-4506-AA1E-F0F7C91D75FD}" emma:medium="tactile" emma:mode="ink">
                <msink:context xmlns:msink="http://schemas.microsoft.com/ink/2010/main" type="inkWord" rotatedBoundingBox="7913,14527 8494,14507 8529,15513 7948,15533"/>
              </emma:interpretation>
              <emma:one-of disjunction-type="recognition" id="oneOf32">
                <emma:interpretation id="interp52" emma:lang="" emma:confidence="1">
                  <emma:literal/>
                </emma:interpretation>
              </emma:one-of>
            </emma:emma>
          </inkml:annotationXML>
          <inkml:trace contextRef="#ctx0" brushRef="#br0" timeOffset="185464.045">3686 14065 3358 0,'-21'-14'148'0,"21"14"-85"16,-20-10 11-16,12 1 11 0,8 9-25 0,-17-17 1 15,7 8 14-15,5 0 3 0,-1-2 19 0,6 11 8 0,-11-18-4 16,9 6-10-16,2-2 0 0,0 14-6 15,5-23 2-15,-2 12-11 0,3-3 10 0,3 5-8 0,3-3-8 16,-2 0-6-16,4 5-7 0,6 1-3 0,-4-2-4 16,1 8-6-16,-17 0-8 0,37 4 3 0,-21 3-5 15,4 1-9-15,-4 3 4 0,0 0-5 0,-2 5-2 16,2 6 2-16,-5-1 0 0,-3 3-5 0,-1 2-1 16,-1 4-3-16,-6 1-1 0,-1-4-3 0,-4 1-2 15,-3 3-10-15,0-1-4 0,-7-1-7 0,-1 2-9 16,3-1 1-16,-1-8-7 0,0-2-4 0,1-2-4 15,3-4 9-15,-3 0-8 0,2-5-2 0,1 2 13 16,1 0-5-16,-1-6 3 0,10-5-4 0,-11 10 6 16,11-10-5-16,0 0 6 0,-13 5 0 0,13-5 0 15,0 0 3-15,0 0 7 0,0 0 5 0,0 0 17 16,0 0-9-16,10-34-2 0,-10 34 17 0,17-12-15 0,-2 5 5 16,-1 0-2-16,4 2 1 0,3 1-1 15,0 2 3-15,-21 2-1 0,41 2-3 0,-13 3 0 16,-4 6 5-16,5-4-5 0,-7 5 4 0,-4-2 1 0,4 7-1 15,-6 1 6-15,5 3-6 0,-8-4 1 0,-5 1-4 16,0 5 7-16,-3-4-5 0,-4 12 2 0,-2-3-1 16,-4-2-2-16,-2 5 2 0,-1-4 0 0,-6-1-6 15,0-1 5-15,-4-5-2 0,-6 5-16 0,-8 1 1 16,6-10-10-16,-1 0 1 0,3-3 0 0,-5-1-9 16,-2-4-14-16,-1-1-14 0,2-3-13 0,1-3-23 15,2-6-37-15,-1-6-27 0,-2 3-49 0,-7-13-58 16,11-1-58-16,-1-6-313 0,1-5-689 0,2 0 305 15</inkml:trace>
        </inkml:traceGroup>
        <inkml:traceGroup>
          <inkml:annotationXML>
            <emma:emma xmlns:emma="http://www.w3.org/2003/04/emma" version="1.0">
              <emma:interpretation id="{D348DE22-D0C6-4724-97AC-3DAD6CD61964}" emma:medium="tactile" emma:mode="ink">
                <msink:context xmlns:msink="http://schemas.microsoft.com/ink/2010/main" type="inkWord" rotatedBoundingBox="10469,14448 11183,14423 11229,15726 10515,15751"/>
              </emma:interpretation>
              <emma:one-of disjunction-type="recognition" id="oneOf33">
                <emma:interpretation id="interp53" emma:lang="" emma:confidence="1">
                  <emma:literal/>
                </emma:interpretation>
              </emma:one-of>
            </emma:emma>
          </inkml:annotationXML>
          <inkml:trace contextRef="#ctx0" brushRef="#br0" timeOffset="186213.9889">6212 13809 469 0,'0'0'476'0,"0"0"-33"0,0-22-17 16,0 22-12-16,0-12-18 0,0 12-29 0,0 0-33 15,-4-13-33-15,4 13-32 0,0 0-26 0,0 0-23 16,0 0-23-16,0 0-15 0,0 0-20 0,0 0-19 15,-16 48-22-15,8-23-14 0,1 3-11 0,1 2-7 16,-9 11-9-16,1 1-7 0,-1 2-7 0,-1 1-10 16,2-4-4-16,-1 1-6 0,1-1-5 0,0 2-1 15,2-8-5-15,4-4-2 0,0 7-5 0,7-10-1 16,-4-3-4-16,2-2-5 0,3-4-1 0,3 2-3 16,-3-2 0-16,6-5-3 0,-1 2-2 0,6-5-1 15,2 1-4-15,3-1 1 0,3-4-1 0,1-3 0 16,4 0 2-16,6 1-2 0,4-5 0 0,1-3 1 0,9-3 1 15,-1 5-3-15,-11-2 4 0,8-8-4 0,-5 7-1 16,5-7 2-16,-9 0 0 0,-2 3 3 0,0-3 3 16,-8 4 10-16,-1 2 9 0,-4-6 4 0,2 4 16 15,-3-2-5-15,-4-1 8 0,3 1 3 0,-1-2 10 16,-5-1-4-16,5-2-2 0,-7 0 2 0,1 1-3 16,-4-5 4-16,-3 1-3 0,5-2-1 0,-5 0 10 15,0 0-1-15,-7-4 7 0,7-1-7 0,-1 5 1 16,-4 2 2-16,-1 0-3 0,2 0-4 0,0 3 6 15,-3-3-3-15,6 7 0 0,1 10-4 0,-10-18-2 16,5 13 3-16,5 5 10 0,-6-14-25 0,6 14 2 16,0 0-10-16,-10-12-6 0,10 12-11 0,0 0-23 0,0 0 0 15,-11 31 0-15,8-13 0 0,-2 11 0 0,5 8 0 16,-2 8 0-16,2-2 0 0,2 7 0 16,-2 1 0-16,0-1 0 0,5 5 0 0,-2-2 0 0,3 0-29 15,-4 21-131-15,4-24-57 0,1 2-53 0,1 0-78 16,0-3-63-16,-2 2-89 0,4-4-102 0,7-8-341 15,-10-11-1021-15,1-2 452 0</inkml:trace>
        </inkml:traceGroup>
        <inkml:traceGroup>
          <inkml:annotationXML>
            <emma:emma xmlns:emma="http://www.w3.org/2003/04/emma" version="1.0">
              <emma:interpretation id="{F0F72F80-EBC1-48E3-A30D-59F57900EABB}" emma:medium="tactile" emma:mode="ink">
                <msink:context xmlns:msink="http://schemas.microsoft.com/ink/2010/main" type="inkWord" rotatedBoundingBox="12710,14046 14322,13989 14369,15340 12757,15397"/>
              </emma:interpretation>
              <emma:one-of disjunction-type="recognition" id="oneOf34">
                <emma:interpretation id="interp54" emma:lang="" emma:confidence="0.5">
                  <emma:literal>-7</emma:literal>
                </emma:interpretation>
                <emma:interpretation id="interp55" emma:lang="" emma:confidence="0.5">
                  <emma:literal>- 7</emma:literal>
                </emma:interpretation>
                <emma:interpretation id="interp56" emma:lang="" emma:confidence="0">
                  <emma:literal>. 7</emma:literal>
                </emma:interpretation>
                <emma:interpretation id="interp57" emma:lang="" emma:confidence="0">
                  <emma:literal>£7</emma:literal>
                </emma:interpretation>
                <emma:interpretation id="interp58" emma:lang="" emma:confidence="0">
                  <emma:literal>_ 7</emma:literal>
                </emma:interpretation>
              </emma:one-of>
            </emma:emma>
          </inkml:annotationXML>
          <inkml:trace contextRef="#ctx0" brushRef="#br0" timeOffset="187510.7748">8317 14091 361 0,'-21'3'446'0,"21"-3"-11"16,-17 4-20-16,17-4-11 0,0 0-11 16,0 0-24-16,-19 1-37 0,19-1-34 0,0 0-19 15,0 0-19-15,0 0-20 0,0 0-16 0,0 0-25 0,0 0-19 16,51-12-16-16,-22 3-18 0,0-1-28 0,12 1-40 15,1-8-53-15,6 7-62 0,2-8-69 0,3 6-63 16,-3 0-67-16,-1-3-70 0,1 0-89 0,-7 2-292 16,1-6-743-16,-3 3 330 0</inkml:trace>
          <inkml:trace contextRef="#ctx0" brushRef="#br0" timeOffset="187948.2441">9062 13491 55 0,'-5'-12'381'0,"5"12"-32"0,-3-14-21 0,3 14-3 16,0 0 15-16,0 0-4 0,6-19-3 0,5 15-6 0,-11 4-18 15,26-8-14-15,1 1-16 0,-6 4-11 0,8-6-23 16,2 6-15-16,4 1-27 0,7-3-18 16,-9 5-20-16,-1-2-14 0,10 2-18 0,0 0-18 0,-5 0-3 15,-5 0-14-15,0 2-4 0,-3 0-13 0,0-2-12 16,-2 1-5-16,-8-2-5 0,-19 1-7 0,37 0-7 15,-23-2 0-15,-14 2-5 0,26 2-5 0,-26-2 2 16,0 0-3-16,24-2 14 0,-24 2 11 0,0 0 0 16,15-5 3-16,-15 5 1 0,0 0 7 0,6-16 0 15,-6 16 5-15,-2-14-7 0,2 14 3 0,0 0-1 16,-11-19-1-16,5 10 0 0,6 9 0 0,-8-12-6 16,8 12-3-16,-10-8 4 0,10 8 2 0,0 0-14 0,-11-7-4 15,11 7 0-15,0 0-10 0,0 0-8 16,-27 27-4-16,19-4 4 0,0 3-7 0,1 17-1 15,4 2-2-15,-2 7 2 0,5 5-2 0,0 15 4 16,5 4-8-16,-5 1 3 0,3 4-13 0,8-4 2 0,-4-1 6 16,1-3-2-16,0-2-5 0,0-16 0 15,0-2-3-15,-2-2 3 0,2-1-7 0,7-5-6 0,-4 0-5 16,-5-5-31-16,-2-9-34 0,2-8-45 0,0 3-55 16,-7-7-55-16,4-6-49 0,0-1-43 0,-3-12-45 15,-3 12-54-15,3-12-51 0,0 0-422 0,0 0-969 16,0 0 429-16</inkml:trace>
          <inkml:trace contextRef="#ctx0" brushRef="#br0" timeOffset="188135.7588">9331 14230 354 0,'0'0'393'0,"-17"-10"-24"0,17 10-14 16,-13-4 2-16,13 4-11 0,0 0 11 0,-11-10-1 15,11 10-8-15,0 0-4 0,0 0-10 0,19-17-9 16,-3 9-23-16,11-6-16 0,2-1-33 0,0 0-25 15,11-5-21-15,-1-5-23 0,-3 5-12 0,6 1-42 16,-2-2-54-16,-1 2-60 0,-10 3-72 0,11-2-83 16,-3-4-73-16,-10 14-87 0,-3-3-93 0,2-4-441 15,-5 3-901-15,-4 1 398 0</inkml:trace>
        </inkml:traceGroup>
      </inkml:traceGroup>
      <inkml:traceGroup>
        <inkml:annotationXML>
          <emma:emma xmlns:emma="http://www.w3.org/2003/04/emma" version="1.0">
            <emma:interpretation id="{4A55B54F-E54F-416D-AEB6-59E1CB486EFE}" emma:medium="tactile" emma:mode="ink">
              <msink:context xmlns:msink="http://schemas.microsoft.com/ink/2010/main" type="line" rotatedBoundingBox="5791,16203 14580,15223 14714,16427 5925,17407">
                <msink:destinationLink direction="with" ref="{DBE9FB35-7166-4EA0-B421-0BAF93F2D451}"/>
                <msink:destinationLink direction="with" ref="{385A7968-3506-4ACB-BA70-5750D436E175}"/>
              </msink:context>
            </emma:interpretation>
          </emma:emma>
        </inkml:annotationXML>
        <inkml:traceGroup>
          <inkml:annotationXML>
            <emma:emma xmlns:emma="http://www.w3.org/2003/04/emma" version="1.0">
              <emma:interpretation id="{AC91204E-0B90-46D8-908A-CFF29F428B8B}" emma:medium="tactile" emma:mode="ink">
                <msink:context xmlns:msink="http://schemas.microsoft.com/ink/2010/main" type="inkWord" rotatedBoundingBox="5817,16440 6473,16367 6539,16962 5884,17035"/>
              </emma:interpretation>
              <emma:one-of disjunction-type="recognition" id="oneOf35">
                <emma:interpretation id="interp59" emma:lang="" emma:confidence="1">
                  <emma:literal/>
                </emma:interpretation>
              </emma:one-of>
            </emma:emma>
          </inkml:annotationXML>
          <inkml:trace contextRef="#ctx0" brushRef="#br0" timeOffset="189401.2952">1483 15894 191 0,'0'0'382'0,"-12"-11"-19"0,3 3-11 0,9 8-7 16,-16-5-13-16,16 5-20 0,0 0-26 0,0 0-22 15,-34 16-26-15,25-6-18 0,0 2-6 0,3-1-12 16,0 4-10-16,-1-1-18 0,1 3-7 0,4 2-11 16,4 3 4-16,3 4-5 0,-1 0-15 0,4-2-10 15,0-2-15-15,5 3-7 0,3-5-8 0,4 3-3 16,4-2-7-16,0-1-6 0,3-1-9 0,2 0-4 15,13-5-6-15,-9-2-7 0,-4-1-3 0,2-4-1 0,2 0-4 16,-1-2 5-16,-4-2-2 0,5-1 8 16,-12-4-8-16,2-1 12 0,-2-2 6 0,-5 2-1 15,11-8 3-15,-11 3-4 0,2-3 3 0,-4-4 1 0,4-4-3 16,-1-2-7-16,-7 4 1 0,3-8-3 0,-5-1-7 16,-2-5-2-16,-4 2-5 0,-2-2-5 0,-5-9-2 15,0 1-5-15,-6 11-3 0,-5-12-3 0,-3 7-7 16,-9 0 2-16,9 9-1 0,2-2-4 0,-8 7-6 15,-2 2-4-15,6 1-12 0,-1 3-3 0,-9 7-20 16,14 1-17-16,-12 5-15 0,29 0-22 0,-45 9-38 16,18-2-30-16,-1 7-37 0,11-4-41 0,-7 7-50 15,4 2-56-15,1 4-68 0,3 4-101 0,-3-5-335 16,6 1-903-16,3 2 399 0</inkml:trace>
        </inkml:traceGroup>
        <inkml:traceGroup>
          <inkml:annotationXML>
            <emma:emma xmlns:emma="http://www.w3.org/2003/04/emma" version="1.0">
              <emma:interpretation id="{F70F7FEB-98B9-49AE-A00C-5F78441E96BF}" emma:medium="tactile" emma:mode="ink">
                <msink:context xmlns:msink="http://schemas.microsoft.com/ink/2010/main" type="inkWord" rotatedBoundingBox="8445,15962 9109,15888 9198,16694 8535,16768"/>
              </emma:interpretation>
              <emma:one-of disjunction-type="recognition" id="oneOf36">
                <emma:interpretation id="interp60" emma:lang="" emma:confidence="1">
                  <emma:literal/>
                </emma:interpretation>
              </emma:one-of>
            </emma:emma>
          </inkml:annotationXML>
          <inkml:trace contextRef="#ctx0" brushRef="#br0" timeOffset="190088.7179">4071 15412 83 0,'0'0'409'0,"0"0"-13"16,-16-3-20-16,16 3-27 0,0 0-4 0,0 0-23 16,0 0-17-16,0 0-20 0,-26 12-16 0,26-12-13 15,-7 15-11-15,1-6-11 0,6-9-11 0,-2 21-17 16,2-6-20-16,-6 4-15 0,6-1-17 0,0 1-20 15,6 7-11-15,-4 1-9 0,9 1-9 0,-3-2-14 16,7 2-3-16,-1 13-10 0,9-5-5 0,4 4-6 16,-3-7-8-16,6 5 0 0,-4-8-2 0,3 2-6 0,-3-8-1 15,9 3-4-15,-8-9 4 0,10 4-5 16,-8-10 3-16,-5-1 9 0,3-6 5 0,-4-3 2 16,4-2-1-16,-3-9 5 0,3 0 1 0,-1-5-3 0,-2-2 1 15,-3-4 4-15,-2-5 2 0,-3-2 5 0,-4 5-2 16,-1-9 2-16,2-5 3 0,-4-2-5 0,1-2-1 15,-13 0-8-15,1 0-4 0,-8-2-5 0,1 0-13 16,-7 0 6-16,-5-1-12 0,0 4-5 0,-3 2-3 16,-5 1-2-16,3 0-6 0,-10 7 7 0,0 4-9 15,9 9-3-15,-2 2-10 0,-14 4-10 0,12 0-12 16,-2 8-20-16,0 2-20 0,-8 3-24 0,1 8-22 16,11 0-41-16,0 2-44 0,0 0-54 0,7 6-40 15,1-3-32-15,0 3-58 0,5 1-62 0,5-3-95 16,3 1-313-16,1-3-908 0,7 0 402 0</inkml:trace>
        </inkml:traceGroup>
        <inkml:traceGroup>
          <inkml:annotationXML>
            <emma:emma xmlns:emma="http://www.w3.org/2003/04/emma" version="1.0">
              <emma:interpretation id="{380C60E4-67D6-456A-B6FE-0599DAF0C3B5}" emma:medium="tactile" emma:mode="ink">
                <msink:context xmlns:msink="http://schemas.microsoft.com/ink/2010/main" type="inkWord" rotatedBoundingBox="11296,15746 11382,15737 11462,16456 11376,16465"/>
              </emma:interpretation>
              <emma:one-of disjunction-type="recognition" id="oneOf37">
                <emma:interpretation id="interp61" emma:lang="" emma:confidence="1">
                  <emma:literal/>
                </emma:interpretation>
              </emma:one-of>
            </emma:emma>
          </inkml:annotationXML>
          <inkml:trace contextRef="#ctx0" brushRef="#br0" timeOffset="190675.4313">6845 15150 471 0,'-4'-22'511'0,"3"13"6"16,1 9-6-16,-7-18-4 0,6 10-12 0,1 8-24 15,-5-13-38-15,5 13-25 0,0 0-46 0,-7-12-41 16,7 12-26-16,0 0-28 0,0 0-30 0,0 0-21 15,0 0-17-15,0 0-12 0,13 47-27 0,-5-23-14 16,-1 6-12-16,4 6-16 0,-1 3-12 0,-1-1-5 16,1 6-14-16,-2-3-6 0,0 1-9 0,0-1-15 15,0-4 2-15,3 2-37 0,-4-1-37 0,2-9-45 16,-2 1-64-16,-6 9-77 0,10-14-81 0,-4 1-94 0,-6-9-100 16,1 2-528-16,6-5-1085 0,-5 0 480 0</inkml:trace>
        </inkml:traceGroup>
        <inkml:traceGroup>
          <inkml:annotationXML>
            <emma:emma xmlns:emma="http://www.w3.org/2003/04/emma" version="1.0">
              <emma:interpretation id="{140AC2E5-4DB8-41F0-AB06-AAF5FD2DC3EB}" emma:medium="tactile" emma:mode="ink">
                <msink:context xmlns:msink="http://schemas.microsoft.com/ink/2010/main" type="inkWord" rotatedBoundingBox="12886,15412 14580,15223 14714,16427 13021,16616"/>
              </emma:interpretation>
              <emma:one-of disjunction-type="recognition" id="oneOf38">
                <emma:interpretation id="interp62" emma:lang="" emma:confidence="0.5">
                  <emma:literal>-3</emma:literal>
                </emma:interpretation>
                <emma:interpretation id="interp63" emma:lang="" emma:confidence="0.5">
                  <emma:literal>- 3</emma:literal>
                </emma:interpretation>
                <emma:interpretation id="interp64" emma:lang="" emma:confidence="0">
                  <emma:literal>_ 3</emma:literal>
                </emma:interpretation>
                <emma:interpretation id="interp65" emma:lang="" emma:confidence="0">
                  <emma:literal>33</emma:literal>
                </emma:interpretation>
                <emma:interpretation id="interp66" emma:lang="" emma:confidence="0">
                  <emma:literal>. 3</emma:literal>
                </emma:interpretation>
              </emma:one-of>
            </emma:emma>
          </inkml:annotationXML>
          <inkml:trace contextRef="#ctx0" brushRef="#br0" timeOffset="191097.27">8489 15162 428 0,'-13'7'468'0,"13"-7"-33"0,0 0-24 15,0 0-22-15,-16 5-11 0,16-5-21 0,0 0-22 16,0 0-25-16,0 0-25 0,0 0-7 0,0 0-16 16,0 0-23-16,0 0-24 0,0 0-21 0,58-21-20 15,-31 11-17-15,4 2-20 0,1 0-29 0,13-6-56 0,3 1-41 16,-2-5-55-16,7 3-60 0,0 1-55 0,-3 0-56 15,0 2-69-15,-1-2-85 0,0 1-373 0,-5-2-803 16,0 0 356-16</inkml:trace>
          <inkml:trace contextRef="#ctx0" brushRef="#br0" timeOffset="191581.6137">9485 14685 158 0,'5'-8'453'0,"8"-5"-22"16,-2 3-17-16,4-1-14 0,1 0-23 0,-2 0-17 16,1 6-25-16,4-2-28 0,-3 1-26 0,0 1-26 15,5 4-20-15,-21 1-25 0,35 5-21 0,-16-1-16 0,-1 3-20 16,3 1-13-16,-7 3-17 0,5 8-7 16,-6-4-12-16,-3 9-14 0,3 2-5 0,-5 2-8 15,-3 3-11-15,-2-4-6 0,-3 2-4 0,-2 12-4 0,1-12-8 16,-11 10-1-16,3-9-4 0,-2-3-6 0,-6 6-5 15,3-7 0-15,0 0-2 0,-2-7-1 16,1 4-10-16,-1-8 3 0,5 0-3 0,0-4-1 0,-1 1-2 16,1-5 1-16,5 1-4 0,6-8 3 0,-10 9-2 15,10-9-6-15,0 0 4 0,0 0 0 0,0 0-2 16,0 0-1-16,0 0-3 0,15-36 2 0,-3 21-5 16,0-1 3-16,0 2-1 0,14-1-1 0,-3-1-2 15,1-1 5-15,3 0 0 0,2 7-3 0,0-1 6 16,6 3-1-16,-8 4 3 0,4 5 4 0,-1 3 2 15,2 6-2-15,-1 2-1 0,-4 6 3 0,-3-3-2 16,8 15 0-16,-14-7-1 0,0 7-5 0,-4-2 4 0,-3 8-3 16,-4-3-1-16,-1 1 4 0,-6 4-2 0,-3 0-3 15,-8 2-1-15,-4-2 0 0,-1-1 0 16,-6-2-17-16,-10-1-20 0,1-4-24 0,-9 3-19 0,3-6-19 16,-6 2-18-16,-5 0-9 0,3-6-25 0,3 1-30 15,-1-2-58-15,-1-5-89 0,15-10-103 0,-12 6-322 16,9-7-810-16,-2 0 359 0</inkml:trace>
        </inkml:traceGroup>
      </inkml:traceGroup>
      <inkml:traceGroup>
        <inkml:annotationXML>
          <emma:emma xmlns:emma="http://www.w3.org/2003/04/emma" version="1.0">
            <emma:interpretation id="{7EFAD0D6-1A08-4FC9-90CE-0CB179DBCE53}" emma:medium="tactile" emma:mode="ink">
              <msink:context xmlns:msink="http://schemas.microsoft.com/ink/2010/main" type="line" rotatedBoundingBox="6024,17478 14791,16344 14953,17591 6185,18725">
                <msink:destinationLink direction="with" ref="{DBE9FB35-7166-4EA0-B421-0BAF93F2D451}"/>
                <msink:destinationLink direction="with" ref="{385A7968-3506-4ACB-BA70-5750D436E175}"/>
              </msink:context>
            </emma:interpretation>
          </emma:emma>
        </inkml:annotationXML>
        <inkml:traceGroup>
          <inkml:annotationXML>
            <emma:emma xmlns:emma="http://www.w3.org/2003/04/emma" version="1.0">
              <emma:interpretation id="{7D885EDD-01DE-46BE-AE3C-BE9A4AE2048C}" emma:medium="tactile" emma:mode="ink">
                <msink:context xmlns:msink="http://schemas.microsoft.com/ink/2010/main" type="inkWord" rotatedBoundingBox="6062,17774 6808,17677 6908,18453 6163,18550"/>
              </emma:interpretation>
              <emma:one-of disjunction-type="recognition" id="oneOf39">
                <emma:interpretation id="interp67" emma:lang="" emma:confidence="1">
                  <emma:literal/>
                </emma:interpretation>
              </emma:one-of>
            </emma:emma>
          </inkml:annotationXML>
          <inkml:trace contextRef="#ctx0" brushRef="#br0" timeOffset="192904.0839">1696 17147 305 0,'-8'-7'345'15,"8"7"-16"-15,0 0-14 0,0 0-17 0,0 0-16 16,-29 3-30-16,29-3-19 0,-9 12-10 0,2 0-2 16,2-1-4-16,2 6-3 0,-2 2 4 0,-1 7-22 15,6 0-11-15,-5 2-14 0,5 1-7 0,3 2-13 0,4 7-14 16,-7-9-10-16,9 11 3 0,3 2-17 0,5-5-6 16,-2-1-9-16,-1-8-5 0,1-4-1 0,2 6-12 15,7 1-10-15,7-2-5 0,-4-8 0 0,8 2 1 16,-6-8 3-16,11 2-5 0,-9-4-3 0,10-4 4 15,-10-5 9-15,3-1 30 0,-4-6 0 0,4-1 0 16,-4-5-4-16,1-5-7 0,-1-2 1 0,-4-5-7 16,8-5-10-16,-7-8 0 0,-3 1-8 0,-5-2-14 15,-4 8 9-15,-1-8-4 0,-1-4 2 0,-10-3-6 16,2 2 1-16,-10 1-7 0,4-1-7 0,-7 13 1 16,-5-12-10-16,-8-5 1 0,-2 7-6 0,-4 4-3 15,-3 0-3-15,-2-3-4 0,-2 15 3 0,3 6-10 16,1 3-9-16,-1 0-3 0,-2 5-6 0,2 2-11 15,-2 5-8-15,5 0-15 0,-1 6-32 0,1 4-29 16,5 1-35-16,1 5-27 0,2-1-30 0,6-3-42 16,1 1-38-16,3 2-48 0,4 1-68 0,3-6-76 0,-7 6-379 15,10-6-914-15,0-10 405 0</inkml:trace>
        </inkml:traceGroup>
        <inkml:traceGroup>
          <inkml:annotationXML>
            <emma:emma xmlns:emma="http://www.w3.org/2003/04/emma" version="1.0">
              <emma:interpretation id="{5D8A5D12-7397-4C87-B55D-C439D51B4CB2}" emma:medium="tactile" emma:mode="ink">
                <msink:context xmlns:msink="http://schemas.microsoft.com/ink/2010/main" type="inkWord" rotatedBoundingBox="8845,17113 9970,16967 10089,17891 8964,18036"/>
              </emma:interpretation>
              <emma:one-of disjunction-type="recognition" id="oneOf40">
                <emma:interpretation id="interp68" emma:lang="" emma:confidence="1">
                  <emma:literal/>
                </emma:interpretation>
              </emma:one-of>
            </emma:emma>
          </inkml:annotationXML>
          <inkml:trace contextRef="#ctx0" brushRef="#br0" timeOffset="193658.1709">4462 16948 353 0,'0'0'432'0,"0"0"-15"0,-26 0-2 0,26 0-10 15,0 0-17-15,0 0-22 0,0 0-28 0,0 0-32 0,0 0-28 16,0 0-26-16,0 0-25 0,0 0-12 0,0 0-2 15,0 0-12-15,0 0-18 0,0 0-21 16,0 0-19-16,58-25-12 0,-31 17-12 0,2-3-12 0,15 2-11 16,-1-2-9-16,0-3-25 0,5 2-31 0,0-2-47 15,-3 1-47-15,2-5-66 0,-2 4-59 0,5 2-53 16,-12 1-67-16,4-4-73 0,-10 7-387 0,0-3-830 16,-10-1 368-16</inkml:trace>
          <inkml:trace contextRef="#ctx0" brushRef="#br0" timeOffset="193939.3979">5336 16359 157 0,'0'0'389'0,"-8"-14"-6"0,8 14-7 0,-6-16-6 16,6 16-12-16,-3-7-12 0,3 7-34 0,0 0-30 15,0 0-25-15,-5-10-21 0,5 10-3 0,0 0-1 0,0 0 4 16,0 0-8-16,18 35-12 0,-10-18-10 0,1 4-9 15,4 6-9-15,-3 3-12 0,4 7-12 0,-3 5-5 16,4-1-11-16,-6 3-13 0,4-5-10 0,0 5-9 16,-2-3-19-16,2 2 3 0,2-3-18 0,-7 5-8 15,4-2-9-15,1-1-10 0,-3 2-6 0,1-15-25 16,2 6-40-16,-3-9-42 0,-2-1-48 0,-2 1-60 16,2-10-47-16,0 2-44 0,-1-2-46 0,-3-1-51 15,3-6-65-15,-4 1-395 0,-3-10-880 0,0 0 389 16</inkml:trace>
        </inkml:traceGroup>
        <inkml:traceGroup>
          <inkml:annotationXML>
            <emma:emma xmlns:emma="http://www.w3.org/2003/04/emma" version="1.0">
              <emma:interpretation id="{07F6E3C1-4CE3-4E93-AD69-7FFD19109256}" emma:medium="tactile" emma:mode="ink">
                <msink:context xmlns:msink="http://schemas.microsoft.com/ink/2010/main" type="inkWord" rotatedBoundingBox="11563,16995 12169,16917 12271,17708 11666,17787"/>
              </emma:interpretation>
              <emma:one-of disjunction-type="recognition" id="oneOf41">
                <emma:interpretation id="interp69" emma:lang="" emma:confidence="1">
                  <emma:literal/>
                </emma:interpretation>
              </emma:one-of>
            </emma:emma>
          </inkml:annotationXML>
          <inkml:trace contextRef="#ctx0" brushRef="#br0" timeOffset="194814.3009">7260 16386 367 0,'0'0'399'0,"-13"-5"-14"0,13 5-18 0,-19-1-21 16,19 1-15-16,0 0-18 0,0 0-17 0,-37 8-16 16,29 1-19-16,-2 1-23 0,-1 1-12 15,3 6-16-15,0 0-17 0,0 10-13 0,2-2-11 0,1 3-11 16,5 2-12-16,0-2-13 0,0 1-12 0,6 11-16 15,2-2-9-15,10 4-6 0,-2-2-8 0,3-6-9 16,-1 3-5-16,3-12-7 0,6 8-8 0,2 0 0 16,-7-14-5-16,4-1-4 0,0 1-7 0,1-1 0 15,0-2-1-15,1-5 6 0,-4 0 7 0,4-7 4 16,-7-3 0-16,8 3 9 0,-8-8 2 0,2-3 6 16,-3 1-3-16,0-5 0 0,4-4 1 0,-10 1-7 15,7-4-4-15,-7-6-3 0,1 2-4 0,-1-4-5 16,-2 0 0-16,-4-5 4 0,-2 3 4 0,-4-11-8 15,-2 9-7-15,-7-11-3 0,-2-2-2 0,-3-1-4 16,-9 1-9-16,1-4-3 0,-3 3 2 0,-6 4-4 16,-3 4-4-16,0-1 0 0,0 6-1 0,-2 9 2 0,7 4-11 15,-18 5-9-15,13 4-5 0,3 4-10 0,-11 3-15 16,14 4-16-16,-2 5-17 0,0 0-26 16,4 5-28-16,3 2-38 0,5-1-35 0,5 5-46 0,-2 3-34 15,13 4-49-15,0 0-61 0,7-2-70 0,1-4-346 16,9 3-871-16,7 1 385 0</inkml:trace>
        </inkml:traceGroup>
        <inkml:traceGroup>
          <inkml:annotationXML>
            <emma:emma xmlns:emma="http://www.w3.org/2003/04/emma" version="1.0">
              <emma:interpretation id="{9C5FA321-CD91-41C1-A73C-CFF5103D5408}" emma:medium="tactile" emma:mode="ink">
                <msink:context xmlns:msink="http://schemas.microsoft.com/ink/2010/main" type="inkWord" rotatedBoundingBox="12798,17248 12812,17246 12814,17261 12800,17263"/>
              </emma:interpretation>
              <emma:one-of disjunction-type="recognition" id="oneOf42">
                <emma:interpretation id="interp70" emma:lang="" emma:confidence="0.5">
                  <emma:literal>.</emma:literal>
                </emma:interpretation>
                <emma:interpretation id="interp71" emma:lang="" emma:confidence="0">
                  <emma:literal>,</emma:literal>
                </emma:interpretation>
                <emma:interpretation id="interp72" emma:lang="" emma:confidence="0">
                  <emma:literal>\</emma:literal>
                </emma:interpretation>
                <emma:interpretation id="interp73" emma:lang="" emma:confidence="0">
                  <emma:literal>`</emma:literal>
                </emma:interpretation>
                <emma:interpretation id="interp74" emma:lang="" emma:confidence="0">
                  <emma:literal>'</emma:literal>
                </emma:interpretation>
              </emma:one-of>
            </emma:emma>
          </inkml:annotationXML>
          <inkml:trace contextRef="#ctx0" brushRef="#br0" timeOffset="225265.9382">8322 16569 129 0,'0'0'113'16,"0"0"-15"-16,0 0-21 0,0 0-22 0,0 0-34 16,0 0-33-16,0 0-69 0,0 0-86 0,0 0 38 0</inkml:trace>
        </inkml:traceGroup>
        <inkml:traceGroup>
          <inkml:annotationXML>
            <emma:emma xmlns:emma="http://www.w3.org/2003/04/emma" version="1.0">
              <emma:interpretation id="{5AFA2E5B-7AE6-44BB-836A-79BA161596E2}" emma:medium="tactile" emma:mode="ink">
                <msink:context xmlns:msink="http://schemas.microsoft.com/ink/2010/main" type="inkWord" rotatedBoundingBox="13476,16607 14803,16436 14953,17591 13625,17762"/>
              </emma:interpretation>
              <emma:one-of disjunction-type="recognition" id="oneOf43">
                <emma:interpretation id="interp75" emma:lang="" emma:confidence="1">
                  <emma:literal/>
                </emma:interpretation>
              </emma:one-of>
            </emma:emma>
          </inkml:annotationXML>
          <inkml:trace contextRef="#ctx0" brushRef="#br0" timeOffset="224515.9524">10050 16213 42 0,'0'0'76'0,"0"0"3"0,-26 0-21 16,26 0-4-16,0 0-8 0,0 0-1 0,0 0-4 15,0 0-5-15,0 0 3 0,0 0-5 0,0 0-3 16,0 0-7-16,0 0-2 0,0 0 7 0,0 0-10 16,0 0-2-16,0 0 0 0,0 0-3 0,0 0 2 15,0 0-6-15,0 0 2 0,0 0-1 0,0 0 4 0,0 0-3 16,0 0 1-16,0 0-2 0,0 0-4 15,0 0 4-15,0 0 0 0,0 0-2 0,0 0-3 16,0 0 2-16,0 0-5 0,0 0 1 0,0 0 7 0,0 0-10 16,0 0 11-16,0 0-12 0,0 0 6 0,0 0-6 15,0 0 3-15,0 0-3 0,0 0 5 0,0 0-11 16,0 0 12-16,0 0-1 0,0 0 4 0,0 0-7 16,0 0-4-16,0 0 11 0,0 0-1 0,0 0 1 15,0 0-4-15,-14-13-2 0,14 13 5 0,0 0-2 16,0 0 0-16,0 0-3 0,0 0-3 0,0 0 3 15,0 0 3-15,0 0-6 0,0 0 1 0,0 0-3 16,0 0 2-16,0 0-3 0,0 0 3 0,0 0 1 0,0 0 4 16,0 0-8-16,0 0-3 0,0 0 6 15,0 0 6-15,0 0-3 0,0 0-3 0,0 0 2 16,0 0-4-16,0 0 3 0,0 0-2 0,0 0 3 0,0 0-2 16,0 0-2-16,0 0 0 0,0 0-2 0,0 0 6 15,0 0-10-15,0 0 9 0,0 0-7 0,27-19 6 16,-27 19 2-16,0 0-12 0,0 0-2 0,0 0 3 15,8-13-4-15,-8 13-4 0,0 0-12 0,8-8-5 16,-8 8-7-16,0 0-10 0,0 0-2 0,0 0-14 16,0 0-42-16,7-8-118 0,-7 8 53 0</inkml:trace>
          <inkml:trace contextRef="#ctx0" brushRef="#br0" timeOffset="195158.0367">9102 16328 208 0,'0'0'463'0,"-21"6"-22"0,21-6-24 0,-14 6-15 15,14-6-19-15,0 0-17 0,-13 4-19 0,13-4-24 16,0 0-24-16,0 0-2 0,0 0-16 0,0 0-8 15,0 0-3-15,0 0-36 0,0 0-22 0,0 0-20 16,61-3-20-16,-61 3-19 0,49-7-18 0,-18 2-29 16,9-9-40-16,-8 6-45 0,2 1-50 0,-2-2-57 15,13-4-58-15,0 2-61 0,-12 2-53 0,6-6-62 16,6 5-82-16,-15 5-368 0,1-6-834 0,-2 6 369 16</inkml:trace>
          <inkml:trace contextRef="#ctx0" brushRef="#br0" timeOffset="195423.6465">10132 15800 326 0,'0'0'423'0,"6"-10"-27"16,-6 10-18-16,0 0-7 0,0 0 0 0,0 0-11 16,5-9-2-16,-5 9-7 0,0 0-10 0,0 0-11 15,10 29-13-15,-5-16-14 0,-2 13-11 0,6-1-11 16,1 13-23-16,1 0 1 0,-1 7-18 0,-1 0-11 15,6 1-13-15,-1 2-18 0,4 4-21 0,-5 1-14 16,3-4-14-16,6 22-17 0,-7-19-18 0,1-2-6 0,1 0-17 16,0 3-5-16,-3-7-10 0,0 0-19 15,1-6-32-15,-2 1-43 0,-4-13-40 0,3 1-47 0,-4-6-66 16,-2 3-81-16,0-11-77 0,-4 4-94 0,0-8-121 16,-2-3-441-16,0-8-1065 0,-10 18 472 15</inkml:trace>
        </inkml:traceGroup>
      </inkml:traceGroup>
      <inkml:traceGroup>
        <inkml:annotationXML>
          <emma:emma xmlns:emma="http://www.w3.org/2003/04/emma" version="1.0">
            <emma:interpretation id="{0AE76AB6-2B86-4059-AB6C-7EBC206A5EA0}" emma:medium="tactile" emma:mode="ink">
              <msink:context xmlns:msink="http://schemas.microsoft.com/ink/2010/main" type="line" rotatedBoundingBox="7271,18773 14708,17838 14826,18772 7389,19706">
                <msink:destinationLink direction="with" ref="{DBE9FB35-7166-4EA0-B421-0BAF93F2D451}"/>
                <msink:destinationLink direction="with" ref="{385A7968-3506-4ACB-BA70-5750D436E175}"/>
              </msink:context>
            </emma:interpretation>
          </emma:emma>
        </inkml:annotationXML>
        <inkml:traceGroup>
          <inkml:annotationXML>
            <emma:emma xmlns:emma="http://www.w3.org/2003/04/emma" version="1.0">
              <emma:interpretation id="{D5D9FAE7-065E-41CF-B631-0F4ABAC266C8}" emma:medium="tactile" emma:mode="ink">
                <msink:context xmlns:msink="http://schemas.microsoft.com/ink/2010/main" type="inkWord" rotatedBoundingBox="7271,18773 10356,18386 10465,19255 7381,19643"/>
              </emma:interpretation>
              <emma:one-of disjunction-type="recognition" id="oneOf44">
                <emma:interpretation id="interp76" emma:lang="" emma:confidence="0.5">
                  <emma:literal>o</emma:literal>
                </emma:interpretation>
                <emma:interpretation id="interp77" emma:lang="" emma:confidence="0">
                  <emma:literal>O</emma:literal>
                </emma:interpretation>
                <emma:interpretation id="interp78" emma:lang="" emma:confidence="0">
                  <emma:literal>0</emma:literal>
                </emma:interpretation>
                <emma:interpretation id="interp79" emma:lang="" emma:confidence="0">
                  <emma:literal>°</emma:literal>
                </emma:interpretation>
                <emma:interpretation id="interp80" emma:lang="" emma:confidence="0">
                  <emma:literal>,</emma:literal>
                </emma:interpretation>
              </emma:one-of>
            </emma:emma>
          </inkml:annotationXML>
          <inkml:trace contextRef="#ctx0" brushRef="#br0" timeOffset="197142.6698">5352 17970 90 0,'0'0'423'0,"0"0"-16"0,-15-4-15 0,15 4-24 0,0 0-25 16,0 0-17-16,0 0-22 0,0 0-19 0,0 0-23 15,-38 10-19-15,30-4-16 0,8-6-16 0,-15 14-13 16,4-2-11-16,2 2-8 0,-3 4-21 0,9-5-9 15,-3 13-15-15,-2-7-9 0,3 0-11 0,-2 6-6 16,7 1-8-16,5-3-5 0,-3 7-5 0,4-3 1 16,2-1-7-16,5 2-9 0,3-2-1 0,-1-2-6 15,6 0-9-15,1-3 3 0,12 3 8 0,1-3-1 16,-6-4 3-16,0-4-4 0,4-10-1 0,0 2 1 16,2-5-1-16,7-8 0 0,1-3-1 0,-11 1-6 15,6-8-2-15,3-6-2 0,-9-2-4 0,1-1-10 16,-5-3 11-16,-4-7 18 0,-5 3-8 0,-3 0 0 15,-2-6 11-15,-6 2-4 0,-8 7 5 0,5-10 7 16,-10 3 0-16,-4-4-8 0,-10 1-8 0,1 1-9 16,-6 6-4-16,0 0-5 0,1 11-3 0,-6-3-8 15,2 8-4-15,1 6-1 0,2 0-5 0,-3 5-14 16,-2 6-11-16,2-1-18 0,-2 5-26 0,2 4-32 0,3 7-42 16,-4-2-41-16,8 5-45 0,-1 6-48 0,5-4-65 15,3 5-61-15,2-1-84 0,-1-1-111 16,11-3-338-16,1-4-985 0,0-15 435 0</inkml:trace>
          <inkml:trace contextRef="#ctx0" brushRef="#br0" timeOffset="196454.8409">3052 18506 15 0,'-10'-7'396'0,"10"7"-19"0,-21-12-24 0,10 9-22 15,11 3-8-15,-21-9-12 0,21 9-16 0,0 0-22 16,-30 4-21-16,30-4-16 0,-21 12-10 0,11-5-15 15,2 6-14-15,-6 8-9 0,3 0-11 0,1 4-5 16,4 3-9-16,-1 1-13 0,6 0-15 0,2 8-28 16,4-6-6-16,3-1-6 0,-2-1-12 0,4-5-8 0,3 2-6 15,4-1-5-15,4-5-5 0,0-4-6 0,2-1 9 16,2-5 0-16,-2 1 12 0,7-10 6 16,2-1 3-16,4-5 6 0,4-6-1 0,1-7-6 15,1-1-2-15,-5-1-7 0,-2-8-8 0,-3 2-3 0,-9 0-4 16,1-5-2-16,-3-4 3 0,0-2-17 0,-8 10 3 15,-4-2-8-15,-2-7-2 0,-1 6-4 0,-6-2-1 16,-5-9-1-16,-3 4-6 0,0 11 0 0,-6-2-5 16,-7 6-1-16,0 1-5 0,-6 0 1 0,3 3 1 15,-7 7-8-15,-1 1 4 0,-11 9-3 0,7 1-3 16,4 3-6-16,-14 5-12 0,14 1-2 0,3 1-21 16,-2 8-19-16,7 2-30 0,3 1-37 0,1-2-42 15,5 5-33-15,2-7-48 0,9 1-35 0,-3 1-42 16,4 5-52-16,13-7-70 0,-6 0-321 0,9-2-828 15,10-2 367-15</inkml:trace>
        </inkml:traceGroup>
        <inkml:traceGroup>
          <inkml:annotationXML>
            <emma:emma xmlns:emma="http://www.w3.org/2003/04/emma" version="1.0">
              <emma:interpretation id="{9A5AE766-833F-4948-B977-4360FC7B5EDF}" emma:medium="tactile" emma:mode="ink">
                <msink:context xmlns:msink="http://schemas.microsoft.com/ink/2010/main" type="inkWord" rotatedBoundingBox="12142,18256 14720,17932 14826,18772 12247,19096"/>
              </emma:interpretation>
              <emma:one-of disjunction-type="recognition" id="oneOf45">
                <emma:interpretation id="interp81" emma:lang="" emma:confidence="0.5">
                  <emma:literal>o</emma:literal>
                </emma:interpretation>
                <emma:interpretation id="interp82" emma:lang="" emma:confidence="0">
                  <emma:literal>O</emma:literal>
                </emma:interpretation>
                <emma:interpretation id="interp83" emma:lang="" emma:confidence="0">
                  <emma:literal>0</emma:literal>
                </emma:interpretation>
                <emma:interpretation id="interp84" emma:lang="" emma:confidence="0">
                  <emma:literal>°</emma:literal>
                </emma:interpretation>
                <emma:interpretation id="interp85" emma:lang="" emma:confidence="0">
                  <emma:literal>,</emma:literal>
                </emma:interpretation>
              </emma:one-of>
            </emma:emma>
          </inkml:annotationXML>
          <inkml:trace contextRef="#ctx0" brushRef="#br0" timeOffset="197704.1081">7855 17585 131 0,'-16'13'451'0,"3"-5"-21"0,-4 6-21 16,-1-2-15-16,4 2-13 0,-4 1-22 0,-1 8-29 15,6-9-22-15,3 3-30 0,2-2-26 0,2 4-22 0,-1 0-27 16,7 1-18-16,0 5-22 0,5-2-10 0,5 1-17 16,-2-7-11-16,6 8-11 0,4-5-13 15,1 2-11-15,9-2-8 0,-3 0-11 0,10 7 17 0,-9-10-9 16,9 1 7-16,-2-4 3 0,-5 2-4 0,3-2 10 16,-4-2 1-16,4-4-4 0,-2 2 6 0,-2-7 1 15,0 3 5-15,-6-6-12 0,-21 0 0 0,38-9 0 16,-18 5-3-16,1-3-7 0,-4-9-2 0,4-3-3 15,-7 5-7-15,7-9 15 0,-6 0-10 0,-4-2 1 16,-1-6-6-16,-4-5-5 0,-1 5-7 0,-2-7-2 16,-6-5-7-16,-2 3-4 0,-5 2-2 0,-7-2 0 15,-6 2-14-15,-1 5 7 0,-8 2-13 0,8 9-5 16,-5 10-3-16,-11-4 0 0,-3 6-14 0,9 7-18 0,-11 6-21 16,0 8-25-16,5 1-24 0,-3 11-1 15,6 0-41-15,2 3-41 0,12-5-31 0,1 3-56 16,4 2-55-16,4 0-59 0,4 3-76 0,4-2-109 0,6 0-299 15,0-9-925-15,8 1 409 0</inkml:trace>
          <inkml:trace contextRef="#ctx0" brushRef="#br0" timeOffset="198219.7198">9704 17532 285 0,'0'0'549'0,"-2"-17"-32"0,2 17-45 16,0 0-41-16,0 0-40 0,0 0-36 0,0 0-35 15,0 0-28-15,0 0-29 0,0 0-22 0,0 0-19 16,0 0-11-16,0 0-12 0,0 0-3 0,-7 41-17 16,4-25-9-16,-2 4-16 0,4 6-12 0,1 3-12 15,-3 2-9-15,1-3-11 0,-1 14 5 0,0-2-20 16,6-2-3-16,2 1 3 0,-1 5-16 0,6-5 0 16,3-3-4-16,-2-5 1 0,7 4-8 0,1-13 8 15,-3 1-3-15,10-8 5 0,-5 3 9 0,3-8 6 0,3-5 1 16,2-1 2-16,0-5-2 0,1-5-17 15,2-5 3-15,7-9-7 0,-4-3-8 0,0-4-5 16,-1-4-6-16,-2-1 10 0,0 0-21 0,-6-4 21 0,-5-5-3 16,-2 0 13-16,-5 5-13 0,-4-6-61 0,-3 4 0 15,-7 0 0-15,0 9 0 0,-4-2 0 0,-7 4 0 16,0-1 0-16,-13-4 0 0,1 12 0 0,-4-1 0 16,-8 1 0-16,-9 2 0 0,6 6 0 0,-9 3 0 15,4 4 0-15,0 5 0 0,-1 4 0 0,12-3 0 16,-9 8 0-16,12-2-91 0,-3 2-171 0,8-1-69 15,4 1-53-15,-7 7-76 0,11-7-102 0,-2 1-456 16,-2-2-1101-16,2 0 488 0</inkml:trace>
        </inkml:traceGroup>
      </inkml:traceGroup>
    </inkml:traceGroup>
  </inkml:traceGroup>
</inkml:ink>
</file>

<file path=ppt/ink/ink23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1T04:55:11.317"/>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1F85831A-37BD-464C-8CBA-EF280992FECF}" emma:medium="tactile" emma:mode="ink">
          <msink:context xmlns:msink="http://schemas.microsoft.com/ink/2010/main" type="inkDrawing" rotatedBoundingBox="16803,356 18237,6509 16764,6852 15330,700" semanticType="verticalRange" shapeName="Other">
            <msink:sourceLink direction="with" ref="{EB6EC97C-CC73-4C2C-9DFC-C78517A1FF83}"/>
            <msink:sourceLink direction="with" ref="{3614D9FC-BC1B-4CBE-9D7C-631D0DB0DAD7}"/>
            <msink:sourceLink direction="with" ref="{D7750C21-87B1-4B56-B25B-4DCE1CECACC0}"/>
          </msink:context>
        </emma:interpretation>
      </emma:emma>
    </inkml:annotationXML>
    <inkml:trace contextRef="#ctx0" brushRef="#br0">-18 69 40 0,'0'0'364'0,"0"0"-20"16,-14-8-14-16,14 8-9 0,0 0-11 0,0 0-24 16,0 0-23-16,-15-5-19 0,15 5-35 0,0 0 2 15,0 0-33-15,0 0-6 0,0 0-7 0,0 0 10 16,0 0 0-16,50 0-4 0,-50 0-5 0,56 0-5 16,-11-2-5-16,2 1-6 0,6-5-13 0,1 3-10 15,2 1-11-15,4-1-10 0,2 1-9 0,18 0-5 16,-17 1-13-16,-4-3-5 0,20 2-8 0,-23 1-7 15,-1 1-1-15,-2-4-9 0,-8-1-4 0,-1 8-4 0,-11-8-3 16,0 2-3-16,-2-2 8 0,-2 1 8 16,-9 2 5-16,1-3-4 0,-6 3-1 0,-15 2-5 15,33-1 2-15,-33 1-5 0,25-4-6 0,-25 4-3 16,0 0-7-16,27 7 0 0,-19 0 2 0,0 4-6 0,6 2 5 16,-7 5-3-16,7 20 5 0,1 3 0 0,2 5 8 15,-2 9 5-15,4 17 2 0,0 6 12 16,7 1 2-16,-7 4 3 0,7 7 2 0,4 33 3 0,-9-36 3 15,13 38-5-15,-10-40 28 0,8 51-2 0,6 6 20 16,-10-6 13-16,2-1 7 0,5 13 5 0,-7-1 9 16,2 0 5-16,4-9-7 0,-4-5-136 0,-2 0-7 15,5-1 0-15,-2-5 0 0,9 3 0 0,-14-2 0 16,-2-38 0-16,6 32 0 0,-7-37 0 0,4 41 0 16,-6-39 0-16,-4-1 0 0,8 5 0 0,-1-2 0 15,-10 1 0-15,2-3 0 0,-3-5 0 0,-2 2 0 16,-1-10 0-16,-4-1 0 0,2 0 0 0,-6-20 0 0,4 4 0 15,-6-3 0-15,3 0 0 0,1 0 0 0,0 20 0 16,0-25 0-16,-4 0 0 0,4-3 0 16,3 1 0-16,-4-1 0 0,2 1 0 0,-3 0 0 0,-1-7 0 15,4 3 0-15,0-2 0 0,-2 3 0 0,-5-8 0 16,4-4 0-16,4 6 0 0,-4-6 0 0,-2-5 0 16,3-4 0-16,0 1 0 0,1-7 0 0,-4 2 0 15,3 7 0-15,-3-11 0 0,5 4 0 0,-4 0 0 16,-1-1 0-16,2 2 0 0,1 2 0 0,-1 3 0 15,-1-1 0-15,-2 6 0 0,-1-4 0 0,2 0 0 16,-3 1 0-16,1 1 0 0,-6-2 0 0,2 2 0 16,-1-2 0-16,1-1 0 0,-2-1 0 0,-2 0 0 15,-1-1 0-15,8-6 0 0,-8 1 0 0,1-3 0 0,-3 2 0 16,-6 2 0-16,-2-5 0 0,-3 4 0 0,-5-8 0 16,-13 6 0-16,1-8 0 0,-11 0 0 0,-7-1 0 15,-24-1 0-15,-6-4 0 0,-1-13-248 0,-9-4-197 16,4-1-7-16,4 2-25 0,3-5-50 0,6-3-480 15,24-1-1092-15,7 0 484 0</inkml:trace>
  </inkml:traceGroup>
</inkml:ink>
</file>

<file path=ppt/ink/ink23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1T04:56:14.730"/>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A917EE8A-4C4F-45E4-B62A-1E70E320ED47}" emma:medium="tactile" emma:mode="ink">
          <msink:context xmlns:msink="http://schemas.microsoft.com/ink/2010/main" type="writingRegion" rotatedBoundingBox="20033,2462 28073,2359 28100,4473 20060,4576"/>
        </emma:interpretation>
      </emma:emma>
    </inkml:annotationXML>
    <inkml:traceGroup>
      <inkml:annotationXML>
        <emma:emma xmlns:emma="http://www.w3.org/2003/04/emma" version="1.0">
          <emma:interpretation id="{8960834C-4607-4F91-9C50-4F210090A7C8}" emma:medium="tactile" emma:mode="ink">
            <msink:context xmlns:msink="http://schemas.microsoft.com/ink/2010/main" type="paragraph" rotatedBoundingBox="20033,2462 28073,2359 28100,4473 20060,4576" alignmentLevel="1"/>
          </emma:interpretation>
        </emma:emma>
      </inkml:annotationXML>
      <inkml:traceGroup>
        <inkml:annotationXML>
          <emma:emma xmlns:emma="http://www.w3.org/2003/04/emma" version="1.0">
            <emma:interpretation id="{AC7F7E5A-53CF-492B-BB43-93FC20B6DB34}" emma:medium="tactile" emma:mode="ink">
              <msink:context xmlns:msink="http://schemas.microsoft.com/ink/2010/main" type="line" rotatedBoundingBox="20033,2462 28073,2359 28100,4473 20060,4576"/>
            </emma:interpretation>
          </emma:emma>
        </inkml:annotationXML>
        <inkml:traceGroup>
          <inkml:annotationXML>
            <emma:emma xmlns:emma="http://www.w3.org/2003/04/emma" version="1.0">
              <emma:interpretation id="{D3437F40-D896-4CF2-A551-75D525B7769E}" emma:medium="tactile" emma:mode="ink">
                <msink:context xmlns:msink="http://schemas.microsoft.com/ink/2010/main" type="inkWord" rotatedBoundingBox="20034,2522 22770,2488 22796,4541 20060,4576"/>
              </emma:interpretation>
              <emma:one-of disjunction-type="recognition" id="oneOf0">
                <emma:interpretation id="interp0" emma:lang="" emma:confidence="1">
                  <emma:literal/>
                </emma:interpretation>
              </emma:one-of>
            </emma:emma>
          </inkml:annotationXML>
          <inkml:trace contextRef="#ctx0" brushRef="#br0">771 907 357 0,'1'-10'352'0,"-1"10"-34"0,9-13-27 0,-9 13-9 15,12-11-8-15,-12 11-20 0,12-10-14 0,-12 10-16 0,14-7-34 16,-14 7-8-16,16-5-15 0,-16 5-15 0,0 0-23 16,29 3-15-16,-29-3-12 0,21 8-6 0,-21-8-2 15,14 13-14-15,-7-4-5 0,-1 8-17 0,-6-3 7 16,3 1-16-16,-6 3 2 0,-2-2-6 0,-1 6-7 15,-2 0-6-15,0-7 6 0,-11 10-9 0,4-1-4 16,-6-5 1-16,5 0-1 0,-5 0-4 0,5 0-4 16,-3-4-2-16,5-3-2 0,-1 1 0 0,1-5 4 15,-1 3-7-15,1 1 8 0,4-9-5 0,10-3-1 16,-14 12 3-16,14-12-1 0,-11 7-8 0,11-7 13 16,0 0-12-16,0 0-5 0,-7 8 11 0,7-8-7 15,0 0 5-15,0 0 9 0,0 0-9 0,48-3 5 16,-48 3-13-16,45-8 1 0,-18 3-10 0,2-6 5 0,3 8-9 15,-1-3-30-15,12-6-24 0,-1 4-35 0,0 0-38 16,-10 0-43-16,1 1-56 0,9-5-73 16,-10 5-303-16,-4-5-662 0,13 0 293 0</inkml:trace>
          <inkml:trace contextRef="#ctx0" brushRef="#br0" timeOffset="-343.7409">-20 59 15 0,'0'0'295'0,"-13"-15"-20"0,8 7-1 0,5 8-3 16,-9-20-10-16,7 5-16 0,2 2-18 0,0-3-12 15,2-2-14-15,7 6-6 0,-4-9-6 0,8 5-11 16,1 1-18-16,6-4-13 0,-3 2-10 0,1 4-4 15,6-2-4-15,-2 1-13 0,6 8-5 0,-1 0-2 16,2 5-13-16,0 1-8 0,0 1-15 0,0 5 0 16,-1 4-3-16,0 4-6 0,-3 0-5 0,-1 3-7 15,-1 4-1-15,-2-1-10 0,0 5-5 0,-7-2 2 16,5 3 3-16,-9-1-14 0,1 6-3 0,-8-5 4 16,-1 3-5-16,-4 0 3 0,-6 1 1 0,-5-1-6 15,-4 8-3-15,-7-3 3 0,1-1-8 0,-6 2 4 16,1-8-4-16,-1 2 1 0,-7-6 1 0,9-4-6 15,-2 0-1-15,0-4 0 0,0 3 1 0,1-3 2 0,4-3-1 16,-4-3-8-16,6 3 9 0,3-7 0 0,4 1-2 16,15-6 3-16,-22 5 4 0,22-5 18 15,-13 3-9-15,13-3-7 0,0 0 1 0,-15 5 7 0,15-5-13 16,0 0-6-16,0 0 9 0,0 0-4 0,0 0 1 16,0 0-2-16,0 0-2 0,44 16-4 0,-23-7 11 15,6-1-10-15,2 1 8 0,9 9-1 0,2-3 3 16,2-1-5-16,1 2 4 0,-1 2-1 0,-2 2 0 15,2 2-6-15,-2 0 0 0,-2-3 1 0,4 2-12 16,-13-6-8-16,5 8-23 0,-5-4-56 0,-5-4-41 16,1 2-34-16,-2 1-38 0,-7 1-38 0,-3-7-58 15,1-2-53-15,-3 5-297 0,-3-4-703 0,-1 0 312 0</inkml:trace>
          <inkml:trace contextRef="#ctx0" brushRef="#br0" timeOffset="-14202.071">55 92 3939 0,'0'0'118'0,"-6"-17"-75"0,-2 5-30 15,1 4 18-15,-4-3 40 0,11 11 13 0,-6-15 30 16,1 7 11-16,5 8 12 0,-10-11 11 0,10 11-1 16,0 0 1-16,-4-12-24 0,4 12-11 0,0 0-13 15,0 0-13-15,0 0 1 0,0 0 7 0,0 0 3 16,0 0 6-16,14 54 4 0,-9-29 8 0,6 1-7 16,-1 12 1-16,3 1-1 0,-1 0-2 0,-2 2-3 15,4-2-3-15,-2 2-6 0,-3-2-3 0,3 2 3 0,-3-3-13 16,-1-1-7-16,-1 3-1 0,1-2-8 0,-5-8 3 15,0 0-11-15,-3 0-5 0,5-1 0 16,-4-2-16-16,-1 3-1 0,0-7 3 0,-1-1-15 0,-2-5-1 16,3-1 6-16,0 1-7 0,0-7-14 0,-2 1-24 15,2-11-39-15,0 17-35 0,0-17-36 16,0 18-42-16,0-18-47 0,-3 9-62 0,3-9-51 0,0 0-53 16,0 0-88-16,0 0-481 0,0 0-1028 0,0-44 455 15</inkml:trace>
          <inkml:trace contextRef="#ctx0" brushRef="#br0" timeOffset="359.3428">1300 449 65 0,'0'0'335'0,"-16"-10"-9"0,16 10-4 0,-16-6-6 0,16 6-3 16,-17-9-12-16,17 9-7 0,-10-5-36 15,10 5-21-15,0 0-24 0,0 0-15 0,-14-7-17 16,14 7-15-16,0 0-11 0,0 0-3 0,0 0-6 0,0 0 3 15,0 0 7-15,0 0 6 0,0 0-2 0,73 8-3 16,-41-5 0-16,15-2 0 0,6-1 0 0,5 0-4 16,-2-4 0-16,5 3-13 0,21-3-15 0,-21 4-13 15,-4-1-11-15,1 1-10 0,1-2-10 0,-1 4-5 16,-5-2-11-16,-3 0 5 0,4-2-19 0,-4-2-3 16,-5 3-7-16,-14 1-12 0,-4-2-27 0,-13 1-28 15,6-3-35-15,-20 4-38 0,24-9-56 0,-12 4-54 16,-12 5-46-16,12-12-29 0,-12 12-32 0,-4-12-37 15,4 12-45-15,-8-21-339 0,-6 13-796 0,-2-4 353 16</inkml:trace>
          <inkml:trace contextRef="#ctx0" brushRef="#br0" timeOffset="703.0622">2048 172 27 0,'-13'-12'288'0,"2"6"2"16,11 6 4-16,-18-12 3 0,18 12-1 0,-13-8-3 15,13 8 8-15,-8-8-12 0,8 8-21 0,0 0-26 16,0 0-20-16,-8-11-26 0,8 11-17 0,0 0-10 0,0 0-9 15,0 0-1-15,0 0-4 0,0 0-11 0,37 22-10 16,-17-14-8-16,2 2-11 0,5 2-10 0,2-4-7 16,0 4-10-16,11 1-4 0,-9-5-10 0,7 3-13 15,-3-3 6-15,9 0-10 0,-11 0-6 0,9 0-6 16,-11-5-5-16,2 0-3 0,-2 0 2 0,-4 2-8 16,0-5-3-16,1 0-2 0,-9 0-3 0,2 2-2 15,-21-2 0-15,27-2 3 0,-27 2 3 0,22 0-6 16,-22 0 2-16,0 0 11 0,21-5-1 0,-21 5 1 15,0 0-4-15,0 0-3 0,0 0-5 0,0 0 1 16,0 0-3-16,0 19-6 0,0-19 2 0,-21 16 1 16,7-4-5-16,-8 3-2 0,-1 4 1 0,-3 3-3 15,4-3-1-15,-13 11 1 0,3-1-4 0,-1 6 0 16,-2-7 1-16,3 3-7 0,-2-2-10 0,6-1-28 16,3-8-31-16,5 1-34 0,0 2-46 0,-2 0-38 15,3-1-49-15,-2-4-64 0,10 0-89 0,-14-3-372 0,11-3-825 16,0 0 365-16</inkml:trace>
          <inkml:trace contextRef="#ctx0" brushRef="#br0" timeOffset="2888.4637">986 1194 300 0,'19'6'305'0,"-19"-6"-11"16,0 0 0-16,13 3-9 0,-13-3-20 0,11 10 8 16,-11-10-28-16,18 9-3 0,-13-2-18 0,7 3-13 15,3-3-15-15,-1 4-8 0,4 3 3 0,-2-2-12 16,3 6-11-16,-4-6-16 0,-1 3-3 0,-3-1-21 16,-3 4-5-16,-1 0-10 0,-2 4-12 0,-10-3-5 15,-3 6-11-15,-5 2-6 0,-16 6-10 0,-3 1-7 16,-5 0-3-16,-13-2-3 0,-20 4-6 0,-12-3-2 15,0 1-30-15,-4-4-15 0,0-8-6 0,-3 4-9 16,7-3-34-16,3-8-40 0,18-3-51 0,3-1-78 16,2-8-76-16,7 1-66 0,-3-8-327 0,4-8-741 15,10 2 327-15</inkml:trace>
        </inkml:traceGroup>
        <inkml:traceGroup>
          <inkml:annotationXML>
            <emma:emma xmlns:emma="http://www.w3.org/2003/04/emma" version="1.0">
              <emma:interpretation id="{EAD89ED4-854B-45FC-89D3-E41CF8C9F224}" emma:medium="tactile" emma:mode="ink">
                <msink:context xmlns:msink="http://schemas.microsoft.com/ink/2010/main" type="inkWord" rotatedBoundingBox="23540,2417 28073,2359 28094,4031 23561,4088"/>
              </emma:interpretation>
              <emma:one-of disjunction-type="recognition" id="oneOf1">
                <emma:interpretation id="interp1" emma:lang="" emma:confidence="0.5">
                  <emma:literal>2</emma:literal>
                </emma:interpretation>
                <emma:interpretation id="interp2" emma:lang="" emma:confidence="0">
                  <emma:literal>z</emma:literal>
                </emma:interpretation>
                <emma:interpretation id="interp3" emma:lang="" emma:confidence="0">
                  <emma:literal>n</emma:literal>
                </emma:interpretation>
                <emma:interpretation id="interp4" emma:lang="" emma:confidence="0">
                  <emma:literal>u</emma:literal>
                </emma:interpretation>
                <emma:interpretation id="interp5" emma:lang="" emma:confidence="0">
                  <emma:literal>e</emma:literal>
                </emma:interpretation>
              </emma:one-of>
            </emma:emma>
          </inkml:annotationXML>
          <inkml:trace contextRef="#ctx0" brushRef="#br0" timeOffset="13858.217">6595 659 118 0,'0'0'382'16,"-15"-8"-25"-16,7 1-8 0,8 7-5 0,-14-18-14 16,14 18-16-16,-10-15-22 0,7 7-18 0,3 8-9 15,-3-17-27-15,3 17-22 0,3-20-29 0,0 9-10 16,-3 11-24-16,18-17-8 0,-7 10-19 0,4-5-9 16,2 5-7-16,1-1-15 0,-1 2-9 0,4 3-10 15,-1 3-8-15,-20 0-4 0,40 3-10 0,-19 3-3 16,-1 0-4-16,6 7-8 0,-8 4-6 0,3 1-7 0,-9 2 2 15,-4 5-7-15,4 3-8 0,-8 0 9 16,0 2-10-16,-9 6-4 0,-2 3 1 0,-1-9 1 16,-1 6-1-16,-2-7-7 0,-10 9 5 0,-2 0 2 0,2-3 10 15,-3-2-10-15,-3-2-2 0,8-9 0 0,1-2 3 16,-3 2 10-16,5-5 3 0,-3 0 8 16,5-5 9-16,1 0 12 0,5-1 5 0,-2-4 7 0,10-7 4 15,-11 11 2-15,11-11 4 0,-7 8 7 0,7-8-6 16,0 0-1-16,0 0-1 0,0 0-7 0,0 0 2 15,50-4 0-15,-16 0-12 0,11-6 2 0,9 2 4 16,2-1 4-16,5-1 27 0,23-6 26 0,-1 2 28 16,1 4 39-16,1-3 28 0,1 5 21 0,-2-3 8 15,-1 7-11-15,-1-7-91 0,-19 7-141 0,-9 1 0 16,4-1 0-16,-5 1 0 0,-3 2 0 0,-2 1 0 16,-18-4 0-16,2 1 0 0,-14-1 0 0,-2 4 0 15,-16 0 0-15,32-1 0 0,-32 1 0 0,21-3 0 0,-21 3 0 16,0 0 0-16,0 0 0 0,0 0-324 0,0 0-154 15,0 0-86-15,0 0-92 0,0 0-373 16,-50-23-1113-16,31 16 492 0</inkml:trace>
          <inkml:trace contextRef="#ctx0" brushRef="#br0" timeOffset="11889.6368">3633-6 61 0,'0'0'391'0,"2"-21"-27"0,-2 21-17 16,-2-12-1-16,2 12 4 0,0-12-2 0,0 12-9 0,0 0-28 15,0 0-23-15,0 0-10 0,0 0 3 0,0 0-7 16,-6 35-12-16,2-6-3 0,8 0-9 0,-8 13-18 16,1 1-6-16,2 3-13 0,1 0-11 0,4 2-21 15,-4-1-15-15,0 4-17 0,-6-8-10 0,9 8-16 16,0-1-5-16,1-4-16 0,-1 2-10 0,-2-3-12 0,-1-3-6 15,-4-2 5-15,7-1-21 0,-6-10-1 16,7-2-5-16,-2-1-4 0,-2-11-6 0,0 1-7 16,0-6 0-16,0-10-1 0,-2 18 6 0,2-18-7 0,0 13-10 15,0-13 14-15,0 0 2 0,0 0-3 0,0 0-5 16,0 0-2-16,-20-42-5 0,4 7-4 0,3-4-3 16,-7-7-5-16,3-29 3 0,-2 7-5 0,3 18-6 15,3-27 2-15,0 6 1 0,3 21-5 0,4 0 1 16,4-1 2-16,-3 2-14 0,10 3 6 0,-2 7 6 15,4-7-3-15,7 1-4 0,2 8-1 0,8-1 1 16,2 3-6-16,1 2 7 0,2 2 3 0,3 5-3 16,-9 8 4-16,6 1-4 0,1 4-5 0,-1 2 4 15,3 3-10-15,-3 5 7 0,-3 5-9 0,6-1 12 16,-5 5-11-16,-8 1 1 0,2 10 2 0,5 2 4 16,-10 0-9-16,0 7 3 0,-3 0 5 0,-5 4-2 0,-2 0-5 15,-3 1 2-15,-6 10-5 0,-5-4 9 0,-5 5-16 16,2-4-12-16,-8 2-1 0,-4-6-3 15,-4 3-10-15,-7-3-1 0,5 2-1 0,-6 0 5 0,3-6 2 16,-3 1 2-16,9-9 8 0,-11-1 4 0,13-2 2 16,0 4 2-16,2-9 4 0,7-2-2 0,1-2 4 15,-1 0 3-15,3 1-2 0,3-3 4 0,9-8-1 16,-11 18 4-16,8-10 1 0,3-8 2 0,6 19-1 16,-6-19 4-16,17 18-1 0,-3-5 2 0,4-4 2 15,4 3 2-15,5 0-1 0,1 2 2 0,0-2-2 16,11 2 0-16,-10-3 3 0,3-1-5 0,0-1-10 15,-3 2-23-15,5 1-30 0,-6-1-38 0,1-3-40 16,-1-1-37-16,-4 2-34 0,-5 0-42 0,-3-4-43 0,-3 0-51 16,3-2-64-16,-16-3-324 0,14 9-804 15,-14-9 356-15</inkml:trace>
          <inkml:trace contextRef="#ctx0" brushRef="#br0" timeOffset="12358.3532">4111 716 105 0,'11'-7'373'16,"-11"7"-35"-16,23-17-25 0,-7 8-26 0,0 0-19 16,10-5-5-16,-7 6-22 0,7 1-19 0,1 0-15 15,0 2-17-15,-9 1-19 0,1 1-18 0,-19 3-11 16,34-1-13-16,-34 1-18 0,25 6-9 0,-13 0 5 16,-3 2-28-16,-2-1-9 0,-1 7-5 0,-4 2-6 15,-2 3-14-15,-2-2-7 0,-4 8-19 0,-2 0-6 16,-7 1-8-16,-1-3-17 0,-2 2-3 0,2-2-3 15,-4-3-8-15,2 5-9 0,-3-5-4 0,2-1-2 16,-2-4 0-16,7 0 4 0,-1-4 1 0,1 0 2 16,1-3 9-16,5 2-1 0,8-10 2 0,-18 9 3 15,18-9 4-15,-11 9-4 0,11-9 4 0,0 0 8 16,0 0 3-16,0 0 11 0,0 0 7 0,0 0 11 0,0 0 13 16,0 0 6-16,0 0-3 0,58-6-6 0,-58 6 2 15,35-4 7-15,-14 4 1 0,-21 0-14 0,37 1 14 16,-16 0 3-16,-1 5 1 0,1-2 3 15,-1 4-1-15,-3-1 1 0,4 2 5 0,0 4-10 0,-5 2 6 16,-2-4-8-16,-1 2 3 0,-2 2-1 0,-3-1 1 16,-1 2-7-16,-4 0-8 0,-1 2 14 0,-2 1-17 15,-4-3-1-15,0 1-2 0,-4-1-2 0,-5 0-7 16,2-1-20-16,-4-1-3 0,-2-5-11 0,-1 3-21 16,-8-2-14-16,-1-5-10 0,1 3-7 0,-3-2-15 15,-4-6-6-15,-1-3-9 0,-1-3-10 0,-5-4-24 16,-2-2-35-16,2-9-42 0,4-6-43 0,1-2-73 15,0-7-185-15,9-8-554 0,-3-1 245 0</inkml:trace>
          <inkml:trace contextRef="#ctx0" brushRef="#br0" timeOffset="12592.716">4812 246 4113 0,'13'5'221'0,"2"-2"-143"0,-15-3 42 15,43 3 55-15,-22-3-14 0,11 1-24 0,-2-1-34 16,4-1-19-16,9-2-19 0,1 6-5 0,1-6-5 16,1 0-7-16,1-2-8 0,1-2-11 0,0 2-45 15,2-2-69-15,-5-5-64 0,-2 5-56 0,-13 0-65 16,-2-1-74-16,0 1-88 0,-5-7-233 0,-2-4-721 15,-7 5 320-15</inkml:trace>
          <inkml:trace contextRef="#ctx0" brushRef="#br0" timeOffset="13217.6674">5690-204 333 0,'0'0'359'0,"0"0"-36"0,0 0-24 0,0 0-3 16,0 0-6-16,0 0 2 0,14 32-16 0,-9-16-11 0,3 9-6 15,-1 2-16-15,1 4-1 0,0 8-10 0,4 3-10 16,-5-1-12-16,2 0-13 0,3 6-17 0,-6-2-13 16,1 0-12-16,-1 0-16 0,-4 0-8 0,-1 3-13 15,1-5-11-15,1-1-11 0,-3 1-10 0,-5 0-7 16,4-5-7-16,-4-6-13 0,3-5-3 0,-3 3-4 16,2-3-3-16,-2-8-10 0,-1-3 1 0,4 1-4 15,-4-6-6-15,-1 0 0 0,4 0-2 0,3-11-4 16,-11 13-13-16,11-13-8 0,0 0-4 0,0 0-3 15,-35-24 1-15,27 10-4 0,-7-12-1 0,1-13-1 0,4-1 2 16,2-8 3-16,2-2 1 0,-1-2-4 16,3-2 11-16,4 4 5 0,1-1 2 0,6 3 2 15,-7-1-3-15,6 0 0 0,0 0 2 0,7 1 1 0,0 4-3 16,3-1 1-16,3 3 2 0,-1 3-4 0,-2 1 2 16,5 0-3-16,-3 13 0 0,6-8-1 0,-2 13 7 15,2-5 0-15,-6 5 2 0,4 1-3 0,-1 1 0 16,-2 6-3-16,-1 4-4 0,3 2 0 0,-3 5-1 15,-18 1 2-15,32 4-4 0,-15 0 2 0,-1 7 0 16,-1 1-2-16,1 9 1 0,-10 3 1 0,1 4 1 16,-1 3-3-16,-4-2-1 0,-2 3 2 0,-2 12-2 15,-4-6 0-15,-7 0-3 0,-2 7-2 0,-6-11-9 16,1 4-10-16,-3-6 1 0,-6 0-9 0,0-4-2 16,7-8-2-16,-4 3-3 0,4-4 4 0,-1-1-3 15,-1 1 7-15,-1-2 1 0,2-4 2 0,4-2 0 16,1-2-5-16,1 0 12 0,2 3 4 0,4-1-2 15,1-7 1-15,10-4-2 0,-16 7 1 0,16-7 6 0,-6 12-3 16,6-12 8-16,0 0 8 0,14 19 9 0,-6-11 4 16,8 2 7-16,8 0 14 0,4 3 13 15,15-6 2-15,-4 9-6 0,2-1-5 0,1-2 0 0,0 0-2 16,3 5-9-16,-12-11-3 0,11 6-9 0,-3 6-33 16,-1-3-46-16,1 0-50 0,-5 2-42 0,-7-9-33 15,-3 3-32-15,1-1-26 0,-9-1-40 0,-2 0-41 16,2-7-56-16,-6 7-331 0,0-7-773 0,-12-3 341 15</inkml:trace>
        </inkml:traceGroup>
      </inkml:traceGroup>
    </inkml:traceGroup>
  </inkml:traceGroup>
</inkml:ink>
</file>

<file path=ppt/ink/ink23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1T04:56:39.337"/>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927D8C38-13C5-4002-8D84-CFC543930578}" emma:medium="tactile" emma:mode="ink">
          <msink:context xmlns:msink="http://schemas.microsoft.com/ink/2010/main" type="inkDrawing" rotatedBoundingBox="5125,7687 5401,12807 4471,12857 4195,7737" semanticType="verticalRange" shapeName="Other">
            <msink:sourceLink direction="with" ref="{3B22736E-6C1B-41EC-9E38-A5CE1050AC31}"/>
            <msink:sourceLink direction="with" ref="{73DCEDC7-057E-433B-A3C5-9B93934EA1A8}"/>
            <msink:sourceLink direction="with" ref="{F4CBE7DA-96B7-46AA-9A88-E9D24D258C48}"/>
            <msink:sourceLink direction="with" ref="{DA4FC843-3C8D-4750-B049-B13009683963}"/>
          </msink:context>
        </emma:interpretation>
      </emma:emma>
    </inkml:annotationXML>
    <inkml:trace contextRef="#ctx0" brushRef="#br0">97 116 306 0,'-6'-16'416'0,"-2"0"-14"16,-5 5-9-16,5-5 1 0,1 7-8 0,-1 2 3 15,-4-5-16-15,12 12-25 0,-12-12-23 0,12 12-28 0,-11-11-26 16,11 11-22-16,-8-8-29 0,8 8-23 0,0 0-20 16,0 0-18-16,0 0-15 0,0 0-15 0,0 0-16 15,0 0 3-15,8 48-7 0,-2-21 0 0,2 15-1 16,1 5 5-16,-3 7 7 0,2 22 5 0,2 6 1 15,-7 8 6-15,3 37 5 0,-4-34 10 0,-10 35 2 16,-7 4-9-16,6-7-8 0,1 1 3 0,1 7 11 16,-2 7 3-16,4-2-1 0,-2 7-3 0,4 13-128 0,6-8-17 15,-1 5 0-15,3-8 0 0,0 7 0 16,7 2 0-16,-3-8 0 0,0 3 0 0,-1-5 0 0,-1-13 0 16,2 0 0-16,-4-45 0 0,-3 39 0 0,-1-38 0 15,1 4 0-15,1-4 0 0,0 1 0 0,-3-7 0 16,-1 1 0-16,2-6 0 0,-2-6 0 0,1-17 0 15,1-1 0-15,-2-2 0 0,1 0 0 0,1-6 0 16,2-2 0-16,-3-1 0 0,0-14 0 0,0 2 0 16,2-3 0-16,0-2 0 0,-2-2 0 0,0 2 0 15,0-8 0-15,0-2 0 0,4 0 0 0,-4-4 0 16,-4 0 0-16,4 4 0 0,0-16 0 0,0 18 0 0,0-18 0 16,0 15 0-16,0-15 0 0,0 13 0 15,0-13 0-15,0 0 0 0,0 17 0 0,0-17 0 16,0 0 0-16,-2 11 0 0,2-11 0 0,0 0 0 0,-2 16 0 15,2-16 0-15,0 0 0 0,0 0 0 0,0 11 0 16,0-11 0-16,0 0 0 0,0 0 0 0,0 0 0 16,0 0 0-16,2 11 0 0,-2-11 0 0,8 11 0 15,-8-11 0-15,21 8 0 0,-7-3 0 0,1 2 0 16,7 0 0-16,6 4 0 0,0-1 0 0,1-3 0 16,15 6 0-16,-3-1 0 15,3-5 0-15,1-1 0 0,8 0 0 0,-2-6 0 0,0 0 0 0,5 1 0 16,2-8 0-16,0 0-279 0,-2-5-301 0,2-7-74 15,-8-2-459-15,4-5-1206 0,-7 0 533 0</inkml:trace>
  </inkml:traceGroup>
</inkml:ink>
</file>

<file path=ppt/ink/ink23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1T04:57:29.529"/>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4238297A-CF4C-402F-BA8A-0727C22C61EA}" emma:medium="tactile" emma:mode="ink">
          <msink:context xmlns:msink="http://schemas.microsoft.com/ink/2010/main" type="inkDrawing" rotatedBoundingBox="15553,7341 16865,14175 15652,14408 14340,7574" semanticType="verticalRange" shapeName="Other">
            <msink:sourceLink direction="with" ref="{3B22736E-6C1B-41EC-9E38-A5CE1050AC31}"/>
            <msink:sourceLink direction="with" ref="{73DCEDC7-057E-433B-A3C5-9B93934EA1A8}"/>
            <msink:sourceLink direction="with" ref="{F4CBE7DA-96B7-46AA-9A88-E9D24D258C48}"/>
            <msink:sourceLink direction="with" ref="{DA4FC843-3C8D-4750-B049-B13009683963}"/>
          </msink:context>
        </emma:interpretation>
      </emma:emma>
    </inkml:annotationXML>
    <inkml:trace contextRef="#ctx0" brushRef="#br0">-11 202 112 0,'-6'-8'332'0,"6"8"-27"0,0 0-21 0,0 0-13 15,0 0-16-15,0 0-11 0,0 0-17 16,0 0 3-16,0 0-10 0,21-11 0 0,-21 11-9 0,35-5-11 16,-3 2-6-16,0-2-15 0,16-2-7 0,2 1-11 15,6-3-14-15,0-1-12 0,4 0-8 0,-2-2-9 16,4 3-8-16,-2-3-17 0,-3 1-3 0,-1 1-11 16,-4-3-5-16,2 3-10 0,-10 2-3 0,-3-3-7 15,-10 7-5-15,-2 0-2 0,0 1-3 0,-9-1-1 16,-20 4-3-16,28 0-1 0,-28 0 0 0,24 11-5 15,-11 0 2-15,1 12-1 0,-1 7 7 0,1 15-4 0,-6 5 7 16,5 30 4-16,-5 8 2 0,0 46 0 16,-1 13 10-16,7 2 7 0,9 6 1 0,1 10 13 15,-5 4 2-15,10 1 13 0,3 16 2 0,-2 7 9 0,7 10 11 16,10 8 15-16,-2 0 17 0,3 4 4 0,5 11 6 16,-10 2 7-16,13 3 7 0,-3-4 10 0,0-19 11 15,-3-5 1-15,-7-9 12 0,0-15-187 0,-2-12-22 16,-6-10 0-16,-3-10 0 0,-6-13 0 0,-9-43 0 15,-2 1 0-15,10 37 0 0,-15-46 0 0,3-1 0 16,-2 0 0-16,-1-1 0 0,-5-4 0 0,-2 2 0 16,5-5 0-16,-5 0 0 0,0-18 0 0,4 19 0 0,-7-19 0 15,-2-3 0-15,4 3 0 0,-2-1 0 16,0-3 0-16,0 5 0 0,0-11 0 0,0 3 0 0,0-3 0 16,0-2 0-16,-2-15 0 0,-3 9 0 0,4-14 0 15,-1-3 0-15,-1-4 0 0,3-3 0 0,0 1 0 16,-2-4 0-16,1 1 0 0,1-12 0 0,-5 18 0 15,-2-11 0-15,6 4 0 0,1-11 0 0,-13 16 0 16,3-1 0-16,-3-6 0 0,-1 3 0 0,-7-3 0 16,-3 3 0-16,-3 0 0 0,-15 5 0 0,4-5 0 15,-7 6 0-15,0-6 0 0,-7 2 0 0,3 1 0 0,-3-7 0 16,3 1 0-16,-6 0 0 0,-1-9 0 0,-2-2 0 16,5-4 0-16,-8-5-516 0,-21-10-764 0,26-1-1386 15,-14-9 614-15</inkml:trace>
  </inkml:traceGroup>
</inkml:ink>
</file>

<file path=ppt/ink/ink23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1T04:56:31.514"/>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41ACE020-F374-418B-85F9-3AACA983A03B}" emma:medium="tactile" emma:mode="ink">
          <msink:context xmlns:msink="http://schemas.microsoft.com/ink/2010/main" type="writingRegion" rotatedBoundingBox="20281,4486 29190,4512 29185,6025 20277,5999"/>
        </emma:interpretation>
      </emma:emma>
    </inkml:annotationXML>
    <inkml:traceGroup>
      <inkml:annotationXML>
        <emma:emma xmlns:emma="http://www.w3.org/2003/04/emma" version="1.0">
          <emma:interpretation id="{63692746-6BFF-4254-B0FA-3DFC0688C3A2}" emma:medium="tactile" emma:mode="ink">
            <msink:context xmlns:msink="http://schemas.microsoft.com/ink/2010/main" type="paragraph" rotatedBoundingBox="20281,4486 29190,4512 29185,6025 20277,5999" alignmentLevel="1"/>
          </emma:interpretation>
        </emma:emma>
      </inkml:annotationXML>
      <inkml:traceGroup>
        <inkml:annotationXML>
          <emma:emma xmlns:emma="http://www.w3.org/2003/04/emma" version="1.0">
            <emma:interpretation id="{19144F7F-F077-44A7-AE91-44EFFA221C14}" emma:medium="tactile" emma:mode="ink">
              <msink:context xmlns:msink="http://schemas.microsoft.com/ink/2010/main" type="line" rotatedBoundingBox="20281,4486 29190,4512 29185,6025 20277,5999"/>
            </emma:interpretation>
          </emma:emma>
        </inkml:annotationXML>
        <inkml:traceGroup>
          <inkml:annotationXML>
            <emma:emma xmlns:emma="http://www.w3.org/2003/04/emma" version="1.0">
              <emma:interpretation id="{CE5DF1C0-B570-4602-8EC4-1352AA526765}" emma:medium="tactile" emma:mode="ink">
                <msink:context xmlns:msink="http://schemas.microsoft.com/ink/2010/main" type="inkWord" rotatedBoundingBox="20281,4486 29190,4512 29185,6025 20277,5999"/>
              </emma:interpretation>
              <emma:one-of disjunction-type="recognition" id="oneOf0">
                <emma:interpretation id="interp0" emma:lang="" emma:confidence="0.5">
                  <emma:literal>n</emma:literal>
                </emma:interpretation>
                <emma:interpretation id="interp1" emma:lang="" emma:confidence="0">
                  <emma:literal>u</emma:literal>
                </emma:interpretation>
                <emma:interpretation id="interp2" emma:lang="" emma:confidence="0">
                  <emma:literal>e</emma:literal>
                </emma:interpretation>
                <emma:interpretation id="interp3" emma:lang="" emma:confidence="0">
                  <emma:literal>z</emma:literal>
                </emma:interpretation>
                <emma:interpretation id="interp4" emma:lang="" emma:confidence="0">
                  <emma:literal>2</emma:literal>
                </emma:interpretation>
              </emma:one-of>
            </emma:emma>
          </inkml:annotationXML>
          <inkml:trace contextRef="#ctx0" brushRef="#br0">18799 4083 134 0,'9'-30'366'0,"12"-6"-27"0,6 1-13 16,4 5-7-16,4 0 4 0,0 7-19 0,2-4-14 0,5 8-5 15,-13 10-43-15,3-4-20 0,11 7-24 0,2-2-18 16,-11 10-20-16,6 4-13 0,2 1-20 0,-8 5-9 16,-10 2-17-16,4 5-11 0,0 3-8 0,-14 5-7 15,1 0-19-15,-9 2-4 0,-4 12-2 0,-2 0-10 16,-5-3-12-16,-6-1-8 0,-4 4-6 0,-6-2-7 15,-1 0-11-15,-5 0-8 0,-4-2-13 0,-6-3-16 16,-3-6-6-16,-2-1-8 0,2 1-3 0,-1-2 4 16,-1-4 8-16,0-5-2 0,0-3 4 0,4 0 4 15,6-5 3-15,6-1 3 0,-1-2 3 0,6-3 11 16,2 1 8-16,19-4 15 0,-23 5 6 0,23-5 11 16,-21 2 1-16,21-2 4 0,0 0 3 0,0 0 7 15,0 0 6-15,0 0-5 0,0 0 14 0,0 0-10 0,0 0 3 16,65 0 12-16,-33 1 2 0,-2 6 5 15,1-2 3-15,10 7 1 0,3-2 3 0,-3 5-2 16,-12-5-6-16,15 3-6 0,-1 5-3 0,-3 1-5 0,-13-7-5 16,12 10-4-16,-2-3-4 0,-10-1-8 0,2-3-23 15,-3-3-43-15,-2 0-41 0,4 1-46 16,-10-7-46-16,-2 7-66 0,-1-8-78 0,-1 2-69 0,-14-7-260 16,0 0-699-16,23-4 308 0</inkml:trace>
          <inkml:trace contextRef="#ctx0" brushRef="#br0" timeOffset="-406.2368">18972 3970 5414 0,'-3'-7'-14'0,"3"7"12"16,-10-19-4-16,10 19-10 0,-2-11-1 0,2 11 15 16,0 0-4-16,0-14 11 0,0 14 9 0,0 0 9 15,0 0 10-15,0 0 3 0,29 48-5 0,-21-23 2 0,2 6 7 16,1 6 5-16,0 5 3 0,-1 3 10 0,-3 0 9 16,-1 3-6-16,0 1 1 0,-2 0-3 15,-4 0 0-15,0 3-3 0,0-6-7 0,4 3-6 0,-4-1-5 16,2-3 1-16,-2 0-11 0,-2 1 0 15,-2-2-4-15,4-5-15 0,-4-11-34 0,0 2-32 16,-3-4-47-16,7-9-52 0,-6 4-53 0,3-8-58 0,-6 5-62 16,3-11-78-16,-7 1-391 0,13-8-864 0,0 0 383 15</inkml:trace>
          <inkml:trace contextRef="#ctx0" brushRef="#br0" timeOffset="406.1999">19639 4553 371 0,'0'0'412'0,"0"0"-22"0,0 0-11 0,0 0-17 16,0 0-13-16,0 0-10 0,26 27-18 0,-21-18-22 16,-2 3-19-16,2 3-15 0,-4 0-14 0,4 7-16 15,-3-3-17-15,4 0-18 0,-4 4-21 0,3-8-13 0,1 7-17 16,2 1-15-16,-3 3-14 0,5-5-7 0,-2 3-13 15,-2-5-11-15,2-4-10 0,3 3-7 16,-3-3-6-16,2-1-10 0,3 0-3 0,1 3-4 0,-1-9-8 16,1 3-9-16,1-3-1 0,-2-7-5 0,1 7-5 15,-14-8-9-15,29-1-5 0,-29 1-9 0,31-8-12 16,-17-3-12-16,0-3-15 0,1-5-7 0,6 2-5 16,-7-6-1-16,-6 1-2 0,7-1 5 0,-7 2 7 15,3-2 4-15,-3 4 2 0,-2 1 6 0,-2 2 4 16,0 5 8-16,1 0 7 0,-3 0 6 0,-2 11 10 15,6-16 1-15,-6 16-2 0,2-11 3 0,-2 11-5 16,0 0 0-16,0 0-3 0,0 0 3 0,0 0 3 16,0 0-2-16,0 0 1 0,-7 39 0 0,7-18 0 15,0 6-1-15,2-1 0 0,1 4-2 0,4 10 0 16,-4-1 2-16,2-9-29 0,1 0-34 0,2 0-40 16,0-2-49-16,0-2-32 0,0 0-52 0,-5-1-58 15,7-10-78-15,-5 0-345 0,-2-3-776 0,0-3 343 16</inkml:trace>
          <inkml:trace contextRef="#ctx0" brushRef="#br0" timeOffset="706.3704">20472 4634 4200 0,'-16'4'301'0,"0"-3"-106"15,16-1-9-15,-29 3 0 0,29-3-37 0,-13 4-31 0,13-4-6 16,0 0 7-16,0 0-1 0,0 0 12 0,0 0 8 16,0 0 3-16,0 0 1 0,0 0-6 0,0 0-12 15,58-20-11-15,-16 10-15 0,6 2-8 0,-2 0-8 16,-2 1-14-16,-1-4-40 0,4 8-42 0,-17-1-63 0,-1 0-80 15,6 0-82-15,-6 0-72 0,-2 4-92 0,-3-2-111 16,-4 1-363-16,-6-6-950 0,-1 2 421 0</inkml:trace>
          <inkml:trace contextRef="#ctx0" brushRef="#br0" timeOffset="1009.5619">21098 4109 140 0,'0'-24'582'0,"1"15"-29"0,-1 9-27 16,12-20-21-16,-6 13-13 0,-6 7-18 0,11-15-16 16,-11 15-38-16,15-7-32 0,-15 7-20 0,17-1-52 15,-17 1-22-15,0 0-25 0,24 19-22 0,-16-4-31 16,4 10-11-16,-4 1-21 0,6 10-16 0,-6 4-12 15,-3-2-17-15,3 5-10 0,0-2-20 0,-3 3-6 16,-2-6-11-16,3 4-18 0,2-5-34 0,-4-4-42 16,4-6-50-16,-2 3-56 0,-1-1-65 0,1-3-68 15,1-7-75-15,1 2-70 0,1-4-79 0,1-2-105 16,-5-4-319-16,3-7-964 0,-8-4 427 0</inkml:trace>
          <inkml:trace contextRef="#ctx0" brushRef="#br0" timeOffset="1221.8721">21642 3966 101 0,'0'-18'566'0,"-2"6"-15"0,4-5-41 0,-2 17-50 0,-7-14-47 16,7 14-29-16,-1-12-21 0,1 12-14 0,0 0-20 16,0 0-11-16,0 0-14 0,0 0-25 0,14 36-27 15,-6-12-22 1,5 15-25-16,1 3-17 0,-1 3-21 0,-3 5-15 0,4-3-6 15,-3 3-21-15,-1 0-15 0,1 1-15 0,-1-6-42 16,-4 3-56-16,2-2-67 0,0-4-83 0,-8 3-74 0,0-5-93 16,0-11-111-16,-1-1-477 0,-1-6-984 0,-1-7 436 15</inkml:trace>
          <inkml:trace contextRef="#ctx0" brushRef="#br0" timeOffset="1496.8816">22134 4057 333 0,'-6'-12'529'0,"6"12"-51"0,0 0-47 16,0 0-12-16,0 0-7 0,0 0 4 0,0 0-4 0,0 0-13 16,27 38-22-16,-16-12-28 0,4 10-18 0,-6-7-32 15,6 13-22-15,-1-2-21 0,1 0-14 0,-1 2-33 16,0 2-18-16,-2 2-13 0,-3-4-25 0,6 3-9 15,-9-7-19-15,1 5-6 0,-3-1-12 0,-4-13-16 16,4 7-19-16,-4-5-44 0,-4-5-40 0,1 2-53 16,0-2-55-16,-2-6-69 0,5 1-72 0,-3-5-55 15,-3-1-56-15,-2 1-62 0,3-8-75 0,5-8-342 16,-20 7-919-16,20-7 406 0</inkml:trace>
          <inkml:trace contextRef="#ctx0" brushRef="#br0" timeOffset="1903.0766">22173 4155 340 0,'1'-26'387'16,"6"-1"-28"-16,2 0-43 0,4 1-23 0,2 3-9 15,5 2 5-15,1 2-2 0,7 3-4 0,-3 3-7 16,4 0-28-16,-2 5-20 0,7 3-23 0,-3 7-21 16,2 1-10-16,-2 1-25 0,-1 3-17 0,2 10-13 15,-4-7-12-15,-3 9-9 0,-4 7-10 0,0-2-8 16,-7 4-14-16,-2-5-1 0,-8 7-9 0,1-2-6 15,-10 0-3-15,2-4-17 0,-5 4 2 0,-3-2 0 16,-3 2-3-16,-7-6-4 0,-2 0-1 0,1-2-1 16,-6-1-5-16,0 1 1 0,-8-1-5 0,12-6 4 15,-1-1-5-15,4 2 0 0,-3-3 1 0,8-1-1 16,1-1 5-16,1-2 3 0,3 1 7 0,11-8 6 16,-20 9 8-16,20-9 1 0,-14 7 2 0,14-7 2 15,-5 9 15-15,5-9 2 0,0 13 1 0,0-13 6 16,5 23 2-16,1-15 1 0,5 6 2 0,1 0 2 15,13 5-1-15,-2-5 9 0,11 10 5 0,4-1 8 0,4-5-6 16,3-2 15-16,3 8-11 0,-2-8 2 16,1 1-20-16,1 0-13 0,0-1-3 0,-5-2-20 15,2 0-46-15,-1 3-61 0,-17-3-72 0,2-1-89 0,1-6-74 16,-1 4-73-16,-5 3-72 0,2-7-85 0,-12-1-355 16,-14-6-955-16,36 7 422 0</inkml:trace>
          <inkml:trace contextRef="#ctx0" brushRef="#br0" timeOffset="2321.9751">23175 4709 109 0,'-1'-9'447'15,"1"9"-12"-15,0-20-29 0,0 20-28 0,1-19-1 16,-1 11 7-16,0 8-2 0,15-19-5 0,-1 5-8 16,1 6-21-16,-1-4-26 0,7 1-24 0,8 2-11 15,0 3-20-15,0-1-21 0,6 3-23 0,-3 1-8 0,0 3-26 16,-6 1-23-16,1 1-20 0,-6 5-11 15,-2 2-16-15,7 1-11 0,-7 7-11 0,-1 1-14 16,-10 0-8-16,3 5-2 0,-8 3-10 0,2 4-8 0,-10 0-5 16,2 1 0-16,-15 2-7 0,7 5-11 15,-2-1 2-15,-6-1 3 0,3-8-1 0,-3 5-10 16,3-7 14-16,-5 2-18 0,-3 2 1 0,6-5 1 0,-4-3-3 16,1-3 1-16,6 1 7 0,1-6 12 0,4 0-5 15,2-5 14-15,2-2 10 0,6-7 14 0,-11 12 2 16,11-12-2-16,-7 7 5 0,7-7-46 0,0 0-33 15,0 0 0-15,44 7 0 0,-11-6 0 0,11-9 0 16,7 2 0-16,2-6 0 0,29-3 0 0,-5-2 0 16,-20 6 0-1,27-11 0-15,-25 10 0 0,20-9 0 0,4 6 0 0,-23 0 0 0,21 0 0 0,-5 3 0 16,-12 5 0-16,-8-7 0 0,-6 2 0 16,-7 2 0-16,7 1 0 0,-20-1 0 0,-2 5 0 0,1-6 0 15,-12 3 0-15,-2 4 0 0,-4-3 0 0,0-3 0 16,-3 3 0-16,-8 7 0 0,8-19 0 0,-6 10-75 15,-2 9-385-15,-16-22-109 0,9 10-93 0,-4 5-410 16,11 7-1159-16,-34-19 513 0</inkml:trace>
          <inkml:trace contextRef="#ctx0" brushRef="#br0" timeOffset="-1776.9121">15896 4230 205 0,'12'-38'268'0,"-3"8"-20"0,6 3-26 0,10-6-22 0,-5 7-18 16,13-1-12-16,-10 8-11 0,2 1-11 0,3 4-15 15,-3 5-9-15,4 2-9 0,3 3-5 0,-4 7-8 16,0 5-8-16,5 1-1 0,-6 5-8 0,7 11-11 16,-4 2-4-16,-6 3-1 0,0 6-14 0,-3 0-2 15,-10 4-6-15,0 3-2 0,-7 0-2 0,-4-1-8 16,4 0-1-16,-12 2-3 0,-4-5-5 0,-8 1-3 16,3-2-6-16,-9 0 0 0,-3-5-2 0,-1 4-3 15,-1-8-3-15,-1 0 2 0,-3-5-1 0,-4-4-1 16,-1 0-3-16,3-1-2 0,7-9-1 0,-2-1 1 15,0-2-1-15,-2-4 1 0,3 2 1 0,4-3 1 16,5-2 5-16,2 0 12 0,20 0 22 0,-30-1 10 16,30 1 14-16,-19-1 8 0,19 1 4 0,0 0-5 0,-15-9 2 15,15 9-1-15,0 0-4 0,0 0-6 0,0 0-5 16,0 0 5-16,44-16 1 0,-24 16-14 16,9 1-1-16,7 6-7 0,-6 1 9 0,12 2-3 0,1 2-6 15,4-4-5-15,-6 10-5 0,-2-5-2 0,4 1-5 16,1 4-8-16,-3-3-13 0,-1 1-23 0,0-1-37 15,-1-3-25-15,-9 2-29 0,-1-6-34 0,-5 1-35 16,-3 0-30-16,-1-8-30 0,-1 2-36 0,-19-3-61 16,29-3-201-16,-29 3-576 0,24-15 255 0</inkml:trace>
          <inkml:trace contextRef="#ctx0" brushRef="#br0" timeOffset="-2183.133">15908 4053 315 0,'0'0'442'0,"0"0"-46"0,0 0-40 16,-12-7-24-16,12 7-35 0,0 0-20 0,0 0-15 15,0 0 0-15,0 0 6 0,0 33-12 0,2-10-2 16,8 3-11-16,-6 3-11 0,8 9-5 0,-4-1-17 16,0 7-17-16,5 0-15 0,-5-1-15 0,0 2-13 15,0-4-15-15,3 2-11 0,-3-1-12 0,0 4-11 16,3-7-9-16,-8 3-9 0,9 0-9 0,-3-1-8 16,-2 1-8-16,1-14-20 0,-7-1-30 0,4 3-36 15,-5-3-44-15,2-1-50 0,2-10-31 0,-2 1-48 16,1-1-31-16,-6-5-30 0,3 0-19 0,0-11-33 15,0 0-35-15,-3 11-350 0,3-11-757 0,0 0 336 16</inkml:trace>
          <inkml:trace contextRef="#ctx0" brushRef="#br0" timeOffset="-1401.9385">16718 4782 78 0,'5'-13'342'0,"-5"13"-22"0,0 0-24 16,0 0-29-16,3-11-9 0,-3 11-21 0,0 0-5 15,0 0-7-15,0 0-3 0,0 0 5 0,0 0-26 16,9 31 13-16,-5-15-17 0,-4-2-5 0,3 1-10 0,-2 3-16 16,1-3-14-16,3 4-2 0,-2 0-12 0,2-1-9 15,1 6-13-15,1-10-13 0,-2 5-13 0,7-4-5 16,-4 0-7-16,5 0-8 0,-2 0-6 0,1-3-9 16,5 2-6-16,-2-7 0 0,1 0-11 0,0 3-1 15,5-7 1-15,-7 0-7 0,-14-3-7 0,37 0 6 16,-18-4-12-16,-3-7-4 0,4 8-11 0,-6-12 3 15,5-3-10-15,-3-1-12 0,0-4 10 0,-1-2-21 16,-4 4-2-16,-1-5 4 0,1 2 2 0,-8 3 6 16,4-1 5-16,-6-1 10 0,4 4-5 0,-3 4 8 15,-2-3 16-15,3 3 8 0,-6-1 5 0,3 6 6 16,0 10 3-16,0-20-2 0,0 20 2 0,0-13-5 16,0 13 0-16,0 0-12 0,0 0-5 0,0 0 1 0,0 0-5 15,0 0 3-15,0 0-4 0,-15 36 1 16,12-8-4-16,5-2 1 0,-2 2-2 0,1 14-2 15,-1 2 2-15,8-2-14 0,-5 3-28 0,1 0-33 0,8-6-38 16,-2 1-46-16,1-2-42 0,-4 3-51 0,1-13-66 16,-2 1-97-16,4-3-290 0,-5-8-756 0,-4-3 335 15</inkml:trace>
          <inkml:trace contextRef="#ctx0" brushRef="#br0" timeOffset="-1026.9057">17379 4575 251 0,'-34'-1'333'0,"34"1"-16"0,-29 1-8 16,29-1-12-16,-24-1-10 0,24 1-22 0,-19 6 1 16,19-6-32-16,-21 1-13 0,21-1-31 0,0 0-7 0,0 0-17 15,-14 6-8-15,14-6-12 0,0 0-8 0,0 0 5 16,0 0-10-16,49 9-9 0,-20-9-14 16,0 0 0-16,14-2-7 0,7-2-6 0,5 3 4 0,2-6-2 15,3 5 1-15,17-4-8 0,-19 0-11 0,-2 0-8 16,2 4-6-16,-7-3-11 0,5 3 0 0,0-3-20 15,-11 5-23-15,3-4-47 0,-4 2-45 0,-16-3-50 16,-5 4-32-16,-4-1-33 0,-3-3-31 0,-16 5-39 16,13-7-35-16,-13 7-54 0,0-18-251 0,0 18-652 15,-13-19 289-15</inkml:trace>
          <inkml:trace contextRef="#ctx0" brushRef="#br0" timeOffset="-699.9567">17867 4161 177 0,'-12'-13'351'15,"1"3"-10"-15,3 0-16 0,8 10-20 0,-14-12-23 16,14 12-29-16,-7-11-27 0,7 11-19 0,0 0-22 0,0 0-13 16,0 0-19-16,0 0 2 0,0 0 4 0,0 0-17 15,0 0-8-15,37 34-5 0,-19-21-21 0,-4-1-11 16,10 4-6-16,2-1-13 0,0 1-3 0,1-4-4 16,13 7-18-16,-11-5 0 0,9 1-8 15,-6-8-6-15,1 7-19 0,-5-4-14 0,6-8-7 16,-3 6-18-16,-6-2-8 0,-4-1 3 0,5-5 1 0,-5 4-6 15,-21-4-1-15,33 1 6 0,-33-1-5 0,21 2 6 16,-21-2 7-16,16 1 4 0,-16-1-6 0,0 0 3 16,15 4 2-16,-15-4 0 0,0 0 4 0,-2 15-4 15,2-15 4-15,-16 20 6 0,3-3-6 0,-1 0 0 16,-6 4 0-16,0 3 3 0,-1 2-6 0,0-2-6 16,-3 7 6-16,-3 2-19 0,3-2-9 0,4-6-21 15,-2 9-19-15,6-10-34 0,1 1-35 0,1 1-55 16,-1-6-84-16,4-1-219 0,11-4-549 0,-3-5 243 0</inkml:trace>
        </inkml:traceGroup>
      </inkml:traceGroup>
    </inkml:traceGroup>
  </inkml:traceGroup>
</inkml:ink>
</file>

<file path=ppt/ink/ink24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1T04:57:41.419"/>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C2FD3DB7-0782-4209-8706-F1B7BCF73FBF}" emma:medium="tactile" emma:mode="ink">
          <msink:context xmlns:msink="http://schemas.microsoft.com/ink/2010/main" type="writingRegion" rotatedBoundingBox="18649,9670 30213,9426 30360,16376 18797,16621"/>
        </emma:interpretation>
      </emma:emma>
    </inkml:annotationXML>
    <inkml:traceGroup>
      <inkml:annotationXML>
        <emma:emma xmlns:emma="http://www.w3.org/2003/04/emma" version="1.0">
          <emma:interpretation id="{E2793AC7-2ADD-48E3-BCC7-C492E162CCAA}" emma:medium="tactile" emma:mode="ink">
            <msink:context xmlns:msink="http://schemas.microsoft.com/ink/2010/main" type="paragraph" rotatedBoundingBox="18649,9670 27899,9475 27948,11788 18698,11984" alignmentLevel="1"/>
          </emma:interpretation>
        </emma:emma>
      </inkml:annotationXML>
      <inkml:traceGroup>
        <inkml:annotationXML>
          <emma:emma xmlns:emma="http://www.w3.org/2003/04/emma" version="1.0">
            <emma:interpretation id="{340E7B44-7A98-4FA7-B81E-6AF85D587F04}" emma:medium="tactile" emma:mode="ink">
              <msink:context xmlns:msink="http://schemas.microsoft.com/ink/2010/main" type="line" rotatedBoundingBox="18649,9670 27899,9475 27948,11788 18698,11984"/>
            </emma:interpretation>
          </emma:emma>
        </inkml:annotationXML>
        <inkml:traceGroup>
          <inkml:annotationXML>
            <emma:emma xmlns:emma="http://www.w3.org/2003/04/emma" version="1.0">
              <emma:interpretation id="{6DFD6556-9365-469F-AA8D-165E3553EDB8}" emma:medium="tactile" emma:mode="ink">
                <msink:context xmlns:msink="http://schemas.microsoft.com/ink/2010/main" type="inkWord" rotatedBoundingBox="18654,9869 19582,9849 19611,11214 18682,11234"/>
              </emma:interpretation>
            </emma:emma>
          </inkml:annotationXML>
          <inkml:trace contextRef="#ctx0" brushRef="#br0">14191 9803 161 0,'0'-44'336'16,"2"15"-35"-16,4-11-34 0,7-3-20 0,1 4-29 15,5 2-21-15,6-1-17 0,0 2-15 0,4-2-6 0,2 7-4 16,2 2-4-16,-1-2-12 0,4 3-5 16,-1 5-8-16,5 6-2 0,2 2-9 0,-12 8-16 0,1 1-10 15,-2 5-14-15,6 2 4 0,-6 2 2 0,0 7-14 16,0 3-1-16,-2 3-2 0,-5 5-11 15,6 11-10-15,-9-4 2 0,-3 9 0 0,-2 4 3 0,-7 0-11 16,-6 1-8-16,-2 0 3 0,-6 6-4 0,-6 5-5 16,-1-3 0-16,-4 1-1 0,-7-5-7 0,1 6 2 15,-4-6 0-15,-5-1-11 0,4 0 7 0,-3-5-2 16,-2-6 3-16,-1-1-5 0,-1-7-1 0,4 2 0 16,7-13-4-16,-3 4 18 0,6-7 6 0,6-1-5 15,-2-3 18-15,4-2 8 0,3-3 4 0,11-3 3 16,-15 7 4-16,15-7-1 0,0 0 2 0,-18 5-4 0,18-5-3 15,0 0-3-15,0 0-2 0,0 0-3 0,0 0 4 16,0 0-3-16,0 0 0 0,0 0 0 0,65-12 6 16,-36 16-7-16,-2 1-1 0,6 5-4 0,0-5-1 15,0 6-4-15,11 3-7 0,-4-2-1 0,-2 5-4 16,4-4-3-16,-13 2-2 0,1-4-9 0,10 7-40 16,-12-6-30-16,4-4-39 0,-3 3-47 0,3-4-48 15,-7 3-54-15,3-3-68 0,1-4-87 0,-9-3-288 16,0 0-747-16,-3-5 331 0</inkml:trace>
          <inkml:trace contextRef="#ctx0" brushRef="#br0" timeOffset="-390.6153">14298 9350 209 0,'0'0'261'0,"-6"-11"-7"0,6 11-5 0,-3-13-6 0,3 13-4 16,-5-12-2-16,5 12-3 0,-3-16 0 0,3 16-7 15,-5-15-10-15,5 15-3 0,-6-16 1 0,6 16 8 16,-4-14-8-16,4 14 11 0,-3-15-7 0,3 15 7 15,-6-16-4-15,6 16-3 0,-2-8-2 0,2 8-5 16,0 0-13-16,-3-13-7 0,3 13-10 0,0 0-16 16,0 0-7-16,-7-12-18 0,7 12-8 0,0 0-14 0,0 0-14 15,0 0-9-15,0 0-2 0,-8 32-5 16,8-13-2-16,4 8 4 0,-3 13-3 0,4 2 4 0,3 0-4 16,0 5-4-16,0 1-8 0,-1 3-1 0,2 4-2 15,1-1-5-15,-2-1 0 0,3 4-4 16,-6-3-4-16,8 16-4 0,-7-18 4 0,2 0-19 0,0 1-1 15,-1-1-11-15,-1-2 2 0,2-2-10 0,-2 5 10 16,-4-7-19-16,4-4-12 0,-2 1-25 0,-1-13-30 16,-3 0-33-16,1-4-35 0,-1-2-45 0,-1-5-35 15,2-5-39-15,3-3-31 0,-4 1-23 0,0-12-20 0,-5 14-35 16,5-14-19-16,0 0-37 0,0 0-45 16,0 0-324-16,-31-45-840 0,12 8 372 0</inkml:trace>
        </inkml:traceGroup>
        <inkml:traceGroup>
          <inkml:annotationXML>
            <emma:emma xmlns:emma="http://www.w3.org/2003/04/emma" version="1.0">
              <emma:interpretation id="{96209816-E4AB-4DC3-A519-F400EED23E84}" emma:medium="tactile" emma:mode="ink">
                <msink:context xmlns:msink="http://schemas.microsoft.com/ink/2010/main" type="inkWord" rotatedBoundingBox="19865,10266 21988,10221 22014,11467 19891,11512"/>
              </emma:interpretation>
              <emma:one-of disjunction-type="recognition" id="oneOf0">
                <emma:interpretation id="interp0" emma:lang="" emma:confidence="1">
                  <emma:literal/>
                </emma:interpretation>
              </emma:one-of>
            </emma:emma>
          </inkml:annotationXML>
          <inkml:trace contextRef="#ctx0" brushRef="#br0" timeOffset="890.5618">16211 9905 106 0,'-42'5'430'15,"24"-9"-48"-15,18 4-48 0,-27 4-30 0,27-4-24 16,-22 3-30-16,22-3-17 0,-20 5-5 0,20-5-13 16,0 0-18-16,-14 6-10 0,14-6-2 0,0 0-2 31,0 0-4-31,0 0-9 0,0 0-4 0,35 17-10 0,-6-11-5 15,5-5-16-15,16-1-10 0,1-4 0 0,7-2-1 0,3 4 3 0,17-6 16 0,3 0 1 32,-19 1-5-32,-3-1-13 0,-1 1-16 0,3 0-7 0,-6-4-15 0,4 6-5 0,-14-3-11 0,0 4-4 0,-3-3-10 15,-15 4-9-15,-6-1-11 0,0 4-28 0,-21 0-29 16,29-3-24-16,-29 3-37 0,16-2-43 0,-16 2-32 16,6-9-45-16,-6 9-53 0,0 0-76 0,0 0-75 15,-48-16-363-15,27 13-830 0,-3-5 368 0</inkml:trace>
          <inkml:trace contextRef="#ctx0" brushRef="#br0" timeOffset="1231.9232">16666 9566 512 0,'0'0'503'0,"-9"-5"-60"0,9 5-46 16,0 0-42-16,0 0-29 0,0 0-28 0,0 0 1 0,0 0-7 15,0 0-10-15,0 0 2 0,67 17-9 0,-46-13-18 16,0 1-25-16,9 3-17 0,4-1-17 0,8 2-24 16,3 1-15-16,4-4-18 0,1 1-13 0,0-4-14 15,0 0-9-15,-2 1-11 0,-2-4-12 0,1-1-1 16,-4 2-9-16,-12 1-12 0,2-4-5 0,-9 2-9 16,-1 0-6-16,1-1-3 0,-24 1-7 0,35 1 0 15,-35-1-6-15,18 2-2 0,-18-2-3 0,0 0 1 0,21 7 1 16,-21-7-5-16,6 18-3 0,-7-4-2 0,-6 5-7 15,-4 9-7-15,-4 7-9 0,-7 6 2 16,-7-3-1-16,2 3-5 0,-4 1-7 0,-12 18-8 0,9-13-10 16,-1-1-18-16,-2-1-20 0,-11 16-17 0,19-20-30 15,0 0-14-15,8-4-27 0,-1-3-26 0,4 0-28 16,5-11-43-16,1-1-60 0,8-7-73 0,0 0-363 16,2-4-821-16,2-11 364 0</inkml:trace>
          <inkml:trace contextRef="#ctx0" brushRef="#br0" timeOffset="421.8309">15402 10200 51 0,'0'0'440'0,"10"-9"-46"0,-10 9-39 0,0 0-27 15,0 0-30-15,0 0-7 0,0 0 6 0,0 0-5 16,0 0-12-16,0 0-20 0,0 0-7 0,5 44-15 15,-4-29-20-15,4 1-7 0,-3 3-9 0,6 2-15 0,-3 3-15 16,-2 0-9-16,6 2-10 0,-4-1-13 0,8-2-11 16,-5 3-16-16,5-5-11 0,0-1-11 0,3 3-8 15,-2-4-15-15,1-2-1 0,-1-5-10 0,2 0-4 16,5 6-6-16,-2-8-7 0,0-5-5 0,-1 2-8 16,-3-3-12-16,5-1-10 0,-5-1-2 0,-15-2-7 15,35-4 0-15,-20-1 1 0,-3-3 1 0,1-3-7 16,-3-3 3-16,-2-1-4 0,3-9-6 0,-3-2-12 0,-6 0 4 15,-2-2 8-15,1 1-1 0,-1 0 7 16,-1 1-1-16,-2 2 7 0,-1 9 1 0,3-2-2 16,-4 2 6-16,3 4 2 0,2 11 6 0,-3-19-1 0,0 10 3 15,3 9 1-15,-2-14-1 0,2 14-4 0,0 0-4 16,0 0 5-16,0 0-1 0,0 0-3 0,0 0 2 16,0 0-2-16,-13 42 0 0,13-16 0 0,0 1-2 15,5 4-2-15,-2 4 3 0,4 1-4 0,-1 4-4 16,2-12 3-16,0 10-4 0,2 0-26 0,-2-2-29 15,2-10-35-15,2-1-36 0,-4-2-36 0,1 1-35 16,5-3-40-16,-1 1-53 0,-5-7-60 0,3-5-393 0,-1 2-812 16,-2-7 360-16</inkml:trace>
        </inkml:traceGroup>
        <inkml:traceGroup>
          <inkml:annotationXML>
            <emma:emma xmlns:emma="http://www.w3.org/2003/04/emma" version="1.0">
              <emma:interpretation id="{45B68973-0410-4B2D-A9C5-85F78ECBC69A}" emma:medium="tactile" emma:mode="ink">
                <msink:context xmlns:msink="http://schemas.microsoft.com/ink/2010/main" type="inkWord" rotatedBoundingBox="22615,9586 27899,9475 27948,11788 22664,11900"/>
              </emma:interpretation>
              <emma:one-of disjunction-type="recognition" id="oneOf1">
                <emma:interpretation id="interp1" emma:lang="" emma:confidence="0.5">
                  <emma:literal>GRB</emma:literal>
                </emma:interpretation>
                <emma:interpretation id="interp2" emma:lang="" emma:confidence="0.5">
                  <emma:literal>6 B</emma:literal>
                </emma:interpretation>
                <emma:interpretation id="interp3" emma:lang="" emma:confidence="0">
                  <emma:literal>GRT</emma:literal>
                </emma:interpretation>
                <emma:interpretation id="interp4" emma:lang="" emma:confidence="0">
                  <emma:literal>6 ,</emma:literal>
                </emma:interpretation>
                <emma:interpretation id="interp5" emma:lang="" emma:confidence="0">
                  <emma:literal>GRBZ</emma:literal>
                </emma:interpretation>
              </emma:one-of>
            </emma:emma>
          </inkml:annotationXML>
          <inkml:trace contextRef="#ctx0" brushRef="#br0" timeOffset="3260.9574">21103 9067 233 0,'0'0'401'0,"0"0"-40"0,-4-12-32 0,4 12-1 15,0 0-12-15,0 0 3 0,0 0-3 0,0 0 0 16,-43 19-6-16,27-4-4 0,-3 6-9 0,-2 3-7 16,-2 5-8-16,6 9-12 0,-4 1-7 0,0 6-10 15,3-2-6-15,2-4-5 0,2 4-4 0,1 1-9 16,10-2-10-16,-2-1-15 0,5-2-16 0,-2 1-6 15,4-10 3-15,4 9-28 0,-1-8-5 0,3-3-14 16,2 2-7-16,4-4-9 0,1-4-9 0,-2-2-11 16,1-6-8-16,5 3-36 0,-1 1-58 0,1-8 0 15,5 0 0-15,-4-3 0 0,0 0 0 0,1-3 0 16,0-1 0-16,-3-3 0 0,-18 0 0 0,41-4 0 0,-21 0 0 16,-4-3 0-16,3-4 0 0,-5 3 0 0,1-7 0 15,-4 0 0-15,2 2 0 0,-2 2 0 16,-3-17 0-16,-1 12 0 0,-4-2 0 0,0-1 0 0,0 1 0 15,-6 2 0-15,-3-2 0 0,-1 2 0 0,-6 1 0 16,1 0-49-16,-3 2-39 0,-7 7 5 0,-1-6 2 16,-4-1 4-16,3 8-4 0,-2-2 0 0,4 11-7 15,-6-9-4-15,0 8-4 0,7 2-4 0,-2-3-14 16,6 5-14-16,-1 0-21 0,2 1-27 0,5-2-46 16,11-6-36-16,-16 15-41 0,9-5-50 0,4-1-55 15,5 6-73-15,-2-15-307 0,6 21-848 0,4-14 375 16</inkml:trace>
          <inkml:trace contextRef="#ctx0" brushRef="#br0" timeOffset="3932.8086">21752 9068 244 0,'0'-18'427'0,"0"18"-40"0,8-16-32 0,-4 9-35 15,8-1-1-15,-12 8 13 0,23 0 35 0,-23 0 15 16,0 0-3-16,25 19-3 0,-15-4-4 16,9 8-12-16,4 11-14 0,-2 0-2 0,1 4-5 0,4 2-10 15,-5 4-17-15,-5-1-17 0,0-2-15 0,-2 4-17 16,1 4-20-16,-1-1-20 0,-3 0-12 0,-1 1-20 16,-2-4-24-16,-2 1-139 0,-1-3-28 0,-2-1 0 15,1-10 0-15,-3 0 0 0,1 6 0 0,-5-11 0 16,-1-1 0-16,1 1 0 0,-2-4 0 0,4-9 0 15,-4 3 0-15,3-4 0 0,1 0 0 0,1-13 0 16,-7 14 0-16,7-14 0 0,-4 14 0 0,4-14 0 0,0 0 0 16,0 0 0-16,0 0 0 0,0 0 0 15,0 0 0-15,0 0 0 0,-15-45 0 0,13 16 0 0,-2-14 0 16,-1 1 0-16,2-8 0 0,1-5 0 0,-3-18 0 16,4-2 0-16,-6-5 0 0,10-2 0 0,-9 7 0 15,6 4 0-15,0 0 0 0,2 21 0 0,2-1 0 16,0 3 0-16,10 6 0 0,-6 0 0 0,13 4 0 15,-2 5 0-15,-3-4 0 0,-1 15 0 0,6 3 0 16,-5 7 0-16,4-9 0 0,3 7 0 0,4 6 0 16,0 2-10-16,-7 6 14 0,5 3-21 0,3 5 22 0,-6 7 4 15,-1 1-28-15,5 17 5 0,-2 1-6 0,-5 6-5 16,-5 5-4-16,-4-2-5 0,-4 5-5 16,-6-1-3-16,-3 0-3 0,-3-2 0 0,-7-2-11 0,-3 0 7 15,-3-5-6-15,-9 3 2 0,4-3-1 0,-5 0 5 16,-6-1 2-16,0-1 12 0,1 0 2 0,-1-4 2 15,0 4 6-15,4-7 6 0,-4 2 5 0,11-14 13 16,-2 6 11-16,2-4 9 0,6-1 6 0,4-2 5 16,-1-4-2-16,1-2 8 0,0-2 13 0,10 2-10 15,1 2 21-15,3-12-2 0,7 21 2 0,4-9-1 16,0 2-2-16,7-1-10 0,-1-3-1 0,7 3-2 16,15 5-5-16,-9-6-5 0,12 2-5 0,5-2-6 0,-1-2-3 15,9 0-3-15,-9-3-4 0,7 2-13 0,3 1 0 16,-1-4 0-16,7 2 0 0,-10-8-54 0,-2 4-68 15,-4 0-60-15,-1-1-77 0,-3-3-79 0,-12 0-82 16,-9 0-94-16,0-3-537 0,-5-3-1138 0,-2 4 504 16</inkml:trace>
          <inkml:trace contextRef="#ctx0" brushRef="#br0" timeOffset="4401.5364">22883 9851 6353 0,'0'0'123'0,"0"0"-57"15,-6-10-35-15,6 10-25 0,14-18-12 0,4 5 2 0,5-1 2 16,-9 2 20-16,2 5 27 0,8-7 33 0,-5 7 32 16,-1 0 32-16,0-2-11 0,7 2-3 0,-4 3 10 15,6-2-23-15,4 6-13 0,-2 3-1 0,0 3-20 16,-5 1-12-16,-3 2-4 0,-2 1 1 0,-3 6-29 16,-2 1-9-16,-2 10-11 0,-6-3-1 0,-3 2-17 15,-3-1-9-15,-3 2-6 0,-8 1-9 0,-4-1-3 16,1 1-4-16,-7 5 4 0,-8-2 3 0,0 2 2 0,0-2-3 15,-1-4 8-15,-2-1 2 0,9-3 3 16,-4-6-2-16,8-1 1 0,3-6 4 0,1 0 5 16,1-3-5-16,14-7 3 0,-18 9-10 0,13-4-7 0,5-5-6 15,-12 7-4-15,12-7 0 0,0 0-2 0,0 0 5 16,0 0 5-16,0 0 1 0,0 0 3 0,0 0 2 16,44 4 4-16,-44-4 1 0,36 1 4 0,-11 1 4 15,4 2 6-15,-1 1 8 0,2 5 4 0,12 1 14 16,-13-3 5-16,12 8 3 0,-13-3 0 0,1 4 11 15,-2 1 5-15,5 9 6 0,-11-8 1 0,0 4 3 16,-7-1-9-16,1 1-1 0,-4 3-5 0,-8-4-5 16,-3 6-16-16,-3 0-11 0,-4-1-17 0,-12 13-8 15,-10-9-19-15,-6 10-23 0,-7-7-26 0,-25 3-28 16,-17 1-41-16,-1 0-35 0,-9-5-24 0,-39 10-5 0,39-18 8 16,0-5 23-16,-6-4 12 0,9 4-5 0,3-2-11 15,-4-4-28-15,7 5-43 0,7-4-61 0,17-5-84 16,-21-3-403-16,22-13-872 0,3-1 386 0</inkml:trace>
          <inkml:trace contextRef="#ctx0" brushRef="#br0" timeOffset="2247.5065">18150 9407 4127 0,'7'-16'314'0,"-4"-1"-183"0,2 4-74 0,0 1-4 15,-2 1-22-15,3 1-26 0,2-1 10 0,-8 11 9 16,13-10 20-16,-13 10 28 0,16-3 21 0,-16 3 23 15,0 0 8-15,21 20 6 0,-10-4 6 0,-1 11-4 0,1 1-7 16,7 10-4-16,-4 3 1 0,4 0-7 16,-7 3-1-16,4 3-10 0,-1 1-1 0,-1 2-11 0,-2-2-3 15,-1 3-9-15,-4-1-11 0,1-4-3 0,1 2-6 16,-5-6-9-16,3 3 8 0,-3-5-22 0,-3-10-3 16,0 0-6-16,-3 0 1 0,0-4 5 0,-2-2-10 15,2-3 5-15,3-4-7 0,-3-2-6 0,3-4-1 16,0-11 1-16,-3 15 4 0,3-15-11 0,-5 11-17 15,5-11-7-15,0 0-1 0,0 0-2 0,-18-30-4 16,9-1-4-16,-1-7-4 0,-1-12 6 0,3-4-14 0,0-25-5 16,0 5 1-16,0-1-1 0,3 5 1 15,5 16 7-15,0 2 6 0,5 1 3 0,1 3 1 16,4 2 4-16,2-1 2 0,9 1 5 0,-3-1-1 0,3 2 2 16,0 9 2-16,6-1 2 0,-3 3 9 0,0 0-2 15,-6 11 2-15,3 4 1 0,1 1-3 0,-4 7 3 16,-2 0-3-16,0 4 4 0,1 4 1 0,-17 3-1 15,33 2 1-15,-14 5 0 0,-3 5 0 0,3 7 3 16,-5 2-2-16,3 5-1 0,-3 12 1 0,-3 1-5 16,-6-9 5-16,0 9-4 0,-12 4-4 0,4-2 2 15,-8 5-6-15,-3-5-12 0,-9-1 0 0,1 0-2 0,-6 0 2 16,-1 1-1-16,-4-7 2 0,1 4 3 0,-2-1 2 16,-3-7 2-16,3 0 0 0,6-2 4 15,0-9 3-15,4-3 9 0,3 3 2 0,0 0 4 0,1-4 9 16,5 1 3-16,1-6-3 0,1-2 0 0,5 1 3 15,8-9 2-15,-8 13 5 0,8-13 3 0,-7 15 9 16,7-15 2-16,8 14 3 0,5-8-2 0,2 4-6 16,1-1-3-16,11-2-4 0,2 5-8 0,5-5 1 15,-2-1-2-15,14-3-4 0,-1 2-10 0,2 0-22 16,-15-3-29-16,3-7-36 0,0 5-35 0,-6-5-41 16,5 5-31-16,-2-5-19 0,2-2-12 0,-4 0-8 0,-3-4 3 15,-6 5 16-15,0 0 20 0,-5-1 21 0,-1 0 23 16,-1-1 24-16,-1-3 31 0,-13 11 20 15,11-13 29-15,-6 6 40 0,-5 7 33 0,6-10 25 0,-6 10 22 16,0 0 18-16,10-12 24 0,-10 12 11 0,0 0 2 16,0 0-2-16,8-11-2 0,-8 11-10 0,0 0 0 15,0 0-5-15,0 0 6 0,0 0-3 0,0 0-1 16,0 0 2-16,0 0-4 0,16 30-9 0,-14-22 1 16,3 10-13-16,-4-6-8 0,4 5-3 0,1-2-2 15,2 1-10-15,0-4-7 0,5 5-5 0,-3-4-9 16,1 3-7-16,0-2-2 0,4 4-4 0,4-1-6 15,-5-3-4-15,9 0-3 0,-7-2-7 0,3-4-7 0,-6 3-14 16,3-8-9-16,-1 4-3 0,2-3-11 16,-17-4-2-16,31 3-2 0,-31-3 3 0,30-6-2 0,-19 2-2 15,1-7 6-15,-1 0-10 0,-2 1 0 0,4-7-5 16,-6-2-2-16,-1 2 0 0,-3-7 4 0,4-2 1 16,-4 0 3-16,0 9 4 0,-3 0 2 0,0-2 4 15,0 8 2-15,0-6 6 0,0 17 3 0,0-17 5 16,0 17 6-16,-1-12 0 0,1 12 4 0,-2-11 1 0,2 11 5 15,0 0-6-15,0 0-2 0,0 0 3 16,0 0 0-16,-18 33 1 0,17-9-5 0,-4 3 3 16,-2 1-5-16,4 11 4 0,-3-12-3 0,6 2 0 0,-7 13-4 15,7-13-16-15,0 9-17 0,2-10-35 0,-2 1-34 16,5 4-43-16,-4-7-42 0,4-6-41 0,-3-4-49 16,3 0-51-16,-2 1-65 0,3-8-78 0,-6-9-321 15,12 8-861-15,-12-8 381 0</inkml:trace>
          <inkml:trace contextRef="#ctx0" brushRef="#br0" timeOffset="2528.7091">19763 9748 454 0,'0'0'413'0,"0"0"-33"0,0 0-32 0,0 0-10 16,0 0 9-16,0 0 9 0,0 0 6 0,21 30-10 16,-21-30-21-16,37 0-16 0,-8-4-20 0,1-3-19 15,15-4-19-15,1-1-20 0,4 4-22 0,0-5-18 16,0 1-17-16,-1-2-22 0,0 1-19 0,-5-2-22 16,0-1-35-16,-15 3-44 0,0 3-62 0,-4 4-58 15,-1-5-70-15,-9 0-60 0,-4 4-70 0,-5-1-71 16,-2-1-107-16,-4 9-311 0,-7-21-835 0,7 21 371 15</inkml:trace>
          <inkml:trace contextRef="#ctx0" brushRef="#br0" timeOffset="2745.3666">19898 9399 4485 0,'0'0'529'0,"-28"-4"-312"0,28 4-75 15,-20 4-59 1,20-4-35-16,0 0-17 0,0 0-7 0,0 0 6 0,0 0 29 0,0 0 48 15,0 0 36-15,0 0 7 0,0 0 1 0,27 30-11 0,-18-14-8 16,3 9-12-16,-3 2-13 16,6 9-10-16,-7-8-8 0,3 13-10 0,-5 1-11 0,-2-2-5 0,-1 2-8 15,-6 3-24-15,3 2-24 0,-7-2-33 0,-1-5-40 16,0 5-49-16,2-1-55 0,6-14-53 0,-2 1-54 16,-4-2-47-16,-1 11-79 0,14-14-70 0,-9-6-379 0,4-4-923 15,-1 0 408-15</inkml:trace>
        </inkml:traceGroup>
      </inkml:traceGroup>
    </inkml:traceGroup>
    <inkml:traceGroup>
      <inkml:annotationXML>
        <emma:emma xmlns:emma="http://www.w3.org/2003/04/emma" version="1.0">
          <emma:interpretation id="{5F835D04-F6BC-4DFC-B74B-29351FC902BB}" emma:medium="tactile" emma:mode="ink">
            <msink:context xmlns:msink="http://schemas.microsoft.com/ink/2010/main" type="paragraph" rotatedBoundingBox="21386,13656 30131,12581 30503,15603 21758,16679" alignmentLevel="2"/>
          </emma:interpretation>
        </emma:emma>
      </inkml:annotationXML>
      <inkml:traceGroup>
        <inkml:annotationXML>
          <emma:emma xmlns:emma="http://www.w3.org/2003/04/emma" version="1.0">
            <emma:interpretation id="{A85B7A71-D2B5-489C-9165-519A6BF49165}" emma:medium="tactile" emma:mode="ink">
              <msink:context xmlns:msink="http://schemas.microsoft.com/ink/2010/main" type="line" rotatedBoundingBox="21386,13656 30131,12581 30503,15603 21758,16679"/>
            </emma:interpretation>
          </emma:emma>
        </inkml:annotationXML>
        <inkml:traceGroup>
          <inkml:annotationXML>
            <emma:emma xmlns:emma="http://www.w3.org/2003/04/emma" version="1.0">
              <emma:interpretation id="{D1822F59-E4A4-4E6A-9F24-E291288FEBBB}" emma:medium="tactile" emma:mode="ink">
                <msink:context xmlns:msink="http://schemas.microsoft.com/ink/2010/main" type="inkWord" rotatedBoundingBox="21386,13656 23689,13373 24061,16395 21758,16679"/>
              </emma:interpretation>
              <emma:one-of disjunction-type="recognition" id="oneOf2">
                <emma:interpretation id="interp6" emma:lang="" emma:confidence="1">
                  <emma:literal/>
                </emma:interpretation>
              </emma:one-of>
            </emma:emma>
          </inkml:annotationXML>
          <inkml:trace contextRef="#ctx0" brushRef="#br0" timeOffset="65431.2355">17010 12965 5182 0,'-15'9'9'0,"-2"1"-11"16,4-2-10-16,0 6 13 0,5 0-4 0,3 5 17 15,-3 6 3-15,5 7 24 0,6-3 27 0,4 7 13 16,-1-5 12-16,13 13 16 0,1 0 1 0,15 20 14 16,3 0-7-16,1 0 4 0,6-1-3 0,-4 2-6 15,-8-19-8-15,5 20-6 0,2 2-6 0,-3-6-13 16,-6 7-6-16,1-4-7 0,-10-13-7 0,5 16-5 16,-9-18 2-16,-2 0-12 0,3 0-11 0,-4 2-1 15,-1-4-5-15,-1-3-19 0,-3-7-31 0,-2 4-37 16,-2-12-39-16,1-4-51 0,-4 2-54 0,0-12-41 0,5 0-51 15,-8-6-38-15,0-1-51 0,0-9-69 16,0 0-359-16,-14 8-880 0,14-8 389 0</inkml:trace>
          <inkml:trace contextRef="#ctx0" brushRef="#br0" timeOffset="65837.4687">17002 13719 3496 0,'1'-29'90'15,"11"-13"-78"-15,-6 3-7 0,8 3 5 0,4-6 18 16,1 9-11-16,5-4 5 0,4 5-3 0,1 3 12 16,-2 8 7-16,8-2 5 0,-4 6-5 0,6 3 1 15,-4 4-5-15,11 2 1 0,-1 8 2 0,-1 7 7 0,1 2-14 16,-14 4-2-16,8 7-2 0,-10-1 0 0,5 13 4 16,-3 0 4-16,-11 12-7 0,4 1-3 15,-4 0 2-15,-9 4-8 0,-9 3 2 0,-1 4 3 0,-11 20-12 16,4-2-1-16,-6 0 3 0,-2-1-2 0,-7-4-2 15,4-14 6-15,-5 13-7 0,-1-20 8 0,0 3-13 16,-2-6 1-16,0-3 6 0,0-4-5 0,1-5-3 16,7-8 0-16,-2-3 4 0,3-3-8 0,7-4 3 15,3-3 2-15,-5-3 0 0,7 1-2 0,6-10-5 16,-8 9-2-16,8-9 3 0,0 0-6 0,0 0 13 16,0 0 6-16,0 0 5 0,0 0 13 0,43 0-9 15,-21-2 1-15,9 2 1 0,-2-4-5 0,3 1 3 0,2 3-3 16,-2-1-8-16,16 2 5 0,-2 2-5 15,-1 3 3-15,3 1 0 0,-4 3-6 0,1 5 3 16,-2-1-10-16,-1 1-11 0,-4 3-23 0,-7-4-15 0,-6 2-30 16,-2-3-29-16,1 3-37 0,-3 3-49 0,-7-4-61 15,7-1-65-15,-13 0-258 0,2-2-627 0,-2-1 277 16</inkml:trace>
          <inkml:trace contextRef="#ctx0" brushRef="#br0" timeOffset="66274.9181">18130 14918 4104 0,'0'0'252'16,"43"-30"-133"-16,-43 30-54 0,8-20-21 0,-2 8 8 15,1-2-9-15,1 6 1 0,3-3-5 0,-3 4-4 16,7-4 2-16,-1 7-10 0,0-2-6 0,6 0-2 16,-20 6 7-16,25 1-2 0,-25-1-9 0,29 12 2 0,-18 1-4 15,-1 2 3-15,-2 1-2 0,3 4-5 0,-3 5-2 16,-1 0 3-16,-6 3 6 0,-1-1-11 0,0 5-10 15,0-5-14-15,-6 4-2 0,1-3-9 0,0 2-13 16,-3-3-5-16,0-3 0 0,-3 1-2 0,5-6-4 16,-2-4 4-16,1 3 3 0,4-3 6 0,-5-3 4 15,3-5 16-15,5-7-9 0,-6 17-3 0,6-17 5 16,0 14 4-16,0-14 7 0,0 0 2 0,0 0 16 16,0 0 7-16,0 0 19 0,0 0-2 0,51-11 15 15,-30 6-8-15,0-2-5 0,8 0 2 0,-2 4-5 16,3-1-3-16,-1 1-2 0,3 3-2 0,-6 2 4 15,5 2 6-15,1 0-11 0,-5 7 4 0,0 1-1 16,-3 2 1-16,4 5 3 0,-6 0 1 0,-6 0 11 16,3 3 2-16,-3 1-3 0,-4 3-5 0,-4 0 5 0,-2 1 4 15,-6 2-14-15,0-1-4 0,-6 1 1 16,-4 1 2-16,-1-3-7 0,-4-1-10 0,-6-5-11 0,-6 14-21 16,-2-8-16-16,4-7-6 0,-14 0-22 0,2 4-12 15,5-11-22-15,-14 2-30 0,-3-8-42 0,3-3-47 16,-5-4-62-16,2-6-94 0,-2-6-221 0,-2-7-649 15,-5-8 288-15</inkml:trace>
          <inkml:trace contextRef="#ctx0" brushRef="#br0" timeOffset="66681.1447">18236 14167 366 0,'0'0'428'15,"-20"3"-15"-15,20-3-13 0,0 0-16 0,0 0-19 16,0 0-27-16,0 0-31 0,-21 0-19 0,21 0-17 15,0 0-5-15,0 0-2 0,0 0-13 0,0 0-9 16,0 0-9-16,85-8-5 0,-56 1-4 0,13-5-12 0,6-6-3 16,12 6-16-16,-9-7-14 0,8 2-17 0,15-13-14 15,-19 10-19-15,23-8-13 0,-25 5-11 0,2 3-15 16,-2 2-4-16,-5-2-18 0,-7-2-20 0,3 4-22 16,-14 6-24-16,-4-2-18 0,-2 2-20 0,-10 5-14 15,-1 0-13-15,-3 1-22 0,-10 6-20 0,6-7-37 16,-6 7-33-16,0 0-24 0,0 0-37 0,0 0-20 15,0 0-23-15,-35-18-27 0,17 22-20 0,18-4-16 16,-35-4-14-16,13 3-22 0,-4 1-238 0,-3-1-666 0,2-4 295 16</inkml:trace>
          <inkml:trace contextRef="#ctx0" brushRef="#br0" timeOffset="66993.6264">18885 13773 1394 0,'-19'-8'5'0,"-3"4"93"0,1-2 47 16,3 0 17-16,0 0 10 0,4 1 11 0,0-3 4 0,14 8 16 16,-23-7 2-16,13 0 20 0,10 7 1 0,-17-11 2 15,17 11-4-15,-15-7-21 0,15 7-14 0,0 0-21 16,0 0-8-16,0 0 4 0,0 0 5 0,0 0-1 15,0 0-2-15,0 0 4 0,0 0-5 0,29 37-6 16,-16-29-13-16,10 3-5 0,-6-4-11 0,4 1-9 16,5 6-14-16,1-7-11 0,2 3-5 0,5-3-13 15,-4-1-11-15,4-3-6 0,-4 1-5 0,6 1-7 16,-6-5-6-16,4 1-5 0,-5-6-1 0,-9 5-6 16,11-1 0-16,-4-1-3 0,-4 4-5 0,-23-2-1 15,40 0-4-15,-24 0 4 0,-16 0-7 0,21 6-2 0,-21-6 1 16,21 13 3-16,-17-5-6 0,6 3 1 0,-4 1 1 15,-2 5-3-15,0 2 1 0,-2 9-3 16,-4 2 2-16,-6 0-4 0,-3 8-1 0,2-2-1 0,-4 6-9 16,-2-4-7-16,-2 3-13 0,-3-5-17 0,-1 4-18 15,1 0-27-15,-1-2-27 0,6-12-36 0,-6 5-47 16,10-5-48-16,0 0-61 0,-2-2-75 0,5-8-99 16,-6 9-357-16,7-11-906 0,-1-3 400 0</inkml:trace>
        </inkml:traceGroup>
        <inkml:traceGroup>
          <inkml:annotationXML>
            <emma:emma xmlns:emma="http://www.w3.org/2003/04/emma" version="1.0">
              <emma:interpretation id="{5876A050-2011-4BFF-A53B-54CC094D5429}" emma:medium="tactile" emma:mode="ink">
                <msink:context xmlns:msink="http://schemas.microsoft.com/ink/2010/main" type="inkWord" rotatedBoundingBox="25211,13607 26598,15465 25878,16002 24491,14144"/>
              </emma:interpretation>
              <emma:one-of disjunction-type="recognition" id="oneOf3">
                <emma:interpretation id="interp7" emma:lang="" emma:confidence="1">
                  <emma:literal/>
                </emma:interpretation>
              </emma:one-of>
            </emma:emma>
          </inkml:annotationXML>
          <inkml:trace contextRef="#ctx0" brushRef="#br0" timeOffset="68196.6589">20336 13292 223 0,'-4'-7'453'0,"4"7"4"0,-11-12 2 16,11 12 7-16,-9-10-20 0,9 10-17 0,0 0-42 15,-12-10-35-15,12 10-43 0,0 0-29 0,0 0-25 16,0 0-16-16,0 0-9 0,0 0-10 0,24 46-17 15,-12-16-7-15,7 3 2 0,-3 10-13 0,5 3-2 0,4 5-10 16,-7 1-17-16,11-3-2 0,-2 20-10 16,2-3-6-16,-10-14-10 0,13 16-2 0,-11 0-16 15,-6-21-16-15,7 0 4 0,-1-1-15 0,0 2-10 0,-3-7-4 16,-2 1-8-16,-2-5-9 0,-4-10-6 0,-5 2 1 16,-4-10-8-16,10 3-1 0,-7-3-7 0,0-5 3 15,0-2-10-15,-1-5 14 0,-3-7-21 0,3 13 6 16,-3-13-7-16,6 11-7 0,-6-11-9 0,0 0 0 15,0 0 0-15,0 0 0 0,0 0 0 0,-16-62-6 16,5 26-17-16,-5-8-2 0,3-1-10 0,-4-5-3 16,-3-2 4-16,-2-19 6 0,6 21-2 0,1 2-2 15,-4 2 6-15,6-2 5 0,-1 0 4 0,6 2-2 16,-5-3-2-16,5-1 7 0,2 5 5 0,-2 1 1 16,6-1-6-16,4 7 2 0,-2-7 1 0,4 5-9 0,0-2 5 15,2 11 0-15,0 3 9 0,2-3-9 0,4 2-1 16,4 3-1-16,6-6 6 0,-6 7-1 15,0 5-7-15,-4 6 6 0,7-7 3 0,-3 12-4 0,1-3-1 16,1 4-8-16,-3 2 3 0,1 1 5 0,4 5 1 16,-20 0-4-16,36 7 8 0,-14 9-8 0,-9-4-7 15,8 3 2-15,-2 3-10 0,-3 8-6 0,-3-1-1 16,-3 3 1-16,-4 3-5 0,0 10-5 0,-12-2-2 16,6 4-13-16,-6 2-7 0,-4-2-15 0,-4 4-13 15,-1-2-11-15,-6 0 5 0,-6 4-7 0,0-4-4 16,-2-7 1-16,0 6 7 0,0-3 6 0,-5-3 2 15,1 0 24-15,1-5-13 0,1-2 19 0,5-4 3 16,9-4-9-16,-4-4 26 0,2-2-3 0,7-1 5 0,1-7 5 16,5 0 3-16,6-9 0 0,-7 16 8 0,7-16 5 15,0 0 16-15,15 11 17 0,-15-11 6 0,38 0 13 16,-6-4 9-16,10-1 9 0,0-3 4 0,3-2-4 16,5 6-1-16,-4-1-3 0,1-4-6 0,1 5-2 15,0 3-5-15,-8-3-2 0,3 4-3 0,-7 0-2 16,-1 5-7-16,-3-1 7 0,-3 4-6 0,-3-2-3 15,-7 1-10-15,2 0-11 0,-5 5-8 0,1-4-21 16,-1 6-37-16,0-5-37 0,-3 5-40 0,0-2-40 16,-3 2-52-16,-4-1-75 0,2 1-98 0,-3-3-266 15,-2-4-740-15,-3-7 328 0</inkml:trace>
          <inkml:trace contextRef="#ctx0" brushRef="#br0" timeOffset="68680.9981">21359 14286 3260 0,'0'0'280'0,"0"0"-160"15,0 0-53-15,0 0-22 0,0 0 0 0,0 0 4 16,0 0-6-16,0 0 26 0,37-22-25 0,-27 16-6 16,-10 6-5-16,27-5 0 0,-11 3-7 0,-16 2-2 15,35 2-12-15,-20 2 10 0,-15-4-3 0,27 10-1 16,-12 2 0-16,-7 0-6 0,3 3-3 0,-2-1-1 15,-2 5-1-15,-6 0 2 0,3 0-8 0,-1 6 7 16,-6 2-6-16,-2 10-5 0,3-11 13 0,-9 1-16 16,1-1-4-16,-1-3 1 0,-3 3-10 0,-1-3 3 15,4 0 2-15,-3-2-1 0,2-8 0 0,-4 6 2 16,5-3 1-16,1-6 7 0,2 6-5 0,2-7 3 16,0-1 0-16,6-8 3 0,-8 9-3 0,8-9 4 15,0 0 0-15,0 0 8 0,0 0 12 0,0 0 0 16,0 0 4-16,0 0 3 0,28-24 1 0,-15 13 4 0,2 1 4 15,1 1 10-15,0-2-7 0,3 1 1 0,-3 1 8 16,3 0 9-16,-3 2 11 0,5 3 2 0,-1-2-5 16,0 3-2-16,3 3 0 0,-23 0 0 0,38 1-3 15,-17 8 1-15,2 2-7 0,-6 5-3 0,1 3-3 16,-4-5-6-16,4 6-2 0,-2 3-3 0,-3-1-2 16,-5 3-8-16,-6 6 1 0,-2-7-3 0,-4 7-9 15,-7 7-29-15,-3-2-30 0,-6-12-25 0,1 11-30 16,-13-6-15-16,3 2-18 0,-6 1-21 0,-2-5-23 0,-2 0-38 15,-5-7-39-15,0-3-27 0,4-9-52 16,-10-4-249-16,5-4-631 0,2-4 280 0</inkml:trace>
        </inkml:traceGroup>
        <inkml:traceGroup>
          <inkml:annotationXML>
            <emma:emma xmlns:emma="http://www.w3.org/2003/04/emma" version="1.0">
              <emma:interpretation id="{25C0FBE1-7673-4AED-8278-0139FB9878AE}" emma:medium="tactile" emma:mode="ink">
                <msink:context xmlns:msink="http://schemas.microsoft.com/ink/2010/main" type="inkWord" rotatedBoundingBox="25777,14080 26883,13944 26948,14477 25842,14613"/>
              </emma:interpretation>
              <emma:one-of disjunction-type="recognition" id="oneOf4">
                <emma:interpretation id="interp8" emma:lang="" emma:confidence="0.5">
                  <emma:literal>.</emma:literal>
                </emma:interpretation>
                <emma:interpretation id="interp9" emma:lang="" emma:confidence="0">
                  <emma:literal>E</emma:literal>
                </emma:interpretation>
                <emma:interpretation id="interp10" emma:lang="" emma:confidence="0">
                  <emma:literal>A</emma:literal>
                </emma:interpretation>
                <emma:interpretation id="interp11" emma:lang="" emma:confidence="0">
                  <emma:literal>a</emma:literal>
                </emma:interpretation>
                <emma:interpretation id="interp12" emma:lang="" emma:confidence="0">
                  <emma:literal>*</emma:literal>
                </emma:interpretation>
              </emma:one-of>
            </emma:emma>
          </inkml:annotationXML>
          <inkml:trace contextRef="#ctx0" brushRef="#br0" timeOffset="78102.2444">21706 13728 78 0,'-15'3'328'0,"15"-3"-13"15,-21 9-8-15,21-9-10 0,-17 7-20 0,17-7-24 0,-23 7-16 16,23-7-19-16,-17 2 6 0,17-2-23 0,-16 6-16 15,16-6-4-15,-16 6-13 0,16-6-12 16,0 0-6-16,-18 6-8 0,18-6-15 0,0 0-13 0,0 0-7 16,-14 2-6-16,14-2-7 0,0 0-3 0,0 0 3 15,0 0-4-15,0 0 6 0,0 0 5 0,0 0-3 16,0 0 1-16,35-22-5 0,-18 11 2 0,9-4-7 16,3 1-7-16,13-9 0 0,1 1 0 0,-1-2 11 15,1-3-6-15,0 1-1 0,-6 4-3 0,8 0-4 16,-6-4-9-16,-10 7-5 0,0 5-6 0,-1-3-10 15,-7 3-1-15,0 9-3 0,-5-3 1 0,-3 1 2 16,-5 0 17-16,-8 7 15 0,13-7 18 0,-13 7 9 16,0 0-8-16,0 0-15 0,0 0-7 0,0 0-8 15,0 0-4-15,0 0-12 0,0 0-4 0,-84 14 0 16,54-2-13-16,-4 0-2 0,-3 5-3 0,7-1-6 16,-7 3 5-16,8-4-3 0,-9 6-5 0,9-4-6 0,5-3 3 15,-2 1-5-15,2-3 6 0,5-3-4 0,6 1-9 16,2-3 1-16,3-1-4 0,8-6-5 0,-15 6-5 15,15-6-5-15,0 0 5 0,0 0-5 0,0 0 11 16,0 0-9-16,0 0 6 0,0 0-2 0,55-31 13 16,-26 16-11-16,9-8-1 0,-12 4 0 0,15-4 1 15,8-2 3-15,-13-2 1 0,13 2 2 0,-6 1-7 16,-6 3 4-16,-8 5 1 0,0 3-4 0,-9-2 2 16,-4 8 7-16,-1 0-4 0,-2 1 1 0,-13 6 1 15,17-10 7-15,-17 10 7 0,8-6-1 0,-8 6-9 16,0 0-2-16,0 0 2 0,0 0 1 0,-54 27 7 15,25-10-9-15,-8 0-5 0,-3 8 2 0,3-5 2 16,-6 6 0-16,1 5-1 0,-3-10 4 0,3 6-5 16,4-4-5-16,-1 2 9 0,4 0-11 0,0-2 2 15,11-8 5-15,1 1-6 0,2-1 7 0,5-6 0 0,5 0-4 16,2-3-4-16,9-6-7 0,-13 9-4 0,13-9-4 16,0 0 1-16,-12 5 7 0,12-5-1 0,0 0 1 15,0 0 0-15,0 0 3 0,0 0-2 0,60-36 10 16,-39 17 5-16,4 0-9 0,15-5-5 0,-1-7 13 15,1 0-13-15,-1 8 1 0,1-8 5 0,-3 5 1 16,-7 0-3-16,-3 7-1 0,-1 4 3 0,0-4 0 16,-7 7 5-16,-9 3-1 0,2 0 4 0,-4 1 6 15,-8 8-4-15,7-7-1 0,-7 7-1 0,0 0-5 16,0 0 16-16,0 0-16 0,0 0 7 0,-82 15-3 16,42 1-4-16,-2 3-3 0,-3 0 4 0,-4 5-1 15,0 0 3-15,6 1-2 0,-2 1-2 0,3 1 8 16,-1-1-9-16,1 1 8 0,6-1-7 0,0-7 14 0,12-1-15 15,0-1 1-15,10-7 1 0,-1-3-4 0,6 2-5 16,9-9-3-16,-15 7-1 0,15-7-6 16,0 0 5-16,0 0-4 0,0 0 9 0,0 0 0 0,0 0-1 15,58-24 10-15,-29 8-5 0,8-9 1 0,6 3 0 16,0-5-5-16,1 1 3 0,-3-4 7 0,3 7-5 16,-3 0-4-16,-4-3 1 0,2 2 6 0,-9 8-3 15,-1 1 1-15,-5 3 4 0,0 0-4 0,-9 1 1 16,1 4 15-16,-8 2-9 0,-8 5 1 0,14-10 5 15,-14 10 6-15,0 0-6 0,0 0-2 0,0 0 11 16,0 0-17-16,0 0 3 0,0 0 4 0,-64 22-9 16,35-6 7-16,0-1-6 0,5-1-2 0,-14 10 4 0,2-3-5 15,0 3 7-15,5 1-4 0,4-6-1 16,-9 4 0-16,4-3 2 0,5 1-5 0,6-5 5 16,-4 0-2-16,9-4 1 0,3 0-1 0,1-3 0 0,3 0-3 15,9-9 0-15,-15 8-4 0,15-8-6 0,0 0-6 16,-8 8 7-16,8-8 8 0,0 0-6 0,0 0 4 15,0 0-6-15,53-32 4 0,-27 18 2 0,9-7-1 16,9-5 2-16,-1-1 0 0,-1-7 2 0,4 4 1 16,1 2 1-16,-1-3-4 0,-1 5 5 0,-2 1-2 15,1 2-2-15,-7-1 1 0,-10 8 0 0,0 4 1 16,-6-3 9-16,-5 8-12 0,-8 1 9 0,2 0 1 16,-10 6 8-16,0 0 0 0,0 0-4 0,0 0 5 15,0 0-12-15,0 0 2 0,-68 26-2 0,27-7 0 16,-3 0 3-16,4 5-1 0,-6 0-2 0,2 0 0 15,-1 3-1-15,-1-1-3 0,3 1 5 0,1 2-1 16,-1 1 5-16,4-11-5 0,4 6-1 0,1-1-1 0,12-5-2 16,-2-7 1-16,6 1-1 0,7-3 3 0,1-7-2 15,2 4-2-15,8-7-12 0,0 0-1 16,-13 11-1-16,13-11 3 0,0 0 3 0,0 0 5 0,0 0-4 16,0 0 1-16,74-23 7 0,-45 11-4 0,9-5-1 15,-9-1 8-15,15-6-7 0,4 2 1 0,-7-2 0 16,3 3-2-16,1-2 6 0,-8 1-8 0,4 3-7 15,-9 4 9-15,-8 1 1 0,5 2 1 0,-6-4-2 16,-9 9-1-16,1-1 2 0,-4 4 8 0,-11 4 5 16,14-7-2-16,-14 7-3 0,0 0-5 0,0 0-1 15,0 0 0-15,0 0 4 0,-54 16 9 0,28-4-14 16,-19 3-1-16,2 13 1 0,0-4 5 0,-1 2-1 0,1 3 0 16,1-6 10-16,-1 4-12 0,4 1-1 0,-1-2 1 15,3 0 3-15,4-2-1 0,7-5 0 16,5 4-1-16,-1-9 0 0,6 2 2 0,4-6-7 0,1-2-3 15,11-8 7-15,-8 11-13 0,8-11-2 0,-1 8 7 16,1-8-1-16,0 0 1 0,0 0-2 0,0 0 2 16,65-14 5-16,-37 6-1 0,9-11 1 0,4-4-1 15,1 1 1-15,0-1-1 0,4 1-5 0,-4-1 5 16,3 6-10-16,-3-5-4 0,-1 5-8 0,-5-4-7 16,0 4-4-16,-10 1-8 0,-2 2-4 0,-8 3 2 15,-1 4 7-15,-4 3 6 0,-11 4 6 0,0 0 5 16,14-7 2-16,-14 7-3 0,0 0 3 0,0 0 6 15,0 0-1-15,-70 22 0 0,28-1 3 0,0 3 1 16,-1 2 3-16,-2-6 0 0,-3 6 1 0,5 2 3 16,-7-4-2-16,7 6 3 0,-1-3 5 0,3 1-5 15,-1 0 2-15,8-4-2 0,7-5-5 0,4 0 6 0,9-6 1 16,1-3 9-16,0 2-13 0,5-5 4 0,8-7-13 16,-8 12 3-16,8-12 4 0,0 0 5 0,0 0 0 15,0 0-1-15,60-11 1 0,-20-6-1 0,0-4 5 16,8-6-3-16,0-3 4 0,26-14-6 0,-5 3 6 15,-18 15 0-15,20-19 0 0,-21 14-2 0,-2 1 0 16,1-4 0-16,-2 7 5 0,-4 1-5 0,-4 4-3 16,-14 7 9-16,-2 0-9 0,-9 8 5 0,-2 3 2 15,-4-2-1-15,-8 6 3 0,0 0-3 0,0 0 1 0,0 0-1 16,0 0-1-16,0 0 3 0,-74 9-1 16,30 7-2-16,-2 6 3 0,-1-2-3 0,1 5 1 15,-4-2 1-15,12 2 2 0,-10-1-2 0,-1 2 1 0,6 1-4 16,0-2 3-16,4 1 0 0,4-2 2 0,9-6-3 15,4 1 0-15,3-8 1 0,4 3 0 16,6-3-4-16,-3 1-3 0,9-5-1 0,3-7 0 0,-2 15-6 16,2-15 4-16,0 0 1 0,18 9 2 0,-18-9 0 15,34-4 0-15,-10-4-1 0,5-3 1 0,12-3-1 16,3-2 1-16,-4-4-4 0,-2 6-5 0,6-7-13 16,-4 1 6-16,-5 1-4 0,0 0 5 0,-6 3-1 15,-5-1 2-15,-3 1 3 0,2 2 4 0,-9 2 0 16,4-2 2-16,-9 6 4 0,3 0 1 0,-12 8 4 15,11-11 3-15,-11 11-4 0,0 0 6 0,0 0-1 16,0 0-4-16,0 0 2 0,-60 7 5 0,33-5-4 16,0 11 0-16,-16 6 3 0,-1 2-3 0,-1-2 6 15,4 4-6-15,-4 2 4 0,-3-4 1 0,6 4-6 16,0 2 6-16,5-3 3 0,2-3 1 0,11-5 2 16,3-1-4-16,2-6 0 0,4 1-2 0,7-3 3 0,0 0-9 15,8-7 3-15,0 0 0 0,-6 10 7 0,6-10 12 16,0 0-4-16,0 0-3 0,0 0-2 0,69-21-1 15,-31 6-1-15,9-11-1 0,3 0-3 0,1-1 1 16,21-13 1-16,-4-3-2 0,2 6-1 0,-6-4 1 16,-22 11-5-16,6 3-20 0,-4 1-31 0,-6 5-46 15,5-3-57-15,4-2-56 0,-9 5-66 0,-10 4-73 16,9-4-89-16,-13 8-396 0,0-5-900 0,-8 6 398 16</inkml:trace>
        </inkml:traceGroup>
        <inkml:traceGroup>
          <inkml:annotationXML>
            <emma:emma xmlns:emma="http://www.w3.org/2003/04/emma" version="1.0">
              <emma:interpretation id="{E1C121E9-787F-4A95-A662-4498898B3796}" emma:medium="tactile" emma:mode="ink">
                <msink:context xmlns:msink="http://schemas.microsoft.com/ink/2010/main" type="inkWord" rotatedBoundingBox="25988,13490 30179,12975 30483,15446 26291,15962"/>
              </emma:interpretation>
              <emma:one-of disjunction-type="recognition" id="oneOf5">
                <emma:interpretation id="interp13" emma:lang="" emma:confidence="1">
                  <emma:literal/>
                </emma:interpretation>
              </emma:one-of>
            </emma:emma>
          </inkml:annotationXML>
          <inkml:trace contextRef="#ctx0" brushRef="#br0" timeOffset="71212.1002">22819 12898 164 0,'0'0'416'0,"3"-19"-36"15,-3 19-23-15,0-13-1 0,0 13-2 0,0 0-8 16,0 0-17-16,0 0-7 0,33 31-12 0,-14-12-13 15,-3 7-10-15,11 12-11 0,-3 2-8 0,7 6-14 0,1-3-20 16,-3 6-12-16,-2-3-19 0,0 0-18 16,15 15-13-16,-18-10-12 0,-2-3-18 0,-4-3-13 15,6 3-8-15,-1 0-14 0,-3 1-5 0,0-6-13 0,-3-1-11 16,-5-6-6-16,-4-7-9 0,1 1-12 0,1-8 0 16,-5 2-8-16,1-10-3 0,-3-2-6 0,-1-1-8 15,-2-11-9-15,-2 15-15 0,2-15-25 0,0 0-15 16,0 0-12-16,0 0-1 0,0 0 4 0,-46-43-6 15,25 7-1-15,-5-8 4 0,-19-23 1 0,15-2-3 16,-6 4 6-16,6-2 5 0,9 14 7 0,0 5 6 16,0-1 12-16,7-3 7 0,8 6 6 0,-4-1 20 15,2 3 10-15,5-1 14 0,-5 0 8 0,13 0 10 16,1 1 0-16,-1 3 2 0,8-5-6 0,-2 9 2 16,3-6-7-16,2 8-3 0,7 1-7 0,-2 8 2 15,-1 2-11-15,1-1 0 0,0 8-1 0,2 0-7 0,-1 5 4 16,-3 3-14-16,-3 3 1 0,0 6 2 15,-16 0 2-15,36 6-7 0,-23 4 0 0,-2 1-5 16,0 6 11-16,-3 9-11 0,-2 2-2 0,1 10-4 0,-10-1-7 16,3 12-7-16,-5-5-1 0,-5 2-2 0,-1-3-9 15,3 4 2-15,-5 1-3 0,-8-3 1 0,4 1 1 16,-4-1 6-16,0-3-1 0,2 2 4 0,-2-8 0 16,5 2 7-16,3-11-2 0,2 0 1 0,1 0 4 15,5-12 0-15,0 3 3 0,-1-3-5 0,6-4 2 16,0-11 3-16,6 20 9 0,2-6 10 0,4-7 2 15,4 0 5-15,5 3-2 0,8-4 0 0,1-2-5 16,17 3 0-16,-1-8 2 0,2-1-3 0,2-2-3 16,-2-3-6-16,2 3-12 0,-4-5-35 0,2 7-38 15,-3-2-57-15,-3 1-56 0,1-9-44 0,-11 5-36 16,-1 2-20-16,-10-2-13 0,-4 3 1 0,1-4 14 0,-7 6 26 16,4-4 35-16,-15 6 35 0,13-7 41 0,-13 7 37 15,4-13 37-15,-4 13 45 0,0-15 31 0,0 15 20 16,0 0 27-16,-4-21 36 0,4 21 20 0,-2-18 5 15,2 18 8-15,2-18 10 0,6 2 9 0,-2 5-2 16,7 1 10-16,0-2 2 0,4-1-8 0,4 0-5 16,7 5-6-16,-4 0-12 0,8 0-12 0,-8 7-10 15,5-1-10-15,-1 5-3 0,0 5-10 0,-6 7-7 16,-1-1-3-16,-2 8-8 0,-4 4-3 0,-2 16-5 16,-5-15 1-16,-2 16-3 0,-6 1-5 0,0-1-2 15,-5 4 6-15,-1 4 5 0,-5-3 11 0,-2-1 6 16,0 5 17-16,0-6 11 0,2-4 16 0,0 1 5 15,1-4 0-15,-1-4 13 0,4-10-9 0,6-5 1 0,-1-7-6 16,-1 2 3-16,3-4 6 0,5 4 5 0,3-4 3 16,0-2 0-16,5-3-3 0,3-2-121 0,11-3 0 15,7-2 0-15,11-5 0 0,4-2 0 0,1-8 0 16,6-10 0-16,16-8 0 0,1-1 0 0,-3-7 0 16,9-4 0-16,11 1 0 0,-4-1 0 0,1 0 0 15,35-17 0-15,-42 21 0 0,5-3 0 0,-6 4 0 16,-9 9 0-16,-15 10 0 0,-9-2 0 0,1-2 0 15,-5 5 0-15,-7-3 0 0,-3 3 0 0,-10 4 0 0,-7 7 0 16,3-1 0-16,-9 6 0 0,-9 5 0 16,15-8 0-16,-7 2 0 0,-8 6 0 0,4-13 0 0,-4 13 0 15,-19-19 0-15,-7 6-1366 0,1 0-1478 0,-2 0 654 16</inkml:trace>
          <inkml:trace contextRef="#ctx0" brushRef="#br0" timeOffset="68993.4777">21635 13562 23 0,'0'0'372'0,"-24"33"-14"0,24-33-14 0,0 0-8 16,-1 13-8-16,1-13-13 0,0 0-8 0,0 0-9 15,24 9-15-15,-24-9-9 0,32-3-12 0,-32 3-24 0,46-14-22 16,-17-1-24-16,13-3-18 0,-5-1-19 16,6 0-24-16,-1 4-38 0,-5-4-51 0,-9 4-42 15,5 5-50-15,-9-3-42 0,1 1-32 0,-9 1-35 0,-1 4-41 16,-7 0-51-16,0 0-39 0,-8 7-60 0,0 0-188 16,-2-13-583-16,2 13 259 0</inkml:trace>
          <inkml:trace contextRef="#ctx0" brushRef="#br0" timeOffset="69180.9691">21624 13330 336 0,'0'0'406'15,"0"0"-50"-15,0 0-24 0,0 0-17 0,-23 0 3 16,23 0-7-16,0 0-14 0,5 21-24 0,-5-21-24 16,13 28-22-16,0-6-18 0,1 4-18 0,-1 2-19 15,5 4-17-15,0 5-13 0,-1 1-18 0,2 0-11 16,2 2-13-16,-3-6-16 0,1 8-43 0,0-8-56 0,-1 6-54 15,3-2-51-15,-5 1-66 0,-2 0-90 0,7-5-106 16,-8-10-236-16,-5-9-668 0,3 0 295 16</inkml:trace>
          <inkml:trace contextRef="#ctx0" brushRef="#br0" timeOffset="69696.5857">22262 14047 3939 0,'0'0'181'0,"-16"11"-123"0,16-11-28 0,-12 2 0 15,12-2 20-15,0 0 23 0,0 0 30 0,0 0 42 16,49-21 6-16,-23 7 6 0,11-12-13 16,5 6-13-16,3-2-13 0,3 2-14 0,1-2-10 0,1 1-11 15,-3 0-7-15,1 0-10 0,-5 2-13 0,-6 0-21 16,-10 11-27-16,4-11-26 0,-4 8-28 0,-9 3-28 15,-1 1-30-15,-1 1-14 0,-16 6-28 0,20-6-17 16,-20 6-19-16,0 0-36 0,0 0-51 0,19 20-56 16,-17-6-361-16,-2-14-744 0,-9 26 330 0</inkml:trace>
          <inkml:trace contextRef="#ctx0" brushRef="#br0" timeOffset="69462.1967">22384 13033 239 0,'-4'-15'421'0,"4"15"-16"15,-4-16-5-15,4 16-4 0,-6-10-19 0,6 10-33 0,0 0-30 16,0 0-26-16,0 0-26 0,0 0 4 16,0 0-14-16,0 0-12 0,19 45 0 0,-11-28-16 15,7 7-18-15,-1 1-21 0,4 2-16 0,4 4-19 0,-1 10-16 16,2-4-13-16,-3-3-14 0,3 8-10 0,-2-5-10 15,3-2-6-15,-3 9-12 0,0-4-11 0,-2-1-30 16,2 2-47-16,-10-2-52 0,3-1-51 0,-1-10-59 16,-5 4-34-16,0 4-69 0,-3-4-72 0,-5-1-99 15,-6-5-289-15,4-7-804 0,-9 0 357 0</inkml:trace>
          <inkml:trace contextRef="#ctx0" brushRef="#br0" timeOffset="70165.3024">22603 14357 186 0,'0'0'393'0,"0"0"-41"0,0 0-36 0,0 0-12 0,0 0-6 15,0 0-18-15,0 0-19 0,0 0-9 0,0 0-40 16,0 0-17-16,0 0-15 0,49-21-21 16,-49 21-9-16,36 0-20 0,-19 0 0 0,-17 0-15 0,39 7-5 15,-22-6-15-15,3 5-9 0,-3 2-6 0,3 3-15 16,2-1-1-16,-7 2-5 0,-4 0-4 0,-2 6-7 15,-1-2-3-15,-3 3-9 0,-3-1-14 0,-1 6-12 16,-2 1-7-16,-1-2-21 0,-3 2-23 0,-1-1-13 16,-2-6-11-16,0 5-14 0,-5-1-9 0,-1 0-12 15,2-6-2-15,1-1-2 0,2 0 8 0,-3-4 5 16,3 1 8-16,2-4 9 0,7-8 7 0,-13 13 8 16,13-13 12-16,-6 8 15 0,6-8 19 0,0 0 21 15,0 0 21-15,0 0 12 0,0 0 8 0,0 0 8 16,0 0-4-16,0 0-6 0,0 0-5 0,55-10 8 15,-55 10-2-15,20-7 0 0,-20 7 3 0,28-2 8 16,-28 2 0-16,25 4 0 0,-25-4 12 0,29 5 12 0,-8-2 6 16,-3 4 3-16,-1 1-3 0,4 1 6 15,2 1 3-15,4 5-7 0,-5-4-8 0,-7 0-8 16,4 1-5-16,-4 0-9 0,-3 1-4 0,-2 2-7 0,1-1 3 16,-8-1-10-16,-3 5-12 0,2-2-6 0,-5 3-33 15,-5-1-26-15,-10 5-35 0,4-3-37 0,-9 0-26 16,-1 4-29-16,-14-3-25 0,1-1-18 0,-5-5-31 15,-1 0-38-15,12-11-29 0,-17 2-319 0,-2-4-673 16,-2-14 298-16</inkml:trace>
        </inkml:traceGroup>
      </inkml:traceGroup>
    </inkml:traceGroup>
  </inkml:traceGroup>
</inkml:ink>
</file>

<file path=ppt/ink/ink24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1T04:57:50.039"/>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DBE9FB35-7166-4EA0-B421-0BAF93F2D451}" emma:medium="tactile" emma:mode="ink">
          <msink:context xmlns:msink="http://schemas.microsoft.com/ink/2010/main" type="inkDrawing" rotatedBoundingBox="5107,14085 6043,19515 4801,19729 3866,14299" semanticType="verticalRange" shapeName="Other">
            <msink:sourceLink direction="with" ref="{A0F1321F-DC13-4513-AF1E-5BFD8ECB01DC}"/>
            <msink:sourceLink direction="with" ref="{4A55B54F-E54F-416D-AEB6-59E1CB486EFE}"/>
            <msink:sourceLink direction="with" ref="{7EFAD0D6-1A08-4FC9-90CE-0CB179DBCE53}"/>
            <msink:sourceLink direction="with" ref="{0AE76AB6-2B86-4059-AB6C-7EBC206A5EA0}"/>
          </msink:context>
        </emma:interpretation>
      </emma:emma>
    </inkml:annotationXML>
    <inkml:trace contextRef="#ctx0" brushRef="#br0">145 196 94 0,'-11'-18'381'0,"3"2"-15"16,-5 3-28-16,5-2 7 0,-5-2 6 0,4 4-31 0,-4-2-4 16,3 3-2-16,2-2-7 0,-1 6-10 15,4-6-6-15,5 14-10 0,-13-16-12 0,8 9-13 16,5 7-15-16,-10-8-21 0,10 8-18 0,0 0-23 0,-11-11-16 16,11 11-18-16,0 0-8 0,0 0-13 0,0 0-10 15,-8 30-12-15,13-3-5 0,-3 12-1 0,4 11-1 16,2 22 2-16,0 4 1 0,7 4-8 0,2 4-1 15,-1 6 9-15,7 43-7 0,-9-45-3 0,13 48 10 16,-6-8-6-16,-5 4 3 0,10 1 1 0,-8 3 7 16,2-8-2-16,3 2 13 0,-2-1 3 0,-5 4 3 15,8 16 6-15,-6-1-89 0,7 3-37 0,2 0 0 16,-7 3 0-16,5-4 0 0,-2-2 0 0,-4-7 0 16,2-5 0-16,-5 5 0 0,0-7 0 0,10-4 0 15,-18-35 0-15,5 34 0 0,-10-40 0 0,3-1 0 16,1 6 0-16,2-4 0 0,2-7 0 0,-1 10 0 0,-3-10 0 15,-3-5 0-15,0 3 0 0,8-4 0 16,-10-22 0-16,-2-1 0 0,3 18 0 0,0-17 0 16,-3-3 0-16,4 0 0 0,-4-4 0 0,0-1 0 0,-4-4 0 15,4-10 0-15,0-7 0 0,-1-4 0 0,1 4 0 16,-5-9 0-16,5 1 0 0,-2-6 0 0,-2 0 0 16,4-12 0-16,-2 16 0 0,2-16 0 0,-2 13 0 15,2-13 0-15,2 14 0 0,-2-14 0 0,0 0 0 16,0 0 0-16,-3 12 0 0,3-12 0 0,0 0 0 15,0 0 0-15,0 0 0 0,0 0 0 0,0 0 0 16,0 0 0-16,0 0 0 0,0 0 0 0,0 0 0 16,0 0 0-16,0 0 0 0,3 14 0 0,-3-14 0 15,0 0 0-15,0 0 0 0,0 0 0 0,0 0 0 16,0 0 0-16,0 0 0 0,48-26 0 0,-24 18 0 16,5-1 0-16,0 0 0 0,19 1 0 0,0-4 0 15,4-2 0-15,26-2 0 0,-18 1 0 0,21-8 0 0,-4 7 0 16,4 0 0-16,-1 0 0 0,3 2-335 15,-3-5-102-15,-22 4-38 0,-2-4-62 0,7 1-67 16,-12 3-364-16,1-3-1048 0,-9-6 464 0</inkml:trace>
  </inkml:traceGroup>
</inkml:ink>
</file>

<file path=ppt/ink/ink24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1T04:58:05.919"/>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385A7968-3506-4ACB-BA70-5750D436E175}" emma:medium="tactile" emma:mode="ink">
          <msink:context xmlns:msink="http://schemas.microsoft.com/ink/2010/main" type="inkDrawing" rotatedBoundingBox="15696,13492 17464,19479 15325,20110 13557,14123" semanticType="verticalRange" shapeName="Other">
            <msink:sourceLink direction="with" ref="{A0F1321F-DC13-4513-AF1E-5BFD8ECB01DC}"/>
            <msink:sourceLink direction="with" ref="{4A55B54F-E54F-416D-AEB6-59E1CB486EFE}"/>
            <msink:sourceLink direction="with" ref="{7EFAD0D6-1A08-4FC9-90CE-0CB179DBCE53}"/>
            <msink:sourceLink direction="with" ref="{0AE76AB6-2B86-4059-AB6C-7EBC206A5EA0}"/>
          </msink:context>
        </emma:interpretation>
      </emma:emma>
    </inkml:annotationXML>
    <inkml:trace contextRef="#ctx0" brushRef="#br0">-4 256 261 0,'0'0'424'0,"-21"6"-21"0,21-6-26 0,-16 7-16 16,16-7-10-16,-14 7-12 0,14-7-21 0,0 0-25 15,0 0-6-15,0 0 0 0,0 0 5 0,0 0 6 16,0 0-8-16,0 0-11 0,57-1-15 0,-13-12-13 16,-3 1-17-16,9-2-21 0,2-2-15 0,0-6-24 15,3-1-15-15,1 4-14 0,20-10-15 0,-23 5-12 16,1 3-15-16,-1 3-8 0,-5 2-11 0,0-2-6 0,-3 9-14 16,-11 2 2-16,-2 3-10 0,-3 0-9 0,0 4 2 15,-8 2-8-15,6 8 2 0,2 8-11 16,4 12 6-16,0 8-1 0,-1 11 13 0,6 20 16 0,-4 12 4 15,17 36 6-15,-9 8 8 0,1 1 9 0,0 14 11 16,1 7-35-16,-1 5-69 0,15 8 0 0,-5-1 0 16,5 4 0-16,7 11 0 0,-7-8 0 0,6 7 0 15,-6 3 0-15,5-8 0 0,1-1 0 0,-8 9 0 16,0 1 0-16,-6 6 0 0,1-3 0 0,1-4 0 16,-4-10 0-16,-7 1 0 0,6-14 0 0,-1 0 0 15,-7-10 0-15,-4-8 0 0,12-6 0 0,-4-3 0 0,-19-39 0 16,5-2 0-16,-3-1 0 0,-4 2 0 0,-1 0 0 15,-5-7 0-15,-2-2 0 0,-6-23 0 16,-1 20 0-16,4-20 0 0,0-4 0 0,-6 2 0 0,2-9 0 16,1 0 0-16,-7-13 0 0,6 0 0 0,-6 0 0 15,-2-6 0-15,1-10 0 0,0 1 0 0,0-3 0 16,0-12 0-16,0 19 0 0,0-10 0 0,0-9 0 16,0 0 0-16,-2 16 0 0,2-16 0 0,-11 12 0 15,3-2 0-15,0 1 0 0,-13 2 0 0,0 5 0 16,-8-4 0-16,-14 6 0 0,-7 2 0 0,-24 12 0 15,-3-7 0-15,-8 2 0 0,-8 3 0 0,-43 15 0 16,1-5 0-16,-6 3 0 0,3-4 0 0,-3 0 0 0,-2 0 0 16,5-3 0-16,35-17 0 0,10 1-214 15,-43 2-1116-15,43-10-1441 0,1-5 639 0</inkml:trace>
  </inkml:traceGroup>
</inkml:ink>
</file>

<file path=ppt/ink/ink24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1T05:00:29.464"/>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A01B68D0-6A5D-403E-AFF8-BB9A53E673FE}" emma:medium="tactile" emma:mode="ink">
          <msink:context xmlns:msink="http://schemas.microsoft.com/ink/2010/main" type="writingRegion" rotatedBoundingBox="4516,702 12495,702 12495,3628 4516,3628">
            <msink:destinationLink direction="with" ref="{E674809D-C1FC-4C6F-9909-860C6DE19299}"/>
          </msink:context>
        </emma:interpretation>
      </emma:emma>
    </inkml:annotationXML>
    <inkml:traceGroup>
      <inkml:annotationXML>
        <emma:emma xmlns:emma="http://www.w3.org/2003/04/emma" version="1.0">
          <emma:interpretation id="{6216435F-61C5-403B-99EF-A17F06B501AC}" emma:medium="tactile" emma:mode="ink">
            <msink:context xmlns:msink="http://schemas.microsoft.com/ink/2010/main" type="paragraph" rotatedBoundingBox="4516,702 12495,702 12495,3628 4516,3628" alignmentLevel="1"/>
          </emma:interpretation>
        </emma:emma>
      </inkml:annotationXML>
      <inkml:traceGroup>
        <inkml:annotationXML>
          <emma:emma xmlns:emma="http://www.w3.org/2003/04/emma" version="1.0">
            <emma:interpretation id="{FECD51FB-A686-4CBF-9D19-EEE1129D49C9}" emma:medium="tactile" emma:mode="ink">
              <msink:context xmlns:msink="http://schemas.microsoft.com/ink/2010/main" type="line" rotatedBoundingBox="4516,702 12495,702 12495,3628 4516,3628"/>
            </emma:interpretation>
          </emma:emma>
        </inkml:annotationXML>
        <inkml:traceGroup>
          <inkml:annotationXML>
            <emma:emma xmlns:emma="http://www.w3.org/2003/04/emma" version="1.0">
              <emma:interpretation id="{5024FB70-9C91-4C3D-975C-1A7C2D0633C0}" emma:medium="tactile" emma:mode="ink">
                <msink:context xmlns:msink="http://schemas.microsoft.com/ink/2010/main" type="inkWord" rotatedBoundingBox="4516,702 6180,702 6180,2405 4516,2405"/>
              </emma:interpretation>
              <emma:one-of disjunction-type="recognition" id="oneOf0">
                <emma:interpretation id="interp0" emma:lang="" emma:confidence="1">
                  <emma:literal/>
                </emma:interpretation>
              </emma:one-of>
            </emma:emma>
          </inkml:annotationXML>
          <inkml:trace contextRef="#ctx0" brushRef="#br0">2992-433 38 0,'-8'-10'237'0,"3"-2"-7"15,0 1-9-15,5 11 6 0,-16-19-8 0,11 11-15 16,-5 1-12-16,10 7-3 0,-11-12-8 0,11 12-10 15,-13-11-13-15,13 11-19 0,-12-6-5 0,12 6-5 0,0 0-14 16,-24-4-9-16,24 4-9 0,0 0-1 0,-34 12-9 16,18-5-1-16,-2 3-3 0,-4 12-13 0,1 0-2 15,-5 10 4-15,-1 5-12 0,0 6 2 0,-2 4-2 16,0 20 13-16,2-1 6 0,4 7-4 0,2 0 5 16,12 4 9-16,-3-3 1 0,12 0 6 0,0 0 0 15,12 2-1-15,8-3 3 0,5-4-4 0,3 3-3 16,8-1 1-16,12-3-6 0,5-6 0 0,3-2-5 15,7-3 1-15,7-6-3 0,2-3-4 0,-1-3-4 16,3-11-5-16,4-6 4 0,1-9-15 0,0-5 2 16,-15-6 6-16,14-3-3 0,6-10-2 0,-26 1-2 15,-1-7 0-15,-1-1 2 0,-3-4-5 0,0-8 0 16,-6 5 13-16,-5-3-2 0,-1-2 1 0,-5-6 3 16,-6 2 4-16,-7-7-8 0,-3 1 11 0,1 0-14 15,-6-11-1-15,-4 2-5 0,-3-2 2 0,-5-4-5 16,-6-4-6-16,-10-22-7 0,-8 1-2 0,-3-2-3 0,-10-3-6 15,4-4-11-15,-12 7 5 0,1-6 0 0,-3 12-2 16,-5 3-3-16,-1 2 0 0,0 1-3 16,-1 10-1-16,11 14-2 0,-4 0 4 0,1 0-5 0,-2 11 2 15,-3-1-10-15,5 3 4 0,-6 2 7 0,3 5-13 16,-2 5 1-16,6 2-4 0,-1 3-7 0,-7-1-12 16,7 7-11-16,9 3-20 0,2 2-25 0,-2 5-23 15,5 4-24-15,2 5-28 0,3 3-3 0,-3 16-53 16,4-4-21-16,4 13-35 0,3 3-44 0,3 2-76 15,-1 3-97-15,6 2-300 0,6-9-845 0,2 5 375 16</inkml:trace>
        </inkml:traceGroup>
        <inkml:traceGroup>
          <inkml:annotationXML>
            <emma:emma xmlns:emma="http://www.w3.org/2003/04/emma" version="1.0">
              <emma:interpretation id="{30B52AC4-99E9-4B56-8197-D99E833E1E42}" emma:medium="tactile" emma:mode="ink">
                <msink:context xmlns:msink="http://schemas.microsoft.com/ink/2010/main" type="inkWord" rotatedBoundingBox="9662,1768 12495,1768 12495,3628 9662,3628"/>
              </emma:interpretation>
              <emma:one-of disjunction-type="recognition" id="oneOf1">
                <emma:interpretation id="interp1" emma:lang="" emma:confidence="0.5">
                  <emma:literal>O</emma:literal>
                </emma:interpretation>
                <emma:interpretation id="interp2" emma:lang="" emma:confidence="0">
                  <emma:literal>o</emma:literal>
                </emma:interpretation>
                <emma:interpretation id="interp3" emma:lang="" emma:confidence="0">
                  <emma:literal>0</emma:literal>
                </emma:interpretation>
                <emma:interpretation id="interp4" emma:lang="" emma:confidence="0">
                  <emma:literal>°</emma:literal>
                </emma:interpretation>
                <emma:interpretation id="interp5" emma:lang="" emma:confidence="0">
                  <emma:literal>,</emma:literal>
                </emma:interpretation>
              </emma:one-of>
            </emma:emma>
          </inkml:annotationXML>
          <inkml:trace contextRef="#ctx0" brushRef="#br0" timeOffset="968.6833">8458 825 117 0,'-24'-4'323'15,"0"1"-7"-15,4-1-21 0,-7 3-15 0,6 1-10 16,-6 0-4-16,4 0-16 0,23 0-11 0,-44 8-2 16,16-1-17-16,1 2-10 0,0 5-8 0,-1-2-9 0,3 9 1 15,-7 11-20-15,3-4-4 0,0 5-18 16,0 8-3-16,2 4-6 0,1 6-16 0,-3 17-7 16,4 7-6-16,-4-4 6 0,8 0-2 0,6 1-15 0,3-1-8 15,10 1-5-15,2-18-6 0,8 17-1 0,0-16-12 16,6 16-2-16,6-19 2 0,9 12-4 0,-1-15-1 15,3-4-5-15,9-3-3 0,18 10-5 0,4-5-3 16,6-9 5-16,2-2 1 0,9-11 2 0,3-6-2 16,-7-8-4-16,15 0-4 0,-2-7 0 0,4-4-2 15,-4-11 8-15,0-1-5 0,-6-2 5 0,-7-12 3 16,1 5 1-16,-20 0 5 0,0-3 2 0,10-11 0 16,-16 3 9-16,-1-1 3 0,8-19 14 0,-6-1 7 15,-16 12 0-15,7-20-1 0,-7-5-2 0,-6-3-4 16,0-10-7-16,-13-5-1 0,-10-9-17 0,-9-41 1 15,-8 44-7-15,-18-34-7 0,7 37 1 0,-6 8-11 16,-9 4 4-16,1-3-38 0,-6 14-9 0,-2 2 0 16,8 18 0-16,-13 7 0 0,-10-11 0 0,5 17 0 15,-17-4 0-15,13 16 0 0,-19 3 0 0,-6 6 0 16,-7 10 0-16,2 7 0 0,-9 3 0 0,-39 12-46 0,48 5-133 16,-8 6-54-16,2 8-69 0,3 5-45 0,-28 22-58 15,9 11-61-15,42-23-81 0,-42 25-398 16,50-16-1023-16,-2 10 453 0</inkml:trace>
          <inkml:trace contextRef="#ctx0" brushRef="#br0" timeOffset="-36411.3182">8057 1485 56 0,'0'0'227'15,"0"0"-6"-15,-12-14-5 0,12 14-10 0,0 0-12 16,0 0-8-16,-1-11-6 0,1 11-3 0,-7-9-9 16,7 9-3-16,0 0-3 0,-8-14 4 0,8 14-2 15,0 0-3-15,-6-11 3 0,6 11-3 0,-8-10-2 16,8 10 2-16,0 0 8 0,-7-14 1 0,7 14-4 0,-8-7 3 16,8 7 3-16,0 0 8 0,-9-11-4 0,9 11-3 15,0 0-1-15,-11-7-10 0,11 7-7 16,0 0-10-16,0 0-13 0,0 0-9 0,0 0-12 0,0 0-12 15,0 0-5-15,0 0-9 0,0 0 1 0,0 0 5 16,0 30 2-16,4-9-7 0,6 3-1 0,4 11-7 16,-5-7-4-16,2 11 0 0,5 2-9 0,-3-1-8 15,1-3-4-15,-1 2-9 0,-2-1-1 0,-4 4-7 16,5-14-2-16,-4-1-9 0,4 3-16 0,-3-4-37 16,-1-3-43-16,-3-5-56 0,-2 2-68 0,9-6-46 15,-4 2-65-15,-4-6-78 0,1 1-101 0,-5-11-373 16,13 7-928-16,-13-7 410 0</inkml:trace>
          <inkml:trace contextRef="#ctx0" brushRef="#br0" timeOffset="-35489.5087">10085 1286 239 0,'0'0'338'0,"0"0"-9"0,-21 4-16 0,21-4-5 15,-13 5 3-15,13-5 10 0,0 0-25 16,-19 7-22-16,19-7-12 0,-15 7-9 0,15-7-2 16,-11 7-10-16,11-7-8 0,-10 7-6 0,10-7-11 0,-11 8-11 15,11-8-15-15,-8 9-11 0,8-9-14 0,0 0-14 16,-8 9-13-16,8-9-4 0,0 0-23 0,0 0-13 15,-5 12-8-15,5-12-8 0,0 0-3 0,0 0-15 16,0 0 1-16,23 12-6 0,-23-12-8 0,33-4 0 16,-33 4-2-16,45-8-5 0,-13 1-2 0,-1-5 1 15,12-6-5-15,-1 4 2 0,-13 1-1 0,4 0-2 16,6-6-4-16,-12 11-4 0,2-6-2 0,-2 1 1 16,-9 5-7-16,1 0-2 0,-3 1-4 0,2 1 0 15,-8 1 1-15,-10 5 1 0,17-8-4 0,-17 8-3 16,11-7 1-16,-11 7-12 0,0 0-31 0,15-5-44 15,-15 5-55-15,0 0-66 0,0 0-73 0,0 0-95 0,0 0-121 16,0 0-406-16,0 0-967 0,0 0 428 16</inkml:trace>
        </inkml:traceGroup>
      </inkml:traceGroup>
    </inkml:traceGroup>
  </inkml:traceGroup>
</inkml:ink>
</file>

<file path=ppt/ink/ink24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1T04:59:16.140"/>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E674809D-C1FC-4C6F-9909-860C6DE19299}" emma:medium="tactile" emma:mode="ink">
          <msink:context xmlns:msink="http://schemas.microsoft.com/ink/2010/main" type="inkDrawing" rotatedBoundingBox="5432,642 6221,5279 5068,5475 4280,838" semanticType="verticalRange" shapeName="Other">
            <msink:sourceLink direction="with" ref="{A01B68D0-6A5D-403E-AFF8-BB9A53E673FE}"/>
          </msink:context>
        </emma:interpretation>
      </emma:emma>
    </inkml:annotationXML>
    <inkml:trace contextRef="#ctx0" brushRef="#br0">75 95 156 0,'-10'-14'311'0,"2"2"-7"15,2 1-13-15,-2 4-2 0,8 7-7 0,-10-16 9 16,5 7 0-16,5 9-12 0,-9-9-4 0,9 9-28 15,-12-8-12-15,12 8-19 0,0 0-17 0,0 0-15 0,-9-10-13 16,9 10-9-16,0 0-6 0,0 0 13 16,0 0 5-16,-5 39-2 0,6-14-8 0,4 7 3 15,2 16-10-15,-3 2 3 0,5 25-1 0,0 5 0 0,-2 4-4 16,1 7-2-16,0 3 1 0,9 42-1 0,1-10-11 16,-5-1-7-16,3 6 6 0,3-6-19 0,0 9 10 15,-1 1-1-15,3-3-9 0,-5-5-7 0,3 1-9 16,0 7 5-16,-9-44-8 0,9 47-3 0,2-7-3 15,-10-5-16-15,2-33 0 0,8 32-44 0,-15-33-37 16,12 34 0-16,-12-40 0 0,7 0 0 0,-3-1 0 16,3 1 0-16,-5 2 0 0,5-3 0 0,-9 2 0 15,4-6 0-15,-1-2 0 0,-6-1 0 0,8-4 0 16,-3-1 0-16,-1-16 0 0,-2-5 0 0,2-1 0 16,-4 0 0-16,-5-9 0 0,2-1 0 0,7-9 0 15,-4-3 0-15,-1-3 0 0,5 0 0 0,-2-3 0 0,-3-4 0 16,5-4 0-16,-3 3 0 0,-1-7 0 0,3 0 0 15,-1 0 0-15,2-1 0 0,-5-10 0 16,6 17 0-16,-4-10 0 0,-2-7 0 0,8 15 0 0,-8-15 0 16,0 13 0-16,0-13 0 0,6 12 0 0,-6-12 0 15,0 0 0-15,2 10 0 0,-2-10 0 0,0 0 0 16,5 14 0-16,-5-14 0 0,0 0 0 0,1 9 0 16,-1-9 0-16,0 0 0 0,0 0 0 0,2 14 0 15,-2-14 0-15,0 0 0 0,0 0 0 0,5 11 0 16,-5-11 0-16,0 0 0 0,0 0 0 0,14 3 0 15,-14-3 0-15,16 4 0 0,-16-4 0 0,42-3 0 16,-15 2-38-16,7 0-70 0,9-2-8 0,8-2-11 16,1 1-15-16,9-2-23 0,19-1-38 0,3 0-35 15,-1-1-37-15,3-3-34 0,-5 2-29 0,2-5-37 16,-22 2-41-16,18-5-94 0,-22-1-296 0,2-1-872 0,-7-5 386 16</inkml:trace>
  </inkml:traceGroup>
</inkml:ink>
</file>

<file path=ppt/ink/ink24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1T04:59:41.425"/>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B85AB190-441A-4D48-8B7C-2C5BA6F10351}" emma:medium="tactile" emma:mode="ink">
          <msink:context xmlns:msink="http://schemas.microsoft.com/ink/2010/main" type="inkDrawing" rotatedBoundingBox="14771,-262 17219,5881 15490,6570 13042,425" semanticType="verticalRange" shapeName="Other">
            <msink:sourceLink direction="with" ref="{D4DEEDDC-096E-4F92-AE41-196F8A8942AD}"/>
            <msink:sourceLink direction="with" ref="{0C52BA36-217C-4541-B104-221438113E33}"/>
            <msink:sourceLink direction="with" ref="{7A80CD6D-E2B5-46DF-9AF6-3A7D224C979D}"/>
            <msink:destinationLink direction="with" ref="{9E968EEA-4914-4824-874C-5EA5950791BC}"/>
          </msink:context>
        </emma:interpretation>
      </emma:emma>
    </inkml:annotationXML>
    <inkml:trace contextRef="#ctx0" brushRef="#br0">-14 67 5 0,'0'0'492'15,"0"0"-52"-15,0 0-41 0,-17 8-35 0,17-8-29 16,0 0-14-16,0 0-13 0,0 0-10 0,0 0-11 15,0 0-18-15,34 16-17 0,-20-13-21 0,8 0-14 16,14-3-11-16,-3 0-15 0,17-3-13 0,-5 6-13 16,5-12-15-16,0 4-13 15,4 0-13-15,1-2-9 0,-6 0-14 0,12-2-1 0,-3 0-11 16,-2 1-10-16,-3 0-5 0,5 4-11 0,-5-2-5 16,-7 5-5-16,3-4-5 0,0 5-3 0,-18 1-7 15,2 4 0-15,-4 1-1 0,5 2 4 0,-8 6 2 16,9 10 9-16,-1 6 9 0,-7 11 6 0,0 3 8 15,5 23 4-15,-4 9 3 0,0 5 6 0,-5 7-6 16,17 42 0-16,-9 3 11 0,2-4 2 0,-2 13 8 16,4-2-11-16,2 0 6 0,3 1 4 0,3 1-2 15,9-2 3-15,-3 16 4 0,11-1 2 0,2 2 4 16,-1 7-96-16,8-13-17 0,-6-8 0 0,6 5 0 0,3-10 0 16,-1 0 0-16,-12-6 0 0,5-1 0 15,5-1 0-15,-8-5 0 0,2-5 0 0,1 1 0 16,0-1 0-16,-6-3 0 0,-2 1 0 0,-1-1 0 0,-11-34 0 15,8 33 0-15,-1 1 0 0,-17-31 0 0,-5 3 0 16,20 33 0-16,-20-37 0 0,-3-6 0 0,6 1 0 16,-5-6 0-16,-4-6 0 0,-1 4 0 0,-4-20 0 15,-4-4 0-15,-1-2 0 0,-3 0 0 0,-2-5 0 16,3-10 0-16,-11-8 0 0,3 2 0 0,2-7 0 16,-3-7 0-16,-1 6 0 0,-1-17 0 0,7 19 0 15,-7-19 0-15,0 18 0 0,0-18 0 0,0 0 0 16,5 21 0-16,-5-21 0 0,0 0 0 0,1 12 0 15,-1-12 0-15,0 0 0 0,0 0 0 0,0 0 0 16,0 0 0-16,0 0 0 0,-21 26 0 0,21-26 0 16,-43 19 0-16,1-5 0 0,-14-3 0 0,-2 4 0 15,-28 2 0-15,-15-10 0 0,-50 12 0 0,5-10 0 16,48-4 0-16,-51 0 0 0,3 1 0 0,56-9 0 16,-2 0 0-16,-5-2 0 0,4 0 0 0,4-2 0 15,14-11-64-15,-10-1-568 0,9-6-618 0,22-1-1353 0,6-3 599 16</inkml:trace>
  </inkml:traceGroup>
</inkml:ink>
</file>

<file path=ppt/ink/ink24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1T04:59:15.108"/>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64403BA9-C13B-4E99-ACD1-066A3F511586}" emma:medium="tactile" emma:mode="ink">
          <msink:context xmlns:msink="http://schemas.microsoft.com/ink/2010/main" type="writingRegion" rotatedBoundingBox="1963,1244 28628,-1703 30334,13731 3669,16678"/>
        </emma:interpretation>
      </emma:emma>
    </inkml:annotationXML>
    <inkml:traceGroup>
      <inkml:annotationXML>
        <emma:emma xmlns:emma="http://www.w3.org/2003/04/emma" version="1.0">
          <emma:interpretation id="{3BB08C84-2372-4C45-8989-27D02EFCD23B}" emma:medium="tactile" emma:mode="ink">
            <msink:context xmlns:msink="http://schemas.microsoft.com/ink/2010/main" type="paragraph" rotatedBoundingBox="1954,1077 15896,51 15997,1434 2056,2461" alignmentLevel="1"/>
          </emma:interpretation>
        </emma:emma>
      </inkml:annotationXML>
      <inkml:traceGroup>
        <inkml:annotationXML>
          <emma:emma xmlns:emma="http://www.w3.org/2003/04/emma" version="1.0">
            <emma:interpretation id="{D4DEEDDC-096E-4F92-AE41-196F8A8942AD}" emma:medium="tactile" emma:mode="ink">
              <msink:context xmlns:msink="http://schemas.microsoft.com/ink/2010/main" type="line" rotatedBoundingBox="1954,1077 15896,51 15997,1434 2056,2461">
                <msink:destinationLink direction="with" ref="{B85AB190-441A-4D48-8B7C-2C5BA6F10351}"/>
              </msink:context>
            </emma:interpretation>
          </emma:emma>
        </inkml:annotationXML>
        <inkml:traceGroup>
          <inkml:annotationXML>
            <emma:emma xmlns:emma="http://www.w3.org/2003/04/emma" version="1.0">
              <emma:interpretation id="{BCB073E0-5BDF-447B-8572-630A19ACAC71}" emma:medium="tactile" emma:mode="ink">
                <msink:context xmlns:msink="http://schemas.microsoft.com/ink/2010/main" type="inkWord" rotatedBoundingBox="1970,1294 2790,1233 2826,1721 2005,1781"/>
              </emma:interpretation>
              <emma:one-of disjunction-type="recognition" id="oneOf0">
                <emma:interpretation id="interp0" emma:lang="" emma:confidence="1">
                  <emma:literal/>
                </emma:interpretation>
              </emma:one-of>
            </emma:emma>
          </inkml:annotationXML>
          <inkml:trace contextRef="#ctx0" brushRef="#br0">38 23 2903 0,'0'0'67'0,"-13"14"-8"0,13-14-11 0,-9 11 8 16,9-11 6-16,-9 10 8 0,9-10-4 0,0 0 10 16,-8 8-3-16,8-8 22 0,0 0-10 0,0 0 0 15,0 0 13-15,0 0-26 0,0 0-1 0,0 0-16 0,0 0 7 16,0 0-10-16,66-8-8 0,-37 1-2 15,14-1-9-15,-9 1-14 0,-3 1-41 0,15-1-41 16,-6-1-58-16,-11 7-73 0,3-2-81 0,-9 0-328 0,-2-1-654 16,-5-1 289-16</inkml:trace>
          <inkml:trace contextRef="#ctx0" brushRef="#br0" timeOffset="156.2687">115 371 149 0,'-21'18'332'0,"7"-2"-32"0,-1 0-31 15,9 1-30-15,-2-6-23 0,6-1-17 0,2-10-17 16,3 20-11-16,5-12-12 0,7-1-7 0,9-6-19 16,8 2-13-16,3-1-16 0,15-2-8 0,6-5-8 15,2 1-21-15,6-3-39 0,16 2-71 0,-1-2-91 16,-16 1-122-16,15-5-173 0,2 1-464 0,-3-6 205 16</inkml:trace>
        </inkml:traceGroup>
        <inkml:traceGroup>
          <inkml:annotationXML>
            <emma:emma xmlns:emma="http://www.w3.org/2003/04/emma" version="1.0">
              <emma:interpretation id="{A5557B93-C6AC-4059-B643-DB8F61AB7EC5}" emma:medium="tactile" emma:mode="ink">
                <msink:context xmlns:msink="http://schemas.microsoft.com/ink/2010/main" type="inkWord" rotatedBoundingBox="4189,977 5179,904 5248,1829 4257,1901"/>
              </emma:interpretation>
              <emma:one-of disjunction-type="recognition" id="oneOf1">
                <emma:interpretation id="interp1" emma:lang="" emma:confidence="1">
                  <emma:literal/>
                </emma:interpretation>
              </emma:one-of>
            </emma:emma>
          </inkml:annotationXML>
          <inkml:trace contextRef="#ctx0" brushRef="#br0" timeOffset="1406.1919">2230-92 180 0,'6'-18'267'0,"2"3"-17"0,2 0-18 0,1-1-14 16,6-5-15-16,1 2-19 0,5 4-18 0,2-8-18 0,6 12-16 15,-2-4-12-15,12 3-16 0,-12 4-31 0,13-2-43 16,-8 2-44-16,-2 0-64 0,0 5-62 0,-2-5-207 16,-1 5-373-16,-2-1 165 0</inkml:trace>
          <inkml:trace contextRef="#ctx0" brushRef="#br0" timeOffset="1673.0827">2963-346 232 0,'0'0'353'0,"0"0"-18"15,0 0-16-15,0 0-9 0,0 0-8 0,0 0 7 16,0 0 2-16,0 0 6 0,0 0 5 0,0 0-14 15,-15 37-11-15,22-11-21 0,6 2-21 0,-4 11-20 16,7 2-15-16,-3 2-19 0,2 0-19 0,-1 2-20 16,0 3-14-16,-1-1-15 0,-3 2-12 0,7-4-11 15,-2 3-13-15,-2 0-14 0,-2-8-31 0,0 5-42 16,4-8-48-16,-6 5-55 0,4-7-63 0,-3-9-56 16,7 1-58-16,-7-6-70 0,4-2-97 0,1-5-306 15,-1-6-804-15,4-2 356 0</inkml:trace>
        </inkml:traceGroup>
        <inkml:traceGroup>
          <inkml:annotationXML>
            <emma:emma xmlns:emma="http://www.w3.org/2003/04/emma" version="1.0">
              <emma:interpretation id="{7C807D05-1325-4778-85D2-EA1F6F88E779}" emma:medium="tactile" emma:mode="ink">
                <msink:context xmlns:msink="http://schemas.microsoft.com/ink/2010/main" type="inkWord" rotatedBoundingBox="7038,721 7541,683 7612,1645 7109,1682"/>
              </emma:interpretation>
            </emma:emma>
          </inkml:annotationXML>
          <inkml:trace contextRef="#ctx0" brushRef="#br0" timeOffset="2344.9095">5125-384 114 0,'0'0'330'0,"-20"-9"-24"0,8 6-8 0,12 3-15 15,-16-14-7-15,13 3-28 0,3 11-14 0,2-19-26 0,-2 19-5 16,14-27-14-16,1 8-24 0,-1 8 5 0,8-8-29 16,3 6-15-16,-1 2-7 0,-2 1 16 0,2 4-40 15,-5 1-6-15,1 5-5 0,-20 0-10 0,43 5-5 16,-24 1-8-16,-1-1-1 0,3 11-8 0,-7-1-10 15,-3 2-2-15,-1-2-1 0,-2 8 0 0,-2 2-9 16,-4 1-5-16,-2 1 3 0,-5 3-7 0,-6-1-2 16,-3 7 0-16,-1-10-10 0,-1 4 3 0,-5 3 1 15,2-11-7-15,-2 4-3 0,0-2-7 0,4-4 0 16,1 0 1-16,-2-5 10 0,5-5-9 0,3 0 1 16,2-2-6-16,8-8 1 0,-12 10 3 0,12-10 0 15,0 0-3-15,0 0 1 0,0 0-1 0,0 0 7 16,0 0-10-16,0 0 6 0,0 0 3 0,49-29 0 0,-28 20 3 15,3-1-3-15,-3 5 0 0,3-5 6 16,-1 9 7-16,4-2 2 0,-5 3-3 0,2 1 19 16,-3 2-25-16,8 7 6 0,-2 2 2 0,-4 1 12 0,-2 5-6 15,-2 2 2-15,-3 0-5 0,-3 6 3 0,-3-1 5 16,1 1 2-16,-8 2-7 0,-5-1-4 0,1 3-4 16,-10-3 7-16,1-1-7 0,-5 0-7 0,-4 0-5 15,-8 4-24-15,6-10-9 0,-11 6-17 0,3-8-16 16,0-6-12-16,-3 2-24 0,0-7-28 0,-2-2-35 15,-7 2-31-15,9-7-31 0,-1-4-50 0,6-3-295 16,-2-4-617-16,13-2 273 0</inkml:trace>
        </inkml:traceGroup>
        <inkml:traceGroup>
          <inkml:annotationXML>
            <emma:emma xmlns:emma="http://www.w3.org/2003/04/emma" version="1.0">
              <emma:interpretation id="{3F3B474B-CEB8-4890-B8E5-7C30D6F76BDB}" emma:medium="tactile" emma:mode="ink">
                <msink:context xmlns:msink="http://schemas.microsoft.com/ink/2010/main" type="inkWord" rotatedBoundingBox="9625,655 10172,614 10264,1857 9717,1897"/>
              </emma:interpretation>
              <emma:one-of disjunction-type="recognition" id="oneOf2">
                <emma:interpretation id="interp2" emma:lang="" emma:confidence="1">
                  <emma:literal/>
                </emma:interpretation>
              </emma:one-of>
            </emma:emma>
          </inkml:annotationXML>
          <inkml:trace contextRef="#ctx0" brushRef="#br0" timeOffset="3204.2585">7952-635 366 0,'0'0'385'0,"0"0"-14"0,0 0 7 0,0 0-6 15,0 0 6-15,0 0-21 0,0 0-25 0,12 28-22 16,-17-12-27-16,2 1-17 0,-4 8-18 0,1 1-25 16,-6 4-21-16,-2 8-20 0,0 3-18 0,-1 1-16 15,-1 1-14-15,-5-1-13 0,5 0-12 0,-3 0-10 16,1 2-11-16,-1-2-6 0,3 2-10 0,-2-6-5 15,9 1-10-15,-2-1-4 0,2-12-7 0,1 0-3 16,8-3-4-16,0-6-6 0,0-2 0 0,7-2-6 16,-1-4 1-16,9 0-5 0,1-2-1 0,5-4-1 15,8 0-3-15,-4-6-1 0,7-1 0 0,-3-2-4 16,3-6-1-16,7-3-1 0,-10 4 1 0,8-9-4 0,-12 5 1 16,4 1-3-16,-6-5 4 0,5 0-1 15,-7 1 2-15,0-1-2 0,-5-1-1 0,-1 0 2 16,-4 3 9-16,-3 2 11 0,-2-1 16 0,1 1 10 0,-6-4 16 15,1 6 13-15,-4-3 3 0,2 5 7 0,0 11 9 16,-1-19 2-16,1 19 2 0,-7-18 6 0,7 18 6 16,-8-8-7-16,8 8-13 0,-5-12-20 0,5 12-8 15,0 0 3-15,0 0-19 0,0 0-6 0,0 0-5 16,-14 34-9-16,12-7-7 0,1 3-8 0,-2 0-14 16,3 15-21-16,4 0-24 0,3 4-27 0,-6 7-42 15,7-1-46-15,-1 16-48 0,-1-19-63 0,-3-5-62 16,1 2-57-16,-1 0-79 0,3-3-93 0,-6-6-363 15,5-2-993-15,-3-8 441 0</inkml:trace>
        </inkml:traceGroup>
        <inkml:traceGroup>
          <inkml:annotationXML>
            <emma:emma xmlns:emma="http://www.w3.org/2003/04/emma" version="1.0">
              <emma:interpretation id="{8E90DBF3-D9C3-4003-BFFD-3CC977A0FDCC}" emma:medium="tactile" emma:mode="ink">
                <msink:context xmlns:msink="http://schemas.microsoft.com/ink/2010/main" type="inkWord" rotatedBoundingBox="11688,360 15896,50 15980,1197 11773,1507"/>
              </emma:interpretation>
              <emma:one-of disjunction-type="recognition" id="oneOf3">
                <emma:interpretation id="interp3" emma:lang="" emma:confidence="1">
                  <emma:literal/>
                </emma:interpretation>
              </emma:one-of>
            </emma:emma>
          </inkml:annotationXML>
          <inkml:trace contextRef="#ctx0" brushRef="#br0" timeOffset="3907.3291">10713-876 306 0,'0'0'372'0,"0"0"-35"16,-8-12-28-16,8 12-12 0,0 0-3 0,0 0 9 15,0 0-10-15,28-7-15 0,-12 4-18 0,6 2-22 16,10-2-27-16,4 1-15 0,9 0-19 0,-2-2-25 16,7 0-11-16,-7 1-12 0,3 0-18 0,-14-1-12 15,4 3-4-15,-3-2-7 0,0-1-11 0,-5 0-7 16,0 1-10-16,-7 2-2 0,-1-3-7 0,1 2-5 15,-5-4-1-15,-16 6-3 0,28-6 23 0,-20 1 21 16,-8 5 15-16,17-7 15 0,-17 7 10 0,10-3 39 16,-10 3 9-16,0 0-1 0,0 0-13 0,0 0 1 15,13-9-30-15,-13 9 12 0,0 0-15 0,0 0-17 16,0 0-14-16,0 0-12 0,0 0 0 0,0 0-10 16,-23 43-11-16,17-18 0 0,-5 2-1 0,3 10-6 0,-5 4-6 15,6 1-17-15,-1 6 3 0,8-3-1 0,-3 3 2 16,-2 4-4-16,2 22 2 0,3-17-11 15,-3-5 0-15,6 1-3 0,-3 4-2 0,3-6-3 16,2 1-3-16,2-4-9 0,-4 0-28 0,2-5-24 0,-4-13-35 16,1 2-30-16,-4-4-42 0,2-9-44 0,0-1-24 15,2-5-41-15,-2-3-39 0,0-10-32 0,-8 15-49 16,8-15-38-16,0 0-56 0,0 0-347 0,0 0-892 16,-21-30 395-16</inkml:trace>
          <inkml:trace contextRef="#ctx0" brushRef="#br0" timeOffset="3516.7521">9778-358 5099 0,'-8'4'186'0,"8"-4"-139"0,0 0-7 0,-14 4 3 0,14-4-14 15,0 0 0-15,0 0 10 0,0 0 5 0,0 0 8 16,0 0 2-16,0 0 5 0,0 0-3 0,0 0-6 15,0 0-5-15,0 0-4 0,62-8-7 0,-31 3-14 16,-1-1 0-16,4 1-24 0,0 2-35 0,-2-4-49 16,16-5-60-16,-3 1-50 0,-4 3-61 0,1-10-71 15,3 5-110-15,-5-7-308 0,-3-2-808 0,3-4 358 16</inkml:trace>
          <inkml:trace contextRef="#ctx0" brushRef="#br0" timeOffset="4092.3036">11184-226 95 0,'-13'-12'358'0,"3"-2"-5"0,-3 5-16 16,-1 0-4-16,7 0 7 0,7 9-10 0,-9-11-7 16,9 11-5-16,-8-9-12 0,8 9-15 0,0 0-12 15,-5-14-20-15,5 14-11 0,0 0-14 16,19-16-10-16,-4 4-17 0,10-1-18 0,15-2-11 0,4 0-18 16,-1-1-18-16,0 1-12 0,1 3-17 15,-1-2-5-15,2-4-18 0,-7 6-22 0,-2 4-45 0,1-5-62 16,-4 5-71-16,-2-3-79 0,-4 3-93 0,-8 6-115 15,-4-8-440-15,2-1-906 0,4 3 400 0</inkml:trace>
          <inkml:trace contextRef="#ctx0" brushRef="#br0" timeOffset="80927.4645">12177-747 121 0,'0'0'249'0,"-15"-16"-19"0,7 12-3 16,8 4-10-16,-14-11-6 0,14 11-7 0,-13-8-14 15,13 8-9-15,0 0-24 0,-15-8-11 0,15 8-14 16,0 0-12-16,0 0-6 0,0 0 3 0,-14 30-5 16,12-11-8-16,-2-4-4 0,7 4-8 0,-3 0-1 15,3 0 0-15,3 6 1 0,2-6-9 0,5 3 2 16,0-8-12-16,3 5 3 0,5-1 5 0,1-8 8 0,11 3 15 15,-1-7 10-15,17-8 13 0,12-3-1 16,21-11-2-16,11-10-3 0,37-24-6 0,-35 17-2 16,36-27-10-16,-5 2-2 0,-37 12-10 0,38-16-8 15,-43 17-12-15,-1 2-7 0,-1-1-3 0,-4 1-7 0,-5 5-7 16,0 1-19-16,-23 14-29 0,-3 1-58 0,-2 0-57 16,-18 14-74-16,-9 3-87 0,-1 3-94 0,-17 2-366 15,0 0-797-15,-5 33 352 0</inkml:trace>
        </inkml:traceGroup>
      </inkml:traceGroup>
    </inkml:traceGroup>
    <inkml:traceGroup>
      <inkml:annotationXML>
        <emma:emma xmlns:emma="http://www.w3.org/2003/04/emma" version="1.0">
          <emma:interpretation id="{49150447-2AA8-4818-AE74-7C15F7F2B4AA}" emma:medium="tactile" emma:mode="ink">
            <msink:context xmlns:msink="http://schemas.microsoft.com/ink/2010/main" type="paragraph" rotatedBoundingBox="5333,2607 13456,1810 13581,3089 5458,3885" alignmentLevel="3"/>
          </emma:interpretation>
        </emma:emma>
      </inkml:annotationXML>
      <inkml:traceGroup>
        <inkml:annotationXML>
          <emma:emma xmlns:emma="http://www.w3.org/2003/04/emma" version="1.0">
            <emma:interpretation id="{D72F05B4-129B-4C3D-AAF1-607E5E838A63}" emma:medium="tactile" emma:mode="ink">
              <msink:context xmlns:msink="http://schemas.microsoft.com/ink/2010/main" type="inkBullet" rotatedBoundingBox="5372,3009 5844,2963 5893,3461 5421,3507"/>
            </emma:interpretation>
            <emma:one-of disjunction-type="recognition" id="oneOf4">
              <emma:interpretation id="interp4" emma:lang="" emma:confidence="0">
                <emma:literal>•</emma:literal>
              </emma:interpretation>
            </emma:one-of>
          </emma:emma>
        </inkml:annotationXML>
        <inkml:trace contextRef="#ctx0" brushRef="#br0" timeOffset="10301.8542">3604 1746 73 0,'0'0'396'0,"-19"-7"-22"15,19 7-16-15,-14-6-8 0,14 6-14 0,0 0 6 0,-21-6 3 16,21 6 0-16,0 0-12 0,0 0-23 0,-23 3-27 16,23-3-25-16,0 0-15 0,-20 18-19 0,12-11-17 15,0 9-15-15,1-1-10 0,-1 11-18 0,-5-3-14 16,5 0-10-16,2 2-15 0,-1 4-12 0,6-3-9 15,-1 1-10-15,2 1-9 0,2 0-10 0,-1 0-8 16,6-6-6-16,1 1-8 0,2-5-5 0,-1 1-4 16,4-5-2-16,-2 2-5 0,8-1-2 0,-4-4-1 0,11 0-6 15,-2 0 3-15,-4-5-1 0,8-5-3 0,-6 0-2 16,-1-1 1-16,-21 0 0 0,50-8-1 16,-33 1-4-16,3-5 5 0,2-1-7 0,-1-2-2 0,0-2 2 15,0-4-6-15,-5 1 1 0,-3-5-3 0,-5 5 0 16,0-5 1-16,-2 2 1 0,-6-3-5 0,-2-2 1 15,-4 2 1-15,-4 1-1 0,-2-1 2 0,-8 4-2 16,-1-1-3-16,-3 4-3 0,-3 0-1 0,-3 4-2 16,1 3 0-16,-13-3-3 0,10 12-6 0,2 0-6 15,-1 2-8-15,-3 2-18 0,7 2-21 0,-2 0-18 16,8 0-33-16,5 6-39 0,0-1-42 0,2 3-45 16,6 0-47-16,1-2-54 0,3 3-75 0,4-12-438 15,0 0-922-15,19 20 408 0</inkml:trace>
      </inkml:traceGroup>
      <inkml:traceGroup>
        <inkml:annotationXML>
          <emma:emma xmlns:emma="http://www.w3.org/2003/04/emma" version="1.0">
            <emma:interpretation id="{0C52BA36-217C-4541-B104-221438113E33}" emma:medium="tactile" emma:mode="ink">
              <msink:context xmlns:msink="http://schemas.microsoft.com/ink/2010/main" type="line" rotatedBoundingBox="7534,2391 13456,1810 13581,3089 7660,3669">
                <msink:destinationLink direction="with" ref="{B85AB190-441A-4D48-8B7C-2C5BA6F10351}"/>
              </msink:context>
            </emma:interpretation>
          </emma:emma>
        </inkml:annotationXML>
        <inkml:traceGroup>
          <inkml:annotationXML>
            <emma:emma xmlns:emma="http://www.w3.org/2003/04/emma" version="1.0">
              <emma:interpretation id="{3895F8CD-DDEB-4DA3-B9AD-DE285AF2F02F}" emma:medium="tactile" emma:mode="ink">
                <msink:context xmlns:msink="http://schemas.microsoft.com/ink/2010/main" type="inkWord" rotatedBoundingBox="7547,2515 8082,2463 8142,3076 7607,3128"/>
              </emma:interpretation>
              <emma:one-of disjunction-type="recognition" id="oneOf5">
                <emma:interpretation id="interp5" emma:lang="" emma:confidence="1">
                  <emma:literal/>
                </emma:interpretation>
              </emma:one-of>
            </emma:emma>
          </inkml:annotationXML>
          <inkml:trace contextRef="#ctx0" brushRef="#br0" timeOffset="11004.922">5714 1234 272 0,'0'0'397'0,"0"0"-29"0,0 0-15 0,0 0 10 16,0 0-13-16,0 0 5 0,-24 42-3 16,18-34-11-16,3 5-3 0,-9 0-22 0,7 0-22 15,-6 3-21-15,3-1-19 0,0 4-22 0,2 0-17 0,-5 3-19 16,6 1-16-16,-5 1-14 0,9 1-17 0,-1 3-12 16,2-4-13-16,2 2-11 0,6 0-16 0,0 0-3 15,4-2-11-15,8 9-9 0,-4-10-6 0,-2-1-6 16,7-1-7-16,0 0-6 0,1-3 1 0,6-3-6 15,-4-2-5-15,3-3-2 0,2-1-1 0,-2-6-4 16,0 0 3-16,1-3-8 0,1-4 2 0,-4 0-4 16,-4-3-4-16,-2-1 4 0,-3-1-4 0,10-4 1 15,-12 1-5-15,1-2 0 0,-1 0 0 0,-4 0-1 16,1-7 1-16,-1 4-6 0,-10-7 1 0,0-4 0 16,1-1 1-16,-1 3 8 0,-4-5-9 0,-9-10-5 0,-6 8-4 15,4 5 1-15,-1 2-3 0,-11-7-3 0,6 12-5 16,-2-3-1-16,-1 5-14 0,-3 5-25 0,0 1-14 15,0 0-26-15,-1 6-36 0,-1 2-32 0,4 2-38 16,4-1-29-16,-2 4-51 0,-7 4-47 0,4 3-66 16,9-6-85-16,-4 1-357 0,21-2-897 0,-23 5 397 15</inkml:trace>
        </inkml:traceGroup>
        <inkml:traceGroup>
          <inkml:annotationXML>
            <emma:emma xmlns:emma="http://www.w3.org/2003/04/emma" version="1.0">
              <emma:interpretation id="{62F154AF-A74E-4C13-B33A-5BD84A5B1182}" emma:medium="tactile" emma:mode="ink">
                <msink:context xmlns:msink="http://schemas.microsoft.com/ink/2010/main" type="inkWord" rotatedBoundingBox="9760,2447 10763,2349 10838,3114 9835,3212"/>
              </emma:interpretation>
              <emma:one-of disjunction-type="recognition" id="oneOf6">
                <emma:interpretation id="interp6" emma:lang="" emma:confidence="1">
                  <emma:literal/>
                </emma:interpretation>
              </emma:one-of>
            </emma:emma>
          </inkml:annotationXML>
          <inkml:trace contextRef="#ctx0" brushRef="#br0" timeOffset="11607.5986">7867 1519 414 0,'-16'9'454'15,"16"-9"-22"-15,-14 9-21 0,14-9-11 0,0 0-15 0,-15 5-15 16,15-5-24-16,0 0-28 0,0 0-27 0,0 0-19 16,0 0-22-16,0 0-21 0,0 0-18 15,0 0-22-15,65-2-17 0,-37-5-20 0,17-2-14 0,2 1-13 16,-2 3-18-16,1-6-16 0,-2 4-34 0,-1 0-57 15,0-1-59-15,2-4-68 0,-10 6-52 0,-2-2-61 16,-3 0-76-16,-1-1-86 0,-5 2-347 0,-5-2-811 16,-4 0 359-16</inkml:trace>
          <inkml:trace contextRef="#ctx0" brushRef="#br0" timeOffset="11810.6708">8580 1155 230 0,'-2'-11'383'0,"2"11"-18"0,-5-16 4 0,5 16 5 0,-1-11 8 15,1 11 10-15,0 0 2 0,-7-14-13 16,7 14-14-16,0 0-36 0,0 0-22 0,0 0-16 16,0 0 5-16,0 0-15 0,0 0-16 0,19 34-30 0,-9-12-16 15,5 7-24-15,-3 5-28 0,-2 6-2 0,4 1-19 16,-1 3-15-16,2-3-11 0,-1 3-31 0,7 2-27 16,-3-1-56-16,-2 3-77 0,1 1-101 0,7-8-109 15,-14 4-106-15,12-5-136 0,-1 0-405 0,-3-6-1002 16,-8-8 444-16</inkml:trace>
        </inkml:traceGroup>
        <inkml:traceGroup>
          <inkml:annotationXML>
            <emma:emma xmlns:emma="http://www.w3.org/2003/04/emma" version="1.0">
              <emma:interpretation id="{108F8FCB-3DCF-4089-9652-D937EEDFC28E}" emma:medium="tactile" emma:mode="ink">
                <msink:context xmlns:msink="http://schemas.microsoft.com/ink/2010/main" type="inkWord" rotatedBoundingBox="12423,1912 13456,1810 13581,3089 12548,3190"/>
              </emma:interpretation>
              <emma:one-of disjunction-type="recognition" id="oneOf7">
                <emma:interpretation id="interp7" emma:lang="" emma:confidence="1">
                  <emma:literal/>
                </emma:interpretation>
              </emma:one-of>
            </emma:emma>
          </inkml:annotationXML>
          <inkml:trace contextRef="#ctx0" brushRef="#br0" timeOffset="12576.2573">10933 709 219 0,'-14'-12'419'0,"14"12"-44"0,-7-11-28 16,7 11-32-16,-1-19-14 0,2 9-17 0,-1 10-25 16,15-20-8-16,-4 8-34 0,3 0-23 0,3 3-9 15,-1 4-20-15,4-1-23 0,-4 1-15 0,9 4-8 0,-25 1-12 16,40 6-18-16,-15 5-6 0,-2-2-13 0,-1 4-5 16,-1 8 0-16,-3-1-12 0,-4 7-4 15,-3-1-11-15,-3 0-4 0,-3 0-3 0,-3 4-4 0,-4-2-2 16,-3 0-1-16,-4 10 2 0,-1-9-5 0,-4-5 1 15,-1 6-6-15,-2-6 2 0,-1 0-5 0,-3 0 4 16,2-3-7-16,-2-2-3 0,8-5 9 0,4-2-17 16,-1-1 2-16,5-3 13 0,5-8 1 0,-13 8-4 15,13-8-6-15,0 0 10 0,-9 4-7 0,9-4 0 16,0 0 4-16,0 0-1 0,0 0-4 0,27-31-1 16,-13 20-7-16,2 0 1 0,0 0 5 0,5-3 1 15,5 2 3-15,-7 4-6 0,7-3 13 0,-7 7 0 16,12-2 7-16,-7 4 8 0,5 2 4 0,-10 5 12 15,11 6 2-15,2 3-11 0,-3 2 1 0,7 13-3 0,-8 1 1 16,3 5 0-16,-10 2 2 0,-5 0-6 0,-2 6-4 16,-4-3-1-16,-7 4-2 0,-6-6-1 0,-3 3-2 15,-6-2-2-15,-4-1-3 0,-9 2-1 0,-4-2 4 16,-2 0-11-16,-10 0 0 0,-9-5-11 0,-21 8 2 16,-1-11-5-16,-2 4 4 0,-1-12-5 0,23-7 0 15,-1 5-23-15,1-7-24 0,0-6-51 0,7-1-60 16,-3 0-51-16,5-5-83 0,8-5-125 0,-7-6-310 15,13 1-793-15,-8-9 351 0</inkml:trace>
        </inkml:traceGroup>
      </inkml:traceGroup>
    </inkml:traceGroup>
    <inkml:traceGroup>
      <inkml:annotationXML>
        <emma:emma xmlns:emma="http://www.w3.org/2003/04/emma" version="1.0">
          <emma:interpretation id="{7EE5F0B6-BA37-45C7-91E9-82DC9977681D}" emma:medium="tactile" emma:mode="ink">
            <msink:context xmlns:msink="http://schemas.microsoft.com/ink/2010/main" type="paragraph" rotatedBoundingBox="5910,3450 28862,615 29334,4436 6382,7271" alignmentLevel="3"/>
          </emma:interpretation>
        </emma:emma>
      </inkml:annotationXML>
      <inkml:traceGroup>
        <inkml:annotationXML>
          <emma:emma xmlns:emma="http://www.w3.org/2003/04/emma" version="1.0">
            <emma:interpretation id="{14C20CFF-EC07-4D1B-8AFB-4E61021E38C4}" emma:medium="tactile" emma:mode="ink">
              <msink:context xmlns:msink="http://schemas.microsoft.com/ink/2010/main" type="inkBullet" rotatedBoundingBox="6015,4304 6434,4252 6496,4753 6077,4804"/>
            </emma:interpretation>
            <emma:one-of disjunction-type="recognition" id="oneOf8">
              <emma:interpretation id="interp8" emma:lang="" emma:confidence="0">
                <emma:literal>•</emma:literal>
              </emma:interpretation>
            </emma:one-of>
          </emma:emma>
        </inkml:annotationXML>
        <inkml:trace contextRef="#ctx0" brushRef="#br0" timeOffset="20316.1028">4341 3090 208 0,'-18'-10'241'0,"1"0"-9"15,2 2-1-15,1-3 5 0,-1 5-6 0,1-1-9 16,14 7 2-16,-18-12-3 0,9 7-5 0,9 5-4 0,-16-5-13 16,16 5-10-16,0 0-10 0,0 0-15 0,0 0-12 15,-34 22-2-15,26-8-7 0,1 11-10 0,3-2 5 16,-1 3-8-16,-2 14-1 0,4-13-12 0,6 15-8 15,-1-6-5-15,1-7-4 0,0 0-12 0,4-2-7 16,-1 0-5-16,1-1-13 0,1-1-5 0,0-6-6 16,-2-5-3-16,7 1-4 0,-3-3-3 0,2-4-6 15,-4-1 1-15,8-3-1 0,-16-4 4 0,31 2-3 0,-31-2 1 16,32-13-4-16,-16 1 4 0,10-3-5 0,-5-3-3 16,1-1-3-16,-6 0 1 0,5 0 3 15,-8-4-4-15,1-3-4 0,-4 4 0 0,-4-3-4 0,4-1 3 16,-7 0-5-16,-3 1 2 0,-6 0 0 0,6-2-4 15,-8 4 2-15,-8-3-4 0,-4 5-1 0,3 4 0 16,-1-5 4-16,-4 8-4 0,-6 5-1 0,4-2-6 16,-3 4-1-16,0 4 0 0,-1 0 3 0,11 3-12 15,-10 6-6-15,-2 0-24 0,8 1-27 0,3 0-26 16,-1 5-29-16,3-3-25 0,1-1-22 0,3 7-27 16,0 1-41-16,9-2-37 0,-2 4-57 0,5-10-74 15,0-8-231-15,15 14-683 0,-4-10 302 0</inkml:trace>
      </inkml:traceGroup>
      <inkml:traceGroup>
        <inkml:annotationXML>
          <emma:emma xmlns:emma="http://www.w3.org/2003/04/emma" version="1.0">
            <emma:interpretation id="{154B89CD-0553-4023-A78B-286B53BA6036}" emma:medium="tactile" emma:mode="ink">
              <msink:context xmlns:msink="http://schemas.microsoft.com/ink/2010/main" type="line" rotatedBoundingBox="7448,3260 28862,615 29100,2539 7686,5184"/>
            </emma:interpretation>
          </emma:emma>
        </inkml:annotationXML>
        <inkml:traceGroup>
          <inkml:annotationXML>
            <emma:emma xmlns:emma="http://www.w3.org/2003/04/emma" version="1.0">
              <emma:interpretation id="{88BC23B8-8182-4DDA-A065-CF863F31D655}" emma:medium="tactile" emma:mode="ink">
                <msink:context xmlns:msink="http://schemas.microsoft.com/ink/2010/main" type="inkWord" rotatedBoundingBox="7478,3502 9130,3298 9335,4962 7683,5166"/>
              </emma:interpretation>
              <emma:one-of disjunction-type="recognition" id="oneOf9">
                <emma:interpretation id="interp9" emma:lang="" emma:confidence="1">
                  <emma:literal/>
                </emma:interpretation>
              </emma:one-of>
            </emma:emma>
          </inkml:annotationXML>
          <inkml:trace contextRef="#ctx0" brushRef="#br0" timeOffset="20581.7077">5758 2724 268 0,'0'0'397'0,"-18"7"-30"0,18-7-23 0,-10 8-28 0,10-8-18 16,0 0-17-16,0 0-18 0,-6 8-16 0,6-8-17 15,0 0-3-15,0 0-10 0,0 0-18 0,42 4-21 16,-42-4-21-16,38-5-12 0,-11-2-16 0,4 0-11 16,3 0-11-16,-1-3-9 0,7 0-25 0,2-2-39 15,-10 2-53-15,8-6-65 0,-8 3-55 0,-3 1-61 16,-5-1-71-16,4 0-79 0,-8-6-255 0,1 5-656 15,-5-6 290-15</inkml:trace>
          <inkml:trace contextRef="#ctx0" brushRef="#br0" timeOffset="20769.2281">6372 2305 358 0,'0'0'361'0,"0"0"-10"0,0 0 0 15,0 0 4-15,0 0-3 0,0 0 11 16,16 26-5-16,-10-15-12 0,3 3-27 0,-5 1-21 0,6 9-28 15,4-2-25-15,1 7-25 0,-1 6-20 0,7 4-23 16,-5 0-15-16,8-1-17 0,-1 6-20 0,-1-5-44 16,2 6-73-16,3-8-96 0,2 8-101 0,-3 1-119 15,-3-6-502-15,5-1-878 0,1-2 388 0</inkml:trace>
          <inkml:trace contextRef="#ctx0" brushRef="#br0" timeOffset="76058.3191">6295 2604 67 0,'-22'-15'361'16,"-6"4"-19"-16,1 1-14 0,1 3-25 0,-4 4-10 16,1 0 1-16,-2 3-29 0,3 4-4 0,-6 3-17 0,5 7-21 15,-3-2-13-15,-3 11-21 0,-4 3-24 16,2 1-8-16,5 10-13 0,-3-3-8 0,6 8-8 16,-5 6-4-16,7-2-5 0,11 3-5 0,-5 6-8 0,8-2-7 15,5 19-6-15,5-17 1 0,3 17-12 16,3-20-2-16,10 4-6 0,10 13-3 0,4-20-4 15,18 14-3-15,-10-17-6 0,21 5-4 0,7-5 2 0,1-2-9 16,-9-20 3-16,23 6 1 0,6-11 5 0,-4-1 2 16,3-14 2-16,1-1-2 0,-6-10 8 0,1-2 3 15,-18-6 8-15,14-7 11 0,-17-1 1 0,13-12 12 16,-6-3 3-16,-17 7 9 0,-3-7-4 0,12-17-3 16,-6-2 7-16,-16 12 6 0,2-21-12 0,-16 18-1 15,0-4 3-15,-2-19-8 0,-9 16-8 0,-6-21-6 16,-8-3-6-16,-14-6-13 0,-9 0 0 0,-28-37-15 15,10 37 0-15,-27-29-5 0,11 38-7 0,2 9 2 16,-4 6-5-16,-3 9-1 0,2 6 6 0,10 21-27 0,1 5-16 16,-5 6 0-16,-5 3 0 0,-22 11 0 0,4 15 0 15,-4 0 0-15,3 13 0 0,6 9 0 16,1-1 0-16,-2 5 0 0,10 9-118 0,4 5-97 0,7 4-84 16,9 5-111-16,1 1-151 0,7 4-537 0,6 2-1190 15,2-5 526-15</inkml:trace>
        </inkml:traceGroup>
        <inkml:traceGroup>
          <inkml:annotationXML>
            <emma:emma xmlns:emma="http://www.w3.org/2003/04/emma" version="1.0">
              <emma:interpretation id="{23A2DA88-117F-45A4-B256-9B7D3D206655}" emma:medium="tactile" emma:mode="ink">
                <msink:context xmlns:msink="http://schemas.microsoft.com/ink/2010/main" type="inkWord" rotatedBoundingBox="10491,3499 11089,3425 11155,3955 10557,4029"/>
              </emma:interpretation>
              <emma:one-of disjunction-type="recognition" id="oneOf10">
                <emma:interpretation id="interp10" emma:lang="" emma:confidence="1">
                  <emma:literal/>
                </emma:interpretation>
              </emma:one-of>
            </emma:emma>
          </inkml:annotationXML>
          <inkml:trace contextRef="#ctx0" brushRef="#br0" timeOffset="21300.4359">8657 2214 4116 0,'0'0'312'0,"0"0"-235"15,0 0-43-15,0 0 11 0,0 0 11 0,-42 28 22 16,39-22 7-16,-9 3 22 0,9 4 14 0,-6 2 12 0,1 2 7 15,0 0-4-15,1 2 0 0,-1 6-4 0,2 0-5 16,4 3-4-16,2 2-2 0,0-4-8 16,2 1-9-16,4 0-2 0,2-1-7 0,7-1-11 0,-1-5-4 15,1 3-10-15,5-2-3 0,1-5-5 0,5 2-4 16,3-6-4-16,1 0-5 0,-1-1 0 0,14-3-10 16,-14-5-1-16,5-3-4 0,-2 0 0 0,2-3-4 15,-5-3 1-15,0 0-2 0,-1-2-4 0,-2-3-10 16,-2-1 4-16,-3 2-7 0,-5-7-2 0,-1 4 4 15,-3-2-2-15,0-4-5 0,-4 1-6 0,-5-7 10 16,0-1 1-16,-8-3-6 0,-1 1 0 0,-9-5 1 16,-2 5-9-16,-12-3 7 0,-3 1-13 0,-4 2-7 0,-5 5-14 15,-3 1-14-15,6 6-21 0,-5 2-21 16,1 5-20-16,7 1-37 0,-7 3-43 0,13 2-37 16,-1 6-43-16,2 0-45 0,7 6-53 0,4-6-68 0,-1 9-435 15,4-3-938-15,6 0 415 0</inkml:trace>
        </inkml:traceGroup>
        <inkml:traceGroup>
          <inkml:annotationXML>
            <emma:emma xmlns:emma="http://www.w3.org/2003/04/emma" version="1.0">
              <emma:interpretation id="{3097E4D0-07BE-4172-8388-3F9B2892E70F}" emma:medium="tactile" emma:mode="ink">
                <msink:context xmlns:msink="http://schemas.microsoft.com/ink/2010/main" type="inkWord" rotatedBoundingBox="13277,3090 13891,3015 13981,3745 13367,3821"/>
              </emma:interpretation>
              <emma:one-of disjunction-type="recognition" id="oneOf11">
                <emma:interpretation id="interp11" emma:lang="" emma:confidence="1">
                  <emma:literal/>
                </emma:interpretation>
              </emma:one-of>
            </emma:emma>
          </inkml:annotationXML>
          <inkml:trace contextRef="#ctx0" brushRef="#br0" timeOffset="21929.5618">11577 1806 55 0,'-18'6'482'0,"4"-2"-34"0,14-4-35 0,-26 9-28 0,16-7-20 15,-3 9 5-15,-1 0-1 0,-2 7 1 16,1-2-2-16,-2 7-26 0,1 2-22 0,-3 9-12 0,4-11-20 15,1 13-21-15,6 5-13 0,1-3-22 0,4-6-14 16,3 9-9-16,3 0-21 0,-1-3-4 0,9-7-20 16,-3-2-2-16,3 0-15 0,4-2-17 0,2-3 0 15,4-2-20-15,2 1-8 0,4-7-3 0,0 1-6 16,2-2-9-16,2-3-2 0,-3-6-7 0,8-3-9 16,-4 1-3-16,0-4-10 0,0-3-4 0,-1 0-2 15,-4-4 0-15,-3-5-9 0,2 4-23 0,-6-7-15 16,3-1 0-16,-6-3 0 0,1-2 0 0,-3 0 0 0,-1-4 0 15,-4-1 0-15,-2-4 0 0,-4-10 0 16,-4-3 0-16,-4-5 0 0,-11-4 0 0,-1 5 0 16,-5-4 0-16,-6 9 0 0,1 1 0 0,-4 8 0 0,-1 2 0 15,1 5 0-15,-5 4 0 0,7 7 0 0,-2 3-161 16,1 5-42-16,-3 1-56 0,3 4-54 16,0 4-58-16,0 4-61 0,-1 3-86 0,-2 0-471 0,9 3-1072 15,1 0 474-15</inkml:trace>
        </inkml:traceGroup>
        <inkml:traceGroup>
          <inkml:annotationXML>
            <emma:emma xmlns:emma="http://www.w3.org/2003/04/emma" version="1.0">
              <emma:interpretation id="{E8421247-5B9B-4166-B87B-FB19BF99FA2B}" emma:medium="tactile" emma:mode="ink">
                <msink:context xmlns:msink="http://schemas.microsoft.com/ink/2010/main" type="inkWord" rotatedBoundingBox="19606,1759 26948,852 27149,2483 19807,3389"/>
              </emma:interpretation>
              <emma:one-of disjunction-type="recognition" id="oneOf12">
                <emma:interpretation id="interp12" emma:lang="" emma:confidence="1">
                  <emma:literal/>
                </emma:interpretation>
              </emma:one-of>
            </emma:emma>
          </inkml:annotationXML>
          <inkml:trace contextRef="#ctx0" brushRef="#br0" timeOffset="96868.2006">18435 625 121 0,'-8'-6'413'0,"8"6"-34"0,-14-15-24 0,14 15-16 15,-15-10-14-15,15 10-17 0,-9-7-24 0,9 7-23 16,0 0-17-16,0 0-7 0,0 0 12 0,-5 31-5 0,13-12 5 16,-2 10-8-16,9 14-12 0,-1 2-11 15,5 7-7-15,-2-6-17 0,-1 5-13 0,3 1-14 16,-5-2-8-16,6 6-10 0,-3-3-16 0,-4-1-17 0,3-3-9 16,-2 5-9-16,4-1-8 0,-8-2-9 0,4-2-8 15,-1-2-11-15,0-2-3 0,-3-5-7 16,-2 1-5-16,0-10-16 0,-2-4-29 0,4-2-30 0,-7 1-36 15,2-10-52-15,-2 1-34 0,2-6-45 0,-4 4-40 16,4-8-38-16,-5-7-66 0,0 0-95 0,-14 16-379 16,14-16-880-16,0 0 390 0</inkml:trace>
          <inkml:trace contextRef="#ctx0" brushRef="#br0" timeOffset="90823.6988">17760 1316 186 0,'0'0'252'0,"0"0"-6"0,0 0-2 0,0 0-4 16,0 0-9-16,0 0-15 0,-26 0-19 0,26 0-16 15,0 0-18-15,0 0-13 0,0 0-12 0,0 0-12 16,0 0-6-16,0 0-10 0,0 0-6 0,0 0-9 16,0 0-6-16,0 0-7 0,0 0-4 0,0 0-7 15,0 0-2-15,0 0-8 0,0 0 1 0,0 0-9 16,0 0 3-16,0 0-1 0,0 0 3 0,0 0-2 16,0 0-2-16,0 0 1 0,0 0 0 0,0 0-2 15,0 0 0-15,0 0-2 0,0 0-8 0,0 0-4 0,0 0 3 16,0 0-11-16,0 0 3 0,0 0-8 0,0 0-2 15,0 0 3-15,0 0-9 0,0 0 1 16,0 0 2-16,0 0-5 0,0 0 3 0,0 0-3 0,0 0-5 16,0 0 1-16,0 0 2 0,0 0 2 0,0 0-4 15,0 0 5-15,0 0 11 0,0 0-6 0,0 0-1 16,0 0 4-16,0 0-4 0,0 0 2 0,0 0-1 16,0 0 1-16,0 0 3 0,0 0-6 0,0 0 2 15,0 0-9-15,0 0 6 0,0 0-6 0,0 0 5 16,0 0-5-16,0 0 1 0,0 0-4 0,0 0-3 15,0 0 3-15,0 0-3 0,0 0 1 0,0 0-2 16,0 0 3-16,0 0-5 0,0 0 3 0,0 0 4 0,0 0-4 16,0 0 0-16,0 0-9 0,0 0 1 15,0 0 0-15,0 0 2 0,0 0-5 0,0 0-7 0,0 0-24 16,0 0-30-16,0 0-34 0,0 0-47 0,0 0-41 16,0 0-46-16,0 0-45 0,0 0-73 0,0 0-248 15,0 0-648-15,0 0 287 0</inkml:trace>
          <inkml:trace contextRef="#ctx0" brushRef="#br0" timeOffset="97290.0276">18299 753 83 0,'8'-37'307'16,"5"-2"-27"-16,8 0-19 0,1 1-17 0,4 0-17 16,-2 4-5-16,8 4-19 0,-6 8-10 0,-1 5-14 15,4 4-16-15,8-2-17 0,-8 5-23 0,1 9-4 0,4 2-11 16,0 7 2-16,-5 1-21 0,-2 3-8 0,8 12-8 16,-9 4-2-16,-5-1-4 0,0 6-8 0,-5 9-8 15,-5 1 9-15,-5 4-17 0,-4 5-5 0,-10 1 4 16,-5 3-10-16,0-4 0 0,-9 20-8 0,-7-1-1 15,5-23-3-15,-16 16-4 0,11-18 0 0,-2-2 13 16,-4-5-12-16,1-2-3 0,4-4 0 0,-4-2-2 16,5-7-2-16,7-5-2 0,1-3 0 0,5-6 3 15,1-1 0-15,4-1 1 0,3 0-5 0,8-8 5 16,-13 7-1-16,13-7 6 0,0 0 3 0,0 0 7 16,0 0 11-16,0 0 1 0,0 0-1 0,0 0 8 15,68-15-9-15,-39 11 5 0,0 0-4 0,1 4 3 16,4-1-5-16,1 2-7 0,-3 0 0 0,11 6 0 15,-1-3-6-15,-7 1-4 0,7 5 1 0,3 5 8 16,-3-4-17-16,-12 3 6 0,1-6-7 0,-1 3 10 16,-1-3-47-16,2 1-33 0,-4 0-28 0,-8-3-36 0,-4-2-46 15,1 2-46-15,-7-3-62 0,-9-3-59 0,21 6-220 16,-21-6-601-16,0 0 267 0</inkml:trace>
          <inkml:trace contextRef="#ctx0" brushRef="#br0" timeOffset="97478.6739">19223 1310 309 0,'0'0'349'0,"0"0"-28"16,0 0-28-16,0 0-20 0,0 0-10 0,0 0-8 15,0 0-7-15,0 0-11 0,0 0-25 0,22 38-15 16,-15-20-17-16,7 3-18 0,-4 6-12 0,-2 0-6 16,5 1-12-16,0 9-21 0,-1-9-12 0,5 6-3 15,-1 4-13-15,-4-9-7 16,1-2-12-16,5 10-36 0,0-3-29 0,-4-4-57 0,4 4-49 15,-7-11-65-15,-3-4-73 0,1-1-93 0,-4-3-223 0,3-3-606 0,-3-4 268 16</inkml:trace>
          <inkml:trace contextRef="#ctx0" brushRef="#br0" timeOffset="97780.0927">19481 1106 310 0,'-33'-1'355'0,"33"1"-27"16,0 0-12-16,-16-2-14 0,16 2-30 0,0 0-30 16,0 0-25-16,0 0-14 0,0 0-22 0,0 0-3 15,0 0-5-15,0 0 0 0,51-8-2 0,-9-4-4 16,6 2-13-16,-2-2 8 0,10-3-9 0,2 0-4 15,21-6-29-15,-25 7-12 0,3-1-13 0,-5 2-9 16,3-2-4-16,-2-1-15 0,-3 4-2 0,4-2-17 0,-9 1-17 16,-5-1-31-16,-9 7-34 0,-7 1-23 15,-5-2-28-15,2 3-14 0,-11 2-23 0,-10 3-53 16,12-15-41-16,-12 15-44 0,7-12-56 0,-7 12-275 0,-21-15-640 16,7 8 283-16</inkml:trace>
          <inkml:trace contextRef="#ctx0" brushRef="#br0" timeOffset="98076.9239">19951 675 123 0,'0'0'342'0,"-28"0"-26"0,28 0-19 0,0 0-35 15,0 0-22-15,-25 0-22 0,25 0-16 0,0 0-17 16,0 0-17-16,4 17-6 0,-4-17-8 0,0 0-19 16,29 20-7-16,-15-14-17 0,4-1-16 0,2 3 4 15,8-1-6-15,5-3-5 0,-2 0-18 0,3-4-10 16,-6 4-5-16,3-5-5 0,3-4-7 0,1 3-9 15,-6 2-3-15,1 2-5 0,-7-4-4 0,-2 2-10 16,0 0-1-16,-21 0-3 0,36 0-4 0,-36 0-5 16,26 2 2-16,-26-2 8 0,16 9-5 0,-11-1 3 15,1 7 3-15,-2-3-4 0,-4 6-7 0,1 6 6 0,-4 5-4 16,-2 1 2-16,-1-3-3 0,-10 10 0 0,8 1 2 16,-5 2 3-16,3-1-1 0,4 1-9 0,-5 0-11 15,-1-1-21-15,1-9-29 0,1 10-41 0,-2-4-46 16,2-9-60-16,0-1-72 0,6-7-219 0,-1-3-544 15,0 3 242-15</inkml:trace>
          <inkml:trace contextRef="#ctx0" brushRef="#br0" timeOffset="98779.9051">20900 414 4400 0,'-7'-14'231'16,"7"14"-103"-16,0 0-115 0,0 0-7 0,0 0-15 15,0 0 7-15,0 0-7 0,0 0 29 0,0 0 16 0,24 40 21 16,-16-15 7-16,3 3 2 0,-1-2 1 0,5 10 3 15,-1 4 9-15,-1 5 0 0,1 1 3 0,1 1 5 16,1 0-8-16,1-2 0 0,-2 2-8 0,-4-3-7 16,2 3-5-16,1-1-6 0,-1 2-5 0,0-6-5 15,-5 2-2-15,-2-3-4 0,-2-11-7 0,-1-1-1 16,0-3-3-16,3-7 0 0,-4 0-3 0,3-3 2 16,-5-4-9-16,2-4 1 0,-2-8-2 0,3 15 0 15,-3-15-5-15,0 0-1 0,0 0-8 0,0 0-1 16,0 0-1-16,-10-48 2 0,0 10-1 0,-2-4 0 15,-1-11-1-15,5-2-4 0,-7 2-3 0,-2-20 4 16,-1 2-3-16,8 18-1 0,2-2 7 0,2 3-1 0,1 3 0 16,4-3-1-16,1 7 1 0,4-1-2 0,0 1 4 15,2 4-3-15,4 1-1 0,2 4 3 16,3 7 0-16,-4 6-2 16,0-3-1-16,4 3-2 0,-2 9-3 0,1 1-1 0,1 2 1 15,-7 6-3-15,6 2 5 0,-14 3-2 16,0 0 1-16,46 10-6 0,-31 5-10 0,-2 3 1 15,-2 4-13-15,3 15-4 0,-7-6-8 0,-1 10-14 0,-4-3 0 16,-2 5-10-16,-3-4-13 0,-5 7 11 0,-4-1-6 16,-2 0 6-16,-2-1 2 0,-3 1 2 15,3-3 12-15,-5-5 5 0,2-1 20 0,1-2-13 0,0-8 8 16,2 2-1-16,2-4 10 0,4-3 2 0,-1-2 3 16,4-6 1-16,-1 1 0 0,7-2 3 0,-1-3 8 15,2-9-7-15,3 20 18 0,4-10 15 0,-7-10-1 16,21 15 3-16,-5-8 9 0,3-1 6 0,8 0-1 15,4-2 8-15,-2-3 7 0,14 1 13 0,-1-4-12 16,-9 2-2-16,11-1-5 0,-12 1-6 0,0 0-9 16,8-3-14-16,-6 6-34 0,9-2-45 0,0-2-50 15,-14 2-45-15,0 1-52 0,-8-1-57 0,6-1-64 16,-8 0-352-16,-19 0-746 0,26 0 330 0</inkml:trace>
          <inkml:trace contextRef="#ctx0" brushRef="#br0" timeOffset="98984.7709">21849 955 270 0,'0'0'393'0,"0"0"-32"15,2-11-31-15,-2 11-17 0,0 0-24 0,0 0 4 16,0 0-21-16,0 0-15 0,0 0-17 0,21 33-24 16,-18-14-20-16,10 9-19 0,-5-1-14 0,13 11-20 15,-8-3-16-15,-1 8-9 0,-2-2-6 0,1 3-18 0,4-5-4 16,-1 5-11-16,-3-5-1 0,7 1-40 0,-8-12-48 15,2 0-64-15,3-1-58 0,-5-1-75 16,2-4-91-16,0 2-357 0,-3-10-709 0,-2-3 313 0</inkml:trace>
          <inkml:trace contextRef="#ctx0" brushRef="#br0" timeOffset="99328.4826">22316 813 336 0,'-24'1'407'16,"24"-1"-21"-16,-17 3-8 0,17-3-14 0,0 0-6 15,-18 4-24-15,18-4-31 0,0 0-27 0,0 0-31 0,0 0-22 16,0 0-12-16,0 0-14 0,0 0-24 0,0 0-17 16,0 0-18-16,56-17-25 0,-25 7-29 0,7-4-70 15,4-1-65-15,1 1-67 0,-1-2-73 0,-9 9-78 16,11-9-96-16,-14 1-252 0,-2 3-669 0,0-7 295 15</inkml:trace>
          <inkml:trace contextRef="#ctx0" brushRef="#br0" timeOffset="99802.0307">22936 321 292 0,'0'0'353'0,"0"0"-30"0,0 0-19 16,0 0-13-16,0 0-9 0,0 0-1 0,0 0-23 16,0 0-13-16,1 38-2 0,4-23-16 15,1 0-6-15,-2 3-16 0,2-4-17 0,-4 3-14 0,4 5-15 16,0-6-16-16,6 10-13 0,-1-2-1 0,0 0-10 16,2-1-7-16,3-3-23 0,-8-2 3 0,8 2-14 15,-2-6-7-15,-1 7-7 0,2-12-10 0,7 8 1 16,-4-5-14-16,-2-1 1 0,3-3-3 0,0-4 1 15,1 2-6-15,-1-5-1 0,-1 0-6 0,-18-1-1 16,40-8 1-16,-16-4-4 0,-3 1-7 0,-2-1 6 16,2-5-2-16,-4-6-2 0,-2 2-4 0,2-6-12 15,-2-11-1-15,-1 0-5 0,-4 0-2 0,-5-5 4 16,-5 12 4-16,1 3-2 0,1 9 24 0,-5-9 11 0,0 9 22 16,1 4 11-16,2-3 18 0,-2 1 7 15,2 17 9-15,-1-17-6 0,-2 8-12 0,3 9-6 16,-2-12-1-16,2 12-17 0,0 0-3 0,0 0-6 0,0 0-5 15,0 0-2-15,-10 33-7 0,7-5-3 16,6 13-6-16,1 4 1 0,0-3 1 0,4 3-11 16,2 8-4-16,3-6 10 0,1 4-16 0,7-4-14 0,-2 2-32 15,5-3-39-15,-1 4-51 0,6-9-56 0,-2-4-39 16,4-4-44-16,2 0-32 0,-10-13-59 0,6-5-64 16,-9 0-395-16,-2-8-882 0,0-6 391 0</inkml:trace>
          <inkml:trace contextRef="#ctx0" brushRef="#br0" timeOffset="100083.2291">24073 63 537 0,'5'-12'533'0,"-5"12"-56"16,0 0-53-16,1-11-39 0,-1 11-39 15,0 0-19-15,0 0-12 0,0 0-16 0,0 0-26 16,21 26-19-16,-9-10-26 0,-1 10-13 0,2 2-9 0,3 8-21 15,3 5-6-15,-5-3-15 0,-1 4-11 0,5-2-15 16,-1 1-10-16,-2 1-12 0,1 2-13 0,0-2-8 16,2 8-6-16,-2-8-10 0,-5 4-9 0,-1-1-4 15,-1-7-11-15,4-1-1 0,-2-6-11 0,-1-5 0 16,-2 1-22-16,-2-9-26 0,-6-2-33 0,7-2-39 16,-7 1-37-16,1-4-42 0,-1-11-37 0,7 12-30 15,-7-12-26-15,0 0-23 0,0 0-43 0,0 0-37 16,0 0-32-16,0 0-320 0,-15-50-763 0,1 10 338 15</inkml:trace>
          <inkml:trace contextRef="#ctx0" brushRef="#br0" timeOffset="100489.4489">24094 3 109 0,'-8'-30'313'0,"1"1"-11"0,7 0-18 0,4-1-28 16,-1 2-20-16,5-3-18 0,-2 9-16 0,9-2-15 15,-1-1-3-15,4 2-23 0,-1 5-12 0,6 3-4 16,4 1-14-16,-8 7 6 0,12 1-18 0,3 5-9 0,-2 2-11 15,9 5-9-15,1 8-14 0,-5 1 1 0,-8 6-10 16,6-1-6-16,1 5-3 0,-8 1-9 0,0 7 0 16,-6-2-10-16,-4-5 4 0,-1 7-7 0,-9-2-3 15,4 5-12-15,-6 4 6 0,-3 1-11 0,-4-11 7 16,-4 6 16-16,-6 3-21 0,-1-1 10 0,-10-7-14 16,6-6-5-16,-11 6-4 0,4-5 6 0,-2-8 0 15,0 1-5-15,-8 7 14 0,9-8-12 0,0-5-5 16,0 0 3-16,1 0 0 0,4-4 2 0,0 0 11 15,3-2 2-15,3-4 5 0,13-3-7 0,-16 7 6 16,16-7-11-16,-13 9-6 0,13-9 0 0,-8 5 4 16,8-5 3-16,0 0 7 0,27 26-10 0,-11-18 6 15,13 8 4-15,11-2-3 0,-1 5-6 0,4-3 12 16,5 1 36-16,-5-2 8 0,4-3 7 0,-2 1 1 16,-3 0-6-16,1-2-3 0,-1 6-12 0,-2-8-8 15,-7 2-12-15,-4 0-41 0,3-3-39 0,0-4-51 16,-3 3-46-16,-6 2-67 0,-2-1-58 0,-1-2-49 0,6-1-367 15,-8-2-737-15,3-4 327 0</inkml:trace>
        </inkml:traceGroup>
        <inkml:traceGroup>
          <inkml:annotationXML>
            <emma:emma xmlns:emma="http://www.w3.org/2003/04/emma" version="1.0">
              <emma:interpretation id="{568B2D9B-7F6E-4350-9410-E6CF7CC6ED83}" emma:medium="tactile" emma:mode="ink">
                <msink:context xmlns:msink="http://schemas.microsoft.com/ink/2010/main" type="inkWord" rotatedBoundingBox="27382,1919 28999,1719 29100,2539 27484,2739"/>
              </emma:interpretation>
              <emma:one-of disjunction-type="recognition" id="oneOf13">
                <emma:interpretation id="interp13" emma:lang="" emma:confidence="0.5">
                  <emma:literal>z</emma:literal>
                </emma:interpretation>
                <emma:interpretation id="interp14" emma:lang="" emma:confidence="0">
                  <emma:literal>e</emma:literal>
                </emma:interpretation>
                <emma:interpretation id="interp15" emma:lang="" emma:confidence="0">
                  <emma:literal>2</emma:literal>
                </emma:interpretation>
                <emma:interpretation id="interp16" emma:lang="" emma:confidence="0">
                  <emma:literal>u</emma:literal>
                </emma:interpretation>
                <emma:interpretation id="interp17" emma:lang="" emma:confidence="0">
                  <emma:literal>L</emma:literal>
                </emma:interpretation>
              </emma:one-of>
            </emma:emma>
          </inkml:annotationXML>
          <inkml:trace contextRef="#ctx0" brushRef="#br0" timeOffset="101036.2843">25435 833 142 0,'-3'-15'431'16,"3"15"-42"-16,-5-19-20 0,5 11-7 0,0 8 3 16,0-23 6-16,0 23-13 0,5-22-26 0,-2 9-21 15,4-2-25-15,1 1-30 0,6 0-21 0,-4-1-21 16,1 6-19-16,3 0-16 0,6-1-15 0,-4 3-13 15,4 0-16-15,-4 5-15 0,5 1-9 0,-21 1-14 16,47 7-13-16,-29 3-1 0,-4 2-9 0,5 15-6 16,-3-1-8-16,-3 0-6 0,-3 2-4 0,-4 12-6 15,1 0-2-15,-4-1-5 0,-6 8-7 0,1-4-1 16,-11 1 1-16,-1 1-5 0,-1-3 2 0,7 0-2 16,-8 1-2-16,-5-5-3 0,2-2 0 0,9-7 6 15,-2-6-1-15,-1 2-2 0,6-6 0 0,1-3 0 16,3 2-3-16,-2-10-1 0,5 3 6 0,0-11-2 15,0 18 4-15,6-9-4 0,-6-9 6 0,28 10-3 16,0-9 2-16,6-2-4 0,16-6-1 0,9-4-2 0,21-8 1 16,-1 0-2-16,3-8 10 0,3-6 10 15,5 8 22-15,-5 1 11 0,0-3 9 0,1-2 16 16,0 3 1-16,-9 3 13 0,0 1-3 0,-20 6 2 0,-1 1-5 16,-6-7-10-16,-3 8-12 0,-4 5-7 0,-14-2-8 15,-2 2-8-15,-6 3-27 0,-5-1-34 0,2 0 0 16,-7-4 0-16,0 8-64 0,-11 3-47 0,15-5-55 15,-15 5-88-15,0 0-95 0,0 0-92 0,0 0-123 16,-42-15-477-16,7 11-1127 0,-9 4 499 0</inkml:trace>
        </inkml:traceGroup>
      </inkml:traceGroup>
      <inkml:traceGroup>
        <inkml:annotationXML>
          <emma:emma xmlns:emma="http://www.w3.org/2003/04/emma" version="1.0">
            <emma:interpretation id="{7A80CD6D-E2B5-46DF-9AF6-3A7D224C979D}" emma:medium="tactile" emma:mode="ink">
              <msink:context xmlns:msink="http://schemas.microsoft.com/ink/2010/main" type="line" rotatedBoundingBox="6413,5191 14152,4357 14368,6356 6629,7191">
                <msink:destinationLink direction="with" ref="{B85AB190-441A-4D48-8B7C-2C5BA6F10351}"/>
              </msink:context>
            </emma:interpretation>
          </emma:emma>
        </inkml:annotationXML>
        <inkml:traceGroup>
          <inkml:annotationXML>
            <emma:emma xmlns:emma="http://www.w3.org/2003/04/emma" version="1.0">
              <emma:interpretation id="{03FADF19-3884-4CBC-BB1B-C6EF29E36B76}" emma:medium="tactile" emma:mode="ink">
                <msink:context xmlns:msink="http://schemas.microsoft.com/ink/2010/main" type="inkWord" rotatedBoundingBox="11251,4669 14152,4357 14235,5129 11335,5442"/>
              </emma:interpretation>
              <emma:one-of disjunction-type="recognition" id="oneOf14">
                <emma:interpretation id="interp18" emma:lang="" emma:confidence="1">
                  <emma:literal/>
                </emma:interpretation>
              </emma:one-of>
            </emma:emma>
          </inkml:annotationXML>
          <inkml:trace contextRef="#ctx0" brushRef="#br0" timeOffset="25306.683">11655 3314 308 0,'0'0'378'0,"7"11"-20"16,-7-11-6-16,6 14 8 0,-4-6 12 16,-2-8 18-16,4 21-2 0,-2-11-17 0,-5 5-8 0,3 1-18 15,-3 3-21-15,1-2-22 0,0 5-13 0,-2-2-25 16,2 6-17-16,2 0-18 0,0-2-12 0,0 2-27 15,0 0 1-15,2 3-21 0,2-4-13 0,0 3-13 16,4-3-6-16,3-1-14 0,2 1-3 0,-4-5-11 16,1-5-8-16,6 3-7 0,0-7-10 0,7 7-7 15,-9-8-6-15,12 4 4 0,-9-5-9 0,12-3 0 16,0-2-2-16,-2-4-7 0,1 0-5 0,0-4-6 16,3-4-11-16,-9 0 2 0,6-5 0 0,1 1-26 0,-2-5-12 15,-6 2 0-15,0-4 0 0,-4-7 0 16,2 1 0-16,-4 3 0 0,-2-2 0 0,-4-1 0 15,-4-9 0-15,-3-4 0 0,-5-2 0 0,-7 1 0 0,-6-2 0 16,0-1 0-16,-7 1 0 0,-9 1 0 0,3 7 0 16,-1 5-71-16,-7 13-47 0,-1-8-20 15,9 9-23-15,-3 2-24 0,-10 4-28 0,8 5-30 0,4-4-32 16,-4 4-21-16,4 4-21 0,-1 5-32 0,1 1-50 16,7-3-61-16,-6-1-368 0,8 4-897 0,5-2 397 15</inkml:trace>
          <inkml:trace contextRef="#ctx0" brushRef="#br0" timeOffset="24838.9681">9605 3475 2 0,'0'0'476'0,"-23"5"-45"16,23-5-42-16,-19 3-48 0,19-3-16 0,-14 7-3 15,14-7-1-15,-20 12 3 0,11-1-3 0,-4-2-12 0,7 8-8 16,-6-6-23-16,1 5-24 0,-2 5-18 0,4 2-20 15,-3 1-16-15,4-2-16 0,2 3-13 0,-2 0-9 16,5 0-15-16,-2-1-10 0,3 2-12 0,4-1-12 16,-2 0-10-16,2 1-3 0,4-2-8 0,7 0-13 15,-5-3-2-15,6 0-6 0,1-1-5 0,-1-6-6 16,7 3 5-16,6-4-11 0,-3-1 1 0,4-4-7 16,-1-4-3-16,0-2 1 0,-4-4-3 0,7-2-6 15,4-1 0-15,-4-2 1 0,-1-7-6 0,-2 0 2 16,1-4-9-16,-6 0 2 0,-1-1-3 0,-5-3-4 15,-2 0 0-15,-1-3-6 0,-5 1 1 0,4-4 0 0,-11-4-3 16,-2 2 2-16,-6-8-2 0,-4-2-5 0,-12-3-3 16,6 5-10-16,-10 0-6 0,-7-2-18 15,-3 6-10-15,-5 1-16 0,-6 7-11 0,3 6-21 0,0 9-30 16,-1 2-4-16,-1 4-16 0,1 8-30 0,4 5-18 16,13 0-25-16,3 10-32 0,1-3-55 0,1 8-64 15,11 0-105-15,-2 3-344 0,9-1-878 0,8 1 388 16</inkml:trace>
        </inkml:traceGroup>
        <inkml:traceGroup>
          <inkml:annotationXML>
            <emma:emma xmlns:emma="http://www.w3.org/2003/04/emma" version="1.0">
              <emma:interpretation id="{9031F93C-7951-4C25-98C9-8C292285BD7D}" emma:medium="tactile" emma:mode="ink">
                <msink:context xmlns:msink="http://schemas.microsoft.com/ink/2010/main" type="inkWord" rotatedBoundingBox="6431,5352 9568,5013 9767,6853 6629,7191"/>
              </emma:interpretation>
            </emma:emma>
          </inkml:annotationXML>
          <inkml:trace contextRef="#ctx0" brushRef="#br0" timeOffset="60838.7778">7781 5581 17 0,'0'0'90'0,"0"0"-10"0,0 0-11 16,0 0-7-16,0 0-3 0,0 0-5 0,0 0-5 16,0 0-9-16,0 0-7 0,0 0-7 0,0 0 7 15,0 0-9-15,0 0 11 0,0 0-14 0,0 0 0 16,0 0-7-16,0 0 7 0,0 0-6 0,0 0-10 16,0 0 6-16,0 0 4 0,0 0-5 0,0 0 2 15,0 0 7-15,12 4 1 0,-12-4-2 0,0 0 8 16,0 0-1-16,0 0 6 0,0 0 10 0,0 0 0 0,0 0 7 15,0 0 2-15,0 0 1 0,0 0-1 0,0 0 2 16,0 0 11-16,0 0-9 0,0 0-2 16,0 0-8-16,0 0 2 0,0 0 3 0,0 0-7 0,0 0-3 15,0 0-1-15,0 0-3 0,0 0-11 0,0 0 1 16,0 0 3-16,0 0-5 0,0 0-3 0,0 0-2 16,0 0-1-16,0 0-5 0,0 0-4 0,0 0-7 15,0 0-3-15,0 0-13 0,0 0-18 0,0 0-12 16,0 0-32-16,0 0-45 0,0 0-150 0,0 0-295 15,-20-30 130-15</inkml:trace>
          <inkml:trace contextRef="#ctx0" brushRef="#br0" timeOffset="24306.7433">6674 3881 248 0,'0'0'379'0,"0"0"-30"16,0 0-27-16,0 0-19 0,0 0 7 0,0 0 9 0,-21 46-11 15,14-32-1-15,6 0-19 0,-1 5-21 0,-3-1-14 16,2 1-23-16,-2 0-15 0,5 0-17 0,0 7-16 15,0-8-13-15,5 0-13 0,-2 1-16 0,4 6-11 16,2 0-14-16,4-5-11 0,2 3-6 0,-2-2-11 16,3-2-6-16,4 1-10 0,1 1-4 0,5-5-10 15,-2 1-1-15,2-7-1 0,-2 4-9 0,5-5-2 16,-2-3 0-16,0-3-7 0,2-4-1 0,-3-1-5 0,-5-4 0 16,6-3-5-16,-6-5-2 0,1 2 0 15,-3-7-2-15,-1-3-4 0,-5-1-2 0,0 1-2 16,-5-5 0-16,0 1-3 0,-5-6-4 0,-8 3 2 0,-4-11-1 15,-8 2 1-15,1 4-7 0,-8-4 3 0,-3 5-1 16,5 8-4-16,-12-3 0 0,5 10-2 0,-6 0 0 16,4 6-7-16,-1 4-18 0,2 1-24 0,-4 7-17 15,4 3-34-15,-4 2-22 0,2 5-27 0,0 1-23 16,3 5-27-16,5-2-32 0,-4 5-67 0,16-6-82 16,-6 7-372-16,7 0-815 0,4-5 361 0</inkml:trace>
          <inkml:trace contextRef="#ctx0" brushRef="#br0" timeOffset="23853.6858">4590 4197 250 0,'0'0'351'0,"-13"-5"-14"15,13 5-11-15,0 0 9 0,-15-7-6 0,15 7 4 16,0 0-4-16,-14-5-14 0,14 5-16 0,0 0-22 0,0 0-22 15,0 0-25-15,0 0-12 0,-29 19-8 0,23-6-6 16,2 1-11-16,0 4-18 0,-3-4-12 0,1 5-16 16,2 8-14-16,6-3-16 0,-2 1-9 0,2 2-11 15,-2-1-12-15,5-2-8 0,3 2-7 0,3-8-2 16,-3-3-15-16,1 3 1 0,9-6-7 0,-2-1-4 16,0 1-2-16,3-3-6 0,9 0-5 0,-3-5 0 15,4-4 0-15,0-2-4 0,0-5-1 0,1 0-6 0,1-5 1 16,-2-5-6-16,-2 5 6 0,-3-6-6 15,2-1 0-15,-2-2-3 0,-3-3 4 0,-2 2-8 16,-3-3 5-16,-6 0-1 0,3 3-3 0,-7-1-1 0,0-2 4 16,-4 0-2-16,-4 0-1 0,-4-1-1 15,-9 4-2-15,1 1 0 0,-5-3-1 0,-2 5 0 16,-3 2-4-16,-5 0-1 0,-11 5-7 0,8 1 3 0,3 3-4 16,2 8-7-16,-4 0-1 0,2 1-6 0,2 6-14 15,-5-2-20-15,9 9-21 0,1-6-29 0,1 7-31 16,12-4-34-16,-3 2-44 0,6 0-31 0,4 3-39 15,7-1-63-15,5-1-109 0,1-3-283 0,5-3-803 16,11 7 355-16</inkml:trace>
        </inkml:traceGroup>
      </inkml:traceGroup>
    </inkml:traceGroup>
    <inkml:traceGroup>
      <inkml:annotationXML>
        <emma:emma xmlns:emma="http://www.w3.org/2003/04/emma" version="1.0">
          <emma:interpretation id="{C230D092-2AE9-40A0-B006-C89DDA77C88F}" emma:medium="tactile" emma:mode="ink">
            <msink:context xmlns:msink="http://schemas.microsoft.com/ink/2010/main" type="paragraph" rotatedBoundingBox="4463,8183 14412,7658 14503,9375 4553,9900" alignmentLevel="2"/>
          </emma:interpretation>
        </emma:emma>
      </inkml:annotationXML>
      <inkml:traceGroup>
        <inkml:annotationXML>
          <emma:emma xmlns:emma="http://www.w3.org/2003/04/emma" version="1.0">
            <emma:interpretation id="{9CA82B91-1749-4F42-A6B3-C2F965880CBC}" emma:medium="tactile" emma:mode="ink">
              <msink:context xmlns:msink="http://schemas.microsoft.com/ink/2010/main" type="line" rotatedBoundingBox="4463,8183 14412,7658 14503,9375 4553,9900">
                <msink:destinationLink direction="with" ref="{B22E9E28-5AD7-4C47-BDE3-D1C6959DF093}"/>
                <msink:destinationLink direction="with" ref="{BDA7F708-6186-48F7-89D8-6DFB1FFEED1D}"/>
              </msink:context>
            </emma:interpretation>
          </emma:emma>
        </inkml:annotationXML>
        <inkml:traceGroup>
          <inkml:annotationXML>
            <emma:emma xmlns:emma="http://www.w3.org/2003/04/emma" version="1.0">
              <emma:interpretation id="{F8B32B3B-0EFD-4FC7-A1CB-F80ED845EB1D}" emma:medium="tactile" emma:mode="ink">
                <msink:context xmlns:msink="http://schemas.microsoft.com/ink/2010/main" type="inkWord" rotatedBoundingBox="4463,8183 8067,7992 8157,9710 4553,9900"/>
              </emma:interpretation>
              <emma:one-of disjunction-type="recognition" id="oneOf15">
                <emma:interpretation id="interp19" emma:lang="" emma:confidence="1">
                  <emma:literal/>
                </emma:interpretation>
              </emma:one-of>
            </emma:emma>
          </inkml:annotationXML>
          <inkml:trace contextRef="#ctx0" brushRef="#br0" timeOffset="109895.1095">3388 7646 294 0,'16'-3'373'0,"-16"3"-7"16,0 0-8-16,0 0-12 0,0 0-1 0,0 0-10 16,0 0-18-16,0 0-16 0,0 0-22 0,0 0-20 15,0 0-20-15,0 0-8 0,16 19-1 0,-14-10-9 16,-2-9-14-16,4 28-10 0,1-11-7 0,-2 0-20 16,4 8-8-16,-2 2-17 0,1 0-16 0,-3 12-5 15,5-1-12-15,-1-6-13 0,-1-3-8 0,2 12-7 16,0-2-11-16,-1-1-8 0,-1-9-4 0,2 1-5 15,-2-1-8-15,2 1-3 0,-1-1-5 0,1-1-10 16,3-1-21-16,-1-2-29 0,-4-1-42 0,1-6-51 16,-1-2-56-16,0 2-59 0,1-4-63 0,-6 1-77 15,1-7-98-15,-2-8-353 0,-8 16-888 0,8-16 393 0</inkml:trace>
          <inkml:trace contextRef="#ctx0" brushRef="#br0" timeOffset="110285.6785">2542 7248 221 0,'-16'1'347'0,"16"-1"-16"0,0 0-23 0,-19 7-22 16,19-7-22-16,0 0-26 0,0 0-11 0,0 0 6 0,0 0 6 16,0 0-24-16,0 0 11 0,0 0-2 0,98-15-6 15,-48-1-4-15,3-2-7 0,24-12-12 0,0-4-17 16,3 0-8-16,5 0-17 0,-5-2-18 0,-3 8-14 15,3-1-11-15,-4 5-9 0,-20 3-11 0,-3 3-6 16,-2 0-17-16,-3 5-3 0,-1 1-25 0,-7 1-28 16,-6 7-24-16,-7-1-34 0,-1-1-43 0,-7 6-36 15,0-1-30-15,-19 1-30 0,0 0-47 0,29 8-58 0,-21-1-92 16,-8-7-283-16,2 12-720 0,-2-12 318 16</inkml:trace>
          <inkml:trace contextRef="#ctx0" brushRef="#br0" timeOffset="112673.5216">5413 7545 95 0,'-23'0'355'0,"23"0"-26"16,-14-7-21-16,14 7-21 0,-15-7-12 0,15 7-20 15,-6-12-16-15,6 12-25 0,-2-16-17 0,2 16-16 16,2-19-16-16,9 9-13 0,-1-2-12 0,3 1-16 15,1 0-12-15,0 0-19 0,2 6 0 0,5-3-13 0,0 2-6 16,0 2-5-16,2 3-10 0,-3 2-3 16,8 2 0-16,-4 4-10 0,-5-2-7 0,0 3-6 0,-1 6 2 15,4-2-6-15,-2 6-1 0,-8-2-2 0,-2-2-2 16,-5 12 1-16,-5 1-9 0,-2-4 5 0,-3 3-3 16,-1 5-2-16,-7-3 1 0,-1-2 0 0,2-2-9 15,-2 4 0-15,-4-6-1 0,6 3 5 0,-4-3-1 16,-1-3-8-16,9-4 3 0,-4 0 0 0,4-5 3 15,0-1-13-15,1-1 8 0,7-8-2 0,-11 14-6 16,11-14 4-16,0 0 5 0,-8 8-11 0,8-8 8 0,0 0-5 16,0 0 4-16,0 0-18 0,21-32 23 15,-7 19 0-15,2-2-3 0,5 1 4 0,5-3 5 16,3 1 12-16,0-1 5 0,7-2-6 0,-7 10-3 0,5-4 10 16,-4 2-7-16,4 7 5 0,-3 0-5 0,2 2-3 15,-2 4-2-15,-1 3 2 0,1 4 0 0,-1 7-9 16,-2-5 9-16,-4 7-8 0,-5 0 6 0,-3 3-5 15,0 5 7-15,-3 1-12 0,-7 5 6 0,-1-3-5 16,-8 13 8-16,0-6-6 0,-9 4 0 0,1-1 0 16,-6 1-9-16,-4-6 2 0,-2 4-5 0,-4-6-12 15,-4 3-15-15,1-6-15 0,-4 2-9 0,-1-4-16 0,-2-2-25 16,-5-3-27-16,-6-3-21 0,8 1-29 0,-8-5-41 16,6-7-47-16,7-5-57 0,0-3-257 0,4-4-618 15,2-7 273-15</inkml:trace>
        </inkml:traceGroup>
        <inkml:traceGroup>
          <inkml:annotationXML>
            <emma:emma xmlns:emma="http://www.w3.org/2003/04/emma" version="1.0">
              <emma:interpretation id="{C5EB2EDD-6476-4EE1-B4F7-AFEA8569E7B0}" emma:medium="tactile" emma:mode="ink">
                <msink:context xmlns:msink="http://schemas.microsoft.com/ink/2010/main" type="inkWord" rotatedBoundingBox="10020,8646 10812,8604 10858,9466 10066,9508"/>
              </emma:interpretation>
              <emma:one-of disjunction-type="recognition" id="oneOf16">
                <emma:interpretation id="interp20" emma:lang="" emma:confidence="1">
                  <emma:literal/>
                </emma:interpretation>
              </emma:one-of>
            </emma:emma>
          </inkml:annotationXML>
          <inkml:trace contextRef="#ctx0" brushRef="#br0" timeOffset="114954.604">8166 7372 193 0,'0'0'349'0,"0"0"-30"15,0 0-20-15,0 0-17 0,-36 15-13 0,27-2-1 16,1 0-9-16,0 2-11 0,-3 2-5 0,2 8-12 0,3 0-13 16,-2-2-9-16,3 4-16 0,2 0-12 0,0 1-16 15,3 0-14-15,3 1-11 0,0 1-10 16,4-3-7-16,7 8-14 0,-3-6-8 0,1 2-9 0,8 2-7 15,1 1-4-15,0 3-8 0,5-3-11 0,3-1 0 16,-5-3-2-16,9 2-4 0,-2-4-2 0,6-2 5 16,1-2-9-16,-1-3 0 0,-10-6 4 0,4 1 1 15,-1-2 7-15,-7-6 2 0,4 3 5 0,-6-8 11 16,2-2 12-16,-3 2 7 0,6-6 14 0,-26 3 12 16,40-9-7-16,-21-1-1 0,1 3 6 0,-3-9-6 0,4-5 7 15,-2 1-2-15,-3-3-10 0,0-2-3 0,-3-2-2 16,2 1-3-16,-7-1 5 0,-2-5-6 15,-3 1-14-15,-3-9-2 0,-3-6-10 0,-6 4-12 0,-4-1-6 16,-2 2 3-16,-6 1-13 0,1 6-6 0,-3 1-25 16,2 8-18-16,-1 5 0 0,1-3 0 0,-1 4 0 15,-1 1 0-15,-3 5 0 0,-1-1 0 0,3 7 0 16,3 3 0-16,-1 0 0 0,-4-1 0 0,5 3-7 16,-4 4-123-16,25-2-34 0,-41 6-34 0,25-3-40 15,-3 1-34-15,19-4-37 0,-16 9-46 0,5-5-45 0,11-4-56 16,-15 10-86-16,15-10-312 0,0 0-924 0,0 0 409 15</inkml:trace>
        </inkml:traceGroup>
        <inkml:traceGroup>
          <inkml:annotationXML>
            <emma:emma xmlns:emma="http://www.w3.org/2003/04/emma" version="1.0">
              <emma:interpretation id="{A0B017B0-027C-4271-98DD-17A657A39176}" emma:medium="tactile" emma:mode="ink">
                <msink:context xmlns:msink="http://schemas.microsoft.com/ink/2010/main" type="inkWord" rotatedBoundingBox="12825,7880 14419,7796 14486,9067 12892,9151"/>
              </emma:interpretation>
              <emma:one-of disjunction-type="recognition" id="oneOf17">
                <emma:interpretation id="interp21" emma:lang="" emma:confidence="0.5">
                  <emma:literal>5</emma:literal>
                </emma:interpretation>
                <emma:interpretation id="interp22" emma:lang="" emma:confidence="0">
                  <emma:literal>G</emma:literal>
                </emma:interpretation>
                <emma:interpretation id="interp23" emma:lang="" emma:confidence="0">
                  <emma:literal>8</emma:literal>
                </emma:interpretation>
                <emma:interpretation id="interp24" emma:lang="" emma:confidence="0">
                  <emma:literal>J</emma:literal>
                </emma:interpretation>
                <emma:interpretation id="interp25" emma:lang="" emma:confidence="0">
                  <emma:literal>g</emma:literal>
                </emma:interpretation>
              </emma:one-of>
            </emma:emma>
          </inkml:annotationXML>
          <inkml:trace contextRef="#ctx0" brushRef="#br0" timeOffset="119479.3376">11139 7101 349 0,'-15'-7'367'0,"-2"-1"-22"15,5 2-17-15,12 6-32 0,-25-7-15 0,7 6-17 16,18 1-8-16,-31 3-17 0,31-3-15 0,-25 5-20 0,14 1-15 15,1 2-23-15,10-8-15 0,-21 14-15 0,13-2-15 16,2-4-9-16,1 4-4 0,2 2-12 16,3 1-6-16,-4 2-9 0,9-2-5 0,-3 2-6 0,4-2-14 15,1 0 1-15,2 2-6 0,4-1-7 0,2-3 2 16,2 6-12-16,6-1 6 0,1-7-2 0,-2 5 5 16,10-3-1-16,-4 0-2 0,12 1-3 0,1-2-1 15,1-1 4-15,-11-3-4 0,15 3-3 0,-6 0-7 16,-6-7-1-16,0 5-2 0,-6 0-2 0,3-3 3 15,-2 1 5-15,0 3-4 0,-8-6-6 0,-2 4 3 0,-5 2-2 16,2-4 5-16,-3 1 0 0,-3 7 1 0,-1-6-1 16,-5 6 4-16,0 2-6 0,-8-1 4 15,-4 4-7-15,-8 2-4 0,-2 5 8 0,-11 1-8 0,-1-2 2 16,-4-2-4-16,-1 4 0 0,-4-8-1 0,2 3-4 16,-8-6-7-16,5 2-12 0,-6-7-10 0,14-3-28 15,-9-4-11-15,-2 2-38 0,9-6-26 0,2-6-46 16,0 3-38-16,3-7-34 0,4 0-51 0,-4-8-46 15,2-1-359-15,-1-11-754 0,6-6 334 0</inkml:trace>
          <inkml:trace contextRef="#ctx0" brushRef="#br0" timeOffset="119682.2235">11090 7177 115 0,'37'-27'358'0,"0"-2"-4"0,5-5 12 0,1 3 6 0,4 2-6 15,-1-4-5-15,19-5-12 0,-11 8 11 0,15-9-8 16,-2-1-9-16,-12 16-20 0,19-11-20 0,-23 7-22 15,26-4-33-15,-26 8-19 0,2 3-25 0,0-3-17 16,-3 5-21-16,-2 1-13 0,-4-1-18 0,0 4-15 0,-15 5-13 16,5 1-11-16,-5-2-10 0,-2 4-16 0,-4-1-29 15,-7 4-32-15,-2 1-40 0,-14 3-49 16,27-5-50-16,-27 5-48 0,23 0-60 0,-23 0-72 0,0 0-92 16,0 0-446-16,27 1-918 0,-27-1 406 0</inkml:trace>
        </inkml:traceGroup>
      </inkml:traceGroup>
    </inkml:traceGroup>
    <inkml:traceGroup>
      <inkml:annotationXML>
        <emma:emma xmlns:emma="http://www.w3.org/2003/04/emma" version="1.0">
          <emma:interpretation id="{C528B632-A586-41E3-8C6C-8AEC4D3CD2C8}" emma:medium="tactile" emma:mode="ink">
            <msink:context xmlns:msink="http://schemas.microsoft.com/ink/2010/main" type="paragraph" rotatedBoundingBox="5239,10396 14551,9440 14741,11291 5429,12247" alignmentLevel="2"/>
          </emma:interpretation>
        </emma:emma>
      </inkml:annotationXML>
      <inkml:traceGroup>
        <inkml:annotationXML>
          <emma:emma xmlns:emma="http://www.w3.org/2003/04/emma" version="1.0">
            <emma:interpretation id="{36E2D3B0-7CB5-4ADF-9E17-531948CA8B23}" emma:medium="tactile" emma:mode="ink">
              <msink:context xmlns:msink="http://schemas.microsoft.com/ink/2010/main" type="inkBullet" rotatedBoundingBox="5266,10661 5908,10595 5973,11225 5331,11291"/>
            </emma:interpretation>
            <emma:one-of disjunction-type="recognition" id="oneOf18">
              <emma:interpretation id="interp26" emma:lang="" emma:confidence="0">
                <emma:literal>•</emma:literal>
              </emma:interpretation>
            </emma:one-of>
          </emma:emma>
        </inkml:annotationXML>
        <inkml:trace contextRef="#ctx0" brushRef="#br0" timeOffset="122764.0116">3511 9374 224 0,'-20'-1'350'0,"20"1"-18"0,0 0-11 16,-36 13-13-16,22-4-18 0,-1-1-7 0,1 3-15 16,1 4-3-16,-1 7-15 0,-1 0-11 0,1-2-8 0,1 6-17 15,5-3-18-15,0 4-17 0,6-2-13 0,-2 2-22 16,4 3-6-16,0-8-21 0,4 4-2 0,0 1-7 16,5-2-18-16,1-1-8 0,-2 0-8 0,6-3-7 15,4 5-11-15,0-4-3 0,4-1-2 0,2-4-8 16,2 1 1-16,3-4-4 0,3-1-6 0,6 2-4 15,4 0 8-15,-13-12 0 0,0 1 5 0,0-4-3 16,3-4 9-16,-3-3 10 0,-4 0 9 0,2-5 1 16,1 2 0-16,-7-6 1 0,-1 2-2 0,-3-5 1 15,-3 3 1-15,0-9 8 0,1 4-3 0,-4-4-11 16,-3-1 4-16,-5 0-10 0,0-2-1 0,-3 0-4 0,-4-4-5 16,-1 4-7-16,-3 0 2 0,-3-1-3 0,-5 3-3 15,0-2-5-15,-9-5-5 0,-8 7 3 0,-1-3-12 16,10 13 6-16,-6 5-7 0,-11-5-4 0,8 9 0 15,2 5 1-15,-2 2-6 0,0 6-16 0,0-2-12 16,6 5-23-16,1 4-32 0,0 0-39 0,12 0-36 16,-4 6-40-16,8-4-32 0,9 4-38 0,2 2-51 15,6-4-70-15,11 7-97 0,6-7-315 0,4-5-860 16,16 2 381-16</inkml:trace>
      </inkml:traceGroup>
      <inkml:traceGroup>
        <inkml:annotationXML>
          <emma:emma xmlns:emma="http://www.w3.org/2003/04/emma" version="1.0">
            <emma:interpretation id="{FB9AD3BF-A8DC-4FC0-950A-786F11D88C79}" emma:medium="tactile" emma:mode="ink">
              <msink:context xmlns:msink="http://schemas.microsoft.com/ink/2010/main" type="line" rotatedBoundingBox="7619,10151 14551,9440 14741,11291 7809,12003">
                <msink:destinationLink direction="with" ref="{B22E9E28-5AD7-4C47-BDE3-D1C6959DF093}"/>
                <msink:destinationLink direction="with" ref="{BDA7F708-6186-48F7-89D8-6DFB1FFEED1D}"/>
              </msink:context>
            </emma:interpretation>
          </emma:emma>
        </inkml:annotationXML>
        <inkml:traceGroup>
          <inkml:annotationXML>
            <emma:emma xmlns:emma="http://www.w3.org/2003/04/emma" version="1.0">
              <emma:interpretation id="{8DE7B3CF-77B5-4311-9DA5-FF5042DE24C6}" emma:medium="tactile" emma:mode="ink">
                <msink:context xmlns:msink="http://schemas.microsoft.com/ink/2010/main" type="inkWord" rotatedBoundingBox="7636,10323 8333,10251 8417,11062 7719,11134"/>
              </emma:interpretation>
              <emma:one-of disjunction-type="recognition" id="oneOf19">
                <emma:interpretation id="interp27" emma:lang="" emma:confidence="1">
                  <emma:literal/>
                </emma:interpretation>
              </emma:one-of>
            </emma:emma>
          </inkml:annotationXML>
          <inkml:trace contextRef="#ctx0" brushRef="#br0" timeOffset="123326.4438">5748 9162 157 0,'0'0'383'16,"0"0"-8"-16,-5-7-12 0,5 7-16 0,0 0-19 15,0 0-17-15,0 0-28 0,0 0-16 0,0 0-16 16,0 0-17-16,0 0-13 0,0 0-6 0,-11 21-14 0,4-4-12 16,4-2-5-16,-2 4-12 0,-1 0-14 0,4 6-11 15,-4-2-13-15,1 4-15 0,4-1-11 0,1 0-9 16,1 1-7-16,4 1-9 0,0 3-11 0,3-4-7 15,0 2-6-15,11 8-3 0,-1-2-16 0,1-9-2 16,3 7-7-16,-2-8-2 0,12 7-1 0,-3-6 3 16,-2-7-5-16,8 1 5 0,-4-2-3 0,-2-5-3 15,12 0 2-15,-9-6 8 0,1-3 4 0,-1-4 0 16,0-3 1-16,-3 2 7 0,-2-6 2 0,2 0-1 16,-4-7 2-16,-2 0 1 0,-1-3 12 0,-2-4-4 0,-4-3 2 15,0 0 7-15,-4-4-7 0,-3 0 0 16,-1-1-6-16,-2-11-7 0,-8-1 3 0,-2-2-10 0,-11 5-1 15,1-4-6-15,-2 1-6 0,-12-3-2 0,-1 6-3 16,2 0-7-16,-10 4 1 0,2 1 4 0,-7 7-17 16,5 2-12-16,2 3-23 0,-3 2-29 0,5 12-30 15,3-5-47-15,0 5-53 0,-3 3-54 0,3 0-61 16,-1 2-85-16,1 2-121 0,-1 0-359 0,4-2-942 16,6 1 417-16</inkml:trace>
        </inkml:traceGroup>
        <inkml:traceGroup>
          <inkml:annotationXML>
            <emma:emma xmlns:emma="http://www.w3.org/2003/04/emma" version="1.0">
              <emma:interpretation id="{70664E7D-02A5-4B89-9B4F-13CE946926D1}" emma:medium="tactile" emma:mode="ink">
                <msink:context xmlns:msink="http://schemas.microsoft.com/ink/2010/main" type="inkWord" rotatedBoundingBox="10169,9889 14551,9440 14741,11291 10359,11741"/>
              </emma:interpretation>
              <emma:one-of disjunction-type="recognition" id="oneOf20">
                <emma:interpretation id="interp28" emma:lang="" emma:confidence="1">
                  <emma:literal/>
                </emma:interpretation>
              </emma:one-of>
            </emma:emma>
          </inkml:annotationXML>
          <inkml:trace contextRef="#ctx0" brushRef="#br0" timeOffset="124782.1396">11070 8776 4531 0,'-18'8'203'0,"2"-3"-122"16,1 3-9-16,1-3-4 0,14-5-8 0,-16 4-11 16,16-4-8-16,0 0 16 0,-14 7 2 0,14-7 16 15,0 0 14-15,0 0 16 0,0 0-1 0,0 0-6 16,0 0-10-16,0 0-8 0,77-14-11 0,-36 6-14 15,6-5-8-15,3 3-16 0,-2-7-47 0,3 5-64 0,-1-4-75 16,1 1-65-16,-3 1-57 0,-4 3-73 0,4-4-110 16,-18 3-291-16,-3-4-813 0,2 2 359 15</inkml:trace>
          <inkml:trace contextRef="#ctx0" brushRef="#br0" timeOffset="125192.4869">11914 8390 3753 0,'0'0'300'0,"6"-12"-160"16,0 1-55-16,1-1-16 0,4 4-1 0,-1-6 31 16,2 2 21-16,-2-2 1 0,6 0 3 0,0 4 11 15,2-4-1-15,-2 5-10 0,3-3-10 0,7 2-14 0,-9 4-14 16,-1-1-6-16,4-1-8 0,-1 8-5 0,-19 0-7 16,30 0-7-16,-30 0-2 0,28 9-7 15,-12 0-1-15,-2 2-6 0,-6 3-4 0,3 2-4 0,-3 3-4 0,1 5-3 16,-8 2-6-16,-1 0-4 0,-1 3-5 0,-6-2 0 15,1 2-4-15,-1 0-1 0,-2 7-3 0,-4-9 1 16,-2 2-2-16,1-6-3 0,1-1 0 0,-1 0 4 16,4-7 2-16,0 1 1 0,-1-8-1 0,5 1-1 15,-1 1 1-15,7-10-3 0,-4 10 0 0,4-10-3 16,0 0-7-16,-5 11 2 0,5-11 4 0,0 0 2 0,0 0-2 16,0 0 4-16,0 0-3 0,0 0 2 0,57-24 2 15,-40 19 7-15,3 0 5 0,9-2 7 0,3 1 10 16,-1 1 9-16,3 4-2 0,-2 2-3 0,3 4 1 15,-3-3 0-15,-3 6-2 0,0 2 2 0,-4 5 0 16,3 1 2-16,-6 7 1 0,-1-1-1 0,-3 5 0 16,-7 2-4-16,2 8-2 0,-7 5-4 0,-4-5 5 15,-10 6-7-15,1-1 1 0,-10 3-3 0,-11-1-6 16,-2 7 2-16,-18 10-6 0,-7-7-20 0,12-16-31 16,-21 8-47-16,-8 0-51 0,7-4-40 0,16-16-32 0,-3 0-55 15,3 3-76-15,-1-13-123 0,-2 0-392 0,0-2-927 16,0-3 410-16</inkml:trace>
          <inkml:trace contextRef="#ctx0" brushRef="#br0" timeOffset="138955.9725">8807 8739 199 0,'0'0'296'0,"-20"-5"-20"15,20 5-16-15,-18-7-10 0,0 3-13 0,18 4-11 16,-29-3-5-16,29 3-12 0,-28-4-7 0,28 4-13 16,-31 4-15-16,31-4-5 0,-27 5-10 0,6 1-9 15,5 0-6-15,1 6-1 0,-4 2-15 0,-5 2-3 0,3 3 1 16,-8 8 7-16,1 7-14 0,0 3-8 16,1 3-4-16,5 10 0 0,1-1 1 0,-7 22-3 0,6 1 0 15,12 7 6-15,-1 0-2 0,8 6-1 0,0-7-3 16,9 5-5-16,5-4 0 0,4 1-8 0,6-2-5 15,4-6-4-15,1-24 2 0,16 20-7 0,4-8-4 16,-6-22-3-16,20 19-1 0,9-10-6 0,-4-8 4 16,8-6-5-16,8-2-6 0,-5-3-3 0,2-7-3 15,-20-9-3-15,21-3 0 0,-18-8-6 0,-2-2 2 0,-1-8-1 16,3 4 2-16,-3-6-1 0,15-6 0 0,-20-2 5 16,0-5-3-16,-5-3-1 0,-4-2-1 15,-7-3 5-15,0-5 5 0,-2-3 2 0,-1 1 0 0,-7-8 0 16,-5-3-1-16,-4-2 2 0,1-22-3 0,-4-5-8 15,-14-2-1-15,-2-9-4 0,-20 0-2 0,-3-41-11 16,-13 10-1-16,-2 36 1 0,-4 0 1 0,-2 4-2 16,-13 3-10-16,2 6 4 0,-5 5 1 0,3 8 3 15,4 7-8-15,7 19-2 0,4 4-1 0,-2-1 0 16,2 8-1-16,-4 6-18 0,4 2-11 0,1 6-14 0,-1 1-28 16,11 7-22-16,-10 7-28 0,8 0-44 0,4 3-29 15,1 0-37-15,2 3-32 0,6 4-29 0,0 2-44 16,0 3-50-16,5 1-66 0,3 3-452 0,-1-4-964 15,7 1 426-15</inkml:trace>
          <inkml:trace contextRef="#ctx0" brushRef="#br0" timeOffset="124248.2864">8921 9035 329 0,'-8'-13'462'16,"0"6"-8"-16,-5-8-13 0,5 9-8 0,8 6-4 0,-19-15-10 16,13 10-5-16,6 5-20 0,-16-6-31 15,16 6-28-15,0 0-34 0,-13-8-27 0,13 8-35 0,0 0-16 16,0 0-31-16,-8 22-8 0,9-3-15 0,4 9-10 16,0 1-10-16,6 15-12 0,4 1-12 0,-2 1-10 15,-1-3-10-15,-2 4-15 0,9 3-9 0,-6 3-3 16,-2-6-11-16,2 0-7 0,2 3-3 0,-2-2-12 0,-5-1 0 15,6 0-6-15,-6-6-8 0,3 1-2 16,-3-13-18-16,0 2-41 0,-1-7-58 0,-4 2-60 16,2 0-67-16,3-11-74 0,-3 4-82 0,-2-5-105 0,0-3-502 15,0-3-1058-15,-3-8 469 0</inkml:trace>
        </inkml:traceGroup>
      </inkml:traceGroup>
    </inkml:traceGroup>
    <inkml:traceGroup>
      <inkml:annotationXML>
        <emma:emma xmlns:emma="http://www.w3.org/2003/04/emma" version="1.0">
          <emma:interpretation id="{1087C31D-DAFD-4CD2-91F5-019255B8D0A4}" emma:medium="tactile" emma:mode="ink">
            <msink:context xmlns:msink="http://schemas.microsoft.com/ink/2010/main" type="paragraph" rotatedBoundingBox="5272,11832 14758,10783 14942,12451 5456,13500" alignmentLevel="2"/>
          </emma:interpretation>
        </emma:emma>
      </inkml:annotationXML>
      <inkml:traceGroup>
        <inkml:annotationXML>
          <emma:emma xmlns:emma="http://www.w3.org/2003/04/emma" version="1.0">
            <emma:interpretation id="{2C848F71-A0E6-4BD8-959F-04C918FE33C7}" emma:medium="tactile" emma:mode="ink">
              <msink:context xmlns:msink="http://schemas.microsoft.com/ink/2010/main" type="line" rotatedBoundingBox="5272,11832 14758,10783 14942,12451 5456,13500">
                <msink:destinationLink direction="with" ref="{B22E9E28-5AD7-4C47-BDE3-D1C6959DF093}"/>
                <msink:destinationLink direction="with" ref="{BDA7F708-6186-48F7-89D8-6DFB1FFEED1D}"/>
              </msink:context>
            </emma:interpretation>
          </emma:emma>
        </inkml:annotationXML>
        <inkml:traceGroup>
          <inkml:annotationXML>
            <emma:emma xmlns:emma="http://www.w3.org/2003/04/emma" version="1.0">
              <emma:interpretation id="{0A1BAF38-0F1B-4817-975A-991E2153E7AD}" emma:medium="tactile" emma:mode="ink">
                <msink:context xmlns:msink="http://schemas.microsoft.com/ink/2010/main" type="inkWord" rotatedBoundingBox="5272,11832 9088,11410 9273,13078 5456,13500"/>
              </emma:interpretation>
              <emma:one-of disjunction-type="recognition" id="oneOf21">
                <emma:interpretation id="interp29" emma:lang="" emma:confidence="1">
                  <emma:literal/>
                </emma:interpretation>
              </emma:one-of>
            </emma:emma>
          </inkml:annotationXML>
          <inkml:trace contextRef="#ctx0" brushRef="#br0" timeOffset="127004.8567">6216 10597 193 0,'7'-15'374'0,"-7"15"-15"0,3-16-16 15,-3 16 1-15,5-10-20 0,-5 10-2 0,0 0-30 16,0 0-5-16,0 0-5 0,0 0-5 0,0 0 0 16,0 0 6-16,37 31-6 0,-23-7-9 0,1 3-26 15,5 3-13-15,1 12-15 0,0-2-15 0,0 5-19 16,0 0-22-16,3 2-16 0,3 2-11 0,-1-1-16 15,-2-1-9-15,3 2-13 0,9 15-15 0,2-3-29 16,-12-17-56-16,-1-1-74 0,-1-3-94 0,-1-1-85 16,-7 3-108-16,-2-1-155 0,-6-13-315 0,-1-2-907 15,-7-7 402-15</inkml:trace>
          <inkml:trace contextRef="#ctx0" brushRef="#br0" timeOffset="126786.128">5480 11066 317 0,'-19'8'319'0,"1"-1"5"0,-3 0-6 0,4-2 3 0,1 1-5 16,1-1-6-16,15-5-17 0,-21 7-15 0,21-7-23 16,-14 7-25-16,14-7-21 0,-10 6-18 0,10-6-15 15,0 0-2-15,0 0-6 0,0 0-6 0,0 0-10 16,0 0-8-16,0 0-10 0,0 0-7 0,72-15-11 15,-43 8-15-15,2-3-7 0,9 1-7 0,-8 2-13 16,10-7-7-16,1 6-6 0,3-6-7 0,-1 3-12 0,0-2-25 16,-1 2-37-16,2 2-48 0,-15-1-47 15,4 3-41-15,-5-3-47 0,3 1-42 0,-6 1-59 16,-2-1-63-16,-7 2-326 0,-2-3-749 0,0 3 331 16</inkml:trace>
          <inkml:trace contextRef="#ctx0" brushRef="#br0" timeOffset="126458.0255">3462 11276 103 0,'-21'-3'325'0,"21"3"-22"0,-19-4-25 16,19 4-21-16,0 0-13 0,-18 12-16 0,18-12-18 15,-8 20-10-15,3-5-6 0,4 1-11 0,-4 1-5 16,10 2-1-16,1 6-12 0,0-2-5 0,2 3-9 15,4-1-8-15,2 2-7 0,-1-1-7 0,5-3-7 16,-1 2-8-16,4-5-8 0,1 0-9 0,6-1-4 16,1-3-8-16,1-3-3 0,-1 1-6 0,3-3-4 15,-1-3-4-15,1 3-3 0,-3-6 2 0,-1-2-4 16,-2 1-2-16,1-8 5 0,-4 4 8 0,4-3-2 16,-8-5 12-16,2-1 1 0,-3 2 1 0,-1-2-1 0,3-8-2 15,-1-2-2-15,-6 5-1 0,1-7-5 16,1-3-6-16,-7 1-9 0,0 4-1 0,-5-4-5 15,-1-2-7-15,-4-1-2 0,-4-1-3 0,-6 2-7 0,-2 1 1 16,-1 2-5-16,-5-1-8 0,2 3 3 0,-8 1-2 16,4 6-6-16,-5-2-1 0,2 6-4 0,-7 0-4 15,3 8-3-15,1-3-8 0,0 8-10 0,3-2-17 16,-3 4-21-16,8 1-23 0,-1 0-24 0,6 4-33 16,1-1-32-16,6 2-23 0,0-1-22 0,3 4-14 15,5-5-25-15,0-10-31 0,14 29-25 0,4-20-34 16,0 2-71-16,9 3-207 0,7-6-666 0,9 3 295 15</inkml:trace>
          <inkml:trace contextRef="#ctx0" brushRef="#br0" timeOffset="142815.075">5525 10755 194 0,'-35'-2'275'0,"12"2"-17"0,23 0-7 0,-42 5-13 0,22 2-10 15,-6 0-14-15,0 2-14 0,-1 5-9 0,5 1-8 16,-3 1-4-16,0 4-4 0,4 1-2 0,-8 9-13 16,8 4-2-16,5 0 7 0,-3 6-9 0,3 3-8 15,6 1 0-15,4 7-11 0,1 3-1 0,7-4-13 16,4 0-7-16,5 4-8 0,7 15-5 0,6 0-4 16,0-17-2-16,16 10 4 0,-6-19-1 0,19 16-7 15,5-11-6-15,6-3-8 0,8-5 0 0,5-14 3 16,2 2-6-16,2-8-2 0,4-3-10 0,0-8-5 15,2-7-8-15,3-2-15 0,-2-7 4 0,-1-8-3 0,-2-5-2 16,0 1 3-16,-7-6-1 0,-5-5 0 0,-3-7 4 16,1-2 4-16,-23 6 9 0,11-10 0 15,-11 7 15-15,-3 1-1 0,10-19 2 0,-17 15 7 0,-2-5-4 16,-3 0-3-16,-1-21 0 0,-6 12-10 0,-5-19 2 16,-5 1 3-16,-8-8-4 0,-1 4-4 0,-17-4-3 15,3 3 0-15,-12-1-10 0,-10 2-5 0,-1 7 3 16,-7 1 3-16,-2 4-16 0,4 17 3 0,-13-7-2 15,1 14 0-15,6 8-6 0,-9 4 0 0,-1 4-7 16,-1 4-6-16,-4 1 9 0,-6 3-7 0,-17 3-4 16,18 12 0-16,-21 7-8 0,7 2-7 0,14 5-2 15,3-1-15-15,0 5-19 0,-19 11-14 0,21-5-27 16,5-2-30-16,1 7-33 0,0 2-28 0,5-2-40 16,9 1-33-16,0 4-5 0,4-1-30 0,8 1-28 15,2 1-41-15,15-9-69 0,-7 7-349 0,6-1-834 16,5-3 369-16</inkml:trace>
        </inkml:traceGroup>
        <inkml:traceGroup>
          <inkml:annotationXML>
            <emma:emma xmlns:emma="http://www.w3.org/2003/04/emma" version="1.0">
              <emma:interpretation id="{F03EDD1E-2A57-497E-8472-4D0DFE4C5E7F}" emma:medium="tactile" emma:mode="ink">
                <msink:context xmlns:msink="http://schemas.microsoft.com/ink/2010/main" type="inkWord" rotatedBoundingBox="11249,12064 11921,11989 11990,12611 11318,12685"/>
              </emma:interpretation>
              <emma:one-of disjunction-type="recognition" id="oneOf22">
                <emma:interpretation id="interp30" emma:lang="" emma:confidence="1">
                  <emma:literal/>
                </emma:interpretation>
              </emma:one-of>
            </emma:emma>
          </inkml:annotationXML>
          <inkml:trace contextRef="#ctx0" brushRef="#br0" timeOffset="128232.274">9393 10891 222 0,'-16'-2'393'15,"16"2"-27"-15,0 0-13 0,0 0-28 0,0 0-16 16,-27 16-11-16,20-8-8 0,-1 5-14 0,0 3-12 16,2 0-15-16,-1 2-16 0,4 2-13 0,-2 1-15 15,5-2-15-15,0 7-19 0,2 0-16 0,1-3-16 0,2 3-11 16,1-1-13-16,7-2-5 0,-1 1-7 16,4-2-6-16,1 2-9 0,4-3-4 0,6 0-3 0,1-2-7 15,9-2-1-15,-7-5 0 16,10 4-8-16,-6-9-2 0,6-1 2 0,-6-5 2 15,1-1-5-15,-5-1 4 0,4-5 1 0,-5-1 1 16,0-9 0-16,0 3-5 0,-2-6-6 0,-5-4 1 16,-6-3 1-16,4-1-1 0,-1-6 0 0,-9 5-7 15,-2-10 1-15,-2-1-9 0,-6 1 2 0,-6-1-7 0,-2 8-7 16,-7-7 1-16,-4 2-6 0,-5 5-1 0,-3 0-4 16,3 9 3-16,-12-1-2 0,-5 1-9 15,12 10-9-15,-16-1-3 0,0 8-6 0,0 5-18 0,10 5-22 16,-9 5-24-16,3 5-35 0,12 1-35 0,-8 6-42 15,9-4-30-15,6 5-40 0,-7 7-46 0,8-7-81 16,7 2-90-16,-1-5-347 0,9-2-882 0,6 1 391 16</inkml:trace>
        </inkml:traceGroup>
        <inkml:traceGroup>
          <inkml:annotationXML>
            <emma:emma xmlns:emma="http://www.w3.org/2003/04/emma" version="1.0">
              <emma:interpretation id="{27992CB7-EDC7-4C2E-AB54-CD9B96FAD9DD}" emma:medium="tactile" emma:mode="ink">
                <msink:context xmlns:msink="http://schemas.microsoft.com/ink/2010/main" type="inkWord" rotatedBoundingBox="13981,11163 14790,11073 14879,11877 14070,11967"/>
              </emma:interpretation>
              <emma:one-of disjunction-type="recognition" id="oneOf23">
                <emma:interpretation id="interp31" emma:lang="" emma:confidence="0.5">
                  <emma:literal>o</emma:literal>
                </emma:interpretation>
                <emma:interpretation id="interp32" emma:lang="" emma:confidence="0">
                  <emma:literal>O</emma:literal>
                </emma:interpretation>
                <emma:interpretation id="interp33" emma:lang="" emma:confidence="0">
                  <emma:literal>°</emma:literal>
                </emma:interpretation>
                <emma:interpretation id="interp34" emma:lang="" emma:confidence="0">
                  <emma:literal>0</emma:literal>
                </emma:interpretation>
                <emma:interpretation id="interp35" emma:lang="" emma:confidence="0">
                  <emma:literal>,</emma:literal>
                </emma:interpretation>
              </emma:one-of>
            </emma:emma>
          </inkml:annotationXML>
          <inkml:trace contextRef="#ctx0" brushRef="#br0" timeOffset="128763.4839">12247 10129 126 0,'-14'-6'406'0,"14"6"1"0,0 0-34 0,0 0-9 16,0 0 0-16,0 0-22 0,0 0-16 0,0 0-24 15,0 0-22-15,0 0-11 0,-36 15-15 0,33-7-11 0,3-8-11 16,-11 19-15-16,5-4-12 0,-2 0-16 16,1-1-15-16,-2 10-15 0,2-2-12 0,-1 2-16 0,2 2-13 15,-1 0-10-15,6 4-10 0,1-3-9 0,1 2-9 16,6 1-10-16,-1-2 0 0,4-2-9 0,1 2 1 15,3-3-5-15,4-1-7 0,8-1-2 0,-2-4 1 16,9-7-9-16,9-2 5 0,3 1-1 0,-2-6 4 16,1-5 6-16,-3-2 5 0,-7-6 8 0,5-2 4 15,-6-3 5-15,4-8 9 0,-1-3 10 0,-6-4 7 16,4 1 12-16,-7-4-10 0,-5 2 18 0,1-9-3 0,-2 1 1 16,-7 3 2-16,-3-3-7 0,-6 6-9 0,2-7-93 15,-7 5-13-15,-7-3 0 0,-2-6 0 0,-7 4 0 16,-10 1 0-16,-1-1 0 0,-5 7 0 0,-12-1 0 15,1 5 0-15,-7 3 0 0,-3 4 0 0,-5 5 0 16,9 3 0-16,-4 8 0 0,1 1 0 0,3 10-58 16,1 5-253-16,4 0-70 0,1 5-103 0,4 9-130 15,1-7-444-15,3 4-1145 0,6-8 507 0</inkml:trace>
        </inkml:traceGroup>
      </inkml:traceGroup>
    </inkml:traceGroup>
    <inkml:traceGroup>
      <inkml:annotationXML>
        <emma:emma xmlns:emma="http://www.w3.org/2003/04/emma" version="1.0">
          <emma:interpretation id="{4A45C803-70AC-4219-A24A-352D397BCAC7}" emma:medium="tactile" emma:mode="ink">
            <msink:context xmlns:msink="http://schemas.microsoft.com/ink/2010/main" type="paragraph" rotatedBoundingBox="5981,13694 15198,12435 15304,13214 6087,14472" alignmentLevel="2"/>
          </emma:interpretation>
        </emma:emma>
      </inkml:annotationXML>
      <inkml:traceGroup>
        <inkml:annotationXML>
          <emma:emma xmlns:emma="http://www.w3.org/2003/04/emma" version="1.0">
            <emma:interpretation id="{BE7C2378-A766-412F-A818-F0F90A19C5B9}" emma:medium="tactile" emma:mode="ink">
              <msink:context xmlns:msink="http://schemas.microsoft.com/ink/2010/main" type="line" rotatedBoundingBox="5981,13694 15198,12435 15304,13214 6087,14472">
                <msink:destinationLink direction="with" ref="{B22E9E28-5AD7-4C47-BDE3-D1C6959DF093}"/>
                <msink:destinationLink direction="with" ref="{BDA7F708-6186-48F7-89D8-6DFB1FFEED1D}"/>
              </msink:context>
            </emma:interpretation>
          </emma:emma>
        </inkml:annotationXML>
        <inkml:traceGroup>
          <inkml:annotationXML>
            <emma:emma xmlns:emma="http://www.w3.org/2003/04/emma" version="1.0">
              <emma:interpretation id="{8D6EE068-7050-460E-B9A9-E09A63D13E09}" emma:medium="tactile" emma:mode="ink">
                <msink:context xmlns:msink="http://schemas.microsoft.com/ink/2010/main" type="inkWord" rotatedBoundingBox="5992,13776 9181,13341 9266,13960 6077,14395"/>
              </emma:interpretation>
              <emma:one-of disjunction-type="recognition" id="oneOf24">
                <emma:interpretation id="interp36" emma:lang="" emma:confidence="1">
                  <emma:literal/>
                </emma:interpretation>
              </emma:one-of>
            </emma:emma>
          </inkml:annotationXML>
          <inkml:trace contextRef="#ctx0" brushRef="#br0" timeOffset="130313.1633">6664 12151 25 0,'0'0'314'0,"0"0"-18"0,0 0-15 16,-24 0-17-16,24 0-12 0,0 0-19 0,0 0-15 15,0 0-4-15,-10 15-3 0,10-15-14 0,-1 17 18 16,1-17-15-16,1 21-15 0,1-3 1 0,3 1-7 0,-4-1 0 15,1 6-12-15,3 2-15 0,-4 0-8 0,6-3-6 16,1 1-3-16,1 2-10 16,3-1-9-16,-1-3-7 0,3 0-12 0,1 2-8 0,-1 2-6 15,7-7 1-15,2 2-8 0,-1-1 1 0,0-2-2 16,4-3-11-16,1 3 8 0,-3-8 0 0,1 0-3 16,2-10 5-16,2 4 4 0,0-6 8 0,-1 2 1 15,0-3-2-15,1-8 2 0,-4 3-3 0,-1-6 4 16,-3-2-6-16,0-3-1 0,-7-3 0 0,3 1-7 15,-5-2 1-15,-4-3-7 0,0 3 8 0,-3-7-7 16,-5 3 3-16,0-1-15 0,-6 0-5 0,-7 2 5 16,-3-8-14-16,-7 0-8 0,-7 4-2 0,-5 2-10 15,-5 4-12-15,-2 5-13 0,-3 8-9 0,-3 5-18 0,-4 5-21 16,3 4-28-16,-3 8-30 0,3 2-37 0,2 5-49 16,4 5-36-16,8 2-49 0,4 1-53 15,10-4-78-15,5-2-95 0,5-1-308 0,8-5-881 16,4 0 389-16</inkml:trace>
          <inkml:trace contextRef="#ctx0" brushRef="#br0" timeOffset="129847.8893">4131 12639 310 0,'-24'4'311'0,"24"-4"-18"16,-16 8-19-16,12 1-18 0,4-9-8 0,-17 23-6 15,10-10 0-15,4 3-13 0,-2 5-15 0,4-1-1 16,2 1-9-16,4 5-12 0,-3 1-8 0,4-1-14 0,2 0-5 16,3-2-10-16,-1 1-15 0,4-3-5 0,3 1-16 15,-3-3-9-15,7 0-5 0,4-2 3 16,0-5-2-16,0-1-6 0,6-2 1 0,12-3 1 0,-9-3-6 16,11 1-1-16,1-5-5 0,-14-5-5 0,16-1-7 15,-6-1-7-15,-11-6 0 0,2 2 2 0,-2-6-2 16,-2 1-4-16,-7-3 1 0,4 2 7 0,-4-7-4 15,-3-2 4-15,-1 3-3 0,-3-3-4 0,-7-1 1 16,1-3 5-16,-12 1-9 0,3 3-9 0,-2 2-3 16,-4-4-6-16,-7 3-3 0,-1 0-8 0,-1-1-1 15,-7 3-4-15,-1 3 2 0,-4 2 0 0,-3 3-8 16,-11 1-4-16,13 8-7 0,-16 4-1 0,1 2-7 0,-2 11-7 16,5 0-13-16,-2 7-20 0,-1 4-24 15,8 4-26-15,-2 3-35 0,13 4-30 0,-8-2-39 16,9 6-29-16,1-3-30 0,9-6-29 0,0 10-51 0,11-14-60 15,2 0-415-15,8-7-868 0,5-6 385 0</inkml:trace>
        </inkml:traceGroup>
        <inkml:traceGroup>
          <inkml:annotationXML>
            <emma:emma xmlns:emma="http://www.w3.org/2003/04/emma" version="1.0">
              <emma:interpretation id="{4E360A93-16CB-4448-937C-2E644E922FEB}" emma:medium="tactile" emma:mode="ink">
                <msink:context xmlns:msink="http://schemas.microsoft.com/ink/2010/main" type="inkWord" rotatedBoundingBox="11568,12931 15198,12435 15304,13214 11674,13709"/>
              </emma:interpretation>
              <emma:one-of disjunction-type="recognition" id="oneOf25">
                <emma:interpretation id="interp37" emma:lang="" emma:confidence="1">
                  <emma:literal/>
                </emma:interpretation>
              </emma:one-of>
            </emma:emma>
          </inkml:annotationXML>
          <inkml:trace contextRef="#ctx0" brushRef="#br0" timeOffset="131428.3903">12737 11547 25 0,'3'-13'428'0,"-3"13"-22"0,0 0-23 16,-2-18-3-16,2 18 4 0,0 0-1 0,2-8-10 0,-2 8-20 0,0 0-32 16,0 0-22-16,0 0-25 0,0 0-21 0,0 0-18 15,0 0-14-15,0 0-18 16,0 0-14-16,0 0-14 0,0 0-12 0,-23 27-5 0,17-8-6 0,-1 4-6 15,4-2-5-15,0-1-14 0,0 5-10 0,1 1-6 16,5-1-3-16,-1 1-5 0,4-1 0 0,2-2-12 16,5 2-2-16,7-6 3 0,-6-5-8 0,8 4 6 0,1-4 2 15,6-2 5-15,0-1 0 0,0-4-3 16,4 0-6-16,-2-6-4 0,4-1-5 0,-1-4-13 16,-4-2 14-16,2 1-20 0,-1-6 2 0,-4-1-9 0,0-2-11 15,-1-4-5-15,-5 2-37 0,-2-1 0 0,-3-5 0 16,-1-1 0-16,-3-1 0 0,-5-6 0 0,-6-1 0 15,-2-7 0-15,-10-3 0 0,-4-3 0 0,-6-6 0 16,-4 5 0-16,-7 2-12 0,-10 6-53 0,2 4-12 16,-4 2-11-16,-5 6-28 0,-6 10-36 0,2 1-59 15,-8 9-56-15,5-1-37 0,-2 6-41 0,-1 10-37 16,1-1-58-16,5 1-91 0,2 1-337 0,9 1-938 0,18-3 415 16</inkml:trace>
          <inkml:trace contextRef="#ctx0" brushRef="#br0" timeOffset="130922.4973">9828 11698 112 0,'0'0'383'0,"0"0"-16"15,0 0-25-15,0 0-15 0,0 0-24 0,-27 28-20 16,27-28-21-16,-4 15 2 0,4-15-14 0,-4 20-14 16,2-7-7-16,-3 4-9 0,4 2-5 0,1-1-5 15,0 8-13-15,1 1-16 0,2 2-9 0,1-1-7 16,0 1-8-16,3 4-6 0,2 4-7 0,6 2-11 0,-2-11-6 15,0 7-4-15,6 1-3 0,0-12-16 0,10 8-11 16,-8-11-6-16,12 9-2 0,-9-15-6 16,5 4 0-16,0-3-3 0,10-2-4 0,-9-4 1 0,1-5 0 15,12-1 2-15,-9-4 1 0,-5 0 0 0,-1-4 3 16,-2-3-6-16,-2-5-1 0,4 2 0 16,-8-9-5-16,-2 2-2 0,1-4-3 0,-6-5-10 0,-3-1-7 15,1-2-3-15,-11 0-1 0,-3-12 1 0,-12 1-8 16,-1 0-1-16,-9-3-6 0,-7 2-9 0,-9 4-3 15,-2 1-10-15,-2 5 7 0,-6 4-4 0,1 11-9 16,-3 2-6-16,-1 2-15 0,1 12-11 0,-5 0-8 16,2 8-18-16,4 3-22 0,11 1-27 0,4 5-31 15,6-1-47-15,9-1-66 0,4 4-59 0,1 5-90 16,12-3-97-16,-2 3-410 0,9-3-984 0,8 2 436 16</inkml:trace>
        </inkml:traceGroup>
      </inkml:traceGroup>
    </inkml:traceGroup>
    <inkml:traceGroup>
      <inkml:annotationXML>
        <emma:emma xmlns:emma="http://www.w3.org/2003/04/emma" version="1.0">
          <emma:interpretation id="{29138C46-9A61-4EB4-97B1-71DA3E5148E9}" emma:medium="tactile" emma:mode="ink">
            <msink:context xmlns:msink="http://schemas.microsoft.com/ink/2010/main" type="paragraph" rotatedBoundingBox="7073,14543 19637,12752 19885,14490 7320,16281" alignmentLevel="3"/>
          </emma:interpretation>
        </emma:emma>
      </inkml:annotationXML>
      <inkml:traceGroup>
        <inkml:annotationXML>
          <emma:emma xmlns:emma="http://www.w3.org/2003/04/emma" version="1.0">
            <emma:interpretation id="{0C731B9A-FF18-445E-B17F-5C43E3B15F00}" emma:medium="tactile" emma:mode="ink">
              <msink:context xmlns:msink="http://schemas.microsoft.com/ink/2010/main" type="line" rotatedBoundingBox="7073,14543 19637,12752 19885,14490 7320,16281">
                <msink:destinationLink direction="with" ref="{BDA7F708-6186-48F7-89D8-6DFB1FFEED1D}"/>
                <msink:destinationLink direction="with" ref="{0C4DE0B6-AEE8-4AE5-A607-316D48BD0975}"/>
              </msink:context>
            </emma:interpretation>
          </emma:emma>
        </inkml:annotationXML>
        <inkml:traceGroup>
          <inkml:annotationXML>
            <emma:emma xmlns:emma="http://www.w3.org/2003/04/emma" version="1.0">
              <emma:interpretation id="{E9FD4722-8486-4E5C-AA42-3A23B582CCFA}" emma:medium="tactile" emma:mode="ink">
                <msink:context xmlns:msink="http://schemas.microsoft.com/ink/2010/main" type="inkWord" rotatedBoundingBox="7244,15747 8283,15599 8359,16133 7320,16281"/>
              </emma:interpretation>
            </emma:emma>
          </inkml:annotationXML>
          <inkml:trace contextRef="#ctx0" brushRef="#br0" timeOffset="157441.7094">5376 14913 239 0,'-15'15'330'0,"6"1"-24"16,1-2-19-16,4-6-29 0,4-8-9 0,7 16-7 15,-7-16-23-15,26 12-17 0,4-9-7 16,5-3-33-16,17-7-16 0,4 2-14 0,22-7-12 0,1-6-13 16,8 0-20-16,-1 6-42 0,-1-6-46 0,-1 6-69 15,1-1-89-15,-5 4-96 0,-19 1-219 0,-2 1-513 16,-6-1 228-16</inkml:trace>
          <inkml:trace contextRef="#ctx0" brushRef="#br0" timeOffset="157269.8539">5552 14471 3418 0,'0'0'8'0,"-21"7"20"16,21-7 36-16,-16 4 22 0,16-4 0 0,-13 4-8 15,13-4-24-15,0 0-13 0,-16 8-6 0,16-8-1 16,0 0 4-16,0 0 10 0,0 0 8 0,0 0-1 15,0 0-9-15,0 0-2 0,68-1 0 0,-39-6-2 16,0-1-11-16,14-2-6 0,5-5-5 0,-3 3-14 16,3-2-28-16,-3 2-32 0,2 0-26 0,-6 0-33 15,-5 6-46-15,-8 2-58 0,3-5-62 0,-10 7-299 16,-12 2-625-16,-9 0 277 0</inkml:trace>
        </inkml:traceGroup>
        <inkml:traceGroup>
          <inkml:annotationXML>
            <emma:emma xmlns:emma="http://www.w3.org/2003/04/emma" version="1.0">
              <emma:interpretation id="{35970784-09A6-47D7-836D-0D7F31D9643E}" emma:medium="tactile" emma:mode="ink">
                <msink:context xmlns:msink="http://schemas.microsoft.com/ink/2010/main" type="inkWord" rotatedBoundingBox="9635,14178 10561,14046 10789,15641 9862,15773"/>
              </emma:interpretation>
              <emma:one-of disjunction-type="recognition" id="oneOf26">
                <emma:interpretation id="interp38" emma:lang="" emma:confidence="1">
                  <emma:literal/>
                </emma:interpretation>
              </emma:one-of>
            </emma:emma>
          </inkml:annotationXML>
          <inkml:trace contextRef="#ctx0" brushRef="#br0" timeOffset="160008.7034">8679 13436 121 0,'0'0'264'0,"0"-17"-6"0,-3 10 0 0,3 7-12 16,-5-21-9-16,0 12-15 0,5 9 7 0,-3-15 16 0,3 15-17 15,-5-12 13-15,5 12 6 0,-8-14 3 0,8 14 4 16,-5-12-14-16,5 12-4 0,-4-9-9 15,4 9-5-15,0 0-14 0,0 0-19 0,-13-7-16 0,13 7-14 16,0 0-17-16,0 0-11 0,0 0-12 0,0 0-7 16,-8 42 0-16,5-15 2 0,3 13 1 0,3 5 5 15,-2 2-9-15,4 6-3 0,-2-5-3 0,4 5-4 16,7 19-13-16,-7-24-5 0,2 8-7 0,1-3-3 16,0-1-8-16,-2-2-7 0,0 2-7 0,0-7 9 15,3-4-18-15,-5-11-8 0,2-1 0 0,-1 2-6 16,1-5-4-16,-2 0-1 0,-3-9-2 0,2-2-7 15,3-1-11-15,-3-2-18 0,-3 0-29 0,-2-12-24 16,6 14-31-16,-6-14-40 0,2 14-61 0,-2-14-46 16,0 0-59-16,0 0-66 0,0 0-63 0,0 0-433 15,0 0-939-15,-15-41 415 0</inkml:trace>
          <inkml:trace contextRef="#ctx0" brushRef="#br0" timeOffset="158910.3852">7675 13005 263 0,'0'0'333'0,"0"0"-14"0,0 0-13 0,0 0-10 16,0 0-12-16,40-28-19 0,-13 13-25 0,4 4-19 15,9-8-26-15,0 4-14 0,2 4-27 0,4-5-10 16,4 4-17-16,-4 2-12 0,1-1-17 0,-1 0-18 16,1 7-27-16,-4-7-27 0,2 7-33 0,-2 1-29 0,-1-2-29 15,-8 3-34-15,-4 1-42 0,-1-3-43 16,0 4-48-16,-8 4-258 0,-21-4-530 0,43 1 235 16</inkml:trace>
        </inkml:traceGroup>
        <inkml:traceGroup>
          <inkml:annotationXML>
            <emma:emma xmlns:emma="http://www.w3.org/2003/04/emma" version="1.0">
              <emma:interpretation id="{7D7E172D-2AB9-45AF-A763-78719D62E05C}" emma:medium="tactile" emma:mode="ink">
                <msink:context xmlns:msink="http://schemas.microsoft.com/ink/2010/main" type="inkWord" rotatedBoundingBox="12479,14473 13217,14368 13321,15100 12584,15205"/>
              </emma:interpretation>
              <emma:one-of disjunction-type="recognition" id="oneOf27">
                <emma:interpretation id="interp39" emma:lang="" emma:confidence="1">
                  <emma:literal/>
                </emma:interpretation>
              </emma:one-of>
            </emma:emma>
          </inkml:annotationXML>
          <inkml:trace contextRef="#ctx0" brushRef="#br0" timeOffset="161946.1042">10640 13327 319 0,'0'0'342'0,"-5"-14"-5"0,5 14-12 16,0 0-8-16,0 0-10 0,-8-13-19 0,8 13-25 16,0 0-21-16,0 0-20 0,0 0-16 0,0 0-10 15,0 0-13-15,-29 20-2 0,23-10-13 0,-1 6-7 16,1 1-12-16,-2 7-12 0,4 1-12 0,-2-1-6 15,1 2-5-15,4 0-8 0,-1 1-11 0,5 2-11 16,-1-1-3-16,4 1-7 0,5 1-6 0,-1-2-4 16,9 6-7-16,-3-6-1 0,5-4-1 0,7 8-4 15,2-4-1-15,-8-8 1 0,6-4 4 0,1 0 6 16,11-2-3-16,-8-2 5 0,0-6-3 0,0-5 3 16,2-2 1-16,9-5 1 0,-13 1-1 0,12-7-3 15,-7-4-1-15,-1 4 0 0,-7-4 4 0,-1-1-5 16,1-2-3-16,-6-5 5 0,0 2-13 0,-5-2-5 0,2-1-2 15,-9-2-3-15,-1-3-6 0,-3 1-2 0,-5-1 1 16,-5-12 0-16,-7 4-7 0,-4-6-3 0,-5 1-6 16,-8 2 1-16,0 1-2 0,-6 5-1 0,-1 4-3 15,-2 2-5-15,-2 4-4 0,-2 5-8 0,2 4-7 16,-2 7-16-16,9 5-26 0,-3 4-29 0,4 3-38 16,0 1-58-16,3 6-46 0,0-1-55 0,2 2-69 15,3 7-82-15,-2-6-433 0,10 0-937 0,2 0 415 16</inkml:trace>
        </inkml:traceGroup>
        <inkml:traceGroup>
          <inkml:annotationXML>
            <emma:emma xmlns:emma="http://www.w3.org/2003/04/emma" version="1.0">
              <emma:interpretation id="{53E89773-3ACF-4753-94CA-F417EF3BAB34}" emma:medium="tactile" emma:mode="ink">
                <msink:context xmlns:msink="http://schemas.microsoft.com/ink/2010/main" type="inkWord" rotatedBoundingBox="15395,14159 16067,14063 16173,14809 15502,14905"/>
              </emma:interpretation>
              <emma:one-of disjunction-type="recognition" id="oneOf28">
                <emma:interpretation id="interp40" emma:lang="" emma:confidence="1">
                  <emma:literal/>
                </emma:interpretation>
              </emma:one-of>
            </emma:emma>
          </inkml:annotationXML>
          <inkml:trace contextRef="#ctx0" brushRef="#br0" timeOffset="163727.1991">13640 12929 337 0,'0'0'344'0,"-15"-15"-20"0,15 15-19 0,-16-1-11 16,16 1-11-16,0 0-11 0,-30 15-8 0,19-5-16 0,-4 7-8 15,2 4-3-15,2 0-5 0,0 5 2 0,-4 1-14 16,7 1-15-16,2-1-19 0,3 3-10 16,-2-2-18-16,-1 1-15 0,6 11-12 0,0-9-12 0,4-4-11 15,4 3-8-15,0-2-12 0,7 10-5 0,-1-15-2 16,12 9-11-16,-5-8-8 0,3-1-3 0,6 1-6 16,-2-6 5-16,9 0-9 0,-12-4 2 0,4-2-1 15,-2-7 4-15,2 1 3 0,3-2 10 0,0-5 6 16,-1-2-3-16,-5-4 0 0,-1-4-6 0,3-1-4 15,-1-6-5-15,-3 2-4 0,0-4-3 0,-5-4-1 16,0 1-8-16,2-12 4 0,-8 9-4 0,2-12-7 16,-6 6-8-16,-2-4 1 0,-6-4-3 0,-2 0 7 15,-6-4-8-15,-2 4-8 0,-6-1 2 0,-3-4-3 16,-4 4-2-16,0 4-5 0,-6 6-4 0,-7 5-3 16,11 7 2-16,-3 0-15 0,-1 5-5 0,-1 3-8 0,1 8-12 15,-3 3-13-15,-3 2-21 0,7 5-13 0,-2 1-19 16,4 3-32-16,-1 3-21 0,10-1-49 15,-3 6-30-15,6-1-39 0,-2-5-49 0,6 8-53 0,2-2-415 16,1-4-859-16,6 1 380 0</inkml:trace>
        </inkml:traceGroup>
        <inkml:traceGroup>
          <inkml:annotationXML>
            <emma:emma xmlns:emma="http://www.w3.org/2003/04/emma" version="1.0">
              <emma:interpretation id="{EB773582-7C43-4766-B614-062DAC6F1250}" emma:medium="tactile" emma:mode="ink">
                <msink:context xmlns:msink="http://schemas.microsoft.com/ink/2010/main" type="inkWord" rotatedBoundingBox="17786,13598 19719,13323 19884,14481 17951,14756"/>
              </emma:interpretation>
              <emma:one-of disjunction-type="recognition" id="oneOf29">
                <emma:interpretation id="interp41" emma:lang="" emma:confidence="0.5">
                  <emma:literal>5</emma:literal>
                </emma:interpretation>
                <emma:interpretation id="interp42" emma:lang="" emma:confidence="0">
                  <emma:literal>G</emma:literal>
                </emma:interpretation>
                <emma:interpretation id="interp43" emma:lang="" emma:confidence="0">
                  <emma:literal>J</emma:literal>
                </emma:interpretation>
                <emma:interpretation id="interp44" emma:lang="" emma:confidence="0">
                  <emma:literal>$</emma:literal>
                </emma:interpretation>
                <emma:interpretation id="interp45" emma:lang="" emma:confidence="0">
                  <emma:literal>6</emma:literal>
                </emma:interpretation>
              </emma:one-of>
            </emma:emma>
          </inkml:annotationXML>
          <inkml:trace contextRef="#ctx0" brushRef="#br0" timeOffset="164430.2993">16300 12610 16 0,'-10'-4'423'0,"10"4"-21"0,-24-7-5 15,24 7-3-15,-30 0-13 0,30 0-9 0,-36 1-7 0,20 1-9 16,0 5-25-16,-1-3-28 0,2 7-25 0,1-4-25 15,-1 5-22-15,7-4-21 0,0-1-16 0,3 9-14 16,-1-6-18-16,6 6-11 0,0-16-17 0,6 26-11 16,1-12-11-16,4 3-10 0,7 4-6 0,3-6-13 15,4 4-5-15,-1-7-3 0,4 6-12 0,-1-2-2 16,11 2-6-16,-9-3-5 0,13 4-7 0,-3-4 1 16,2 1-10-16,-15 2-3 0,4-1-3 0,-4-3-3 15,0 1-1-15,-1-1 4 0,-4 4-5 0,0-3-5 16,-3 8 1-16,-10-10 0 0,5 4 0 0,-7 1 0 15,0 1-5-15,-4 0 2 0,-4 4 0 0,-2-1-2 16,-4-2-1-16,-5 9-1 0,-2-7 2 0,-7-2-5 16,1 5-1-16,-6-5 4 0,-10 6-5 0,-5-3-7 15,2-5-16-15,0 1-19 0,-5-11-19 0,-2-3-33 0,7 0-44 16,-6-8-53-16,11-4-32 0,-4-5-48 0,7 1-49 16,-5-9-57-16,5-6-70 0,-7-5-365 0,11-4-873 15,0-5 386-15</inkml:trace>
          <inkml:trace contextRef="#ctx0" brushRef="#br0" timeOffset="164649.0036">16216 12532 44 0,'50'-24'464'15,"3"-2"-7"-15,18-8-3 0,-18 11-10 0,25-8-21 16,-2 5-34-16,-22 4-34 0,4 1-31 0,19-2-35 0,5 0-38 16,0 0-23-16,-7 2-26 0,4 1-19 0,2 0-20 15,-24 3-15-15,0 5-16 0,-2-2-11 16,-2 2-17-16,-3 0-6 0,-7-2-10 0,0 3-12 0,-1 0-7 15,-7 3-11-15,-9 0-9 0,-2 5-20 0,-5-5-19 16,-3 7-29-16,-16 1-32 0,23-3-27 0,-23 3-44 16,17-6-49-16,-17 6-37 0,0 0-48 0,0 0-69 15,0 0-105-15,0 0-236 0,0 0-721 0,0 0 319 16</inkml:trace>
        </inkml:traceGroup>
      </inkml:traceGroup>
    </inkml:traceGroup>
  </inkml:traceGroup>
</inkml:ink>
</file>

<file path=ppt/ink/ink24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1T05:00:36.444"/>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9E968EEA-4914-4824-874C-5EA5950791BC}" emma:medium="tactile" emma:mode="ink">
          <msink:context xmlns:msink="http://schemas.microsoft.com/ink/2010/main" type="inkDrawing" rotatedBoundingBox="14271,2451 17110,1246 17191,1438 14352,2642" semanticType="callout" shapeName="Other">
            <msink:sourceLink direction="with" ref="{B85AB190-441A-4D48-8B7C-2C5BA6F10351}"/>
          </msink:context>
        </emma:interpretation>
      </emma:emma>
    </inkml:annotationXML>
    <inkml:trace contextRef="#ctx0" brushRef="#br0">101 1111 3444 0,'-14'7'73'0,"-1"5"-26"0,6-2-32 0,-6 5-5 0,3-5 5 15,2 7 7-15,-1-3-2 0,3 1 6 16,4-1 9-16,0 3 14 0,4-5 4 0,1 6 8 15,4-10 3-15,-2 4 10 0,10-2 7 0,3-6 25 0,11 1 37 16,9-6 20-16,18-10 7 0,6-4 0 0,26-16-2 16,1-12-9-16,40-12-9 0,-1-5-12 0,-39 11-10 15,43-12-14-15,-5-3-12 0,-1 2-6 0,-34 17-14 16,49-21 4-16,-4 1-14 0,-5 1-14 0,5 2-8 16,-1 8-26-16,-42 11-36 0,46-20-31 0,-10 8-58 15,-36 9-73-15,30-20-53 0,-37 26-81 0,-7 0-92 16,-7-5-435-16,1-5-902 0,-9-5 399 0</inkml:trace>
  </inkml:traceGroup>
</inkml:ink>
</file>

<file path=ppt/ink/ink24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1T05:00:58.613"/>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2484E09F-17EB-446F-84D9-A35AD7D502C9}" emma:medium="tactile" emma:mode="ink">
          <msink:context xmlns:msink="http://schemas.microsoft.com/ink/2010/main" type="writingRegion" rotatedBoundingBox="1699,9346 2753,9346 2753,10044 1699,10044"/>
        </emma:interpretation>
      </emma:emma>
    </inkml:annotationXML>
    <inkml:traceGroup>
      <inkml:annotationXML>
        <emma:emma xmlns:emma="http://www.w3.org/2003/04/emma" version="1.0">
          <emma:interpretation id="{F0D5FFE8-61A5-4A0E-B94A-49A6E5FF5016}" emma:medium="tactile" emma:mode="ink">
            <msink:context xmlns:msink="http://schemas.microsoft.com/ink/2010/main" type="paragraph" rotatedBoundingBox="1699,9346 2753,9346 2753,10044 1699,10044" alignmentLevel="1"/>
          </emma:interpretation>
        </emma:emma>
      </inkml:annotationXML>
      <inkml:traceGroup>
        <inkml:annotationXML>
          <emma:emma xmlns:emma="http://www.w3.org/2003/04/emma" version="1.0">
            <emma:interpretation id="{153F7B14-D0ED-41F9-80EB-980F3EE3BFC6}" emma:medium="tactile" emma:mode="ink">
              <msink:context xmlns:msink="http://schemas.microsoft.com/ink/2010/main" type="line" rotatedBoundingBox="1699,9346 2753,9346 2753,10044 1699,10044"/>
            </emma:interpretation>
          </emma:emma>
        </inkml:annotationXML>
        <inkml:traceGroup>
          <inkml:annotationXML>
            <emma:emma xmlns:emma="http://www.w3.org/2003/04/emma" version="1.0">
              <emma:interpretation id="{60360E96-3C46-4C89-B620-6469C7F3AEE5}" emma:medium="tactile" emma:mode="ink">
                <msink:context xmlns:msink="http://schemas.microsoft.com/ink/2010/main" type="inkWord" rotatedBoundingBox="1699,9346 2753,9346 2753,10044 1699,10044"/>
              </emma:interpretation>
              <emma:one-of disjunction-type="recognition" id="oneOf0">
                <emma:interpretation id="interp0" emma:lang="" emma:confidence="0.5">
                  <emma:literal>-</emma:literal>
                </emma:interpretation>
                <emma:interpretation id="interp1" emma:lang="" emma:confidence="0">
                  <emma:literal>_</emma:literal>
                </emma:interpretation>
                <emma:interpretation id="interp2" emma:lang="" emma:confidence="0">
                  <emma:literal>.</emma:literal>
                </emma:interpretation>
                <emma:interpretation id="interp3" emma:lang="" emma:confidence="0">
                  <emma:literal>,</emma:literal>
                </emma:interpretation>
                <emma:interpretation id="interp4" emma:lang="" emma:confidence="0">
                  <emma:literal>1</emma:literal>
                </emma:interpretation>
              </emma:one-of>
            </emma:emma>
          </inkml:annotationXML>
          <inkml:trace contextRef="#ctx0" brushRef="#br0">-41 604 10 0,'-24'20'341'16,"5"-6"-29"-16,4-2-22 0,1 2-23 0,6-6-8 15,3-1-10-15,5-7-14 0,0 0-15 0,15 16-18 16,4-13-12-16,10-6-12 0,19-1-16 0,3-8-20 0,7 1-12 15,21-8-19-15,-1 1-12 0,7-1-30 0,2 4-52 16,-2-1-55-16,1 1-66 0,-2 2-80 0,1-6-343 16,0 4-570-16,-5-4 253 0</inkml:trace>
          <inkml:trace contextRef="#ctx0" brushRef="#br0" timeOffset="-187.4004">123 63 3145 0,'0'0'152'0,"-29"-2"-56"0,29 2-6 0,-32 2-14 16,32-2 1-16,-26 1 6 0,26-1-2 0,-16 3-3 15,16-3-4-15,0 0 5 0,0 0-11 0,-21 3-7 16,21-3 2-16,0 0 11 0,0 0 5 0,0 0 0 0,0 0 1 16,63 1-11-16,-31-1 0 0,18-1-9 15,-7-1-4-15,8 1-8 0,2-5-4 0,0 1-2 16,5-3 1-16,1 2-10 0,-1-2-1 0,-3 3-35 0,-1-2-26 16,1 1-43-16,-9 1-39 0,-12 3-44 0,-5 0-49 15,-2-1-63-15,-9-1-86 0,-18 4-287 0,0 0-693 16,22 4 307-16</inkml:trace>
        </inkml:traceGroup>
      </inkml:traceGroup>
    </inkml:traceGroup>
  </inkml:traceGroup>
</inkml:ink>
</file>

<file path=ppt/ink/ink24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1T05:00:59.593"/>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B22E9E28-5AD7-4C47-BDE3-D1C6959DF093}" emma:medium="tactile" emma:mode="ink">
          <msink:context xmlns:msink="http://schemas.microsoft.com/ink/2010/main" type="inkDrawing" rotatedBoundingBox="5344,8312 6431,14161 5043,14419 3955,8570" semanticType="verticalRange" shapeName="Other">
            <msink:sourceLink direction="with" ref="{9CA82B91-1749-4F42-A6B3-C2F965880CBC}"/>
            <msink:sourceLink direction="with" ref="{FB9AD3BF-A8DC-4FC0-950A-786F11D88C79}"/>
            <msink:sourceLink direction="with" ref="{2C848F71-A0E6-4BD8-959F-04C918FE33C7}"/>
            <msink:sourceLink direction="with" ref="{BE7C2378-A766-412F-A818-F0F90A19C5B9}"/>
          </msink:context>
        </emma:interpretation>
      </emma:emma>
    </inkml:annotationXML>
    <inkml:trace contextRef="#ctx0" brushRef="#br0">135 115 317 0,'-10'-8'343'0,"2"-8"-21"16,-3 7-6-16,-4-3-23 0,6 4-12 0,-4-3-13 15,0 1 6-15,3 0-6 0,-1 3-4 0,11 7-17 16,-14-9-2-16,14 9-25 0,-10-9-12 0,10 9-20 16,0 0-24-16,-13-7-7 0,13 7-23 0,0 0-15 0,0 0-7 15,0 0-11-15,0 0-12 0,-3 37-2 0,6-11 0 16,4 1 5-16,1 13 2 0,5 6 2 0,-5 3 5 16,6 25-2-16,-1 2 1 0,1 11 0 0,-1 5 3 15,3 36-4-15,-8 8 6 0,7-5-8 0,-4-1-6 16,-2 6 6-16,6-7 1 0,-7 1 5 0,11 2 0 15,-1 6 15-15,1-2-8 0,10 2-5 0,-7 7-2 16,-1-4-8-16,7 2 4 0,-4-2-11 0,3-12-3 16,0 3-1-16,2 3 3 0,-6-6-4 0,4-3 2 15,-8-36 3-15,7 44-2 0,-5-6-12 0,-7-41-3 16,0 7-23-16,6 35-48 0,-12-43 0 0,3-1 0 0,-1 7 0 16,4-3 0-16,-6-5 0 0,-2 0 0 0,2-6 0 15,4 5 0-15,-6-4 0 0,4-7 0 16,1-2 0-16,-8-16 0 0,4 2 0 0,-3-3 0 0,-2-1 0 15,0-3 0-15,4 1 0 0,-4-5 0 0,-4-5 0 16,8 2 0-16,-4-5 0 0,3-6 0 0,-4 7 0 16,1-15 0-16,-2 3 0 0,3 0 0 0,1-4 0 15,-4-3 0-15,0-1 0 0,0 2 0 0,-4-2 0 16,6-3 0-16,-2 0 0 0,0-1 0 0,0-2 0 16,0-12 0-16,0 18 0 0,0-18 0 0,0 12 0 15,0-12 0-15,2 9 0 0,-2-9 0 0,0 0 0 16,0 0 0-16,1 13 0 0,-1-13 0 0,0 0 0 0,0 0 0 15,0 0 0-15,0 0 0 0,0 0 0 0,0 0 0 16,0 0 0-16,-1 14 0 0,1-14 0 16,0 0 0-16,0 0 0 0,0 0 0 0,0 0 0 0,0 0 0 15,0 0 0-15,0 0 0 0,0 0 0 0,0 0 0 16,0 0 0-16,4 10 0 0,-4-10 0 0,21 13 0 16,-6-8 0-16,5-2 0 0,24 1 0 0,2 6 0 15,10-6 0-15,5-3 0 0,28 3 0 0,4 1 0 16,0-3 0-16,3-1-31 0,2 2-237 0,-2-2-48 15,4-8-55-15,-6 2-42 0,-4 0-58 0,5-11-64 16,-9 9-430-16,-2-10-1044 0,-30-1 462 0</inkml:trace>
  </inkml:traceGroup>
</inkml:ink>
</file>

<file path=ppt/ink/ink25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1T05:01:28.018"/>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BDA7F708-6186-48F7-89D8-6DFB1FFEED1D}" emma:medium="tactile" emma:mode="ink">
          <msink:context xmlns:msink="http://schemas.microsoft.com/ink/2010/main" type="inkDrawing" rotatedBoundingBox="15767,6615 18810,13013 17315,13725 14272,7326" semanticType="verticalRange" shapeName="Other">
            <msink:sourceLink direction="with" ref="{9CA82B91-1749-4F42-A6B3-C2F965880CBC}"/>
            <msink:sourceLink direction="with" ref="{FB9AD3BF-A8DC-4FC0-950A-786F11D88C79}"/>
            <msink:sourceLink direction="with" ref="{2C848F71-A0E6-4BD8-959F-04C918FE33C7}"/>
            <msink:sourceLink direction="with" ref="{BE7C2378-A766-412F-A818-F0F90A19C5B9}"/>
            <msink:sourceLink direction="with" ref="{0C731B9A-FF18-445E-B17F-5C43E3B15F00}"/>
          </msink:context>
        </emma:interpretation>
      </emma:emma>
    </inkml:annotationXML>
    <inkml:trace contextRef="#ctx0" brushRef="#br0">41 142 219 0,'0'0'346'0,"-15"16"-18"16,15-16-22-16,-14 7-24 0,14-7-19 0,-10 7-23 15,10-7-10-15,0 0 0 0,-3 8-14 0,3-8-9 16,0 0 1-16,0 0 6 0,27 8-3 0,-4-8-3 16,4-1-12-16,15-6-16 0,3 0-18 0,4-1-16 0,1-7-14 15,0 5-11-15,6-2-9 0,0 4-15 0,23-6-12 16,-23 4-6-16,5 1-9 0,17-5-7 0,-15 4-6 16,-5 4-4-16,3 1-9 0,-2-2 1 0,-1-3-3 15,-2 3-5-15,-5 4-3 0,-2-1-1 0,-5-5-2 16,0 8-3-16,-9-3 2 0,7 1 2 0,-5 3 5 15,-8 0-4-15,3 0-2 0,-7 3 2 0,6 2 2 16,-6 4-6-16,4 0 4 0,-1 5 11 0,2-1 4 16,4 12 1-16,1 6 7 0,0 3 3 0,1 10 4 15,15 11 4-15,-3 7-2 0,2 4 10 0,1 6 6 0,-1 8-5 16,16 39 2-16,-2-2-3 0,-8 0-2 0,5 1 4 16,-8 7 4-16,5 3 3 0,-1 7 4 0,4-1 2 15,5-1 0-15,-8 9-11 0,-7 1 19 0,5 2-7 16,17-4 8-16,-12 6 2 0,0-5-6 0,0-2 12 15,-4-2 5-15,-1-3 3 0,-3-4-88 0,-3 3-27 16,0-5 0-16,0-2 0 0,1 4 0 0,-3-9 0 16,-1 1 0-16,-15-30 0 0,9 28 0 0,3-4 0 0,-19-34 0 15,16 38 0-15,-17-41 0 0,0 7 0 16,-2-1 0-16,5 4 0 0,-4 0 0 0,-9-1 0 0,12-3 0 16,-5-2 0-16,-4-5 0 0,3-8 0 0,-7-14 0 15,1-4 0-15,-4 1 0 0,4-3 0 0,-6 0 0 16,5-5 0-16,-3 4 0 0,1-10 0 0,2 0 0 15,-2-5 0-15,-11-9 0 0,5-1 0 0,-2-9 0 16,2 4 0-16,-1-1 0 0,0-1 0 0,-4 2 0 16,3-7 0-16,-3 3 0 0,3 3 0 0,4-4 0 15,-6 3 0-15,-1 1 0 0,0-6 0 0,0 5 0 0,0-2 0 16,0 1 0-16,0-2 0 0,-1 0 0 0,1-15 0 16,-5 22 0-16,3-13 0 0,2-9 0 0,-6 21 0 15,2-13 0-15,-5 7 0 0,1 1 0 0,-7-2 0 16,-7 9 0-16,-2-6 0 0,-10 9 0 0,-6-2 0 15,-5-3 0-15,-5-1 0 0,-6-1 0 0,-19 0 0 16,14-4 0-16,-18-4 0 0,20-3 0 0,3-1 0 16,-5-6 0-16,8-1 0 0,2-7 0 0,1 2-502 0,0-13-74 15,2 0-116-15,0-9-379 0,8-1-1159 16,4-2 514-16</inkml:trace>
  </inkml:traceGroup>
</inkml:ink>
</file>

<file path=ppt/ink/ink25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1T05:01:46.474"/>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8C3104F3-3044-4C4B-8396-1C58A79A13D1}" emma:medium="tactile" emma:mode="ink">
          <msink:context xmlns:msink="http://schemas.microsoft.com/ink/2010/main" type="writingRegion" rotatedBoundingBox="20109,9557 27005,8922 27216,11217 20320,11851"/>
        </emma:interpretation>
      </emma:emma>
    </inkml:annotationXML>
    <inkml:traceGroup>
      <inkml:annotationXML>
        <emma:emma xmlns:emma="http://www.w3.org/2003/04/emma" version="1.0">
          <emma:interpretation id="{4079ED36-3C03-402C-A34C-995E374B6D7F}" emma:medium="tactile" emma:mode="ink">
            <msink:context xmlns:msink="http://schemas.microsoft.com/ink/2010/main" type="paragraph" rotatedBoundingBox="20109,9557 27005,8922 27216,11217 20320,11851" alignmentLevel="1"/>
          </emma:interpretation>
        </emma:emma>
      </inkml:annotationXML>
      <inkml:traceGroup>
        <inkml:annotationXML>
          <emma:emma xmlns:emma="http://www.w3.org/2003/04/emma" version="1.0">
            <emma:interpretation id="{B23F6176-48EE-4D5B-9638-A517DDC7BDD5}" emma:medium="tactile" emma:mode="ink">
              <msink:context xmlns:msink="http://schemas.microsoft.com/ink/2010/main" type="line" rotatedBoundingBox="20109,9557 27005,8922 27216,11217 20320,11851"/>
            </emma:interpretation>
          </emma:emma>
        </inkml:annotationXML>
        <inkml:traceGroup>
          <inkml:annotationXML>
            <emma:emma xmlns:emma="http://www.w3.org/2003/04/emma" version="1.0">
              <emma:interpretation id="{784C2FE0-BE5F-4A3D-80E7-9CAB3F694F1C}" emma:medium="tactile" emma:mode="ink">
                <msink:context xmlns:msink="http://schemas.microsoft.com/ink/2010/main" type="inkWord" rotatedBoundingBox="20119,9669 25343,9188 25507,10969 20283,11450"/>
              </emma:interpretation>
              <emma:one-of disjunction-type="recognition" id="oneOf0">
                <emma:interpretation id="interp0" emma:lang="" emma:confidence="1">
                  <emma:literal/>
                </emma:interpretation>
              </emma:one-of>
            </emma:emma>
          </inkml:annotationXML>
          <inkml:trace contextRef="#ctx0" brushRef="#br0">1256 681 105 0,'0'0'364'0,"0"0"-25"0,0 0-32 0,-19-2-22 16,19 2-23-16,0 0-17 0,0 0-22 0,0 0-18 15,0 0-11-15,-15 17-3 0,15-17-3 0,0 0 4 0,0 0 5 16,31 12-1-16,-31-12-6 0,38 3-5 16,-7-9-2-16,11 1-4 0,3-3 3 0,6-5 9 15,2-3-2-15,5 0-18 0,15-9-15 0,-15 10-19 0,-2-6-13 16,20-3-11-16,-27 3-12 0,4 5-11 0,-1-4-12 16,-3-3-6-16,4 6-10 0,-6-2-12 0,-4 2-19 15,-1 3-24-15,-16 0-26 0,-9 5-33 0,6-4-16 16,-6 3-29-16,-2 1-42 0,-6 0-14 0,-2-1-35 15,-7 10-34-15,1-14-39 0,-1 14-36 0,-8-17-42 16,8 17-63-16,-20-15-223 0,5 7-677 0,-3-3 301 16</inkml:trace>
          <inkml:trace contextRef="#ctx0" brushRef="#br0" timeOffset="288.4382">1822 128 376 0,'0'0'362'0,"-28"-3"-27"0,28 3-28 0,-18-3-33 0,18 3-21 16,0 0-19-16,0 0-14 0,0 0-10 0,-18 11-13 15,18-11-6-15,0 0-21 0,0 0 0 0,36 28-6 16,-24-21-18-16,9 0 4 0,-3 1-13 0,8 2 1 16,2-6-12-16,0 2-15 0,4-1-12 0,0-1-4 15,0-1-12-15,15-2-5 0,-3-1-8 0,0 4-7 16,-9-3-3-16,-6-2-8 0,3 1-7 0,0 2-8 16,-3-2 1-16,0 8-3 0,-11-4 0 0,-1 2-6 0,-2 0 7 15,2 1-14-15,-2 5-1 0,-1 2 2 16,-4 1-5-16,4 4 4 0,-6 4-6 0,-1 3-9 15,-6 4 6-15,4-2 1 0,-7 1 1 16,-1 3 1-16,-2 11-8 0,-6-5 1 0,2 0-4 16,-3 0 4-16,-2 2-5 0,-1-1-9 15,6-3-20-15,-6-6-22 0,-5 7-39 0,0-1-45 0,6-12-46 16,-2 3-76-16,5-1-111 0,-4-2-346 0,-3-4-770 16,6-5 341-16</inkml:trace>
          <inkml:trace contextRef="#ctx0" brushRef="#br0" timeOffset="-328.1032">37 228 168 0,'6'-27'270'16,"12"-10"-20"-16,-4 10-15 0,6 1-12 0,4-5-9 15,-4 6-6-15,1 2-9 0,15-3-11 0,-9 10-12 16,0 2-13-16,4 6-16 0,-1 2-9 0,4 6-8 15,-4 6-12-15,4 1-12 0,8 9-5 0,-5 7-5 16,-2 5-9-16,-6 4-8 0,0-3-5 0,-10 8-4 0,2 3-2 16,-5 2-6-16,-8 2-6 0,-7 3-7 0,-2-1 1 15,-6 2-4-15,-4 0-1 0,-3-2-8 0,-4 3 4 16,-3-4-5-16,-3 4-8 0,-1-4-1 0,-1-4 1 16,-6-5-9-16,0 7-1 0,0-13-10 0,-4-1 9 15,4-3-1-15,3-9-1 0,4-2-2 0,-4-4-4 16,2 1 2-16,9-4 0 0,-3-6-3 0,2 3-3 15,1-3-1-15,18-2 9 0,-24 4 10 0,24-4 4 16,0 0-8-16,0 0 7 0,-26-12 5 0,26 12 4 16,0 0 6-16,0 0 0 0,0 0 6 0,40-28-9 15,-20 24-6-15,9 1-17 0,-2-1 10 0,3 8-1 0,14-1 3 16,-9 3-5-16,8 0-4 0,4 5 2 16,-2-1-9-16,-4 5 3 0,4-4-1 0,-1 5-5 15,2-5-2-15,-1 5-14 0,-2-3-14 0,4-5-17 0,-7 0-21 16,-11 3-16-16,3-4-22 0,-8-3-28 0,5-3-34 15,-11 5-19-15,-2-3-26 0,3 2-18 0,-19-5-8 16,30 0-15-16,-30 0-22 0,20-11 26 0,-20 11 33 16,11-11 50-16,-5 3 84 0,-6 8 64 0,8-15 45 15,-4 7 25-15,-4 8 23 0,3-22 24 0,2 14 18 16,-5 8 11-16,3-18-5 0,-3 18 3 0,6-15 7 16,-6 15 0-16,5-14-8 0,-5 14 2 0,6-8-11 15,-6 8-8-15,0 0 4 0,10-8-4 0,-10 8-8 0,0 0-9 16,0 0-7-16,29 22 5 0,-21-7 0 15,5 8-8-15,-4 0-7 0,4 3-7 0,2 13-7 0,-1 2-3 16,1 0-12-16,-1 6-9 0,-1-2 0 0,3 1-8 16,-3 1-8-16,1-2-16 0,1-2-25 0,-3-1-34 15,1 3-37-15,-3-19-46 0,-2 3-47 0,0-6-67 16,-2-3-84-16,-6-4-333 0,0-6-717 0,0-10 317 16</inkml:trace>
          <inkml:trace contextRef="#ctx0" brushRef="#br0" timeOffset="-968.6835">45 13 247 0,'-15'-11'433'0,"15"11"-18"15,-12-5-36-15,12 5-35 0,0 0-23 0,0 0-22 16,0 0-11-16,0 0 1 0,0 0-19 0,-21 26-1 16,21-7-1-16,4 8-7 0,1 11-3 0,0 0-10 15,5 6-13-15,-2 1-5 0,1 1-10 0,3 1-12 16,-1 1-22-16,2 3-10 0,1 2-15 0,9 14-11 0,-6-18-14 16,-2 3-10-16,-1 1-10 0,1-1-14 15,-1 0-15-15,-4-2-4 0,4 0-12 0,-3-3-8 0,-1-1-3 16,4 1-9-16,-2-1-9 0,-3-4-8 0,2-12-19 15,-3-4-17-15,-1 3-29 0,4-4-30 16,-4 1-40-16,-1-8-47 0,-1-3-41 0,-2-4-30 0,-1-3-38 16,-2-8-14-16,6 18-15 0,-6-18-44 0,0 0-46 15,0 0-92-15,0 0-266 0,0 0-795 0,-32-38 351 16</inkml:trace>
          <inkml:trace contextRef="#ctx0" brushRef="#br0" timeOffset="1600.8525">3043-119 450 0,'0'0'447'0,"-8"-8"-25"0,8 8-27 16,0 0-29-16,-8-13-28 0,8 13-22 0,0 0-24 16,0 0-13-16,0 0-2 0,5 44-9 0,-2-20-11 15,5 2-7-15,0 3-15 0,7 9-8 0,2 5-16 16,0 4-9-16,2-4-14 0,-2 6-22 0,-2-3-8 15,3-3-18-15,-2 1-13 0,-2 5-11 0,0-5-9 0,6 2-10 16,-11-1-12-16,-1-3-8 0,5 3-5 0,-6-4-6 16,-1 2-6-16,-4-16-6 0,-1 0-6 15,4-4-7-15,-3-5-1 0,1 1-5 0,-3-7-3 0,0 0-2 16,0-12-4-16,0 18-2 0,0-18-2 0,0 14-4 16,0-14 1-16,0 0-7 0,0 0-5 0,0 0 2 15,0 0-2-15,0 0-5 0,-21-50 1 0,16 22 3 16,-8-14-4-16,-4 1 2 0,-1-5-1 0,2-1-2 15,-5-2 0-15,-1-21 2 0,2 21 0 0,9-2-3 16,0-1-1-16,-3 0 0 0,4-2 3 0,3 6-1 16,3-1-3-16,0 0-1 0,6 5 1 0,0 1-2 15,6 2-2-15,-2 2 2 0,5 12-1 0,-1-3 2 0,4 1-3 16,1 5-2-16,4 5-6 0,-3-4-1 16,10 3-2-16,-5 4-2 0,-2 0-7 0,0 8-2 15,-3 1-2-15,5 6-1 0,-21 1-5 0,35 5 1 0,-20 2 0 16,2 4 3-16,-2 7-4 0,1 1 4 0,-6 4 4 15,1 4-2-15,-5 4 4 0,-3 0 1 16,-3 9 3-16,-1 1 9 0,-1 0-4 0,-4 0 3 0,-5 2 0 16,1-4 0-16,-3 3 3 0,0-4 2 0,4-2-2 15,-4 6 3-15,3-15 2 0,-3-1 1 0,4-1 1 16,-3-1-2-16,6-6 2 0,-2-2-2 0,5 2 7 16,0-3-6-16,-1-1-1 0,1-2 2 0,3 0 3 15,0-12-4-15,3 22 2 0,1-16 1 0,-4-6-5 16,14 19 4-16,-3-13-4 0,-11-6 7 0,24 7-6 15,-3-5-1-15,-2-2 1 0,-19 0-1 0,58-7 1 16,-27 0-2-16,1 4-9 0,8-13-18 0,2 5-17 0,-13 0-26 16,4-3-15-16,6-2-9 0,-10 5-9 0,-1-1-11 15,0-3 6-15,1 4 5 0,-15-4 14 16,5 4 7-16,-3-1 21 0,-1 1 11 0,-4-4 18 0,-1 6 27 16,-4-1 23-16,-1-1 17 0,-2-1 31 0,-3 12 21 15,7-19 19-15,-7 19 6 0,1-15 4 0,-1 15 0 16,5-11-1-16,-5 11-6 0,0 0-3 0,2-10-8 15,-2 10 0-15,0 0-12 0,0 0-4 0,0 0-9 16,0 0-6-16,0 0-6 0,0 0-5 0,0 0-5 16,11 52-6-16,-8-35-2 0,5 9-1 0,3 2-6 15,4 11-3-15,1 2-3 0,-2-4-2 0,5 8-2 16,-1-11-1-16,3 11-5 0,5-1 2 0,-6 2-5 0,-4 4 2 16,7-10-4-16,-1-1 2 0,-7-14-4 15,1 1-13-15,-5-2-17 0,-3-7-26 0,2-5-37 0,-2 3-52 16,-5-6-43-16,3-3-39 0,-6-6-41 0,0 0-35 15,0 0-51-15,0 0-62 0,0 0-410 0,0 0-887 16,0 0 393-16</inkml:trace>
          <inkml:trace contextRef="#ctx0" brushRef="#br0" timeOffset="2007.0955">4190 170 102 0,'0'0'426'0,"-12"5"-28"15,12-5-30-15,0 0-17 0,0 0-14 0,0 0-5 16,0 0 2-16,0 0-3 0,0 0-23 0,0 0-13 16,0 0-26-16,51-19-19 0,-25 7-24 0,1 3-20 15,0-4-21-15,2 2-20 0,16-10-15 0,-8 6-17 0,6-2-14 16,-1-1-16-16,-2 1-15 0,-1 3-26 0,-6 0-34 15,-1 1-40-15,-8 0-48 0,2 0-45 0,1-1-38 16,-7 2-48-16,-6 5-41 0,0-4-55 0,-1 4-58 16,-13 7-354-16,5-8-756 0,-5 8 334 0</inkml:trace>
          <inkml:trace contextRef="#ctx0" brushRef="#br0" timeOffset="2225.8293">4247-124 55 0,'-32'0'406'0,"32"0"-29"16,-23-3-24-16,23 3-32 0,-16-2-36 0,16 2-21 16,0 0-14-16,0 0-14 0,0 0-9 0,0 0-14 0,-5 19-16 15,5-19-11-15,13 22-6 0,-2-4-10 0,1 6-13 16,0 4-9-16,4 7-6 0,2 4-16 16,-3 1-12-16,-1 1-7 0,2 2-12 0,0-1-8 0,-3 3-7 0,-2 1-8 0,0 1-12 0,2 0 0 0,0-1-22 31,1-1-14-31,-1-4-39 0,-3 0-52 0,-2-12-58 0,5 0-60 0,-5-4-71 0,3-10-81 0,-8-1-338 31,2-6-730-31,1-1 324 0</inkml:trace>
          <inkml:trace contextRef="#ctx0" brushRef="#br0" timeOffset="2764.2693">4739-287 285 0,'-6'-8'452'0,"6"8"-30"0,0 0-30 0,-7-15-23 0,7 15-19 16,0 0-23-16,8-15-30 0,-8 15-30 0,15-15-27 15,2 8-20-15,0 0-23 0,-1 2-23 16,-2 3-14-16,13-7-17 0,-6 5-13 0,0 4-12 0,-21 0-13 15,42 1-14-15,-25 4-12 0,-2 2-6 0,-1 4-3 16,1-1-14-16,-3 8-6 0,0-2-7 0,-1 7-6 16,-6 3-2-16,-2 2-1 0,-5 0-3 0,4 1-5 15,-4 2 0-15,-1 0-4 0,-8 3-4 0,1-9 2 16,2 1-4-16,-1 1 6 0,2-1-10 0,-1-8-4 0,0 4 0 16,2-7 2-16,3-4 1 0,-4 1-6 15,6-4 3-15,1-8-1 0,-4 15-5 0,4-15 3 16,0 0-4-16,0 0 2 0,0 0-4 0,0 0 4 0,0 0 2 15,0 0-4-15,0 0-2 0,0 0 4 16,0 0-3-16,32-29-1 0,-27 19 2 0,8 1 2 0,-7 1-6 16,-6 8 3-16,26-17 3 0,-11 15-3 0,-15 2 3 15,22-7-1-15,-22 7-1 0,32 4 2 0,-13 1 1 16,-3 3 0-16,2 5 2 0,3 4-4 0,-2 0 2 16,0 2 4-16,-2 3-1 0,0 1 0 0,-2-1-2 15,-3 2 1-15,-2 1 0 0,-4 1-1 0,-4 0 0 16,6 0-4-16,-10-6 2 0,-2 2-3 0,0 4 4 15,-4-4-1-15,-4-2-14 0,-4 2-19 0,-4-3-40 16,-1-3-35-16,-6-1-41 0,2-5-25 0,-8 0-38 0,-10-2-45 16,-2 1-61-16,11-11-89 0,-10-1-240 0,2-8-698 15,15 3 308-15</inkml:trace>
        </inkml:traceGroup>
        <inkml:traceGroup>
          <inkml:annotationXML>
            <emma:emma xmlns:emma="http://www.w3.org/2003/04/emma" version="1.0">
              <emma:interpretation id="{11FAF585-D2B0-4E1B-9A93-4B5473AE9E82}" emma:medium="tactile" emma:mode="ink">
                <msink:context xmlns:msink="http://schemas.microsoft.com/ink/2010/main" type="inkWord" rotatedBoundingBox="25272,9082 27005,8922 27216,11217 25483,11376"/>
              </emma:interpretation>
              <emma:one-of disjunction-type="recognition" id="oneOf1">
                <emma:interpretation id="interp1" emma:lang="" emma:confidence="0.5">
                  <emma:literal>B</emma:literal>
                </emma:interpretation>
                <emma:interpretation id="interp2" emma:lang="" emma:confidence="0">
                  <emma:literal>,</emma:literal>
                </emma:interpretation>
                <emma:interpretation id="interp3" emma:lang="" emma:confidence="0">
                  <emma:literal>}</emma:literal>
                </emma:interpretation>
                <emma:interpretation id="interp4" emma:lang="" emma:confidence="0">
                  <emma:literal>;</emma:literal>
                </emma:interpretation>
                <emma:interpretation id="interp5" emma:lang="" emma:confidence="0">
                  <emma:literal>&amp;</emma:literal>
                </emma:interpretation>
              </emma:one-of>
            </emma:emma>
          </inkml:annotationXML>
          <inkml:trace contextRef="#ctx0" brushRef="#br0" timeOffset="3436.0931">5155-489 326 0,'13'-12'383'0,"-13"12"-24"16,0 0-20-16,0 0-21 0,33 12-11 0,-33-12 3 0,24 16-11 15,-11 0-16-15,5-1-2 0,3 6-3 0,-2 1-8 16,10 11-7-16,-2 4-17 0,-1 2-18 0,1-3-13 15,5 6-18-15,0-1-17 0,-3 3-14 0,0 0-16 16,3 2-13-16,-1 4-13 0,-4-5-11 0,-3 4-9 16,3-2-13-16,-4 0-7 0,-3-1-8 0,1-7-6 15,-5 0-11-15,-3-2-8 0,-2-10-3 0,1-3-5 16,-6 0-5-16,2-8 2 0,-5-1-6 0,0-2-4 16,1-3-1-16,-4-10-1 0,0 15 0 0,0-15 1 15,0 0-6-15,0 0-7 0,0 0-3 0,0 0 2 16,-48-31-2-16,28 8-6 0,-4-9-2 0,-3-3-1 15,-7-9 1-15,-1 1-3 0,-5-20-1 0,-2 3 1 0,13 14-2 16,-4 0-2-16,4-2 4 0,1 1 2 0,4 2 0 16,2-1-3-16,4-1-3 0,4 0-2 0,4 1 0 15,-1-1 0-15,3 4 3 0,2 6-7 0,6 8 5 16,3 0-3-16,0 1 0 0,3 4-1 0,-1 7 1 16,6-9-3-16,2 6 7 0,2 4-5 0,-1 2 2 15,1 0-3-15,4 3-1 0,-3 1 3 0,0 1-11 16,5 1-7-16,-2 7-5 0,-19 1 1 0,37 6-6 15,-16 4-2-15,4 5 2 0,-7 5-1 0,1 5 2 16,-3 2 1-16,0 8 3 0,-3 4 6 0,-5 1 1 16,-5 2 2-16,1 0 3 0,-6-1-1 0,-3 4 5 0,-1-1 1 15,1 1 0-15,-8-5 2 0,0 6 1 0,1-10 2 16,-4 6 0-16,3-14 3 0,-2 10 2 0,1-15-3 16,-1 2 3-16,6-4 3 0,-3-3-2 0,9-2-1 15,-3-5 1-15,1-1 0 0,2 1 1 0,3-11-3 16,0 15-2-16,0-15 4 0,6 19 3 0,2-14 6 15,-8-5-3-15,28 12 1 0,-11-11 0 0,12 4 8 16,0-4-8-16,5 1 2 0,-1-1 0 0,7-1-5 16,2 0 0-16,1 3 0 0,-7-3-3 0,7 0-13 15,-9 1-16-15,-1 1-31 0,11 2-48 0,1-3-37 16,0 1-47-16,-2-4-36 0,-9 4-56 0,-4-2-61 16,1-2-88-16,-12 4-297 0,16-5-792 0,-9-3 351 15</inkml:trace>
          <inkml:trace contextRef="#ctx0" brushRef="#br0" timeOffset="3857.9579">6302 144 296 0,'0'0'413'0,"0"0"-22"0,-18-7-27 16,18 7-15-16,0 0-22 0,0 0-32 0,10-19-22 16,-10 19-18-16,24-17-22 0,-8 4-14 0,5 6-13 15,4-6-15-15,0 1-16 0,0 3-12 0,-1 1-3 16,5-1-13-16,-2 7-10 0,-6-3-12 0,0 5-8 15,-21 0-13-15,37 7-8 0,-18 2-11 0,-7 3-3 16,4 3-3-16,1 4-12 0,-9 5-1 0,0 2-5 0,-1 3-6 16,-4 1 2-16,-6-1 1 0,-1 2-5 15,1 9-2-15,0-10-1 0,-10-3-2 0,7 1 1 0,-9 8-5 16,9-10-6-16,-4-7-3 0,2-4-5 0,-3 8 0 16,1-13-1-16,4 7-5 0,1-8-2 0,2 3-1 15,3-12-2-15,-11 12-5 0,11-12-6 0,0 0-3 16,0 0-6-16,-7 7-2 0,7-7 2 0,0 0 2 15,0 0-1-15,0 0 1 0,0 0-3 0,0 0 2 16,56-20-1-16,-38 14 2 0,3 5 1 0,5-3-2 16,3 4 0-16,-2 0-2 0,2 7 5 0,0 3 0 15,3 1-2-15,-3-1 3 0,-5 9-5 0,3 2 6 0,3 7-9 16,-4 4 2-16,-2 0 1 0,-11-5-1 16,-3 2-3-16,7 12-2 0,-14-4-1 0,-3 3-3 15,-6 0-6-15,-8 5-16 0,-2 3-16 0,-9-2-33 0,-23 14-33 16,-8-4-33-16,-8 5-54 0,-8-2-45 0,-49 24-65 15,1-16-66-15,32-18-55 0,-32 12-262 0,33-21-754 16,4-3 334-16</inkml:trace>
        </inkml:traceGroup>
      </inkml:traceGroup>
    </inkml:traceGroup>
  </inkml:traceGroup>
</inkml:ink>
</file>

<file path=ppt/ink/ink25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1T05:02:09.740"/>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0C4DE0B6-AEE8-4AE5-A607-316D48BD0975}" emma:medium="tactile" emma:mode="ink">
          <msink:context xmlns:msink="http://schemas.microsoft.com/ink/2010/main" type="inkDrawing" rotatedBoundingBox="20248,13443 21400,18754 19713,19120 18561,13809" semanticType="verticalRange" shapeName="Other">
            <msink:sourceLink direction="with" ref="{0C731B9A-FF18-445E-B17F-5C43E3B15F00}"/>
            <msink:sourceLink direction="with" ref="{271EBC7D-428A-4BDA-A259-5A525747AFEF}"/>
          </msink:context>
        </emma:interpretation>
      </emma:emma>
    </inkml:annotationXML>
    <inkml:trace contextRef="#ctx0" brushRef="#br0">0 196 116 0,'0'0'427'0,"0"0"-41"0,0 0-17 0,0 0-9 16,0 0-11-16,0 0-3 0,0 0-2 0,0 0-15 15,29-21-21-15,-10 11-21 0,11-1-25 0,15-4-18 0,3 5-20 16,4-2-22-16,4 1-19 0,22 1-19 16,1 1-17-16,3-3-14 0,5 1-12 0,-9 0-13 15,10 6-10-15,-27-2-11 0,24 0-6 0,-4-4-8 0,-22 10-7 16,-3-3-6-16,-1 2-7 0,-4 2-17 0,-3-5-2 16,-5 4-4-16,-12 0-4 0,-9 2-1 0,-1 5 0 15,-1-4-5-15,0 3 3 0,-2 2 4 0,-4 7 5 16,1 5 2-16,3 5 8 0,-7 14 9 0,3 9 7 15,-1 5 9-15,0 28 8 0,-7 6 12 0,2 9 14 16,8 39 6-16,-4 1 0 0,-3 4 12 0,6 7 12 16,4-6-10-16,3 5-4 0,2 4 10 0,9 3-1 15,2-1-2-15,-3 5 0 0,10-9 0 0,6 4-5 16,-7-7-94-16,9 1-25 0,-11 2 0 0,1-12 0 16,3 11 0-16,-3-8 0 0,-6 6 0 0,-5-14 0 15,5-1 0-15,-20-36 0 0,2 43 0 0,10-13 0 0,-15 2 0 16,-1-38 0-16,-1 2 0 0,-1 5 0 15,-1-4 0-15,1 4 0 0,-10-4 0 0,4-3 0 16,-2-1 0-16,8-6 0 0,-8-7 0 0,0-20 0 0,-2-4 0 16,4 2 0-16,-4-9 0 0,4 1 0 0,1-16 0 15,-3-7 0-15,-3-4 0 0,7 2 0 0,-4-7 0 16,0 2 0-16,0-13 0 0,2 14 0 0,-2-14 0 16,2 12 0-16,-2-12 0 0,0 0 0 0,-10 14 0 15,10-14 0-15,-19 7 0 0,3-3 0 0,-12-3 0 16,-16 2 0-16,-6-3 0 0,-6 5 0 0,-23 2-9 15,-3-3-222-15,-6-4-23 0,-5-1-24 0,0 1-30 16,-2-7-10-16,-4-1-7 0,-2-3-22 0,0-4-33 0,-2-5-46 16,7-1-72-16,3 1-306 0,4-9-869 15,3-3 386-15</inkml:trace>
  </inkml:traceGroup>
</inkml:ink>
</file>

<file path=ppt/ink/ink25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1T05:02:10.412"/>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50E51606-D911-49A7-A3BA-C6ABD6BB3951}" emma:medium="tactile" emma:mode="ink">
          <msink:context xmlns:msink="http://schemas.microsoft.com/ink/2010/main" type="writingRegion" rotatedBoundingBox="20869,13906 27451,13542 27586,15989 21005,16354"/>
        </emma:interpretation>
      </emma:emma>
    </inkml:annotationXML>
    <inkml:traceGroup>
      <inkml:annotationXML>
        <emma:emma xmlns:emma="http://www.w3.org/2003/04/emma" version="1.0">
          <emma:interpretation id="{7CC241CB-6735-45AA-ACA0-555AE1B4CA57}" emma:medium="tactile" emma:mode="ink">
            <msink:context xmlns:msink="http://schemas.microsoft.com/ink/2010/main" type="paragraph" rotatedBoundingBox="20869,13906 27451,13542 27586,15989 21005,16354" alignmentLevel="1"/>
          </emma:interpretation>
        </emma:emma>
      </inkml:annotationXML>
      <inkml:traceGroup>
        <inkml:annotationXML>
          <emma:emma xmlns:emma="http://www.w3.org/2003/04/emma" version="1.0">
            <emma:interpretation id="{0C5ADD5E-788A-48CE-88C6-4D00D21555B8}" emma:medium="tactile" emma:mode="ink">
              <msink:context xmlns:msink="http://schemas.microsoft.com/ink/2010/main" type="line" rotatedBoundingBox="20869,13906 27451,13542 27586,15989 21005,16354"/>
            </emma:interpretation>
          </emma:emma>
        </inkml:annotationXML>
        <inkml:traceGroup>
          <inkml:annotationXML>
            <emma:emma xmlns:emma="http://www.w3.org/2003/04/emma" version="1.0">
              <emma:interpretation id="{1F73AD48-6162-4BCA-A703-3F087E0A869F}" emma:medium="tactile" emma:mode="ink">
                <msink:context xmlns:msink="http://schemas.microsoft.com/ink/2010/main" type="inkWord" rotatedBoundingBox="20904,14530 24979,14305 25059,15752 20984,15977"/>
              </emma:interpretation>
              <emma:one-of disjunction-type="recognition" id="oneOf0">
                <emma:interpretation id="interp0" emma:lang="" emma:confidence="1">
                  <emma:literal/>
                </emma:interpretation>
              </emma:one-of>
            </emma:emma>
          </inkml:annotationXML>
          <inkml:trace contextRef="#ctx0" brushRef="#br0">83 159 201 0,'-21'2'385'0,"4"1"-35"0,17-3-24 0,-32 2-23 16,32-2-25-16,-15 5-24 0,15-5-5 0,0 0-16 16,0 0 9-16,0 0 3 0,0 0-4 0,55 23-9 15,-20-19-10-15,15-3-5 0,11-2-11 0,28-5-11 16,0 1 3-16,7 0-8 0,0-6-4 0,5 1-14 15,-4 1-15-15,-3-1-18 0,-1 2-14 0,-6-2-10 16,-4 0-14-16,6 0-10 0,-12-4-6 0,-20 5-8 16,0 2-14-16,-8-1-12 0,1 2-22 0,-16 1-32 15,-5 1-40-15,-9 0-35 0,-2 2-19 0,-4-2-20 0,-14 4-56 16,13-8-53-16,-13 8-67 0,0 0-86 0,0 0-413 16,-48-23-857-16,18 13 379 0</inkml:trace>
          <inkml:trace contextRef="#ctx0" brushRef="#br0" timeOffset="296.8451">754-207 4126 0,'-16'-5'117'0,"-4"-1"-82"0,20 6-11 0,-22-3-29 0,22 3-8 15,-14-4 8-15,14 4 10 0,0 0 11 0,0 0 14 16,0 0 19-16,0 0 25 0,52 18 15 0,-23-10 0 16,13 3 1-16,1 3-14 0,7-6-8 0,-2 6-4 15,4 0-4-15,1-2-6 0,1-1-12 0,2-2 0 16,5 1-6-16,0-5-7 0,18 9-1 0,-23-6-5 0,5-6 4 15,-2 1-7-15,-4 3-2 0,-4-1-3 0,-6 0-2 16,3 4 0-16,-17-9-4 0,-2 6 3 16,-12-5-10-16,1 4 1 0,-18-5 5 0,26 11 1 0,-20-2-2 15,-1 4 2-15,-5 3 0 0,-2 9-1 0,-7 6 1 16,-11 6-3-16,-1 9-2 0,-7-1 1 0,-14 22-1 16,3-1-1-16,-4-2-3 0,-4 3-8 0,1 0-10 15,-2-1-13-15,3 5-15 0,-2-4-14 0,6-8-12 16,15-16-29-16,-3 7-38 0,2-2-44 0,1-3-64 15,4-4-78-15,7-6-380 0,2-9-763 0,5-3 338 16</inkml:trace>
          <inkml:trace contextRef="#ctx0" brushRef="#br0" timeOffset="718.692">2422 157 4964 0,'0'0'191'0,"2"-20"-163"0,4 8-11 0,1 2-10 15,-1 1-7-15,4 0 4 0,4-2 13 0,-1 4 28 16,1-1 19-16,3 3 18 0,3 2 5 0,8-1-7 16,-1 8-6-16,3 0-7 0,4 3-8 0,9 9-4 0,-4-1-7 15,3 4-5-15,-2 7-4 0,-2 4-3 0,-1 3-5 16,-8 1-5-16,-2 4-1 0,-6 0-5 0,-2 9-5 15,-7-5-6-15,-3 3-4 0,-6-3-2 0,-6-2-4 16,-3-2 1-16,-2-5-3 0,1-7-1 0,-4-2 8 16,-3-2-3-16,-2-1-1 0,1-11 1 0,2 4 1 15,7-6 5-15,-5-2 10 0,11-6 1 0,0 0 12 16,0 0 8-16,0 0 6 0,-31-36-4 0,31 8-1 16,5-20-5-16,-3 1-2 0,7-24-2 0,3 17-2 15,7-26-8-15,3-6-1 0,1 4 0 0,6-2-8 16,9 3 13-16,-1-1 5 0,0 13-2 0,-3 2-9 0,-9 22-11 15,4-4-14-15,-2 8-30 0,1 5-25 0,-12 15-25 16,-2-1-46-16,5 0-53 0,-6 9-45 16,-5 6-46-16,-8 7-50 0,7-7-56 0,-7 7-89 0,0 0-273 15,0 0-808-15,0 0 358 0</inkml:trace>
          <inkml:trace contextRef="#ctx0" brushRef="#br0" timeOffset="1062.4325">3330-133 208 0,'36'0'338'0,"-9"0"-8"0,3 0 0 0,4 5 1 16,-2-3 4-16,2-1-11 0,-5 5-14 0,19 6-12 15,-18-1-28-15,-1 1-19 0,15 11-15 0,-9 3-33 16,0 2-17-16,-1 1-20 0,-10 3-12 0,5 2-15 16,-8 4-12-16,-2-1-8 0,-6 4-13 0,-2 2-4 15,0 1-7-15,-4-2-2 0,-4 2-9 0,-3-3-4 16,-3-2-8-16,-2 2-6 0,-2-10-5 0,-1-4-2 0,0-8-11 15,-3 6 0-15,1-3-6 0,-2-3-7 0,2-4 1 16,-1-2-4-16,3-3-2 0,-2-1 3 16,10-9 12-16,-14 6 9 0,14-6 3 0,0 0 1 0,-20-23-1 15,11 0 1-15,4-10-4 0,5-7-9 0,-2-5-2 16,2-10-1-16,4-17-7 0,2-5-11 16,0-3-7-16,6 3-4 0,-1 0 5 0,3-1-4 0,10 3 0 15,-9 3 0-15,11 5-1 0,-6 18-6 0,1 4-5 16,-6 2-15-16,4 4-38 0,-6 12-42 0,-2 4-63 15,2-2-40-15,-5 11-86 0,-2 2-78 0,2-1-94 16,-4 6-356-16,-4 7-877 0,0 0 388 0</inkml:trace>
        </inkml:traceGroup>
        <inkml:traceGroup>
          <inkml:annotationXML>
            <emma:emma xmlns:emma="http://www.w3.org/2003/04/emma" version="1.0">
              <emma:interpretation id="{BD64E8C1-4B77-4691-B1D1-EC3AD7E0234E}" emma:medium="tactile" emma:mode="ink">
                <msink:context xmlns:msink="http://schemas.microsoft.com/ink/2010/main" type="inkWord" rotatedBoundingBox="25152,13669 27451,13542 27586,15989 25288,16117"/>
              </emma:interpretation>
              <emma:one-of disjunction-type="recognition" id="oneOf1">
                <emma:interpretation id="interp1" emma:lang="" emma:confidence="0.5">
                  <emma:literal>of</emma:literal>
                </emma:interpretation>
                <emma:interpretation id="interp2" emma:lang="" emma:confidence="0.5">
                  <emma:literal>e f</emma:literal>
                </emma:interpretation>
                <emma:interpretation id="interp3" emma:lang="" emma:confidence="0">
                  <emma:literal>if</emma:literal>
                </emma:interpretation>
                <emma:interpretation id="interp4" emma:lang="" emma:confidence="0">
                  <emma:literal>e F</emma:literal>
                </emma:interpretation>
                <emma:interpretation id="interp5" emma:lang="" emma:confidence="0">
                  <emma:literal>If</emma:literal>
                </emma:interpretation>
              </emma:one-of>
            </emma:emma>
          </inkml:annotationXML>
          <inkml:trace contextRef="#ctx0" brushRef="#br0" timeOffset="1453.0163">4315 130 5 0,'8'7'286'0,"4"0"-9"0,4 1-2 0,-3-4-1 15,-13-4 2-15,33 1-7 0,-13-6 8 0,0 3-34 16,8-10 2-16,2 4-5 0,2-7-9 0,-1 4-14 16,6-13-3-16,-10 10-7 0,0-5-18 0,-3 0-10 15,0 3-2-15,-4-5-17 0,4-1-8 0,-8 3-17 16,-4-3-9-16,3-1-5 0,-7 6-7 0,2 3-2 16,-7-3 0-16,-2 1-4 0,-1 2-4 0,0-1-8 15,-4 3-10-15,0 0-9 0,-7-1-8 0,-3 1-5 16,-2 5-6-16,-4 2-2 0,-5-2-9 0,1 7-8 15,-5 7-1-15,-2 4-2 0,-12 3-5 0,1 6-4 16,1 10 0-16,4 1 1 0,1 5 3 0,1 2 4 16,6 5 14-16,5 5 5 0,3 3 16 0,10-1 9 15,1 21 16-15,10 1-5 0,4-15 0 0,8-6-4 16,3 0-14-16,7 1 13 0,17 12-14 0,-7-17-12 16,21 8-6-16,-13-20-2 0,7 0-17 0,-1-3-21 0,7-8-56 15,-3-3-48-15,-4-5-58 0,4-8-50 0,1-7-83 16,-3-2-102-16,-4-10-81 0,-11 3-470 0,11-18-1013 15,-6-2 449-15</inkml:trace>
          <inkml:trace contextRef="#ctx0" brushRef="#br0" timeOffset="1952.9774">5289 772 4587 0,'-9'-19'256'0,"7"-10"-139"16,2 5-54-16,6-5-18 0,22-8 9 0,1-1 7 15,8 4 52-15,6-4 55 0,23-6 24 0,11 6 22 16,9-1 0-16,6 0-10 0,38-15-22 0,-40 17-1 15,39-12-35-15,-45 19-17 0,-4 0-21 0,-3 4-67 16,-24 7-81-16,-10-1-117 0,12-1-130 0,-18 3-160 16,-8 3-577-16,-4-5-1110 0,-9-2 491 0</inkml:trace>
          <inkml:trace contextRef="#ctx0" brushRef="#br0" timeOffset="1874.8597">5315-245 492 0,'0'-19'445'0,"5"8"-32"0,4-1-4 0,6-2-3 16,4-2 9-16,4 0-4 0,5 2-16 0,1-5-37 15,7 0-34-15,5-3-32 0,-1-1-32 0,7-2-28 16,-1 3-25-16,-2-2-26 0,-1-4-24 0,-4-1-24 0,-4-7-25 16,-1-6-28-16,-4 3-19 0,-7-3-18 0,-3-9-11 15,1 4-11-15,-10-8 2 0,-7 4-1 0,1 5 2 16,-5 2 0-16,-7 3 4 0,1 11 1 0,-7 3 2 16,-2 1 3-16,1 4-1 0,-4 3 0 0,-3 3 2 15,2 7 2-15,-8-3-2 0,1 7 0 0,-1 5-1 16,6 7-6-16,-8 4 3 0,-8 8 0 0,5 7-2 15,3 8 4-15,2 6 12 0,11 11 5 0,-2 17 9 16,2 7 1-16,21 4 5 0,0 4 13 0,5 3-4 16,17 37 10-16,-6-32 7 0,11 36 4 0,-5-40-13 15,8 37-3-15,9-4-9 0,-23-38-2 0,4 2-11 16,-2 9-1-16,7 38-15 0,-14-44 5 0,3-1-5 16,-10-3-12-16,-5 3 0 0,0-8-2 0,-6-7-27 15,-4-19-19-15,2-4-22 0,-7-3-39 0,-2-2-47 16,-3-1-51-16,3-15-72 0,-1-6-54 0,-4-2-57 0,-7-3-78 15,10-8-87-15,-14-4-389 0,-1-11-990 0,-4-2 439 16</inkml:trace>
        </inkml:traceGroup>
      </inkml:traceGroup>
    </inkml:traceGroup>
  </inkml:traceGroup>
</inkml:ink>
</file>

<file path=ppt/ink/ink25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1T05:02:01.350"/>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271EBC7D-428A-4BDA-A259-5A525747AFEF}" emma:medium="tactile" emma:mode="ink">
          <msink:context xmlns:msink="http://schemas.microsoft.com/ink/2010/main" type="writingRegion" rotatedBoundingBox="9281,14557 18972,13469 19549,18609 9858,19697">
            <msink:destinationLink direction="with" ref="{0C4DE0B6-AEE8-4AE5-A607-316D48BD0975}"/>
          </msink:context>
        </emma:interpretation>
      </emma:emma>
    </inkml:annotationXML>
    <inkml:traceGroup>
      <inkml:annotationXML>
        <emma:emma xmlns:emma="http://www.w3.org/2003/04/emma" version="1.0">
          <emma:interpretation id="{C6277C59-3812-4E1F-BE3E-3B5DE867753A}" emma:medium="tactile" emma:mode="ink">
            <msink:context xmlns:msink="http://schemas.microsoft.com/ink/2010/main" type="paragraph" rotatedBoundingBox="10752,16100 19161,15156 19304,16433 10895,17376" alignmentLevel="2"/>
          </emma:interpretation>
        </emma:emma>
      </inkml:annotationXML>
      <inkml:traceGroup>
        <inkml:annotationXML>
          <emma:emma xmlns:emma="http://www.w3.org/2003/04/emma" version="1.0">
            <emma:interpretation id="{C75F8CBF-F21C-4965-9C59-DA192A9AD57D}" emma:medium="tactile" emma:mode="ink">
              <msink:context xmlns:msink="http://schemas.microsoft.com/ink/2010/main" type="line" rotatedBoundingBox="10752,16100 19161,15156 19304,16433 10895,17376"/>
            </emma:interpretation>
          </emma:emma>
        </inkml:annotationXML>
        <inkml:traceGroup>
          <inkml:annotationXML>
            <emma:emma xmlns:emma="http://www.w3.org/2003/04/emma" version="1.0">
              <emma:interpretation id="{5464830A-60F5-41D3-9F24-6BC7148AFF22}" emma:medium="tactile" emma:mode="ink">
                <msink:context xmlns:msink="http://schemas.microsoft.com/ink/2010/main" type="inkWord" rotatedBoundingBox="10783,16375 11608,16283 11683,16953 10858,17045"/>
              </emma:interpretation>
              <emma:one-of disjunction-type="recognition" id="oneOf0">
                <emma:interpretation id="interp0" emma:lang="" emma:confidence="1">
                  <emma:literal/>
                </emma:interpretation>
              </emma:one-of>
            </emma:emma>
          </inkml:annotationXML>
          <inkml:trace contextRef="#ctx0" brushRef="#br0">9022 15303 191 0,'-14'-9'372'0,"14"9"-36"15,-22 0-13-15,22 0-16 0,0 0-12 0,-29 6-10 16,16 0-20-16,-2 7-16 0,6-3-23 0,-2 4-6 16,1 5-2-16,-1-1-22 0,3 5-19 0,0 3-12 15,1-1-9-15,6 2-15 0,-4 0-10 0,3-2-12 16,7 2-12-16,1-1-16 0,4-2 3 0,3 1-6 16,3-3-6-16,6-3-3 0,-1 0-4 0,8-1 3 15,14 1 1-15,-10-12-4 0,-1 1 0 0,16-7-3 16,-5-4 1-16,7-7 0 0,-5 0-4 0,3-8 1 0,-3 3-8 15,0-8-3-15,-7 1-4 0,6-4-4 16,-11-1-6-16,-2-3-3 0,-4 3 0 0,-5 2-3 16,-1-6-5-16,-13 0 0 0,7 3 0 0,-7-11-2 15,-2 7-2-15,-6-7-2 0,0 6-2 0,-8 7-2 0,0-1-3 16,-11-10 2-16,1 11-7 0,-7-5 0 16,2 9-3-16,-12-3 0 0,4 10 0 0,-1 3-9 0,0 7 1 15,-10 1-4-15,1 2-7 0,5 6-6 0,1 3-12 16,6 5-22-16,-8 3-24 0,2 11-34 0,13-5-40 15,2 2-44-15,6 0-35 0,4 3-41 0,2 4-57 16,8-4-64-16,3 0-387 0,12 0-835 0,6-2 370 16</inkml:trace>
        </inkml:traceGroup>
        <inkml:traceGroup>
          <inkml:annotationXML>
            <emma:emma xmlns:emma="http://www.w3.org/2003/04/emma" version="1.0">
              <emma:interpretation id="{7C2CD116-EF70-4CEB-B40D-ECE18AD006BC}" emma:medium="tactile" emma:mode="ink">
                <msink:context xmlns:msink="http://schemas.microsoft.com/ink/2010/main" type="inkWord" rotatedBoundingBox="13117,15985 13862,15902 13945,16643 13200,16727"/>
              </emma:interpretation>
              <emma:one-of disjunction-type="recognition" id="oneOf1">
                <emma:interpretation id="interp1" emma:lang="" emma:confidence="1">
                  <emma:literal/>
                </emma:interpretation>
              </emma:one-of>
            </emma:emma>
          </inkml:annotationXML>
          <inkml:trace contextRef="#ctx0" brushRef="#br0" timeOffset="546.8344">11305 14865 217 0,'0'0'400'0,"0"0"-18"0,0 0-19 16,-28-3-15-16,28 3-33 0,-15 7-16 0,15-7-26 16,-13 11-10-16,7-4-16 0,6-7-18 0,-10 20-21 15,2-8-8-15,2 8-9 0,-1-2-11 0,1 0-9 16,3 3-24-16,-5 5-5 0,3-2-18 0,3 2-8 16,4 1-13-16,-2-1-7 0,2 0-10 0,4 4-5 15,8 4-6-15,1-7-7 0,1-1-2 0,11 3-1 16,-6-6-3-16,13 0 0 0,-7-4 4 0,10 2 4 15,-7-8-2-15,12 0 2 0,-8-5 0 0,6-4-5 16,-6-4 4-16,-1-4 3 0,-2-3 0 0,2 0 0 16,6-8 0-16,-10-2-6 0,-4-3 10 0,6-7-8 15,-1-4-7-15,-4-4 0 0,-5 3 0 0,-5-5-8 16,3-1 1-16,-9 0-5 0,-4 11-5 0,2-12-8 16,-3 3 2-16,-10-5-10 0,-1 0-4 0,-4 0-6 15,-9 7 2-15,-3-1 3 0,-2 3-8 0,-9 2-4 0,1 6-7 16,5 7-5-16,-10-1-13 0,-3 5-8 0,10 6-15 15,-4 2-34-15,-9 5-26 0,9 1-37 0,2 5-48 16,-2 0-43-16,12 1-60 0,-12 5-69 0,10 1-91 16,-3-1-437-16,3-2-955 0,6 0 423 0</inkml:trace>
        </inkml:traceGroup>
        <inkml:traceGroup>
          <inkml:annotationXML>
            <emma:emma xmlns:emma="http://www.w3.org/2003/04/emma" version="1.0">
              <emma:interpretation id="{2E8B6CFC-27AF-43A6-ACDD-4CB508C999BC}" emma:medium="tactile" emma:mode="ink">
                <msink:context xmlns:msink="http://schemas.microsoft.com/ink/2010/main" type="inkWord" rotatedBoundingBox="16142,15495 19161,15156 19304,16433 16285,16771"/>
              </emma:interpretation>
              <emma:one-of disjunction-type="recognition" id="oneOf2">
                <emma:interpretation id="interp2" emma:lang="" emma:confidence="1">
                  <emma:literal/>
                </emma:interpretation>
              </emma:one-of>
            </emma:emma>
          </inkml:annotationXML>
          <inkml:trace contextRef="#ctx0" brushRef="#br0" timeOffset="1281.1497">14185 14263 52 0,'0'0'442'0,"-11"-13"-2"0,11 13-3 0,0-13-11 0,0 13-16 16,0 0-30-16,-6-10-35 0,6 10-31 0,0 0-16 16,0 0-12-16,0 0-6 0,0 0-5 0,11 55-19 15,-5-27-14-15,2 10-18 0,2 0-24 0,-4 3-20 16,2 4-13-16,5 0-17 0,-5 5-16 0,3-3-13 15,-3 2-11-15,1 0-9 0,-3-2-10 0,2 1-15 16,0-3-20-16,-2 2-47 0,1-2-49 0,-4-4-72 16,8-3-75-16,-9 0-97 0,3 5-105 0,-2-15-147 15,3-4-290-15,-6-10-894 0,7-3 395 0</inkml:trace>
          <inkml:trace contextRef="#ctx0" brushRef="#br0" timeOffset="1600.9836">15602 14561 382 0,'0'0'419'0,"-14"8"-28"15,14-8-17-15,-12 7-16 0,12-7-27 0,0 0-23 16,-9 8-32-16,9-8-25 0,0 0-27 0,0 0-20 16,0 0-24-16,0 0-9 0,59-7-25 0,-33 4-17 15,3-1-27-15,12-5-32 0,3-4-45 0,-1 4-47 0,3-6-51 16,-1 7-56-16,-1-2-69 0,-11 1-78 15,9 0-332-15,-10 0-658 0,8-5 292 0</inkml:trace>
          <inkml:trace contextRef="#ctx0" brushRef="#br0" timeOffset="2147.7643">16358 14189 194 0,'-2'-15'352'0,"2"15"-25"0,8-18-19 0,5 4-8 15,-4-2-12-15,6 6-4 0,7-6-7 0,4 5-14 16,-2-5-31-16,8 1-22 0,7-3-22 0,-1 6-9 16,-7 5-20-16,12 0-14 0,-12 4-15 0,1 5-16 15,-4 3-10-15,1 0-1 0,-5 2-18 0,2 8-3 16,-3 3 1-16,-7 0-23 0,-2 1-3 0,-6 6-8 16,-2 2-5-16,1 3 3 0,-7-1-7 0,-7 10 7 15,-1-2-15-15,-6 1-3 0,-7-1-9 0,7 1 5 16,-9-4-4-16,-1 1-3 0,-1 2-5 0,-3-4-4 15,-1-2 2-15,12-10-14 0,-4 0-7 0,2 0-5 16,4-7 0-16,1-2-2 0,1 0-1 0,3-4 2 0,-1-6-13 16,11-2 7-16,-10 9-8 0,10-9 5 0,0 0 1 15,0 0-1-15,0 0 7 0,0 0 1 16,42-30 9-16,-18 15 3 0,5-1 1 0,11-4 7 0,2-1 9 16,-4 3 0-16,7 2 15 0,-3 1 9 0,1 0 11 15,5 8-6-15,-6 3 0 0,-11 3-3 0,4 2 2 16,-6 6 1-16,0 1-1 0,0 6 4 0,-4 2-8 15,-2 2 9-15,-4 5-2 0,-3-1 3 0,-3 2 5 16,-4 5 9-16,-2-3 6 0,-2 5-1 0,-5-1-1 16,-5-1-1-16,-2 0-4 0,1-1-3 0,-7 2-6 15,-9 6-6-15,-2-5-5 0,-2-2-7 0,-9 6 0 16,4-6-9-16,-10 1-19 0,-9 1-42 0,-21 3-59 16,17-10-65-16,-22 4-69 0,-6 2-85 0,1-8-103 15,-12-7-359-15,8-6-843 0,3-1 374 0</inkml:trace>
        </inkml:traceGroup>
      </inkml:traceGroup>
    </inkml:traceGroup>
    <inkml:traceGroup>
      <inkml:annotationXML>
        <emma:emma xmlns:emma="http://www.w3.org/2003/04/emma" version="1.0">
          <emma:interpretation id="{E0D731C9-19F1-468C-AD13-49EDAD5D1670}" emma:medium="tactile" emma:mode="ink">
            <msink:context xmlns:msink="http://schemas.microsoft.com/ink/2010/main" type="paragraph" rotatedBoundingBox="9349,14546 18777,13618 19273,18653 9845,19581" alignmentLevel="1"/>
          </emma:interpretation>
        </emma:emma>
      </inkml:annotationXML>
      <inkml:traceGroup>
        <inkml:annotationXML>
          <emma:emma xmlns:emma="http://www.w3.org/2003/04/emma" version="1.0">
            <emma:interpretation id="{D1BF6DA5-D969-4630-B527-6B052A950065}" emma:medium="tactile" emma:mode="ink">
              <msink:context xmlns:msink="http://schemas.microsoft.com/ink/2010/main" type="line" rotatedBoundingBox="9349,14546 18777,13618 19273,18653 9845,19581"/>
            </emma:interpretation>
          </emma:emma>
        </inkml:annotationXML>
        <inkml:traceGroup>
          <inkml:annotationXML>
            <emma:emma xmlns:emma="http://www.w3.org/2003/04/emma" version="1.0">
              <emma:interpretation id="{13D0B3B6-8BDA-44E9-9158-C6E94524B19E}" emma:medium="tactile" emma:mode="ink">
                <msink:context xmlns:msink="http://schemas.microsoft.com/ink/2010/main" type="inkWord" rotatedBoundingBox="11172,17824 13828,17563 13896,18253 11240,18515"/>
              </emma:interpretation>
              <emma:one-of disjunction-type="recognition" id="oneOf3">
                <emma:interpretation id="interp3" emma:lang="" emma:confidence="1">
                  <emma:literal/>
                </emma:interpretation>
              </emma:one-of>
            </emma:emma>
          </inkml:annotationXML>
          <inkml:trace contextRef="#ctx0" brushRef="#br0" timeOffset="3475.7974">9358 16602 203 0,'0'0'325'0,"-42"16"-26"15,37-8-10-15,-6 4-13 0,1 4-12 0,-1 0-18 16,2 8-9-16,-3 2-9 0,6 0-9 0,-2 3-12 15,5 6-8-15,-2-1-10 0,6-6-3 0,-2 1-17 16,1 12-14-16,5-11-6 0,-4-2-18 0,7 0-6 16,3 1-18-16,4-3-2 0,-1-2-1 0,2 0-15 15,-1 0 2-15,4-7-13 0,-1 1 7 0,4-4-6 16,5-6 7-16,-6 0 3 0,7-5-3 0,0-2 0 16,1-2 5-16,0-2 1 0,13-10 10 0,-18 3-6 15,2-8-7-15,3 2-1 0,-5-2-9 0,1-3 0 16,-2 0 0-16,4-10-3 0,-11 5-7 0,-1-1-6 15,-1-1 0-15,-8-2-6 0,6-9-6 0,-12 10-8 16,-7-16-2-16,-1 5-4 0,-3 4-1 0,-3-3-4 0,-3 3-2 16,-2 9-4-16,-8-5-1 0,6 12 0 0,-1-3-1 15,-1 4-3-15,-4-2-6 0,-2 8-2 16,7 3-3-16,-7 6 2 0,0 1-5 0,-2 6 3 0,4 2-16 16,1 2-3-16,-3 2-17 0,7 3-17 0,1 1-27 15,5-1-30-15,0 9-28 0,3-5-35 0,7-1-29 16,1 4-30-16,3 0-40 0,2 0-34 0,5 1-49 15,5-2-44-15,1-2-364 0,4 0-814 0,9-2 361 16</inkml:trace>
          <inkml:trace contextRef="#ctx0" brushRef="#br0" timeOffset="3882.0366">11338 16540 4057 0,'-15'11'37'15,"4"-7"2"-15,11-4 6 0,-21 13 15 0,13-5-7 0,-5 1 16 16,7-1 6-16,6-8-2 0,-15 9-3 0,15-9-4 16,0 0 1-16,0 0 20 0,0 0 11 0,0 0-1 15,0 0 3-15,50-2-8 0,-21-9-7 0,5 3-9 16,6-5-6-16,3 0-7 0,4 2-12 0,1 3-7 15,-3 1-24-15,3 0-44 0,0-1-46 0,-8 0-48 16,-6-1-64-16,-5 9-62 0,-9-2-64 0,9-3-77 16,-14-1-326-16,-15 6-769 0,25-1 340 0</inkml:trace>
        </inkml:traceGroup>
        <inkml:traceGroup>
          <inkml:annotationXML>
            <emma:emma xmlns:emma="http://www.w3.org/2003/04/emma" version="1.0">
              <emma:interpretation id="{485929CF-47FA-481A-B98A-3BE6C7D1D97C}" emma:medium="tactile" emma:mode="ink">
                <msink:context xmlns:msink="http://schemas.microsoft.com/ink/2010/main" type="inkWord" rotatedBoundingBox="13887,17259 16589,16993 16678,17903 13976,18170"/>
              </emma:interpretation>
            </emma:emma>
          </inkml:annotationXML>
          <inkml:trace contextRef="#ctx0" brushRef="#br0" timeOffset="4085.1291">11939 16212 1 0,'0'0'405'16,"-5"-10"-19"-16,5 10-13 0,0 0-5 0,-1-15-15 16,1 15-8-16,0 0-27 0,0 0-29 0,0 0-24 15,0 0-23-15,0 0-16 0,0 0-14 0,22 31-14 0,-15-11-19 16,-1 6-18-16,2 11-16 0,3 5-14 0,-1 1-17 16,3 2-8-16,1 0-12 0,1 7-25 0,-6-4-46 15,6 2-75-15,-1 2-78 0,1-2-97 0,-4-1-104 16,-5-4-380-16,4-8-769 0,-4-6 340 0</inkml:trace>
          <inkml:trace contextRef="#ctx0" brushRef="#br0" timeOffset="4676.8164">14063 15857 58 0,'0'-15'437'0,"0"15"-28"0,0 0-55 16,0 0-27-16,0 0-25 0,0 0-2 0,0 0-4 16,0 0-3-16,-46 31-31 0,31-18-17 0,6 3-11 15,-6 6-9-15,-2-2-17 0,7 2-14 0,-3 4-20 16,4 0-14-16,1 12-15 0,3 0-16 0,-2-7-10 15,7 8-10-15,2-1-16 0,4 3-8 0,6-1-7 16,-1 1-4-16,8-3-5 0,2 2-8 0,1-3-7 16,9-5-1-16,3 3 0 0,-4-8-2 0,5-5 7 15,-3-7 2-15,7-2 2 0,-4-3 8 0,-3-8 8 0,-1-5 0 16,-1-4 6-16,2-1 3 0,-1-7 3 0,6-7-4 16,-4-5 1-16,-4-5 5 0,0 1-2 15,-5-8-1-15,0-1-12 0,-1-2-4 0,-2-3-11 0,-7-3-10 16,-4-1-2-16,-2 1-6 0,-5 0-8 0,-6-4 0 15,-5 1-12-15,-8 3 2 0,-4 3-8 0,-2 6 11 16,-5-1-28-16,-4 13-4 0,2 11-17 0,-12-3-17 16,-3 13-37-16,-7 9-37 0,-2 9-42 0,-2 3-52 15,6 4-51-15,-1 5-47 0,-17 16-74 0,27-9-99 16,-4 5-404-16,6-2-952 0,6 2 421 0</inkml:trace>
        </inkml:traceGroup>
        <inkml:traceGroup>
          <inkml:annotationXML>
            <emma:emma xmlns:emma="http://www.w3.org/2003/04/emma" version="1.0">
              <emma:interpretation id="{651DF7A8-2AEB-49EE-8DBA-55957FAF1E9A}" emma:medium="tactile" emma:mode="ink">
                <msink:context xmlns:msink="http://schemas.microsoft.com/ink/2010/main" type="inkWord" rotatedBoundingBox="9349,14546 10557,14427 11053,19462 9845,19581"/>
              </emma:interpretation>
              <emma:one-of disjunction-type="recognition" id="oneOf4">
                <emma:interpretation id="interp4" emma:lang="" emma:confidence="1">
                  <emma:literal/>
                </emma:interpretation>
              </emma:one-of>
            </emma:emma>
          </inkml:annotationXML>
          <inkml:trace contextRef="#ctx0" brushRef="#br0" timeOffset="-7831.0402">7659 13351 2801 0,'-10'-7'106'0,"10"7"-29"0,-13-21-11 16,7 14 11-16,6 7 10 0,-10-17 18 0,4 10-6 15,6 7 5-15,-8-14 3 0,8 14 10 0,-11-12 3 16,11 12-16-16,0 0 0 0,-7-8-10 0,7 8-7 16,0 0-7-16,0 0 0 0,0 0 1 0,0 0 1 15,0 0 0-15,26 40 7 0,-17-15 8 0,9 10 3 16,0 10 6-16,3 5 5 0,1 26 3 0,1 2 3 16,1 12-7-16,0 46-3 0,-5 2-6 0,-5 5-13 15,-4 4-6-15,-5 3-7 0,-2 3 20 0,0-2-11 16,-3-1-6-16,0 14-5 0,8 5 6 0,0 5-3 15,-3 2-6-15,-2-4-2 0,5-3-6 0,4-7-3 16,-9-6 0-16,8 1-5 0,-5-10 2 0,4-6-4 16,-2-2 0-16,3-46 0 0,0 42 1 0,-6-44 0 0,5 3-5 15,-4-8 0-15,-2 4-3 0,-3-3-3 16,-1-3 0-16,0-5-5 0,-6-6-1 0,-1-1-10 16,1-19 2-16,4 21-8 0,-4-25 3 0,-1 1-5 0,7-3 1 15,-9-4-3-15,4-5-6 0,-1-10 1 0,4-2 1 16,-4-6 0-16,4-2-3 0,-3-6 3 0,2 0-5 15,0-3 5-15,3-9-9 0,-3 15 5 0,3-15-5 16,-2 11 0-16,2-11 11 0,0 0-5 0,-5 12 0 16,5-12 0-16,0 0 2 0,0 0 2 0,0 0 0 15,0 0-2-15,0 0-9 0,0 0 7 16,-1 13-4-16,1-13-4 0,0 0 1 0,0 0-7 0,0 0 1 16,0 0 1-16,0 0-4 0,0 0-1 0,0 0-1 15,0 0 1-15,0 0-11 0,0 0 16 0,0 0-2 16,24 1 3-16,-24-1-3 0,0 0-6 0,33-6 11 15,-33 6-3-15,37-3-1 0,-6 1 5 0,2 2-5 16,-2-2-8-16,19-2 5 0,6-4-22 0,1 6-27 16,28-8-29-16,-6 0-37 0,3-1-39 0,-3-4-47 15,2 0-63-15,3-7-36 0,-25 9-50 0,18-11-56 16,0-4-61-16,-27 11-392 0,-4-11-936 0,-2-1 415 16</inkml:trace>
        </inkml:traceGroup>
        <inkml:traceGroup>
          <inkml:annotationXML>
            <emma:emma xmlns:emma="http://www.w3.org/2003/04/emma" version="1.0">
              <emma:interpretation id="{0025566C-9E6F-4612-AD6D-AA9FD3AEF606}" emma:medium="tactile" emma:mode="ink">
                <msink:context xmlns:msink="http://schemas.microsoft.com/ink/2010/main" type="inkWord" rotatedBoundingBox="17864,16521 19051,16404 19139,17287 17951,17404"/>
              </emma:interpretation>
            </emma:emma>
          </inkml:annotationXML>
          <inkml:trace contextRef="#ctx0" brushRef="#br0" timeOffset="5201.8723">16407 15631 140 0,'0'0'532'0,"0"0"-59"0,13-10-47 16,-13 10-35-16,0 0-39 0,0 0-28 0,0 0-28 15,0 0-23-15,0 0-21 0,0 0-19 0,0 0-2 16,-16 47-5 0,7-32-12-16,4 2-15 0,0 2-12 0,-2 6-10 0,6-2-5 0,2 3-15 15,-2 0-9-15,1 1-13 0,6-5-11 0,-3 5-7 16,4-4-9-16,4-1-6 0,0 3-9 0,-3-6 2 16,13 0-3-16,0-2 6 0,5 0-5 0,3-6 3 15,-2-1 2-15,2-1-3 0,3-5 0 0,-3-3-4 16,4-5-1-16,1 1-3 0,6-13-1 0,2 3 0 15,-2-6-12-15,-1-4 10 0,2-1 6 0,-7-3 5 16,1-8 4-16,-4 2 2 0,-1-7 6 0,-6-2-1 0,-4 1-6 16,0 0-49-16,-7-4-51 0,-5-1 0 0,-8-1 0 15,-6 1 0-15,-9-7 0 0,-5 4 0 0,-11 5 0 16,-17-13 0-16,-11 10 0 0,10 18 0 0,-24-2-136 16,-12 12-133-16,-7 6-78 0,-10 17-111 0,-46 17-157 15,-16-5-446-15,1 11-1150 0,-9 13 508 0</inkml:trace>
        </inkml:traceGroup>
      </inkml:traceGroup>
    </inkml:traceGroup>
    <inkml:traceGroup>
      <inkml:annotationXML>
        <emma:emma xmlns:emma="http://www.w3.org/2003/04/emma" version="1.0">
          <emma:interpretation id="{054A5371-165C-4D41-8F59-94AB28F94AEE}" emma:medium="tactile" emma:mode="ink">
            <msink:context xmlns:msink="http://schemas.microsoft.com/ink/2010/main" type="paragraph" rotatedBoundingBox="12049,18837 19205,17915 19292,18588 12135,19510" alignmentLevel="2"/>
          </emma:interpretation>
        </emma:emma>
      </inkml:annotationXML>
      <inkml:traceGroup>
        <inkml:annotationXML>
          <emma:emma xmlns:emma="http://www.w3.org/2003/04/emma" version="1.0">
            <emma:interpretation id="{8624A263-DD53-46FB-BD04-66B4D08C3AEB}" emma:medium="tactile" emma:mode="ink">
              <msink:context xmlns:msink="http://schemas.microsoft.com/ink/2010/main" type="line" rotatedBoundingBox="12049,18837 19205,17915 19292,18588 12135,19510"/>
            </emma:interpretation>
          </emma:emma>
        </inkml:annotationXML>
        <inkml:traceGroup>
          <inkml:annotationXML>
            <emma:emma xmlns:emma="http://www.w3.org/2003/04/emma" version="1.0">
              <emma:interpretation id="{10ED11F0-6A41-4D8B-9F29-AC878C165B7B}" emma:medium="tactile" emma:mode="ink">
                <msink:context xmlns:msink="http://schemas.microsoft.com/ink/2010/main" type="inkWord" rotatedBoundingBox="12049,18837 19205,17915 19292,18588 12135,19510"/>
              </emma:interpretation>
              <emma:one-of disjunction-type="recognition" id="oneOf5">
                <emma:interpretation id="interp5" emma:lang="" emma:confidence="1">
                  <emma:literal/>
                </emma:interpretation>
              </emma:one-of>
            </emma:emma>
          </inkml:annotationXML>
          <inkml:trace contextRef="#ctx0" brushRef="#br0" timeOffset="5858.0481">10134 17734 249 0,'0'0'325'0,"0"0"-18"0,0 0-6 0,-13 21-11 16,13-21-3-16,-8 25-10 0,7-7-13 0,1-1-12 15,0-1-11-15,0 9-12 0,6-1-13 0,1-1-14 16,1 3-12-16,3-2-20 0,2 1-10 0,4-7-13 16,3 5-3-16,5-3-11 0,-4-2-12 0,3-4 5 15,8-4-24-15,-3-1-6 0,16-2 2 0,-3-4-3 0,-7-3-8 16,7-7-7-16,-2-5 4 0,6-1-2 15,-9-5-12-15,3-5-2 0,-3 1-3 0,-5-2-11 16,1-6-1-16,-9 0-6 0,-4 4-7 0,0-8 0 16,-11 8-4-16,-2-3 0 0,1 2-6 0,-11-3-1 0,3 1 0 15,-10 3-7-15,-4-10 2 0,-3 11-4 0,-5 2 0 16,-8-5-4-16,1 11 0 0,-2 8-3 16,1 2-4-16,-6 2-1 0,-7 7-2 0,1 8-10 0,2-3-8 15,-6 10-12-15,4 2-17 0,7 0-16 0,4 12-28 16,-4-5-35-16,14-1-21 0,5 2-56 0,3-1-42 15,5 3-59-15,2 1-65 0,6-1-392 0,1-4-817 16,12-5 362-16</inkml:trace>
          <inkml:trace contextRef="#ctx0" brushRef="#br0" timeOffset="6420.5069">12437 17478 346 0,'0'0'385'0,"0"0"-50"0,0 0-17 0,0 0-23 16,0 0-6-16,0 0-1 0,0 0-13 0,-33 26-10 15,33-26-17-15,-9 19-6 0,4-5-21 0,2 3-8 16,0 1-17-16,1-3-11 0,-3 0-16 0,5 1-16 16,0 5-9-16,7 1-16 0,1 1-11 0,-2-6-6 15,8 5-9-15,1-1-7 0,6-1-4 0,-2 2-6 16,3-7-3-16,7 4-6 0,-1-4 25 0,1-2-9 16,-1-1-2-16,6-5-7 0,-2 1-4 0,0-3-5 15,-1-3-3-15,-4-2-2 0,2-6-2 0,1 3 0 16,2-5 0-16,-7-9-9 0,3 1-1 0,-5-1-7 15,-2-5-3-15,6-16 0 0,-11 12-3 0,2 0 4 16,-1-12-1-16,-9 9-2 0,2-10 0 0,-7-1-15 0,-3 1 2 16,-6 0 1-16,-2 1-5 0,-5-4-2 0,-8 9-6 15,-1-5-3-15,-2 7-3 0,-10 3-10 16,7 11-7-16,1 3-8 0,-6 3-21 0,-3 8-23 16,2 5-35-16,-13 5-28 0,3 9-47 0,-1 3-63 0,3 0-44 15,4 13-68-15,8-3-75 0,0 6-104 0,0 0-274 16,7-3-860-16,9-4 381 0</inkml:trace>
          <inkml:trace contextRef="#ctx0" brushRef="#br0" timeOffset="6857.9752">14753 17243 244 0,'0'0'354'0,"0"0"-32"0,0 0-26 0,0 0-9 0,0 0-5 16,0 0 13-16,0 0-12 0,-40 21-7 0,29-9-14 15,-2-1-4-15,5 5-22 0,-6-2-10 0,6 4-14 16,1-3-14-16,1 6-19 0,-2-2-17 0,1 3-9 16,7-1-16-16,0 3-11 0,0-5-16 0,7 0-5 15,1 4-9-15,5 2-11 0,1-5-2 0,0-7-10 16,12 5 3-16,-2-5-2 0,-1-4-8 0,6 1-8 15,-1-6 2-15,5 1-3 0,-3-5-4 0,0-7-7 16,1-4 0-16,-1 2-3 0,1 0-6 0,-2-3 3 16,-2-6-2-16,-1-1 3 0,-7-1-1 0,0-1-2 15,-3 1-2-15,-1-5-4 0,-9-2-4 0,-1 1 2 16,-5-4-2-16,-13 3-9 0,-1-10-1 0,-9 6 0 0,-7 2-3 16,-2 2-4-16,3 9 0 0,-15 3-16 0,-5 4-16 15,-3 10-23-15,-4 7-32 0,-3 3-39 0,0 3-52 16,-20 9-41-16,3 3-45 0,20-2-54 0,-13 16-67 15,23-8-104-15,4 1-248 0,2-4-785 0,5 6 347 16</inkml:trace>
          <inkml:trace contextRef="#ctx0" brushRef="#br0" timeOffset="7374.6508">16675 16811 6014 0,'-3'18'73'0,"3"-18"-24"0,-3 8-36 0,3-8-7 0,0 0-3 15,0 19 5-15,0-19-2 0,0 22 12 0,1-10 5 16,1 4-2-16,-2-2 0 0,6 4-3 16,3 0-2-16,-1 6 0 0,4 1 2 0,0 1-5 0,-1 0 2 15,3-2 0-15,6-3 2 0,-6 3 4 0,5-5 3 16,-1-1 2-16,1-2 12 0,-3-5 10 0,3 0 8 15,-3-2 7-15,7-3 7 0,-4 1 11 0,2-4 8 16,0-3-5-16,6-3 10 0,-8-3-1 0,2-1-3 16,5-6 5-16,1-2-6 0,-1-1-1 0,-2-5 7 15,-2 0-6-15,-4 0-6 0,6-17-7 0,-8 12-2 16,5-12-9-16,-11 11-4 0,-2-9-8 0,-5 6 1 16,-3-1-45-16,-5 2-9 0,-3 1 0 0,-5 2 0 0,-4 4 0 15,-4 3 0-15,-7 5 0 0,0-4 0 16,-14 5-1-16,-3 2-77 0,-2 4-35 0,-2 7-39 15,-1 0-54-15,0 7-75 0,5-3-70 0,0 8-89 0,2-4-121 16,-10-2-441-16,23 0-1085 0,-6 0 480 0</inkml:trace>
        </inkml:traceGroup>
      </inkml:traceGroup>
    </inkml:traceGroup>
  </inkml:traceGroup>
</inkml:ink>
</file>

<file path=ppt/ink/ink25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1T05:03:55.233"/>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F910F542-DEFA-42A6-96FF-2E982A76CD9C}" emma:medium="tactile" emma:mode="ink">
          <msink:context xmlns:msink="http://schemas.microsoft.com/ink/2010/main" type="writingRegion" rotatedBoundingBox="1269,13790 4951,13790 4951,17346 1269,17346"/>
        </emma:interpretation>
      </emma:emma>
    </inkml:annotationXML>
    <inkml:traceGroup>
      <inkml:annotationXML>
        <emma:emma xmlns:emma="http://www.w3.org/2003/04/emma" version="1.0">
          <emma:interpretation id="{2173EEF9-5DF3-4B1C-B93F-C815B2BA6BF4}" emma:medium="tactile" emma:mode="ink">
            <msink:context xmlns:msink="http://schemas.microsoft.com/ink/2010/main" type="paragraph" rotatedBoundingBox="1269,13790 4951,13790 4951,17346 1269,17346" alignmentLevel="1"/>
          </emma:interpretation>
        </emma:emma>
      </inkml:annotationXML>
      <inkml:traceGroup>
        <inkml:annotationXML>
          <emma:emma xmlns:emma="http://www.w3.org/2003/04/emma" version="1.0">
            <emma:interpretation id="{604B02AF-E724-4623-9F23-821018DCD15D}" emma:medium="tactile" emma:mode="ink">
              <msink:context xmlns:msink="http://schemas.microsoft.com/ink/2010/main" type="line" rotatedBoundingBox="1269,13790 4951,13790 4951,17346 1269,17346"/>
            </emma:interpretation>
          </emma:emma>
        </inkml:annotationXML>
        <inkml:traceGroup>
          <inkml:annotationXML>
            <emma:emma xmlns:emma="http://www.w3.org/2003/04/emma" version="1.0">
              <emma:interpretation id="{2757045B-F440-42C2-A8EF-D4CD9BBB8EE2}" emma:medium="tactile" emma:mode="ink">
                <msink:context xmlns:msink="http://schemas.microsoft.com/ink/2010/main" type="inkWord" rotatedBoundingBox="1269,13790 3775,13790 3775,16155 1269,16155"/>
              </emma:interpretation>
              <emma:one-of disjunction-type="recognition" id="oneOf0">
                <emma:interpretation id="interp0" emma:lang="" emma:confidence="1">
                  <emma:literal/>
                </emma:interpretation>
              </emma:one-of>
            </emma:emma>
          </inkml:annotationXML>
          <inkml:trace contextRef="#ctx0" brushRef="#br0">144 423 204 0,'-21'-3'291'0,"21"3"-18"15,0 0-14-15,-29 0-15 0,29 0-9 0,0 0-6 16,-30 3-16-16,30-3-12 0,-21 7-18 0,21-7-5 16,-15 14-13-16,7-4-11 0,-3 2-10 0,5 11 0 15,4 3-6-15,2 3-5 0,0 1 1 0,7 12-7 16,-1-1-5-16,0 0-2 0,4-2-8 0,4-1 0 16,4-1-15-16,1-1-4 0,9-3-4 0,1-4-2 15,-7-8 13-15,16 2-5 0,-9-8-1 0,10 2 10 16,3-4-2-16,1-5-5 0,-1-5-2 0,1-3 2 15,0-10 4-15,-1 2 3 0,-4-10-1 0,3-2-2 16,-3-6-1-16,-6 0-1 0,-3-4-3 0,3-1-3 0,-1-3-8 16,-6-3-1-16,-4 1-6 0,-3-6-1 0,-2 0-7 15,-8-3-5-15,0-5-5 0,-10-1-8 16,-6-2-5-16,-9-1-5 0,1 1-3 0,-18-12-3 0,8 19-6 16,-6 3-1-16,0 5-1 0,-6 3-3 0,1 5-5 15,0 3-9-15,-5 6-7 0,4 5 2 0,4 1-6 16,-5 8-15-16,7 6-11 0,-3 5-22 0,4-1-25 15,1 4-40-15,1 3-43 0,3 5-37 0,6-2-27 16,2 12-31-16,7-4-23 0,-2 19-32 0,11 0-42 16,9 0-63-16,-4 2-342 0,8 7-816 0,4-1 361 15</inkml:trace>
          <inkml:trace contextRef="#ctx0" brushRef="#br0" timeOffset="312.5062">523 1344 45 0,'0'0'55'15,"-7"14"-51"-15,4-1-22 0,-2 2-19 0,4 0 9 16</inkml:trace>
          <inkml:trace contextRef="#ctx0" brushRef="#br0" timeOffset="6385.4572">2063 1537 232 0,'0'0'308'0,"-13"-16"-9"15,5 6-17-15,8 10-15 0,-15-15-3 0,7 10-6 16,-4-2-17-16,12 7-10 0,-21-11-13 0,21 11-10 15,-29-3-6-15,29 3-8 0,-32 2-6 0,14 3-1 16,-3 3-14-16,-3 1-2 0,2 8-12 0,-4 4-6 16,8 3-5-16,-7 9-14 0,-2 2 1 0,4 3-6 15,2 5-5-15,5-2-6 0,3 3-6 0,5 2 3 16,2 3-10-16,3-4-6 0,7 4-6 0,8-4-3 16,2 4-1-16,2-8-7 0,5-1 0 0,6-5-9 15,2 1-6-15,2-7 10 0,7 0 1 0,1-6-7 16,2-2 2-16,3-5-1 0,-1-6-7 0,5-3 1 15,-3-2-3-15,0-5 2 0,3-6 2 0,-14 0-2 0,4-7 10 16,4-6-8-16,-7 0 2 0,-6 0-2 0,2-7 3 16,-4-8 3-16,-5-2-8 0,-1-3-2 15,-8-2-3-15,-3-4-1 0,-4-4-2 0,-6-7-8 0,-3-15 2 16,-10 0-15-16,-6-5-3 0,-10 4 1 0,-3-3-8 16,-8 8 2-16,-5 7-1 0,8 16-1 0,-3 7 1 15,3 9-12-15,-5 2-3 0,4 6-4 0,6 9 1 16,-4 4-15-16,1 11-9 0,3-1-23 0,-11 8-29 15,3 5-24-15,4 3-35 0,7-1-42 0,-4 11-58 16,13-5-62-16,6 4-51 0,-4 7-74 0,6-9-91 16,0 1-433-16,6 3-1013 0,1-1 448 0</inkml:trace>
        </inkml:traceGroup>
        <inkml:traceGroup>
          <inkml:annotationXML>
            <emma:emma xmlns:emma="http://www.w3.org/2003/04/emma" version="1.0">
              <emma:interpretation id="{5839C329-F32F-4081-A57E-815509BB6962}" emma:medium="tactile" emma:mode="ink">
                <msink:context xmlns:msink="http://schemas.microsoft.com/ink/2010/main" type="inkWord" rotatedBoundingBox="3904,16144 4951,16144 4951,17346 3904,17346"/>
              </emma:interpretation>
              <emma:one-of disjunction-type="recognition" id="oneOf1">
                <emma:interpretation id="interp1" emma:lang="" emma:confidence="0.5">
                  <emma:literal>O</emma:literal>
                </emma:interpretation>
                <emma:interpretation id="interp2" emma:lang="" emma:confidence="0">
                  <emma:literal>o</emma:literal>
                </emma:interpretation>
                <emma:interpretation id="interp3" emma:lang="" emma:confidence="0">
                  <emma:literal>0</emma:literal>
                </emma:interpretation>
                <emma:interpretation id="interp4" emma:lang="" emma:confidence="0">
                  <emma:literal>°</emma:literal>
                </emma:interpretation>
                <emma:interpretation id="interp5" emma:lang="" emma:confidence="0">
                  <emma:literal>,</emma:literal>
                </emma:interpretation>
              </emma:one-of>
            </emma:emma>
          </inkml:annotationXML>
          <inkml:trace contextRef="#ctx0" brushRef="#br0" timeOffset="12025.6852">3027 2520 248 0,'0'0'357'0,"-29"-4"-25"15,29 4-17-15,-29 1-19 0,13 6-17 0,-3 1-10 16,-4 10-10-16,1 4 2 0,-7 16-1 0,3 3-8 16,2 4-5-16,0 5-13 0,-1 20-6 0,5 1-12 15,11 1-3-15,1-16-13 0,5 16-15 0,9-17-10 0,0 1-12 16,9 13-7-16,-1-21-11 0,1-5-13 15,7-1-7-15,5-3 2 0,7-6 0 0,3-3-2 16,5-3 2-16,3-15-6 0,6-1 1 0,5-7-3 0,2-8-8 16,-2-2-9-16,2-7 0 0,-2-6-7 0,-6-3-1 15,1-8-8-15,0-1 1 0,-10-6-1 0,2-4-3 16,-9-4 2-16,-4-2-14 0,-3-3 1 0,-11 0-15 16,-3-22 5-16,-5 18 0 0,-11-22-16 0,-13-3 2 15,0-3-7-15,-13 8-5 0,-1 1-10 0,-12 8 4 16,-6 4-4-16,11 22 0 0,-7 2-2 0,3 6 1 15,-7 5 1-15,1 11-9 0,-3 1-5 0,2 5 2 16,-5 9-13-16,0 0-11 0,2 9-22 0,-2 1-32 16,3 5-37-16,2 7-53 0,0-2-50 0,5 6-79 15,15-10-67-15,-8 13-112 0,8 5-136 0,11-8-371 16,-11 4-1049-16,16-9 464 0</inkml:trace>
        </inkml:traceGroup>
      </inkml:traceGroup>
    </inkml:traceGroup>
  </inkml:traceGroup>
</inkml:ink>
</file>

<file path=ppt/ink/ink25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1T05:04:09.415"/>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41E6330F-8D58-4ACC-8C99-2BF666C5CA1A}" emma:medium="tactile" emma:mode="ink">
          <msink:context xmlns:msink="http://schemas.microsoft.com/ink/2010/main" type="writingRegion" rotatedBoundingBox="7791,13465 11324,13465 11324,16629 7791,16629"/>
        </emma:interpretation>
      </emma:emma>
    </inkml:annotationXML>
    <inkml:traceGroup>
      <inkml:annotationXML>
        <emma:emma xmlns:emma="http://www.w3.org/2003/04/emma" version="1.0">
          <emma:interpretation id="{FE6B1514-5B69-44D6-ABD2-F3505E4E37E1}" emma:medium="tactile" emma:mode="ink">
            <msink:context xmlns:msink="http://schemas.microsoft.com/ink/2010/main" type="paragraph" rotatedBoundingBox="7791,13465 11324,13465 11324,16629 7791,16629" alignmentLevel="1"/>
          </emma:interpretation>
        </emma:emma>
      </inkml:annotationXML>
      <inkml:traceGroup>
        <inkml:annotationXML>
          <emma:emma xmlns:emma="http://www.w3.org/2003/04/emma" version="1.0">
            <emma:interpretation id="{643EB77C-3A81-4481-8FE7-E1FDC0FCDF62}" emma:medium="tactile" emma:mode="ink">
              <msink:context xmlns:msink="http://schemas.microsoft.com/ink/2010/main" type="line" rotatedBoundingBox="7791,13465 11324,13465 11324,16629 7791,16629"/>
            </emma:interpretation>
          </emma:emma>
        </inkml:annotationXML>
        <inkml:traceGroup>
          <inkml:annotationXML>
            <emma:emma xmlns:emma="http://www.w3.org/2003/04/emma" version="1.0">
              <emma:interpretation id="{626141BC-2A54-4695-A0A9-BE15D2DA531C}" emma:medium="tactile" emma:mode="ink">
                <msink:context xmlns:msink="http://schemas.microsoft.com/ink/2010/main" type="inkWord" rotatedBoundingBox="7791,13465 10462,13465 10462,15438 7791,15438"/>
              </emma:interpretation>
              <emma:one-of disjunction-type="recognition" id="oneOf0">
                <emma:interpretation id="interp0" emma:lang="" emma:confidence="1">
                  <emma:literal/>
                </emma:interpretation>
              </emma:one-of>
            </emma:emma>
          </inkml:annotationXML>
          <inkml:trace contextRef="#ctx0" brushRef="#br0">219 124 39 0,'0'0'351'16,"-26"-7"-15"-16,26 7-10 0,-29-3-16 0,13 3-15 0,16 0-17 16,-37 14-20-16,16-4 1 0,1 9-11 0,3 4-1 15,-7 12-8-15,15 2-15 0,-4 5-4 16,7-1-5-16,4 11-17 0,7-4-5 0,4 21-13 0,7-13-10 15,2-7-11-15,5 0-11 0,1-4-12 0,3-2-7 16,2-3-2-16,3-3-3 0,0-3-3 0,0-4-3 16,0-5-3-16,-3-9 10 0,-2-1-7 0,2-8 3 15,0-3-4-15,1-3 1 0,-2-4 0 0,-1-4 0 16,-5-4-1-16,6-4-10 0,-7-6-7 0,-4-3-3 16,4-9-10-16,-6-3-12 0,-3-9-1 0,-5 2 1 15,-2-7-27-15,-5-2 5 0,-5-3-11 0,-16-18-4 16,3 2-6-16,-6 1-10 0,-5 2 10 0,7 20-20 15,-7 1 1-15,7 6-1 0,-4 4 7 0,10 10-14 16,-5 6-10-16,5 0-3 0,-3 8-8 0,4 0-9 16,2 4-11-16,2 6-17 0,11 3-15 0,0 0-22 15,-43 18-23-15,25-7-31 0,4 12-40 0,6-1-48 16,0 9-49-16,0 8-44 0,-4 7-61 0,11-1-94 16,-6-2-389-16,1 8-942 0,11-5 418 0</inkml:trace>
          <inkml:trace contextRef="#ctx0" brushRef="#br0" timeOffset="1124.9548">2091 1082 244 0,'0'0'355'0,"-14"-6"-20"0,14 6-20 0,0 0-23 16,0 0-26-16,0 0-8 0,-36 21-17 0,28-7 9 16,-5 11 1-16,5 3-3 0,-1 17-1 0,2 1-13 15,-4-1-4-15,3 4-9 0,5 3-13 0,-2 1-8 16,5-2-14-16,2-6-4 0,4 5-15 0,1-5-11 15,4-1-13-15,3-6-11 0,2-1-9 0,-1-8-10 16,1-7-7-16,11 8-2 0,-5-9-3 0,1-1-4 16,4-2-2-16,0-3-4 0,7-3 2 0,5 4-5 15,-7-7 1-15,0-1-8 0,-3-6-1 0,0 3 5 0,-1-10-7 16,0-2-4-16,5 0-4 0,-2-3-5 0,-5-6-3 16,-2-2 0-16,-2-4-5 0,7-10-6 15,-3-5-2-15,-10 1-1 0,-2-7-9 0,-3-5-7 0,-7-4-7 16,-3-1 6-16,-12-24-11 0,-8-3 3 0,3-4-10 15,-13 5-2-15,-8 5-5 0,-2 7 8 16,14 21-9-16,-7 5-5 0,0 7 0 0,-2 7-13 0,7 9-7 16,-2 5-11-16,-2 6-7 0,-2 5-19 0,-1 5-12 15,-5 12-10-15,2 2-11 0,-1 7-21 0,7-1-29 16,3 9-37-16,0 1-43 0,6 7-46 0,1 5-48 16,0 1-56-16,10 6-61 0,0 4-422 0,3-11-924 15,3-1 409-15</inkml:trace>
        </inkml:traceGroup>
        <inkml:traceGroup>
          <inkml:annotationXML>
            <emma:emma xmlns:emma="http://www.w3.org/2003/04/emma" version="1.0">
              <emma:interpretation id="{400A0863-7D14-4BA8-B25E-BD085536E760}" emma:medium="tactile" emma:mode="ink">
                <msink:context xmlns:msink="http://schemas.microsoft.com/ink/2010/main" type="inkWord" rotatedBoundingBox="10530,15638 11324,15638 11324,16629 10530,16629"/>
              </emma:interpretation>
              <emma:one-of disjunction-type="recognition" id="oneOf1">
                <emma:interpretation id="interp1" emma:lang="" emma:confidence="0.5">
                  <emma:literal>O</emma:literal>
                </emma:interpretation>
                <emma:interpretation id="interp2" emma:lang="" emma:confidence="0">
                  <emma:literal>0</emma:literal>
                </emma:interpretation>
                <emma:interpretation id="interp3" emma:lang="" emma:confidence="0">
                  <emma:literal>o</emma:literal>
                </emma:interpretation>
                <emma:interpretation id="interp4" emma:lang="" emma:confidence="0">
                  <emma:literal>°</emma:literal>
                </emma:interpretation>
                <emma:interpretation id="interp5" emma:lang="" emma:confidence="0">
                  <emma:literal>,</emma:literal>
                </emma:interpretation>
              </emma:one-of>
            </emma:emma>
          </inkml:annotationXML>
          <inkml:trace contextRef="#ctx0" brushRef="#br0" timeOffset="1991.055">3065 2238 284 0,'-13'-3'355'15,"13"3"-22"-15,0 0-22 0,-42 2-15 0,26 2-10 16,-3 1-6-16,0 2-15 0,3 5-10 0,-7 3-4 16,-2 9-14-1,1 8-17-15,-4 2-9 0,6 6 7 0,6 3-2 0,-4 2-8 16,6 5-8-16,0 0-9 0,-1 2-13 0,15-2-2 15,-1 5-12-15,2-5-3 0,7 0-15 0,0-3-11 16,10-2-16-16,0-6-8 0,2-4-12 0,3 3-8 16,9-9-8-16,0-4-4 0,8-6-6 0,-3-7 5 15,8 2-16-15,1-11 0 0,-2-2-9 0,-1-5-4 0,7-7-2 16,-5-4-10-16,-2-6 0 0,-1-3-2 0,-5-4-5 16,-4 0-6-16,1-4 1 0,-5-6-4 15,-7 3 2-15,-2-4-5 0,-6 1-4 0,-7-11 0 0,-4-3-2 16,-3-19 1-16,-10 0-1 0,-9 0-3 0,-8 3-2 15,3 17-1-15,-5 1-2 0,-5 8 0 0,0 1 2 16,4 11-3-16,-1 2 3 0,4 11-1 0,-2 1-6 16,-1 7-6-16,-2-3-12 0,3 12-15 0,-2 2-25 15,2 7-15-15,-3 1-33 0,2 6-39 0,6 1-45 16,-8 9-51-16,1 8-51 0,-3 5-72 0,14 0-90 16,-6 2-372-16,5-1-893 0,2 0 395 0</inkml:trace>
        </inkml:traceGroup>
      </inkml:traceGroup>
    </inkml:traceGroup>
  </inkml:traceGroup>
</inkml:ink>
</file>

<file path=ppt/ink/ink25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1T05:04:14.582"/>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C5FB07E5-049D-4922-911B-674AA6F1D0D6}" emma:medium="tactile" emma:mode="ink">
          <msink:context xmlns:msink="http://schemas.microsoft.com/ink/2010/main" type="writingRegion" rotatedBoundingBox="14351,13726 16175,13726 16175,17526 14351,17526"/>
        </emma:interpretation>
      </emma:emma>
    </inkml:annotationXML>
    <inkml:traceGroup>
      <inkml:annotationXML>
        <emma:emma xmlns:emma="http://www.w3.org/2003/04/emma" version="1.0">
          <emma:interpretation id="{F4AB4459-CEF3-418C-8838-99A378504958}" emma:medium="tactile" emma:mode="ink">
            <msink:context xmlns:msink="http://schemas.microsoft.com/ink/2010/main" type="paragraph" rotatedBoundingBox="14351,13726 16175,13726 16175,17526 14351,17526" alignmentLevel="1"/>
          </emma:interpretation>
        </emma:emma>
      </inkml:annotationXML>
      <inkml:traceGroup>
        <inkml:annotationXML>
          <emma:emma xmlns:emma="http://www.w3.org/2003/04/emma" version="1.0">
            <emma:interpretation id="{DC7B5BBB-68B5-44FB-9BC9-DBD5ACEE50D3}" emma:medium="tactile" emma:mode="ink">
              <msink:context xmlns:msink="http://schemas.microsoft.com/ink/2010/main" type="line" rotatedBoundingBox="14351,13726 16175,13726 16175,17526 14351,17526"/>
            </emma:interpretation>
          </emma:emma>
        </inkml:annotationXML>
        <inkml:traceGroup>
          <inkml:annotationXML>
            <emma:emma xmlns:emma="http://www.w3.org/2003/04/emma" version="1.0">
              <emma:interpretation id="{AAD18303-87F6-4FDD-866A-55148AA68B0B}" emma:medium="tactile" emma:mode="ink">
                <msink:context xmlns:msink="http://schemas.microsoft.com/ink/2010/main" type="inkWord" rotatedBoundingBox="14351,13726 15099,13726 15099,14623 14351,14623"/>
              </emma:interpretation>
              <emma:one-of disjunction-type="recognition" id="oneOf0">
                <emma:interpretation id="interp0" emma:lang="" emma:confidence="1">
                  <emma:literal/>
                </emma:interpretation>
              </emma:one-of>
            </emma:emma>
          </inkml:annotationXML>
          <inkml:trace contextRef="#ctx0" brushRef="#br0">175 189 112 0,'0'0'328'0,"-9"-5"-4"15,9 5-18-15,0 0-21 0,-15-7-2 0,15 7-16 16,-13-7-16-16,13 7-10 0,0 0-23 0,0 0-8 0,-35 14-7 16,22-4-3-16,2 8-7 0,-2 6-10 0,-8 12-7 15,12 7-12-15,1-3-4 0,-10 1-11 16,12 6-6-16,2-2-12 0,1-3-11 0,13 3-4 0,-5-2-15 16,7 0-4-16,1-4-10 0,8 1-5 0,0-4-11 15,-5-10 1-15,6-3-10 0,6-6-5 0,-6 2 21 16,1-2-14-16,10-8 2 0,1-2-1 0,-3-3-1 15,12-6-7-15,0-3-4 0,-9-2-2 0,8-11 0 16,-14 3-2-16,11-11-3 0,3 0-3 0,-9-2-3 16,-2-2-1-16,-4-5-6 0,-3-4-2 0,2 4 2 15,-5-9-7-15,-12 3 3 0,-1-4-6 0,-1 2-4 16,-10-8 1-16,-2 0-5 0,-8 0-2 0,-1 2 4 16,-9 5-3-16,-4 0-6 0,-2 5 1 0,-2 5-5 15,-2 3-4-15,9 9-5 0,-2 4-13 0,-4 6-25 0,-1 4-35 16,-1 5-34-16,0 2-34 0,0 4-43 0,0 6-39 15,0 2-52-15,-4 12-70 0,12-1-84 16,-13 5-328-16,12 2-825 0,-4 9 366 0</inkml:trace>
        </inkml:traceGroup>
        <inkml:traceGroup>
          <inkml:annotationXML>
            <emma:emma xmlns:emma="http://www.w3.org/2003/04/emma" version="1.0">
              <emma:interpretation id="{04A4FFD0-3885-4159-8866-0913FCB95841}" emma:medium="tactile" emma:mode="ink">
                <msink:context xmlns:msink="http://schemas.microsoft.com/ink/2010/main" type="inkWord" rotatedBoundingBox="15824,16088 16175,16088 16175,17526 15824,17526"/>
              </emma:interpretation>
              <emma:one-of disjunction-type="recognition" id="oneOf1">
                <emma:interpretation id="interp1" emma:lang="" emma:confidence="0.5">
                  <emma:literal>\</emma:literal>
                </emma:interpretation>
                <emma:interpretation id="interp2" emma:lang="" emma:confidence="0">
                  <emma:literal>,</emma:literal>
                </emma:interpretation>
                <emma:interpretation id="interp3" emma:lang="" emma:confidence="0">
                  <emma:literal>l</emma:literal>
                </emma:interpretation>
                <emma:interpretation id="interp4" emma:lang="" emma:confidence="0">
                  <emma:literal>.</emma:literal>
                </emma:interpretation>
                <emma:interpretation id="interp5" emma:lang="" emma:confidence="0">
                  <emma:literal>1</emma:literal>
                </emma:interpretation>
              </emma:one-of>
            </emma:emma>
          </inkml:annotationXML>
          <inkml:trace contextRef="#ctx0" brushRef="#br0" timeOffset="890.5996">1476 2385 11 0,'0'0'559'16,"-3"-11"-33"-16,3 11-34 0,0 0-31 0,0 0-23 15,-3-11-7-15,3 11-17 0,0 0-21 0,0 0-30 16,0 0-17-16,0 0-38 0,0 0-17 0,6 62-23 16,-2-19-15-16,7 3-15 0,0 5-15 0,4 25-15 15,4 5-18-15,-5-1-16 0,9 6-16 0,-4 0-22 0,5 1-9 16,-3-1-17-16,-5-3-18 0,8-2-31 15,-3-7-34-15,-2 0-55 0,-1-22-74 0,-5-2-86 0,4 0-96 16,-2-3-114-16,-1-2-156 0,-1-5-404 0,-5-5-1037 16,-2-12 459-16</inkml:trace>
        </inkml:traceGroup>
      </inkml:traceGroup>
    </inkml:traceGroup>
  </inkml:traceGroup>
</inkml:ink>
</file>

<file path=ppt/ink/ink25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1T05:09:55.421"/>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943981DE-AA72-419B-BADF-8AD1660148FB}" emma:medium="tactile" emma:mode="ink">
          <msink:context xmlns:msink="http://schemas.microsoft.com/ink/2010/main" type="writingRegion" rotatedBoundingBox="24577,5932 32393,5528 32583,9210 24768,9614"/>
        </emma:interpretation>
      </emma:emma>
    </inkml:annotationXML>
    <inkml:traceGroup>
      <inkml:annotationXML>
        <emma:emma xmlns:emma="http://www.w3.org/2003/04/emma" version="1.0">
          <emma:interpretation id="{8E37C615-DC6E-4C0A-9561-0B1D5CA37DFC}" emma:medium="tactile" emma:mode="ink">
            <msink:context xmlns:msink="http://schemas.microsoft.com/ink/2010/main" type="paragraph" rotatedBoundingBox="24577,5932 32337,5531 32436,7446 24676,7847" alignmentLevel="1"/>
          </emma:interpretation>
        </emma:emma>
      </inkml:annotationXML>
      <inkml:traceGroup>
        <inkml:annotationXML>
          <emma:emma xmlns:emma="http://www.w3.org/2003/04/emma" version="1.0">
            <emma:interpretation id="{C80BFA43-1F3C-41B5-912D-4CB563623130}" emma:medium="tactile" emma:mode="ink">
              <msink:context xmlns:msink="http://schemas.microsoft.com/ink/2010/main" type="inkBullet" rotatedBoundingBox="24625,6850 25619,6799 25650,7405 24656,7457"/>
            </emma:interpretation>
            <emma:one-of disjunction-type="recognition" id="oneOf0">
              <emma:interpretation id="interp0" emma:lang="" emma:confidence="0">
                <emma:literal>→</emma:literal>
              </emma:interpretation>
            </emma:one-of>
          </emma:emma>
        </inkml:annotationXML>
        <inkml:trace contextRef="#ctx0" brushRef="#br0">-6 59 222 0,'0'0'414'15,"0"0"-14"-15,-9-5-23 0,9 5-14 0,0 0-16 16,0 0-14-16,0 0-20 0,0 0-22 0,0 0-29 15,0 0-11-15,0 0-12 0,0 0-16 0,0 0-7 16,38-9-10-16,-38 9-19 0,42 3-20 0,-13-4-14 16,1 2-13-16,6 3-16 0,-4-4-8 0,13 2-18 15,4-4-8-15,-4 2-9 0,2 2-12 0,-2-2-5 16,3-2-14-16,-3 1-19 0,-11-2-27 0,1 2-36 16,-5 1-37-16,1-3-45 0,2-5-39 0,-7 4-30 0,-8 0-66 15,-1 2-44-15,-5-3-61 0,2-2-60 16,-14 7-248-16,11-15-717 0,-11 15 317 0</inkml:trace>
        <inkml:trace contextRef="#ctx0" brushRef="#br0" timeOffset="328.1072">463-171 309 0,'-15'-3'342'0,"15"3"-17"0,-24-6-3 16,24 6-21-16,-11-8-2 0,11 8-18 0,0 0-20 15,-14-5-21-15,14 5-15 0,0 0-13 0,0 0-15 16,0 0-10-16,0 0-6 0,0 0-15 0,0 0-8 15,38 22-16-15,-23-15-8 0,2 3-14 0,7 1-9 0,0 0-10 16,2 0-9-16,3-2-8 0,0-1-9 16,0 3-7-16,0-3-12 0,4 1-5 0,-2 0-3 0,1-1-4 15,-2-1-5-15,-1-1-4 0,-1-2-5 0,-4 0-7 16,-4 3 0-16,1-7-6 0,-5 7 2 0,-1-3-7 16,-15-4 2-16,21 7-5 0,-21-7 2 0,12 6-3 15,-12-6 0-15,8 9 0 0,-8-9-2 0,0 0-1 16,-9 23-3-16,-2-12 3 0,-1 5-4 0,-5-2 2 15,1 6 0-15,-10 0-2 0,4 4 2 0,-7 3-5 16,8-5-4-16,-8 12-11 0,2-7-27 0,4-2-22 16,9-4-32-16,-2-1-38 0,3-2-43 0,0 4-59 15,5-5-76-15,5 1-90 0,-2-6-249 0,5-4-706 16,0-8 313-16</inkml:trace>
      </inkml:traceGroup>
      <inkml:traceGroup>
        <inkml:annotationXML>
          <emma:emma xmlns:emma="http://www.w3.org/2003/04/emma" version="1.0">
            <emma:interpretation id="{C349D3B8-C0C3-4D58-B0E2-0B5DF114BE33}" emma:medium="tactile" emma:mode="ink">
              <msink:context xmlns:msink="http://schemas.microsoft.com/ink/2010/main" type="line" rotatedBoundingBox="25727,5873 32337,5531 32436,7446 25826,7788"/>
            </emma:interpretation>
          </emma:emma>
        </inkml:annotationXML>
        <inkml:traceGroup>
          <inkml:annotationXML>
            <emma:emma xmlns:emma="http://www.w3.org/2003/04/emma" version="1.0">
              <emma:interpretation id="{E7F6BE19-BF15-45DE-A9AD-2604FABACA78}" emma:medium="tactile" emma:mode="ink">
                <msink:context xmlns:msink="http://schemas.microsoft.com/ink/2010/main" type="inkWord" rotatedBoundingBox="25765,6604 27147,6533 27202,7594 25820,7666"/>
              </emma:interpretation>
              <emma:one-of disjunction-type="recognition" id="oneOf1">
                <emma:interpretation id="interp1" emma:lang="" emma:confidence="1">
                  <emma:literal/>
                </emma:interpretation>
              </emma:one-of>
            </emma:emma>
          </inkml:annotationXML>
          <inkml:trace contextRef="#ctx0" brushRef="#br0" timeOffset="1437.3957">1177 358 258 0,'0'0'383'0,"-23"5"-22"0,23-5-18 0,0 0-22 16,0 0-1-16,0 0-14 0,0 0-17 0,0 0-10 0,69-33-8 15,-21 15-15-15,9 2-4 0,21-7-16 0,-18 8-22 16,-3 1-24-16,22-9-19 0,-20 8-18 0,-1 3-22 15,-2 0-21-15,-4-2-33 0,-7 2-26 0,1-2-11 16,-14 9-14-16,-3-6 0 0,-2 6-1 0,-7-1-8 16,-4 2 3-16,-7-1 4 0,-9 5 1 0,21-6 5 15,-21 6 2-15,0 0-5 0,14-5 4 0,-14 5-5 16,0 0 2-16,0 0-1 0,0 0-4 0,0 0 4 16,0 0-3-16,0 0 6 0,-1 26 2 0,1-26-4 15,-7 21 0-15,6-4-3 0,-4-3-1 0,5 5 1 16,-3-2-4-16,-2-1 1 0,3 9 2 0,-2-6-1 15,4-3-1-15,0 4 1 0,0-3 1 0,4 1 3 16,-2 0-4-16,4-1-2 0,-4-1 1 0,3 0-3 16,1-4-1-16,2 3-2 0,2-3-1 0,-4-6 0 0,2 1-1 15,5 5 0-15,-2-7-2 0,-11-5-1 16,20 7-2-16,-20-7 0 0,25 0-2 0,-25 0 2 0,31-9-3 16,-14 2-2-16,0-3 1 0,-1-1 0 0,1-1-1 15,1-3-2-15,-4-3 0 0,-1 2 1 0,3-4-3 16,-3 1 3-16,-3 3 0 0,2-8-1 0,-3 5 3 15,2 4-1-15,-8-3 2 0,3 3 7 0,-1-3 5 16,-3 3 15-16,-2 1 7 0,1 4 7 0,-1 10 15 0,0-19 1 16,0 19 3-16,4-16-6 0,-4 16-4 15,-5-10-2-15,5 10-10 0,0 0-7 0,0 0-5 16,0 0-5-16,0 0 2 0,0 0-3 0,0 0-4 0,0 0-1 16,0 0-4-16,0 50 2 0,1-28-9 0,-1 1-3 15,7 5-5-15,-2-2 2 0,-4 0-3 16,7-1 4-16,-5 1-1 0,7 0-4 0,-5-4-4 0,1-4-15 15,-2-1-26-15,2 4-39 0,0-5-57 0,1 2-43 16,-1-3-41-16,4-3-42 0,-2-2-48 0,-3 1-54 16,3-4-44-16,0 1-58 0,-8-8-262 0,22 9-795 15,-22-9 352-15</inkml:trace>
          <inkml:trace contextRef="#ctx0" brushRef="#br0" timeOffset="859.3459">1373-316 4047 0,'4'-11'238'16,"-4"11"-170"-16,10-14-13 0,-10 14-31 0,13-5 1 16,-13 5 5-16,0 0 22 0,0 0 20 0,21 37 26 15,-15-12 16-15,-3 1 1 0,2 10 4 0,-3-6 2 0,-2 10-5 16,5 2 10-16,-4 4-5 0,-1-1-6 15,0 2-7-15,-6-1 1 0,-1 1-10 0,2 0-8 0,1 1-5 16,-1-4-7-16,-3 1-4 0,1-4-6 0,-1-5-6 16,2-4-3-16,3-1-9 0,-4-7 0 0,3-7-9 15,0 1-5-15,0-3-1 0,2-4-3 0,2-11-2 16,-5 15 6-16,5-15 5 0,0 10 4 0,0-10 2 16,0 0-3-16,0 0 4 0,0 0-8 0,8-54-6 15,-1 17-2-15,-4-8-6 0,0-2-6 0,3-3 1 16,1-3-5-16,1-21-1 0,0 20-2 0,11-20-4 15,-9 25-2-15,3-8 0 0,3-16 0 0,-2 30-3 16,-1-2-2-16,3 0 10 0,-2 6-3 0,1 11-7 16,-2-1-4-16,-2 5 6 0,-3 6-2 0,2 2-3 15,1 0 6-15,-2 3-5 0,-1 4-1 0,-1 3 2 16,-7 6-4-16,0 0 0 0,0 0-1 0,40 14 2 16,-30 0 2-16,9 9-1 0,-2 16 3 0,4-4-2 0,-6 1 1 15,-1 7-1-15,1 3 1 0,2 2 1 0,4-7 2 16,-5 10-5-16,0-2 4 0,-1 2 0 0,2-1-5 15,-5 0 7-15,2-2-8 0,-3-1 5 0,-3 2 1 16,0-9-2-16,0-2 2 0,-3-9-3 0,-3-3-2 16,4-2-2-16,-4-5-9 0,3-3-14 0,-4-1-28 15,-1-1-27-15,0-3-30 0,0-11-40 0,0 19-34 16,0-19-45-16,0 0-42 0,0 0-49 0,-6 12-55 0,6-12-54 16,0 0-69-16,0 0-274 0,0 0-838 0,-36-37 372 15</inkml:trace>
        </inkml:traceGroup>
        <inkml:traceGroup>
          <inkml:annotationXML>
            <emma:emma xmlns:emma="http://www.w3.org/2003/04/emma" version="1.0">
              <emma:interpretation id="{3AE778C3-853F-40E4-BD0F-362CC5FD1592}" emma:medium="tactile" emma:mode="ink">
                <msink:context xmlns:msink="http://schemas.microsoft.com/ink/2010/main" type="inkWord" rotatedBoundingBox="27601,5776 32337,5531 32436,7446 27700,7691"/>
              </emma:interpretation>
              <emma:one-of disjunction-type="recognition" id="oneOf2">
                <emma:interpretation id="interp2" emma:lang="" emma:confidence="1">
                  <emma:literal/>
                </emma:interpretation>
              </emma:one-of>
            </emma:emma>
          </inkml:annotationXML>
          <inkml:trace contextRef="#ctx0" brushRef="#br0" timeOffset="4718.423">3031 107 105 0,'2'-11'411'16,"-2"11"-48"-16,0 0-16 0,0 0-19 0,0 0-20 15,0 0-14-15,0 0-15 0,0 0-16 0,0 0-17 16,0 0-15-16,0 0-13 0,2 36-2 0,-2-25-26 15,0 7-9-15,-2-3-14 0,0 2-7 0,2 2-16 0,0-5-9 16,-3 5-19-16,3 8-6 0,5-6-9 16,-3 0-6-16,-1-4-12 0,6 1-2 0,-1-3-8 0,2 0-2 15,2-2-4-15,-5-5-3 0,1 3-4 0,0-1 2 16,-6-10-6-16,13 17-9 0,-6-10 2 0,-7-7-4 16,16 7-4-16,-16-7 0 0,25 2 1 0,-25-2-3 15,31-7 4-15,-31 7-2 0,29-11-3 0,-15 3 0 16,1-1-3-16,-1-5 1 0,0-1-3 0,3-4-2 15,0 0 1-15,-1-3-4 0,-1-1 0 0,-1-3 0 16,-6 0-2-16,5-1 2 0,-3 1 2 0,1 0 12 16,-8 1 8-16,2 5 17 0,-4 1-4 0,4 1 14 0,-5 3 4 15,0 3 11-15,0 12 12 0,-5-21 1 16,5 21-1-16,-1-16-12 0,1 16-10 0,-8-8-11 0,8 8-7 16,0 0-5-16,0 0-5 0,0 0-7 0,0 0-2 15,-21 31-3-15,16-16-4 0,4 4-4 0,-3 6-1 16,4 1-5-16,2 0-5 0,0-2-1 0,4 2-1 15,-1 0-4-15,4 0-1 0,1-3 0 0,3 0-6 16,5 2-3-16,-1-5-1 0,4-2 10 0,1-1-24 16,1-4 2-16,4 1-5 0,0-7-8 0,-2 0-12 15,-5-1-12-15,1-2-13 0,0-4-3 0,2 0 3 16,-3-5-2-16,-20 5 0 0,36-12 8 0,-17 2 1 16,-5-5 6-16,2-1 3 0,-3-1 5 0,3-2 1 15,-8 1 8-15,2 1 2 0,-2 0 10 0,-2-1-7 16,-1 1 2-16,-2 0 7 0,1 1 7 0,-1 2 3 0,0 2 6 15,-3 12 6-15,0-15 0 0,0 15 2 0,2-16-3 16,-2 16-6-16,0 0 0 0,5-8 2 0,-5 8-5 16,0 0 6-16,0 0-8 0,0 0 6 0,0 0-3 15,8 48-2-15,-4-27 1 0,0 1 0 0,0 4 11 16,-2 0-10-16,6 0 0 0,-8 0-2 0,5 0 8 16,0 0 1-16,-2-1-7 0,2-6-1 0,-2 0 2 15,2 0-4-15,-2-5-4 0,2 2 10 0,-1-6-7 16,0 1-5-16,-4-11 2 0,6 15-5 0,-6-15 0 15,2 11 2-15,-2-11-1 0,0 0-8 0,0 0 1 16,0 0-9-16,0 0-1 0,0 0-4 0,14-31 7 16,-11 17-5-16,1-5 5 0,-1 1 3 0,0 1-1 0,2-9 3 15,1 0 5-15,2-1 0 0,2 1 13 0,-2-2-5 16,5 1 9-16,-2 1 1 0,5 1-2 16,0-1 2-16,-2-1 3 0,6 4 6 0,-4 0 1 0,3 0 10 15,-1 1-10-15,-4 7 1 0,1 4 2 0,-1 0 0 16,4-1-4-16,-9 5 0 0,4 2 2 0,-13 5 4 15,21-2-3-15,-21 2 4 0,0 0 2 0,37 18 1 16,-31-10-2-16,4 7 5 0,3 7-4 0,0 0 4 16,1 4-3-16,-1 1-3 0,-4 1 3 0,3 1 0 15,-3 9-7-15,1 2 2 0,3-10-3 0,-13-1-1 16,8 2 2-16,-2-2-6 0,-6-3 0 0,8 0 0 16,-3-9-6-16,0 1 1 0,-2-3 3 0,-1 1-3 15,-2-8 10-15,0-8-16 0,5 19 6 0,-5-19-4 16,4 7-6-16,-4-7-2 0,0 0-2 0,0 0-1 15,0 0-12-15,0 0 16 0,18-38-21 0,-7 19 9 0,-8-7 0 16,9-1-2-16,-3-2 2 0,-1-1 3 0,0-6-1 16,5-3 6-16,0 1 6 0,0 2-7 0,-4 9 9 15,3 1-8-15,-3-4-3 0,6 3 5 0,-2 4-2 16,-2 1-2-16,2-1 4 0,-5 10-5 0,5-1 5 16,-1 2 3-16,-2 2 3 0,-4 3-4 0,-6 7 3 15,21-9 3-15,-21 9-2 0,28 5 2 0,-28-5 0 16,24 15 5-16,-12 1 1 0,1-1-3 0,2 7 3 15,-2 3-5-15,-2 2-1 0,0 0 6 0,2 0 2 0,-5 2 4 16,1 0-12-16,3-2 5 0,-3 0 2 16,-1-2-7-16,0-2-2 0,-1-4 5 0,-1-2 10 15,2 0-16-15,0 0 1 0,2-4 0 0,-2 0-3 0,2-6 6 16,-2 0-3-16,1 1 0 0,-9-8-5 0,18 7 1 16,-18-7-3-16,22 3 4 0,-22-3 2 0,0 0-3 15,42-10 0-15,-28-2-8 0,2 4-9 0,-1-6 3 16,3 2 3-16,-2-7-7 0,3 2 4 0,-8 3 0 15,8-10 0-15,-4 7-5 0,-1-8 0 0,1 1 10 16,-7 2-9-16,1-3 7 0,-4 0 1 0,6 4-2 16,-9 2 2-16,0 0 3 0,-2 0 5 0,3 0-4 15,-6 1 8-15,6 5 3 0,-8-4 13 0,5 6 1 16,0 11 8-16,-13-19-2 0,10 12-2 0,3 7 0 16,-11-11-1-16,11 11-7 0,0 0 2 0,0 0-4 15,0 0 2-15,-37 14-1 0,29-2 3 0,1 2-3 16,1 9 3-16,-2-2-1 0,6 6 6 0,-1 4-4 0,3-1-2 15,3 1-2-15,4-2 3 0,-1 2 2 0,-1-3-3 16,9-1-2-16,1 10-4 0,-1-15 4 16,4-3-7-16,0-2 9 0,-4-3-8 0,4-5-3 0,-1-2-9 15,-2 1-1-15,2-4 0 0,-17-4-4 0,37-4-2 16,-22-2 0-16,6-3-3 0,1-1 0 0,-6-3 2 16,10-3-3-16,-10-3 3 0,1-3 4 0,-5-1 2 15,1 1-2-15,-4 0 3 0,2-1 2 0,-1 4-2 16,-2-3 6-16,-2 7 6 0,1-2-5 0,1 4 1 15,-8 3 3-15,6 0 4 0,-6 10-4 0,8-14 2 16,-1 6 3-16,-7 8-3 0,0 0-1 0,14-8 2 16,-14 8-1-16,0 0-1 0,0 0 0 0,0 0 3 15,24 26 2-15,-19-10-4 0,0-2 0 0,0 5 0 16,-2 0 1-16,-2 1 5 0,-1 1-5 0,0 3 1 16,0 1 2-16,0-6-1 0,-1 6-2 0,1-8-1 15,-3-1 0-15,3 1-3 0,-4-2 1 0,4-4-5 0,0-11-15 16,-6 21-14-16,1-14-5 0,5-7-12 0,0 0-8 15,0 14-6-15,0-14-8 0,0 0-5 0,0 0 3 16,0 0 5-16,0 0-2 0,-16-42 2 0,15 25 8 16,1-6 13-16,-2-2-2 0,4-3 10 0,-2 2 9 15,11-1 0-15,-5 1 10 0,2 1 8 0,2-2 2 16,4 3 0-16,1 10 14 0,2-7 13 0,-2 4 16 16,-4 5 6-16,7-2 1 0,-4 3-5 0,1 4-2 15,-4 1-1-15,6 0 1 0,-17 6-5 0,26 0-5 16,-26 0-3-16,26 6 2 0,-26-6-1 0,21 17 8 15,-12 0-11-15,-1-3-2 0,5 3 0 0,-5 2-2 16,2 4 4-16,-1-2 17 0,4 4-5 0,-5 0 0 0,5-3 0 16,-2-8-6-16,-1 3-3 0,1-1-3 0,0-2-2 15,1-3-2-15,2 0 0 0,4-7-5 0,-2 2 4 16,0-5-6-16,-16-1-4 0,38-3-2 0,-17-3 0 16,2-8-4-16,-7 0 0 0,6-5 3 0,-1-8 2 15,1-5-2-15,3-2 1 0,-8-8-1 0,2 1 4 16,-2-9 7-16,-6-6-3 0,-3 3 1 0,8-21-1 15,-7-13 1-15,1 8-2 0,-10-7 0 0,-3-4-2 16,6 12-20-16,0 0 0 0,-4 24 10 0,-4 3 4 16,2 4 10-16,-4 2 4 0,-1 7 7 0,0 16-1 15,3 1 2-15,-1 4 1 0,4 4-9 0,-2 4-2 16,4 9-6-16,-7-13 6 0,7 13-3 0,0 0-1 16,0 0-1-16,0 0-2 0,-11 40 2 0,8-13 1 15,-1 12-1-15,0 2 1 0,10 4 0 0,-11 7-3 16,4 6 1-16,2-4 2 0,-1 25 1 0,-1-5 0 15,1 9 2-15,-4-6-3 0,1-5 1 0,3 1-3 16,0-18 4-16,0 1-4 0,-3-1-5 0,0-1-7 16,1-1-8-16,2-4-30 0,0-4-22 0,0-4-23 0,0-11-37 15,-1 0-38-15,1-13-38 0,0 0-28 0,1-5-29 16,-1 4-40-16,0-16-47 0,-1 10-62 0,1-10-365 16,0 0-840-16,0 0 372 0</inkml:trace>
          <inkml:trace contextRef="#ctx0" brushRef="#br0" timeOffset="4999.6454">5040-196 149 0,'-29'12'256'0,"8"-5"-19"0,7 1-10 15,8-2 3-15,6-6 18 0,0 0-12 0,0 0-17 16,49 11-17-16,-13-10-23 0,18-2-11 0,5 1-12 15,23-6-3-15,0-1 2 0,11-5 12 0,-3 1-10 16,-2-7 20-16,-1 1-14 0,-8 1-11 0,6-3-21 16,-8 2-14-16,-21 8-15 0,-3-3-15 0,1 0-17 15,-1-3-16-15,-3 4-33 0,-8 1-15 0,-1 1-32 16,-13-1-12-16,-4 3-15 0,-2 2-12 0,-7 0-16 0,-3-1-27 16,-12 6-42-16,16-1-34 0,-16 1-45 15,0 0-51-15,0 0-222 0,20 12-542 0,-20-12 240 16</inkml:trace>
          <inkml:trace contextRef="#ctx0" brushRef="#br0" timeOffset="5812.0957">6616 138 312 0,'0'0'385'0,"0"0"-11"0,0 0-1 0,0 0-14 16,0 0-27-16,0 0-29 0,16-32-36 0,-5 20-18 15,-1-1-27-15,10-4-30 0,0-1-15 0,-6-2-14 16,4-3-20-16,-1 2-13 0,-2-2-17 0,1 1-12 16,-3-2-8-16,-5 7-9 0,6 5 0 0,-7-7-13 15,2 8-10-15,-2-2-1 0,-6 3-3 0,-1 10-4 16,0-16-8-16,0 16-3 0,0 0-5 0,-8-14-5 16,8 14 0-16,0 0 5 0,0 0-3 0,0 0 4 15,-38 21 0-15,25-8 8 0,3 6-4 0,1-1 6 16,-6 4 2-16,7 1 1 0,-1 3-1 0,-3 0 3 15,6 1-4-15,4 3-1 0,2-4-3 0,2 1-6 16,1-1-1-16,3-4-5 0,6-1-7 0,-1-2-9 16,0-6-21-16,8 3-21 0,1-5-29 0,-3 1-42 15,4-9-30-15,8 1-38 0,0-4-31 0,-2-4-15 16,7 3-9-16,-7-6-1 0,2-5 12 0,-5 1 20 16,3-6 19-16,-3-4 19 0,1 2 39 0,-1-10 37 15,-2 5 32-15,-1-1 41 0,-5 3 36 0,-2 1 32 0,1 2 32 16,-6-5 26-16,-4 9 24 0,0-4 23 15,-3 1 11-15,-2 6 11 0,0 0-1 0,0 12-2 0,-7-12 4 16,7 12-16-16,-8-14-8 0,8 14-12 0,-16-8-8 16,16 8-7-16,0 0-2 0,-33 5-8 0,33-5-3 15,-29 19-14-15,14-9-5 0,1 4-7 0,-2 2-6 16,3 0-10-16,-2 3-7 0,6 3-6 0,4-2-6 16,-1 5-7-16,2-6-8 0,4-2-10 0,4 2-5 15,-1 1-13-15,0-1-6 0,3-1-14 0,2-3-3 16,-1-1-19-16,1-1-12 0,0-4 4 0,-2-3-7 15,-6-6-3-15,21 7-5 0,-21-7-10 0,23-2 0 16,-23 2-3-16,27-16-7 0,-8-4 0 0,4-13-9 16,-1-4-3-16,-1-5-5 0,1-29-9 0,1-4-8 15,-2-10-1-15,-4-6-6 0,6-33 3 0,-9 35 5 16,1-40 15-16,-6 43 13 0,-1-4 18 0,4 3 23 0,-9 8 24 16,3 0 24-16,-1 1 18 0,3 22 4 0,-2 4 18 15,-4 1 10-15,1 4-1 0,-1 5 6 16,-7 15-3-16,3 0 0 0,-2 7-8 0,2 7-8 0,2 1-8 15,0 12-5-15,-6-19-11 0,6 19-7 0,0 0 6 16,0 0-12-16,0 0 2 0,-32 31-4 0,27-2 0 16,-5 10-5-16,0 15 4 0,2 19-1 0,2 5-1 15,4 8-1-15,1 2 0 0,-2 3-3 0,9-1 8 16,0 2-7-16,2-6 5 0,5 40 1 0,-1-49-2 16,2-3 1-16,4-4 0 0,-10-16-5 0,6-7-4 15,1 1-4-15,-3-5 4 0,3-5-4 0,-2-9-2 16,-4-2-1-16,1-7-5 0,-2-6-10 0,2 1-4 15,1-5-7-15,0-7-29 0,-11-3-39 0,29-2-40 16,-29 2-46-16,34-23-62 0,-14 1-52 0,1 0-37 16,3-13-54-16,-6-1-60 0,0 0-415 0,-6-4-925 15,-3-5 409-15</inkml:trace>
        </inkml:traceGroup>
      </inkml:traceGroup>
    </inkml:traceGroup>
    <inkml:traceGroup>
      <inkml:annotationXML>
        <emma:emma xmlns:emma="http://www.w3.org/2003/04/emma" version="1.0">
          <emma:interpretation id="{6E0DA7C5-8F8F-48E2-A696-8CE790A723CE}" emma:medium="tactile" emma:mode="ink">
            <msink:context xmlns:msink="http://schemas.microsoft.com/ink/2010/main" type="paragraph" rotatedBoundingBox="27281,9208 27245,7078 27766,7069 27802,9199" alignmentLevel="2"/>
          </emma:interpretation>
        </emma:emma>
      </inkml:annotationXML>
      <inkml:traceGroup>
        <inkml:annotationXML>
          <emma:emma xmlns:emma="http://www.w3.org/2003/04/emma" version="1.0">
            <emma:interpretation id="{3ADF88C7-6971-4A57-8088-5C0FECC8A761}" emma:medium="tactile" emma:mode="ink">
              <msink:context xmlns:msink="http://schemas.microsoft.com/ink/2010/main" type="line" rotatedBoundingBox="27281,9208 27245,7078 27766,7069 27802,9199"/>
            </emma:interpretation>
          </emma:emma>
        </inkml:annotationXML>
        <inkml:traceGroup>
          <inkml:annotationXML>
            <emma:emma xmlns:emma="http://www.w3.org/2003/04/emma" version="1.0">
              <emma:interpretation id="{A5CDDF61-69A4-484F-8054-EEDC2FF006B6}" emma:medium="tactile" emma:mode="ink">
                <msink:context xmlns:msink="http://schemas.microsoft.com/ink/2010/main" type="inkWord" rotatedBoundingBox="27281,9208 27245,7078 27766,7069 27802,9199"/>
              </emma:interpretation>
            </emma:emma>
          </inkml:annotationXML>
          <inkml:trace contextRef="#ctx0" brushRef="#br0" timeOffset="2265.4721">2900 165 41 0,'3'-8'280'16,"-3"8"-9"-16,3-18-8 0,-3 18-2 0,5-17-2 15,-5 17-4-15,0-16 7 0,0 16-21 0,-3-16-15 16,3 16-13-16,-8-15-3 0,8 15-8 0,-10-13-9 16,-1 7-7-16,11 6-2 0,-16-3-7 0,16 3 3 15,-24-1-17-15,24 1-3 0,-32 3 0 0,17 2-6 0,-1 7 0 16,0-3-6-16,-1 4-17 0,2 0 2 16,-2 7-6-16,-1-1-14 0,2 4-1 0,3 1-19 15,2 0 0-15,0-1-8 0,3 3-6 0,0 0 2 0,8-3-17 16,-5 2-5-16,5 1-7 0,5-1-5 0,-2-7-3 15,2-3-9-15,1 0 1 0,4-2-7 0,1 3 0 16,-2-8-2-16,3 0-14 0,4-4-6 0,-2 1-5 16,-14-5-9-16,31-1-10 0,-31 1-1 0,33-14-17 15,-12 7 0-15,-5-6-4 0,-1 0 5 0,-2-4 2 16,3-2 2-16,-2-7-2 0,-6 2 5 0,-2-1 4 16,2-1 4-16,-3 3 5 0,2 0 8 0,-6-1 7 15,1 7 12-15,-4-2 11 0,2 3 3 0,0-3 2 16,0 9 7-16,0-6 6 0,0 16 3 0,-1-19 0 15,-1 10 2-15,2 9 3 0,-3-15-7 0,3 15-8 16,0 0-5-16,0 0-3 0,0 0 0 0,0 0-1 0,0 0 5 16,0 0 6-16,6 60 6 0,-4-20 4 0,1 3 10 15,0 8 10-15,2 2-5 0,8 18 5 0,-10 0 8 16,2 0-7-16,-3-14-3 0,-1 22 9 0,6-4-5 16,-1 5-1-16,2-2-9 0,-2 4-1 0,-1-3-2 15,2-2-1-15,-2-2 3 0,1 3-13 0,0-10 1 16,-6-14 6-16,0 1-5 0,0 1-3 0,4-3 5 15,-4-2-4-15,0-5-2 0,0 4-3 0,-4-7-2 16,8-5-11-16,-4-8 2 0,-4-1-3 0,1-3-6 16,3-2-9-16,3 2-11 0,-6-8 0 0,3 0 0 15,-3 0 0-15,0-1 0 0,-2 0 0 0,-1-4 0 16,2 0 0-16,4-13 0 0,-5 21 0 0,-1-7 0 0,-4-2 0 16,2-5-26-16,-4 5-14 0,-3-5 7 0,2 1-12 15,-1-1 4-15,-1-2-5 0,1 1 3 0,-5-3-4 16,19-3 9-16,-31 0 2 0,31 0 9 0,-38-7 4 15,20 4 0-15,2-3 3 0,-3-2 2 0,4-4 7 16,-7-6 7-16,7 5 26 0,3-5-1 0,0-4 9 16,1-6 1-16,5-12 21 0,3-2-16 0,6-9-11 15,3-2 4-15,9-30 3 0,4-6-5 0,18-40-2 16,0 5-2-16,12 0-6 0,-8 39-8 0,10-43-3 16,-17 49-11-16,-4-4-33 0,1 7-32 0,2 5-50 15,-14 20-66-15,1-2-81 0,1 7-84 0,3 1-79 0,-10 0-93 16,-12 1-489-16,1 15-1094 0,3-2 484 0</inkml:trace>
        </inkml:traceGroup>
      </inkml:traceGroup>
    </inkml:traceGroup>
    <inkml:traceGroup>
      <inkml:annotationXML>
        <emma:emma xmlns:emma="http://www.w3.org/2003/04/emma" version="1.0">
          <emma:interpretation id="{0A058C3B-09AE-458B-B106-CF24B540A94D}" emma:medium="tactile" emma:mode="ink">
            <msink:context xmlns:msink="http://schemas.microsoft.com/ink/2010/main" type="paragraph" rotatedBoundingBox="28510,8048 32551,7960 32578,9216 28537,9304" alignmentLevel="3"/>
          </emma:interpretation>
        </emma:emma>
      </inkml:annotationXML>
      <inkml:traceGroup>
        <inkml:annotationXML>
          <emma:emma xmlns:emma="http://www.w3.org/2003/04/emma" version="1.0">
            <emma:interpretation id="{485B199E-9C8D-4A36-A57D-06A6BE24C71A}" emma:medium="tactile" emma:mode="ink">
              <msink:context xmlns:msink="http://schemas.microsoft.com/ink/2010/main" type="line" rotatedBoundingBox="28510,8048 32551,7960 32578,9216 28537,9304"/>
            </emma:interpretation>
          </emma:emma>
        </inkml:annotationXML>
        <inkml:traceGroup>
          <inkml:annotationXML>
            <emma:emma xmlns:emma="http://www.w3.org/2003/04/emma" version="1.0">
              <emma:interpretation id="{A71B0232-F82D-4518-AB22-C7F8524BCCA0}" emma:medium="tactile" emma:mode="ink">
                <msink:context xmlns:msink="http://schemas.microsoft.com/ink/2010/main" type="inkWord" rotatedBoundingBox="28510,8048 31687,7978 31713,9175 28536,9244"/>
              </emma:interpretation>
              <emma:one-of disjunction-type="recognition" id="oneOf3">
                <emma:interpretation id="interp3" emma:lang="" emma:confidence="1">
                  <emma:literal/>
                </emma:interpretation>
              </emma:one-of>
            </emma:emma>
          </inkml:annotationXML>
          <inkml:trace contextRef="#ctx0" brushRef="#br0" timeOffset="6775.9761">4175 1670 103 0,'0'0'563'0,"-12"-15"-27"0,12 15-54 15,-8-11-34-15,8 11-34 0,-7-7-24 0,7 7-31 0,0 0-21 16,0 0-16-16,0 0-22 0,0 0-11 0,-22 34-18 15,15-16-18-15,6 5-27 0,-4 1-19 0,2 4-15 16,-2 2-20-16,-2-2-12 0,7 1-24 0,0 3-12 16,-6 7-8-16,6-8-13 0,0-2-13 0,-3 1-3 15,-2 0-14-15,5-1-5 0,-2-3-10 0,-2-1-19 16,4-4-13-16,-7-3-8 0,5-3-26 0,1-4-10 16,1-11-11-16,-7 15-9 0,1-6-13 0,6-9-12 15,-10 8-9-15,10-8-12 0,0 0-4 0,-32-23 6 16,21 1-7-16,-7-2-2 0,-4-9 4 0,1-1 9 15,12 8 13-15,-4-2-2 0,0-3 12 0,3 4 17 16,-1 1 15-16,9 0 13 0,-4 2 14 0,8 1 13 0,4-3 12 16,-1 8 1-16,9-5 1 0,-4 5-5 0,9-4 4 15,2 3-4-15,0 0-4 0,3 8-3 0,3-4-1 16,2 7 1-16,-2 1-6 0,4 5 1 0,-2 2 4 16,3 5-3-16,-2 2-3 0,1 1 4 0,-4 5 3 15,5 0 0-15,-6 6-1 0,6 4-1 0,-8-1 5 16,5 6-4-16,-8-4 1 0,-2 2-6 0,-5 0 1 15,1 0 1-15,-1 2 0 0,-1-5-2 0,-2 0-1 0,2 2-2 0,-5-9-3 0,-1 2 3 16,1-1-6-16,-2-3 1 0,0 0 1 0,-4-6-2 16,3 3 2-16,-5-11-5 0,8 12 0 0,-8-12 0 15,6 10 0-15,-6-10-1 0,0 0 0 0,0 0 0 16,24-26 2-16,-16 12-1 0,2-2-4 0,1-14 0 16,4-8-1-16,-1-2-4 0,1 4 3 0,2-4-1 0,-4 2 0 15,1 2-3-15,-2 10 5 0,1-2-4 0,-1 4 4 16,3 0 1-16,-2 5 0 0,-2 0 0 0,3 2-3 15,-1 4 3-15,2 2-3 0,-4 0 2 0,0 4-1 16,2 2 5-16,-13 5 0 0,0 0 0 0,30 11 2 16,-15-1 0-16,4 7 1 0,-6 2 1 0,-2 7-4 15,2-2 2-15,-2 7 4 0,4 5-3 0,-6-6-4 16,-1-1 2-16,5 8 0 0,-6-8-1 0,2-1-9 16,-2-1-14-16,1-2-30 0,-4-5-31 0,-2-6-37 15,6 5-34-15,3-2-51 0,-4-3-36 0,-1-5-43 16,2 0-49-16,-8-9-56 0,21 1-359 0,-21-1-809 15,0 0 359-15</inkml:trace>
          <inkml:trace contextRef="#ctx0" brushRef="#br0" timeOffset="7463.4422">5502 1813 297 0,'10'-11'322'0,"-1"0"-6"0,-4-1-7 16,2 5-5-16,-7 7 7 0,8-15 9 0,-8 15-8 15,9-11-5-15,-9 11-16 0,0 0-18 0,0-11-19 16,0 11-16-16,0 0-15 0,0 0-14 0,0 0-2 15,0 0-9-15,-53 23-13 0,39-9-2 0,-1 0-17 16,1 2-20-16,0-5-9 0,1 8-14 0,-3 4-13 16,1-6-9-16,7 0-8 0,-3 4-8 0,6-7-7 15,2 7-9-15,3 0-8 0,5-5-5 0,-4 5-8 16,7-4-6-16,5-2-5 0,-5 0-12 0,7-1-9 16,-1-2-18-16,7-1-9 0,-7-3-10 0,6-6-3 0,-4 3-10 15,-16-5 1-15,37 1-5 0,-16-2 5 16,-21 1-1-16,33-14 3 0,-17 9 3 0,5-10 4 15,-6 2 2-15,2-3 3 0,1 0 4 0,-7-2-3 0,4-2 9 16,-4 4 3-16,-5-1 4 0,1-1 2 0,-1 1 14 16,-1-2 7-16,0 5 11 0,-2 4 9 0,-6-2 10 15,7-2 10-15,-4 14 1 0,0-19 4 0,0 19 0 16,0-12-10-16,0 12-8 0,0 0-3 0,0 0-4 16,0 0-7-16,-8-11-4 0,8 11-2 0,0 0-4 15,0 0-5-15,-19 26 2 0,13-10-4 0,4 0-5 16,-3-3 1-16,5 5-6 0,5 4 0 0,-3 4-7 15,3-7 3-15,1-2-14 0,-3 5-11 0,4-4-6 16,5 5-4-16,-2-10-10 0,3 3-1 0,0-6-2 16,0 0-9-16,4-6 0 0,-2-1 6 0,4 1-5 15,-19-4 2-15,37-7 7 0,-23-4 1 0,2 3 5 16,5-11-1-16,0-3 2 0,-3-3 4 0,-2-14 3 0,-2-3 0 16,-1-4-3-16,-5-8-7 0,2-21 6 15,-4-1-6-15,0-10-1 0,-4 8 9 0,-4 1 0 16,-4-12 0-16,0 36 13 0,-6-16-1 0,6 18 16 0,-5 6 8 15,3 1 18-15,1 18 8 0,1 0 9 0,3 7-4 16,-4 4-2-16,6 2-2 0,-4 6-8 0,5 7-3 16,0 0 0-16,0 0-4 0,0 0 1 0,-23 26 0 15,19 4-4-15,4 7 2 0,0 9-6 0,4-1 2 16,-2 5 0-16,6 5 1 0,6 16-5 0,-9-15 3 16,11 16-3-16,-1-16 0 0,2 16 0 0,-5-20-5 15,5-1 6-15,-9-1-11 0,0-3-9 0,5-4-7 16,-3 6-7-16,3-13-11 0,-7-8-13 0,-4-1-8 15,6-1-13-15,-2 0-12 0,-4 0-16 0,3-9-4 16,-4-3-15-16,4-5-8 0,-5 3-15 0,0-12-14 16,3 8-17-16,-3-8-25 0,0 0-33 0,0 0-54 15,0 0-49-15,0 0-313 0,0 0-699 0,-32-29 310 0</inkml:trace>
          <inkml:trace contextRef="#ctx0" brushRef="#br0" timeOffset="7744.6567">5218 1539 275 0,'-30'-2'336'0,"2"2"-21"15,8 0-19-15,-1-3-15 0,21 3-13 0,-21-1-15 16,21 1-16-16,0 0-15 0,0 0-7 0,0 0-1 16,0 0-3-16,0 0-6 0,0 0-19 0,99-13-15 15,-49 7-8-15,1-3-8 0,6 1-8 0,21-2-6 16,1 5-1-16,3-11-2 0,-2 9-5 0,-26-3-10 15,22-5-11-15,-18 4-9 0,-1 0-10 0,-2 3-12 16,-1-3-5-16,-4 3-11 0,-18 1-3 0,15 0-13 16,-15 2-11-16,-3 0-21 0,-8-1-24 0,-2 5-33 15,-2 1-31-15,-17 0-22 0,33 4-27 0,-24 1-26 0,-9-5-33 16,16 14-45-16,-9-4-59 0,2 2-60 0,-5 4-327 16,-3 3-724-16,2 6 320 0</inkml:trace>
          <inkml:trace contextRef="#ctx0" brushRef="#br0" timeOffset="8436.1522">6280 2065 180 0,'-5'11'343'0,"5"-11"-22"16,0 0-8-16,0 0-16 0,7 19-17 16,-7-19-21-16,13 3-15 15,-13-3-23-15,16 5-21 0,-16-5-17 0,21 3-8 0,-21-3-4 0,21 4 0 16,-21-4-6-16,0 0 8 0,25-3-1 15,-25 3 3-15,0 0 6 0,26-5 1 0,-26 5 4 16,0 0-1-16,19-7 3 0,-19 7-1 0,10-8 2 0,-10 8-2 16,11-7 1-16,-11 7 19 0,8-12-23 0,-8 12 8 15,8-18-2-15,0 11-1 0,-8 7-6 0,8-22 0 16,-2 6-1-16,1 1-1 0,1 0-9 0,2-12-5 16,1 3 6-16,0-2-11 0,-1-2-52 0,7-10-110 15,-6 0 0-15,4-3 0 0,-2 4 0 0,-4-5 0 16,-2 0 0-16,-1-2 0 0,1 15 0 0,-6 3 0 15,-1 2 0-15,3 9 0 0,-6-3 0 0,3 10 0 16,0 8 0-16,-3-15 0 0,3 15-12 0,0 0-140 16,-32 4 4-16,32-4-1 0,-31 16-1 0,11 1-3 15,4 2-4-15,0 0 2 0,-2 11 1 0,3-9-2 16,3 4 18-16,4 0-7 0,4-3-3 0,4 1-6 16,2-1 1-16,6-1 6 0,0-2-11 0,6-1 6 15,4 3 0-15,3-2 20 0,3-7 10 0,-2 2 9 16,-1-9 18-16,5 7 12 0,-5-10 13 0,-2 7 19 15,2-6 14-15,-2 1 9 0,-3 4 21 0,-1-7 2 16,-15-1 19-16,27 8 4 0,-14-6 2 0,-13-2 8 16,22 9 3-16,-14-4-2 0,-8-5-2 0,15 10 4 15,-7-5-9-15,-8-5 1 0,14 16 8 0,-7-11-3 16,-7-5-2-16,12 13-7 0,-7-5 2 0,-5-8 4 0,15 8-3 16,-15-8 3-16,14 9-8 0,-14-9 2 0,15 9-3 15,-15-9-2-15,17 3-2 0,-17-3 0 0,0 0 2 16,0 0-1-16,36-17-1 0,-28 10 0 0,-8 7-2 15,11-21-3-15,-8 9 12 0,-3-5 9 0,5 1 11 16,-4 1 14-16,-1 1 0 0,5-5 4 0,-5 3-1 16,2-1 10-16,-2 1 5 0,5 6 1 0,-5 10 2 15,8-19 0-15,-8 12-2 0,0 7-9 16,0 0-7-16,0-15-5 0,0 15-4 0,0 0-7 16,0 0-2-16,0 0-6 0,0 0-3 0,0 0-4 15,9 41 0-15,-9-27-4 0,8 1-5 0,-1 4 2 16,-7 0 0-16,6-1-10 0,2 1-7 0,-1-2-19 15,-4-1-26-15,-2-1-28 0,1-3-33 0,-2-1-33 0,0-11-38 16,5 15-37-16,-5-15-32 0,0 12-53 16,0-12-58-16,0 0-57 0,0 0-331 0,0 0-804 15,0 0 357-15</inkml:trace>
          <inkml:trace contextRef="#ctx0" brushRef="#br0" timeOffset="8683.5848">6839 1449 243 0,'-28'1'355'0,"28"-1"-24"16,-17 10-9-16,17-10-8 0,-13 13-7 0,10-4-16 16,3-9-19-16,-4 15-10 0,4-15-20 0,7 17-13 0,-7-17-7 0,14 14-20 0,-1-8-5 0,-3 0-8 15,-10-6-7-15,32 4-8 0,-32-4-5 16,30-4-10-16,-30 4-17 0,26-7-13 0,-15 1-14 0,-3-1-3 16,-8 7-18-16,24-15-10 0,-16 5-11 0,-1 5-16 15,-4-6-21-15,5 0-23 0,-8 11-28 0,3-21-29 16,-3 14-34-16,0 7-36 0,-6-15-41 0,6 15-42 15,-19-7-49-15,19 7-63 0,-23-3-75 0,23 3-279 16,0 0-717-16,-42 8 317 0</inkml:trace>
        </inkml:traceGroup>
        <inkml:traceGroup>
          <inkml:annotationXML>
            <emma:emma xmlns:emma="http://www.w3.org/2003/04/emma" version="1.0">
              <emma:interpretation id="{007E56F3-10D4-4328-9A15-8F899607140D}" emma:medium="tactile" emma:mode="ink">
                <msink:context xmlns:msink="http://schemas.microsoft.com/ink/2010/main" type="inkWord" rotatedBoundingBox="31768,8498 32562,8480 32578,9216 31784,9234"/>
              </emma:interpretation>
              <emma:one-of disjunction-type="recognition" id="oneOf4">
                <emma:interpretation id="interp4" emma:lang="" emma:confidence="0.5">
                  <emma:literal>R</emma:literal>
                </emma:interpretation>
                <emma:interpretation id="interp5" emma:lang="" emma:confidence="0">
                  <emma:literal>a</emma:literal>
                </emma:interpretation>
                <emma:interpretation id="interp6" emma:lang="" emma:confidence="0">
                  <emma:literal>U</emma:literal>
                </emma:interpretation>
                <emma:interpretation id="interp7" emma:lang="" emma:confidence="0">
                  <emma:literal>N</emma:literal>
                </emma:interpretation>
                <emma:interpretation id="interp8" emma:lang="" emma:confidence="0">
                  <emma:literal>K</emma:literal>
                </emma:interpretation>
              </emma:one-of>
            </emma:emma>
          </inkml:annotationXML>
          <inkml:trace contextRef="#ctx0" brushRef="#br0" timeOffset="9261.6647">7160 1566 487 0,'20'-7'471'0,"-20"7"-47"0,23-6-37 0,-9 4-26 16,-14 2-25-16,0 0-29 0,36 7-23 0,-24-4-36 16,3 6-20-16,-2 5-23 0,1 1-20 0,-1 6-22 15,1-2-16-15,-6 5-11 0,2-1-34 0,-5 1-9 0,-2 7-12 16,2-2-11-16,-4-1-2 0,-4-1-12 0,0 5-9 15,-5-1-12-15,2 0-15 0,-4-7-16 16,-3 4-5-16,-3-1-18 0,5-1-25 0,-5-1-15 0,-3-5-7 16,7-2-10-16,-7-2-12 0,6-2-10 0,-1-3-10 15,4 1-1-15,-1-5-1 0,11-7-3 0,-19 3 4 16,19-3 13-16,0 0 6 0,0 0 19 0,-28-9 20 16,24-4 15-16,4-2 24 0,1-3 2 0,2-1 17 15,1-7 16-15,7 0-9 0,-1-3 0 0,7-6 17 16,1-1 11-16,1 3 14 0,5-3 34 0,2-2 39 15,-5-2 35-15,8 1 6 0,-1 1 10 0,0 1 2 16,-6 3-15-16,-4 8-13 0,-4 0-13 0,1 0-12 16,-4 9-12-16,-1 1-9 0,-4 3-13 0,2 0-7 15,-2 4-6-15,-6 9-12 0,8-15-5 0,-8 15-12 16,0 0-3-16,0 0-8 0,0 0-2 0,0 0-1 16,0 0-7-16,-28 29 1 0,18-5-7 0,-3 6-1 15,-1 6-3-15,6 6-4 0,-5-1 1 0,6-1-2 16,-1 3 0-16,2 0 2 0,3-2-2 0,3-1-4 15,0 0 4-15,6-4 3 0,-3-4-2 0,4-1 4 16,6-1 0-16,4 4 0 0,2-8 0 0,10 3 2 16,0-13-6-16,11 1 4 0,-8-5-3 0,12 0-4 0,-12-9-9 15,-2-2-21-15,1 2-27 0,-4-3-32 0,-4-4-31 16,-3-4-41-16,0-2-52 0,0 2-40 16,-2-2-27-16,-3-2-25 0,-1 0-37 0,-1-6-25 15,-2 4-32-15,0-6-29 0,-3-5-217 0,2 3-682 0,-7 2 302 16</inkml:trace>
        </inkml:traceGroup>
      </inkml:traceGroup>
    </inkml:traceGroup>
  </inkml:traceGroup>
</inkml:ink>
</file>

<file path=ppt/ink/ink25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1T05:14:56.620"/>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A0E48C7F-08B1-4718-8823-53F9C5A23314}" emma:medium="tactile" emma:mode="ink">
          <msink:context xmlns:msink="http://schemas.microsoft.com/ink/2010/main" type="writingRegion" rotatedBoundingBox="258,140 33781,167 33768,15643 245,15616"/>
        </emma:interpretation>
      </emma:emma>
    </inkml:annotationXML>
    <inkml:traceGroup>
      <inkml:annotationXML>
        <emma:emma xmlns:emma="http://www.w3.org/2003/04/emma" version="1.0">
          <emma:interpretation id="{FFC45D47-A2B9-4D17-9EFF-171F91C558DF}" emma:medium="tactile" emma:mode="ink">
            <msink:context xmlns:msink="http://schemas.microsoft.com/ink/2010/main" type="paragraph" rotatedBoundingBox="1089,134 6080,146 6074,2911 1082,2899" alignmentLevel="1"/>
          </emma:interpretation>
        </emma:emma>
      </inkml:annotationXML>
      <inkml:traceGroup>
        <inkml:annotationXML>
          <emma:emma xmlns:emma="http://www.w3.org/2003/04/emma" version="1.0">
            <emma:interpretation id="{F35165F0-12B8-428D-8E9F-7DF0ABED2759}" emma:medium="tactile" emma:mode="ink">
              <msink:context xmlns:msink="http://schemas.microsoft.com/ink/2010/main" type="line" rotatedBoundingBox="1089,134 6080,146 6074,2911 1082,2899">
                <msink:destinationLink direction="with" ref="{A1996C03-5714-48EE-839A-82BB671FE08E}"/>
              </msink:context>
            </emma:interpretation>
          </emma:emma>
        </inkml:annotationXML>
        <inkml:traceGroup>
          <inkml:annotationXML>
            <emma:emma xmlns:emma="http://www.w3.org/2003/04/emma" version="1.0">
              <emma:interpretation id="{35730CD7-389A-43C0-AAAB-8FFD7180C0BB}" emma:medium="tactile" emma:mode="ink">
                <msink:context xmlns:msink="http://schemas.microsoft.com/ink/2010/main" type="inkWord" rotatedBoundingBox="1089,134 6080,146 6074,2911 1082,2899"/>
              </emma:interpretation>
              <emma:one-of disjunction-type="recognition" id="oneOf0">
                <emma:interpretation id="interp0" emma:lang="" emma:confidence="1">
                  <emma:literal/>
                </emma:interpretation>
              </emma:one-of>
            </emma:emma>
          </inkml:annotationXML>
          <inkml:trace contextRef="#ctx0" brushRef="#br0">199 163 444 0,'-7'-18'459'0,"6"-1"6"0,-6 0 8 16,1 1-1-16,-2 0-6 0,1 6-6 0,1-7-9 0,-1 10-25 16,4-1-20-16,3 10-35 0,-8-14-36 0,8 14-36 15,-5-8-34-15,5 8-23 0,0 0-2 0,0 0-3 16,-12 35-3-16,8-9-15 0,0 14-12 0,4 5-11 16,-2 2-7-16,4 0-16 0,-4-1 1 0,-3 7-7 15,12-5-46-15,-7 5-121 0,3 0 0 0,-3 3 0 0,-3-4 0 16,3 0 0-16,-7 1 0 0,-1-5 0 15,0-3 0-15,8 2 0 0,-13-3 0 0,4 4 0 0,-4-9 0 16,5-10 0-16,3-1 0 0,0 0 0 0,-1-4 0 16,1-3 0-16,-1-6 0 0,-3 3 0 0,8-1 0 15,-2-7 0-15,3-10 0 0,-2 23 0 0,2-16 0 16,0-7 0-16,-6 15 0 0,6-15 0 0,6 14 0 16,-6-14 0-16,11 7 0 0,-11-7 0 0,0 0 0 15,31 0 0-15,-10-1 0 0,-21 1 0 0,51-8 0 16,-22 3 0-16,5-1 0 0,4-3 0 0,4 2 0 15,-7 1 0-15,8-1 0 0,-7-1 0 0,7-1 0 0,-1 6 0 16,-1-8 0-16,-12 6 0 0,-1 2 0 16,-4-4-310-16,-2 2-146 0,-3-1-51 0,-3 0-78 15,-16 6-471-15,13-14-1143 0,-11 7 505 0</inkml:trace>
          <inkml:trace contextRef="#ctx0" brushRef="#br0" timeOffset="203.1386">14 809 378 0,'0'0'410'0,"18"-18"-37"0,-7 10-21 0,7-1-18 15,6 0-11-15,3-3-9 0,2 2-12 0,13 2-31 16,-1-5-24-16,3 3-26 0,1-1-19 0,-2 3-33 0,5 1-19 16,-3 0-18-16,-2-1-21 0,-9 4-31 15,0-3-29-15,-2 0-43 0,-5 0-52 0,2-3-54 16,-15 7-62-16,2-4-67 0,-3-4-88 0,-13 11-283 0,7-15-647 15,-9 3 287-15</inkml:trace>
          <inkml:trace contextRef="#ctx0" brushRef="#br0" timeOffset="425.1107">146 169 89 0,'22'-17'402'16,"9"-9"-23"-16,-3 8-31 0,13-1-26 0,0-3-4 16,4 3-22-16,-1 0-16 0,5-3-23 0,1 3-26 15,0 2-8-15,1-2-33 0,-1 3-26 0,-2 1-11 16,-2-1-26-16,-1 5-22 0,-4 3-22 0,-9-4-30 16,-2 5-35-16,-1 4-42 0,-10-3-50 0,2 6-63 15,-21 0-70-15,32-1-95 0,-32 1-247 0,19 7-595 16,-19-7 263-16</inkml:trace>
          <inkml:trace contextRef="#ctx0" brushRef="#br0" timeOffset="1050.0352">866 679 100 0,'0'0'379'0,"2"-24"-22"16,-2 24-14-16,6-21-21 0,0 13-21 0,4-7-23 0,-2 5-21 15,7-3-19-15,-1 2-3 0,7 3-24 0,-2 1-9 16,2 1-13-16,0 1-9 0,-2 4-6 0,2 1-15 15,-21 0-14-15,42 6-20 0,-23 1-11 0,-1 4-1 16,1 0-18-16,-5 4-6 0,-6 5-10 0,0 2-12 16,-3 0-7-16,-10 7-4 0,4-2-3 0,-6-1-11 15,-7 4 0-15,-9 8-3 0,-2-5-9 0,-1 5-6 16,0-8-10-16,-3 1-11 0,1-2-2 0,-1-2-3 16,1-8-4-16,4 0 2 0,3-4-13 15,1 3 4-15,5-11-6 0,1 0-10 0,1-1 16 0,13-6-29 16,-15 7-8-16,15-7-3 0,0 0 0 0,0 0 2 15,0 0 3-15,0 0 14 0,12-41 12 0,4 21 7 16,0-6 6-16,5 3 5 0,8-10 11 0,-2-3-4 0,2 1 15 16,0 1 13-16,-2-3-8 0,3-4 3 0,-2 5 15 15,2-5 12-15,2 4 11 0,-8 0 16 16,-3-2 17-16,8 5 6 0,-3 1 11 0,-12 5 10 0,1 4 3 16,1 1 6-16,-8 8 2 0,3-1-8 0,-2 6-1 15,-2-1-1-15,-4 3 1 0,-3 8-27 0,10-12-5 16,-10 12-16-16,0 0-8 0,0 0-3 0,0 0-6 15,-32 41-4-15,16-18-6 0,-7 13-7 0,4 5 0 16,-5 4-7-16,5 0-1 0,2 0-3 0,0 2-6 16,2-1-4-16,-1-2 1 0,7-1-6 0,-1 1-2 15,2-3-2-15,11-12-3 0,-3-3-1 0,4 5-23 16,2-7-23-16,5 2-30 0,0 0-36 0,4-5-38 0,4-1-32 16,-3-8-43-16,11 6-27 0,2-10-43 0,-8-1-50 15,3-3-54-15,8-4-61 0,-14 0-348 16,9-6-864-16,-6 0 383 0</inkml:trace>
          <inkml:trace contextRef="#ctx0" brushRef="#br0" timeOffset="2362.44">1805 784 91 0,'4'-12'353'0,"0"0"-9"0,0 0 7 16,-4 12 11-16,2-19 17 0,-2 19 0 0,0-16-6 15,0 16-10-15,-2-15-11 0,2 15-22 0,0 0-29 16,-12-8-27-16,12 8-21 0,0 0-12 0,-37 7-11 15,21 3-1-15,-5 3-3 0,0 6-11 0,0-5-8 0,0 5-15 16,-3 4 2-16,3-3-19 0,0 1-20 16,2 2-13-16,2-1-11 0,2 2-11 0,-1 1-16 15,2-2-10-15,6-4-10 0,0 0-9 0,4-3 1 0,-5 5-19 16,9-2 2-16,6-4-5 0,1 1-9 0,-1-1-5 16,7-4-6-16,1-4-15 0,2 0-13 0,0-4-14 15,4 2-8-15,-1 1-8 0,-2-6-3 0,-17 0-3 16,36-6-4-16,-22-2 2 0,5-3-1 0,-4 3 7 15,-1-6 1-15,-4 0-2 0,3-2 8 0,0 1 6 16,-1 1-4-16,-3-5 5 0,-1 2-1 0,0-7 11 16,0 3 8-16,-2 3 8 0,-4 3 7 0,4-2 14 15,-3 3 11-15,-1 3-1 0,-1 1 6 0,-1 10 5 16,5-17 7-16,-5 17-4 0,2-14-10 0,-2 14-7 16,0 0-8-16,0-10-4 0,0 10 2 0,0 0-13 15,0 0 2-15,0 0-6 0,0 0 1 0,0 0 0 0,0 51-4 16,0-35-1-16,1 6 5 0,3-4-1 15,-1 5-6-15,-2 1 4 0,4-6-7 0,3 0-3 16,-1-3 3-16,-2 4-12 0,3-7 6 0,0 4 3 0,0-6-9 16,0 3-4-16,-2-4-8 0,-6-9-10 0,19 11 1 15,-9-7 11-15,-10-4-6 0,0 0 10 0,29 0-4 16,-29 0-4-16,25-14 0 0,-8 4 7 0,-5-4 0 16,3 2 1-16,2-6 0 0,8-1 3 0,-11-2-2 15,-3 8 6-15,7-9-1 0,-9 7 6 0,3-3-3 16,-1 3 6-16,0-1-6 0,-1 0 12 0,-2 0-13 15,1 3 16-15,1 1-2 0,-5 3 3 0,-2-1 1 16,-3 10 0-16,8-9-6 0,-8 9 2 0,0 0-4 16,13-9-2-16,-13 9 2 0,0 0-5 0,0 0 2 15,0 0 12-15,22 24-8 0,-15-11 10 0,-2 3-7 16,-2 0 3-16,3 2-4 0,1-1 3 0,1 11 2 16,-2-11-8-16,5 7 4 0,-7-7 2 0,0 2-4 0,3 5-3 15,-4-8-1-15,3-1-1 0,-4-1 5 0,4-3-5 16,-4 2-4-16,3-2 13 0,-5-11-17 15,9 15 4-15,-9-15 2 0,7 12-4 0,-7-12 11 0,9 6-13 16,-9-6 5-16,0 0 5 0,0 0-2 0,29-23-3 16,-21 15-8-16,-4-6 1 0,7-1-3 0,-2-4 9 15,4-4-6-15,-5 7 6 0,7-8-1 0,-4 3-1 16,-1-3 1-16,-1 3 2 0,1 3 4 0,-2-5-4 16,-2 6-10-16,4 1 16 0,-5-2-2 0,-2 7 3 0,2 0 9 15,-5 11-5-15,8-19 3 0,-8 19 0 16,0-12-3-16,0 12-1 0,6-10-6 0,-6 10 0 15,0 0-3-15,0 0 3 0,0 0-6 0,0 0 7 0,0 0-3 16,23 36 4-16,-19-19-1 0,0-1 5 0,2 3-10 16,-1 0 0-16,1 0 0 0,-1 0 0 0,5 4 0 15,-5-5 0-15,4-2 0 0,-2 2 0 0,4-2 0 16,-3 2 0-16,3-4 0 0,-1-1 0 0,3 0 0 16,-1-1 0-16,-2-5 0 0,1-2 0 0,-11-5 0 15,18 3 0-15,-18-3-7 0,0 0-10 0,35-7 3 16,-20 0 0-16,-3 3-4 0,3-11 0 0,-1 3 7 15,-1-3-3-15,0-1 8 0,3-5-5 0,-6-2 3 16,3 3 1-16,-2 3 2 0,0 0 9 0,-5 1-8 16,1-1 2-16,-1 3 9 0,1 2-8 0,-4 3 9 15,3-3-6-15,-6 12 11 0,5-8-12 0,-5 8-6 0,0 0 8 16,7-12-6-16,-7 12-2 0,0 0 3 16,0 0-2-16,0 0-1 0,8 34 0 0,-7-18 7 15,1-1 1-15,1 4-5 0,3-1-10 0,-1 5 13 0,0-4-3 16,0-3-4-16,3 1-6 0,0-1 8 0,0-2-6 15,2 0-16-15,1-2 7 0,-3-4-15 0,6 3-13 16,-3-6 1-16,-11-5-6 0,25 2-5 0,-25-2-5 16,28-6-3-16,-13-2-13 0,-1-3-8 0,1 1-8 15,-1-6 2-15,1 1-5 0,-1-8 2 0,-1 0 1 16,-5 0 9-16,3-1 7 0,-1 0 10 0,-10 1 8 16,5 2 8-16,-4 1 11 0,4 1 16 0,-3 1 20 15,-1 3 18-15,1 3 17 0,1-3 18 0,-3 15 5 0,3-16 0 16,0 7-6-16,-3 9-6 0,0 0 3 15,10-12 3-15,-10 12 25 0,0 0 19 0,0 0 21 16,21 29 3-16,-13-11-2 0,-2-1 11 0,-1 11 25 0,3 10 2 16,-5 3 0-16,2 4 3 0,-10 1-114 0,9 3-40 15,-4 3 0-15,-5 22 0 0,0-5 0 16,3-12 0-16,-12 18 0 0,4-7 0 0,1 9 0 0,1-7 0 16,0-16 0-16,0 3 0 0,-2-4 0 0,0 4 0 15,2-6 0-15,0 2 0 0,0-8 0 0,0 0 0 16,-5-7 0-16,5-11 0 0,2-8 0 0,0 0 0 15,2 0 0-15,-2-6 0 0,3-1 0 0,3-12-48 16,-7 7-302-16,7-7-44 0,0 0-37 0,0 0-49 16,-11-33-52-16,6 14-461 0,2-11-1076 0,-3-12 476 15</inkml:trace>
          <inkml:trace contextRef="#ctx0" brushRef="#br0" timeOffset="2643.7001">2982 724 64 0,'23'-18'372'0,"4"0"3"15,8-2 22-15,5 1 9 0,0 0 4 0,9 3-4 16,-5 5-15-16,5 4-28 0,-6-4-32 0,-1 8-27 16,1 2-33-16,-8 2-23 0,-4 1-23 0,2 2-24 15,1 2-15-15,-5 3-22 0,-5 7-10 0,-3-2-24 16,-7 1-10-16,-1 6-9 0,0 3-10 0,-3 3-11 15,-10 1-8-15,0 8-9 0,0 2-6 0,-10 3-6 16,0-11-9-16,1 11-4 0,-12-2-9 0,6-3-11 0,-7 0-18 16,-5-5-26-16,-1-1-39 0,3 1-34 0,-1-11-53 15,2-4-61-15,-3 0-40 0,0-4-59 16,-2 3-80-16,5-6-89 0,-2-4-259 0,-3-13-791 0,8 2 351 16</inkml:trace>
          <inkml:trace contextRef="#ctx0" brushRef="#br0" timeOffset="3568.8937">3686 1020 190 0,'0'0'370'0,"18"11"-27"0,-11-6-1 16,-7-5-12-16,0 0 2 0,19 11-13 0,-19-11-9 15,0 0-16-15,19 0-3 0,-19 0-4 0,23-11-7 16,-14 3-26-16,6-1-15 0,-1-12-12 0,4-1-12 15,1-12-23-15,-3-1-15 0,0-9-18 0,-3-2-15 0,-2-7-22 16,7-18-9-16,-4-3-11 0,-4-4-3 0,4 5-15 16,-3 6-11-16,4-5-8 0,-5-1-6 15,-2 2-5-15,-2 17-3 0,-4-17-5 0,1 16 5 0,0-3-2 16,0 4 6-16,-3 0 7 0,3-22-2 16,-3 30-7-16,0-4 5 0,-3 5 5 0,0 3 4 15,0-1 0-15,-5 3 13 0,3 14 3 0,-1 4 2 0,-1 8 4 16,-1-1-8-16,2 4-12 0,6 11-3 0,-10-7-10 15,10 7 0-15,0 0 1 0,-32 28-7 0,18-2 0 16,-1 14-2-16,7 1 2 0,-2 9 1 0,-1 2-3 16,5 20-1-16,4 3 4 0,2-2 7 0,0 10 4 15,5-4 3-15,-10 0-9 0,12 8-9 0,-1-4-9 16,-3 3-38-16,8-3 0 0,-3-4 0 0,1 4 0 16,3-9 0-16,-4-3 0 0,-1-21 0 0,1-1 0 15,3-6 0-15,-3 0 0 0,2-14 0 0,-4-4 0 0,2-8 0 16,-1 1 0-16,1-5 0 0,0-1 0 15,-2-10 0-15,-6-2 0 0,21 3 0 0,-21-3 0 16,0 0 0-16,42-19 0 0,-28 7 0 0,0-9 0 0,1-2 0 16,1-5 0-16,-2-8 0 0,4-1 0 0,-7 10 0 15,0-13 0-15,-3 0 0 0,4 0 0 0,-7 3 0 16,-1 7 0-16,-2-1 0 0,-2 2 0 0,0 3 0 16,0 7 0-16,0-2 0 0,0 2 0 0,0 10 0 15,0 9 0-15,-3-17 0 0,3 17 0 0,-11-7 0 16,11 7 0-16,0 0 0 0,0 0 0 0,-39 29 0 15,25-6 0-15,-1 2 0 0,-4 12 0 0,4-3 0 16,9 5 0-16,-2-1 0 0,6 3 0 0,4 1 0 0,6-3 0 16,-3-8 0-16,9 4 0 0,-2-4 0 15,0-5 0-15,6-3 0 0,0-1 0 0,-4-9 0 0,13 1 0 16,-4-5 0-16,6-2 0 0,-2-7 0 0,2-4 0 16,1-4 0-16,-1-1 0 0,13-12 0 0,-2-4 0 15,-3-2 0-15,0-7 0 0,3 1 0 0,-2-11 0 16,12-15 0-16,-7-4 0 0,7 3 0 0,-16 15 0 15,3-23 0-15,-7 24 0 0,-2 2 0 0,-8-1 0 16,3 2 0-16,-4 1 0 0,-6 6 0 0,-3-4 0 16,-2 16 0-16,-4 4 0 0,-2 4 0 0,-2 2 0 15,0 12 0-15,-3-17 0 0,3 17 0 0,-18-6 0 0,18 6 0 16,-29 3 0-16,29-3 0 0,-35 16 0 0,13 2 0 16,-3 3 0-16,5 3 0 0,-1 9 0 15,6 2 0-15,1 2 0 0,7-9 0 0,1 10 0 0,4 3 0 16,4-1 0-16,4-2 0 0,-2-9 0 0,9 12 0 15,-2 1 0-15,0-1 0 0,2-6 0 0,-2-3 0 16,3 3 0-16,-5-5 0 0,0-1 0 0,-1 8 0 16,-1-10 0-16,-1 0 0 0,0-1 0 0,-6 0 0 15,0-5 0-15,-4 3 0 0,0-6 0 0,-7 8 0 0,2-2 0 16,-8-3 0-16,0-1 0 0,-1 1 0 16,-7-2 0-16,-3-5 0 0,-10 5 0 0,-7 2 0 15,-8 1 0-15,-6-10-243 0,-22 10-190 0,-1-6-71 0,22-6-94 16,-30 1-472-16,3-3-1157 0,-4-1 513 0</inkml:trace>
        </inkml:traceGroup>
      </inkml:traceGroup>
    </inkml:traceGroup>
    <inkml:traceGroup>
      <inkml:annotationXML>
        <emma:emma xmlns:emma="http://www.w3.org/2003/04/emma" version="1.0">
          <emma:interpretation id="{ECAB1A8B-15EC-49E7-9D3C-08DF7740E9E4}" emma:medium="tactile" emma:mode="ink">
            <msink:context xmlns:msink="http://schemas.microsoft.com/ink/2010/main" type="paragraph" rotatedBoundingBox="256,2829 33779,2856 33776,6053 253,6026" alignmentLevel="1"/>
          </emma:interpretation>
        </emma:emma>
      </inkml:annotationXML>
      <inkml:traceGroup>
        <inkml:annotationXML>
          <emma:emma xmlns:emma="http://www.w3.org/2003/04/emma" version="1.0">
            <emma:interpretation id="{F65C26B3-9D3E-4B54-AB4A-F911C46BE122}" emma:medium="tactile" emma:mode="ink">
              <msink:context xmlns:msink="http://schemas.microsoft.com/ink/2010/main" type="inkBullet" rotatedBoundingBox="255,3543 1446,3544 1445,4883 254,4882"/>
            </emma:interpretation>
          </emma:emma>
        </inkml:annotationXML>
        <inkml:trace contextRef="#ctx0" brushRef="#br0" timeOffset="5482.1184">-254 3175 244 0,'-6'-7'532'0,"6"7"-22"0,0 0-20 15,0 0-22-15,0 0-25 0,0 0-32 0,0 0-24 0,0 0-24 16,0 0-24-16,0 0-24 0,0 0-21 0,0 0-21 16,0 0-19-16,1 50-26 0,-1-32-13 0,0 6-10 15,-1 0-23-15,-2 2-16 0,-1 0-10 0,-2 1-18 16,-1 1-14-16,1 0-11 0,0-1-14 0,-2-1-6 0,1 4-14 16,1-4-6-16,-2-3-5 0,1-5-8 0,6 3-5 15,-7-5-5-15,8 0-10 0,-7-1-4 0,7-8-9 16,0-7 2-16,-1 16-3 0,1-16-8 0,0 0 5 15,0 0-16-15,0 0-4 0,0 0-7 0,0 0 0 16,0 0-5-16,14-64 6 0,-11 25-4 0,4-2 2 16,-1-6-3-16,1-5 2 0,-1 0 2 0,-4-2-3 15,-2 0 5-15,4-2-4 0,-4 8-2 0,0-1 5 16,0 3 14-16,0 1-1 0,-4 5 11 0,0 1-2 16,0 11 11-16,2 10 17 0,-4-2 11 0,-1 3 1 15,2 1 0-15,2 7-7 0,-5-1-8 0,8 10-8 16,-26-9-1-16,6 11-4 0,-3 5-3 0,-6 12-5 0,-6 7 3 15,-2 8-7-15,-3 4-4 0,-10 16-7 16,4 3-8-16,10-12 0 0,-4 20 0 0,11-18 0 16,5 5 0-16,-3 15 0 0,13-20 0 0,6 9 0 0,1-1 0 15,9 15 0-15,3-19 0 0,3 2 0 0,6 0 0 16,9-2 0-16,-1-5 0 0,7 3 0 0,5 0 0 16,2-8 0-16,6 0 0 0,-5-3 0 0,5-5 0 15,-7-4 0-15,8-8 0 0,-1-2 0 0,-2-7 0 16,-8-6 0-16,4-5 0 0,7-8 0 0,7-5 0 15,-7-9 0-15,7-1 0 0,-2-9 0 0,2-1 0 16,9-17 0-16,-4-3 0 0,-14 12 0 0,11-15 0 0,-20 10 0 16,9-18 0-16,-5-5 0 0,-14 1 0 15,-1-5 0-15,-7-6 0 0,-2 3 0 0,-17 0 0 16,-3 4 0-16,-8-3 0 0,-2 23 0 0,-6 2 0 0,-6 1 0 16,-9 7 0-16,2 6 0 0,-11 2 0 0,2 9 0 15,-4 3 0-15,-11 5 0 0,1 6 0 0,4 8 0 16,0 4 0-16,3 3 0 0,3 7 0 0,2 0 0 15,7 4 0-15,1 3 0 0,-1 3 0 0,17 1-366 16,-8 6-110-16,0 1-90 0,15-4-565 0,0-3-1224 16,5 0 541-16</inkml:trace>
      </inkml:traceGroup>
      <inkml:traceGroup>
        <inkml:annotationXML>
          <emma:emma xmlns:emma="http://www.w3.org/2003/04/emma" version="1.0">
            <emma:interpretation id="{E440F6CA-3786-4731-BA34-0C3C6A0BA5DD}" emma:medium="tactile" emma:mode="ink">
              <msink:context xmlns:msink="http://schemas.microsoft.com/ink/2010/main" type="line" rotatedBoundingBox="2395,2830 33779,2856 33776,6053 2392,6028"/>
            </emma:interpretation>
          </emma:emma>
        </inkml:annotationXML>
        <inkml:traceGroup>
          <inkml:annotationXML>
            <emma:emma xmlns:emma="http://www.w3.org/2003/04/emma" version="1.0">
              <emma:interpretation id="{211DAE7B-715C-4AF0-8345-1548BA6D7588}" emma:medium="tactile" emma:mode="ink">
                <msink:context xmlns:msink="http://schemas.microsoft.com/ink/2010/main" type="inkWord" rotatedBoundingBox="2395,2830 7604,2835 7602,4595 2393,4590"/>
              </emma:interpretation>
              <emma:one-of disjunction-type="recognition" id="oneOf1">
                <emma:interpretation id="interp1" emma:lang="" emma:confidence="1">
                  <emma:literal/>
                </emma:interpretation>
              </emma:one-of>
            </emma:emma>
          </inkml:annotationXML>
          <inkml:trace contextRef="#ctx0" brushRef="#br0" timeOffset="6247.5082">1381 3840 92 0,'-13'6'416'0,"13"-6"-23"0,-22 3 0 15,22-3 7-15,-20 0 1 0,20 0-13 0,0 0-8 16,0 0-31-16,0 0-29 0,-17-13-23 0,17 13-13 16,5-18-24-16,4 2-9 0,2 2-13 0,7-11-8 15,3 0 2-15,3-8-14 0,3-1-4 0,4 0-2 16,-2-3-4-16,4 1-6 0,4-4-5 0,0-5-3 15,11-10 6-15,4-2 16 0,-12 12-11 0,10-12-13 16,-6-3-13-16,-10 15-20 0,-2 1-11 0,0 2-25 16,-4 1-123-16,-4 2 0 0,-10 13 0 0,1 0 0 15,-7 0 0-15,0 12 0 0,-2 0 0 0,-3 2 0 0,-1 4 0 16,-2 8 0-16,-5-16 0 0,5 16 0 0,0 0 0 16,-32 4 0-16,32-4 0 0,-43 24 0 15,9-2 0-15,-1 4 0 0,-1 7 0 0,6-2 0 0,1 4 0 16,2 1 0-16,-1 5 0 0,12-3 0 0,2 0 0 15,3 6 0-15,7-8 0 0,1-4 0 0,3-3 0 16,7 2 0-16,4-2 0 0,3 7 0 0,4-1 0 16,1-9 0-16,-3 1 0 0,2-3 0 0,0-2 0 15,1-2 0-15,-3 1 0 0,0-2 0 0,2 0 0 16,-4-4 0-16,-4 0 0 0,-2-1 0 0,1 1 0 16,-6 1 0-16,-3-5 0 0,2 8 0 0,-4-8 0 15,-4 4 0-15,-2-4 0 0,-5 4 0 0,-3-1 0 0,2-6 0 16,-15-1 0-16,2 2-119 0,-2-4-39 15,-2 5-23-15,-2-8-22 0,-11-2-46 0,15-2-33 16,-6-5-22-16,-7-3-36 0,12 0-38 0,-10-8-39 0,17 4-44 16,-1-3-390-16,-1 2-919 0,2 1 406 0</inkml:trace>
          <inkml:trace contextRef="#ctx0" brushRef="#br0" timeOffset="7286.7184">2231 3459 242 0,'2'19'371'0,"4"6"-5"15,-6-7-5-15,-1 6 0 0,1 2-12 16,0 0-10-16,-2-1-17 16,2-2-26-16,-3 3-20 0,3-8-26 0,3 1-22 0,0-3-14 15,2 2-18-15,-2-3-21 0,4-1-16 0,-1 3-16 16,2-6-12-16,3-1-12 0,-6-1-12 0,8 1-10 15,-5-5-9-15,-8-5-7 0,21 9-8 0,-21-9-5 0,21 2-7 16,-21-2 0-16,29-5-8 0,-15-2-6 16,5 1-4-16,-4-4-3 0,4-7-6 0,-3-1-3 15,0 0-2-15,-1-7-6 0,2 3-2 0,-5-5 0 0,-1 2-9 16,-3 2 4-16,-2-3-3 0,-4 7-2 0,-2 0 0 16,0 0-1-16,0 3 4 0,-7-2 4 0,1 4 1 15,-2 2-4-15,0 4 1 0,-5-3-3 0,-5 8 8 16,-1-8-1-16,-2 10 4 0,-3-4 2 0,-3 6 14 15,0 4 2-15,-2 1 6 0,0-1 5 0,3 2 1 16,1 0 0-16,5 5 1 0,4-9-5 0,-3 5-7 16,5 2 0-16,6-2-6 0,-2 3-4 0,10-11-2 15,-10 15-1-15,10-15 5 0,5 12-2 0,-5-12-1 16,15 11 1-16,-1-3-2 0,0-6-3 0,6 0-4 16,-20-2 0-16,38 3-1 0,-6-8-4 0,-8-2-1 15,5-2-2-15,2-1 1 0,7-11-3 0,-2 1 4 0,-4-5-7 16,1-2-1-16,-4-5-1 0,2-7 2 15,2-2 1-15,6-22 4 0,1 1 4 0,-3-4 2 16,-2-6 9-16,0-3 10 0,-6 4 14 0,0 1-1 0,-13 18 6 16,-4-3-5-16,4-15 13 0,-2 20 6 0,-3-2-2 15,-3-1 0-15,-1 3 10 0,-6-2 0 0,-7 5-2 16,-1 1-2-16,-1 1-15 0,-1 8-63 0,-9-2 0 16,4 11 0-16,-1 2 0 0,1 1 0 0,3 7 0 15,-1 4 0-15,0 1 0 0,2 2 0 0,-1 8 0 16,11 3 0-16,-26-4 0 0,26 4 0 0,-21 24 0 15,10 1 0-15,1 16 0 0,-1 4 0 0,8 10 0 16,-2-1 0-16,5 24 0 0,8-1 0 0,-10-2 0 0,2 0 0 16,7 8 0-16,-9-5 0 0,5 5 0 15,1-8 0-15,5 2 0 0,-9-4 0 0,0-1 0 16,0-16 0-16,-1 18 0 0,-6-19 0 0,1-3 0 0,1 2 0 16,3-4 0-16,-4 2 0 0,4-6 0 0,-4 2 0 15,1-7 0-15,8-14 0 0,-3-6 0 0,0-2 0 16,2-4 0-16,-4-4 0 0,6-3 0 0,-4-8 0 15,19 9 0-15,-19-9 0 0,30-2 0 0,-30 2 0 16,42-14 0-16,-21 2 0 0,5-3 0 0,-2-3 0 16,0-1 0-16,3 0 0 0,-8-2 0 0,-1 1 0 15,1-6 0-15,-3 5 0 0,2-4 0 0,-1 2 0 0,-4-2 0 16,-5 3 0-16,0 5 0 0,-1 0 0 0,-1 1 0 16,1-1 0-16,-6 7 0 15,4 1 0-15,-5 9 0 0,0-16 0 0,0 16 0 0,0 0 0 0,2-11 0 16,-2 11 0-16,0 0 0 0,0 0 0 15,0 0 0-15,0 0 0 0,-8 35 0 0,6-16 0 16,-4 6 0-16,1-3 0 0,3 6 0 0,-3 3 0 0,5-3 0 16,-3 1 0-16,-2-2 0 0,10 1 0 0,-5-4 0 15,2-5 0-15,-1 0 0 0,6-1 0 0,1-5 0 16,3 1 0-16,-1-2 0 0,3-5 0 0,1-2 0 16,5-1 0-16,-1-2 0 0,-18-2 0 0,46-7 0 15,-20-2 0-15,1-5 0 0,-1 2 0 0,-2-9 0 16,-1 1 0-16,1-2 0 0,-7-4 0 0,4-15 0 15,-6 5 0-15,-3 0 0 0,-5-9 0 0,-4 5 0 16,-5-4 0-16,1 5 0 0,-7 10 0 0,1 0 0 16,-6 6 0-16,4-2 0 0,-2 7-43 0,-4 6-189 15,6 1-28-15,-3 3-36 0,12 8-13 0,-21-3-13 16,21 3-16-16,0 0-25 0,-38 22-36 0,27-11-46 0,3 5-72 16,1 0-262-16,6 3-841 0,1 2 372 15</inkml:trace>
          <inkml:trace contextRef="#ctx0" brushRef="#br0" timeOffset="7614.8545">3545 3555 248 0,'21'-3'299'0,"2"-1"-18"0,-3 1 3 16,9-6 0-16,-1 2 6 0,-1-5 11 0,11 0 6 15,-10-2 10-15,-1 0 0 0,10-5-12 0,0-5-4 16,-10 9-13-16,2-3-14 0,-7-1-13 0,6 4-11 16,-6-4-20-16,-7 10-13 0,-1-8-12 0,-3 7-16 15,-4 3-12-15,1-5-4 0,-8 12-11 0,9-13-18 16,-9 13-14-16,5-11-16 0,-5 11-14 0,0 0-6 15,0 0-8-15,0 0-15 0,0 0-4 0,-51 8-8 0,33 1-8 16,-9 4 1-16,3 5-8 0,-2 1-3 16,4 0-4-16,-1 4-6 0,4-1 3 0,3 2-6 0,1-3 2 15,1 5-4-15,8 0 4 0,2 0 7 0,1-1 2 16,6 1 5-16,1-1 8 0,2 1 4 0,8-3 12 16,2 0-20-16,2-2 2 0,5-1 8 0,-1-2-13 15,1-5-3-15,-6-3-4 0,9-1-8 0,1 0 1 16,0-2 2-16,-3-9-8 0,1 4 4 0,3-2-15 15,-7 0 7-15,-1-3-19 0,4-3-31 0,1-1-30 16,-6 1-31-16,-2 3-42 0,-3-7-60 0,-1 2-79 16,1-9-60-16,1 3-71 0,-9-4-78 0,1 2-522 15,-1-6-1084-15,-3 0 481 0</inkml:trace>
          <inkml:trace contextRef="#ctx0" brushRef="#br0" timeOffset="9114.7143">4646 3484 310 0,'0'0'348'0,"-5"13"-10"16,5-13-15-16,-6 15-21 0,1-8-1 0,5-7-30 15,-2 21-9-15,2-21-21 0,2 17-18 0,-2-17-13 16,5 16-9-16,-4-9-5 0,4 5-6 0,-5-12-7 0,15 11-11 16,-6-3 5-16,-9-8-2 0,23 8-7 15,-9-5-7-15,5-1 0 0,-19-2-9 0,37-2-3 16,-16-1-10-16,-2-1-2 0,-1-6-7 0,9-3-9 0,-3-5-3 15,4-1-3-15,-1-8-14 0,7-4-8 0,-10-7-3 16,-4-1-27-16,3-6-4 0,-2-3 2 16,0-21-15-16,1 3-5 0,-11 11-3 0,-1-19-5 0,-2 2 3 15,-3 16-1-15,-5 3 5 0,3 2 10 0,-6 1 7 16,-2 9 10-16,-3-1-1 0,0 1-4 16,-3-4 18-16,3 9 6 0,0 10 9 0,0 9 2 0,1 3-4 15,-1-2-7-15,2 2-7 0,-4 2-10 0,2 7-9 16,8 5-9-16,0 0-11 0,0 0 3 0,-45 23-3 15,34-3-4-15,-2 5-7 0,-1 10-5 0,6 7 4 16,-5 3-10-16,5 7 2 0,3 0-5 0,-1 0 1 16,4 20-1-16,2 3-6 0,2-19-3 0,7 0 7 15,-1-6-5-15,2 3-5 0,4 1-3 0,1-4 1 16,-1 3 3-16,7-9 0 0,0-1-7 0,-2 0 17 16,5-1-14-16,2-8 0 0,-10-8 0 0,5 1 0 0,1-8 0 15,1-1 0-15,-1-3 0 0,-4-6 0 0,6-3 0 16,-5-2 0-16,10-7 0 0,-11-2 0 15,14-4 0-15,-3-4 0 0,8-9 0 0,-2-5 0 0,0-3 0 16,-1-7 0-16,-4-1 0 0,-6-6 0 0,2-2 0 16,-5-7 0-16,-5-18 0 0,3 3 0 0,-4-3 0 15,-6 18 0-15,-2-22 0 0,-6 27 0 0,2-1 0 16,-3 0 0-16,0-5 0 0,0 7 0 0,-4 2 0 16,0 6 0-16,0-2 0 0,-3 14 0 0,4-1 0 0,-3 3 0 15,1 8 0-15,-3 3 0 0,6-2 0 16,-3 5 0-16,5 11 0 0,-6-9 0 0,6 9 0 15,0 0 0-15,0 0 0 0,-29 41 0 0,21-15 0 0,-5 10 0 16,5 8 0-16,0 2 0 0,-3 2 0 0,6 2 0 16,-1 4 0-16,-1 20 0 0,-1-20 0 0,5 0 0 15,3 4 0-15,3-4 0 0,0 18 0 0,1-19 0 16,0-1 0-16,3 2 0 0,-1-6 0 0,2 1 0 16,5-6 0-16,-3-4 0 0,3-2 0 0,-5-9 0 15,5-1 0-15,-1-3 0 0,-2-8 0 0,1-2 0 16,2-3 0-16,-3-5 0 0,-1-3 0 0,-9-3 0 15,26 4 0-15,-26-4 0 0,37-13 0 0,-16 6 0 16,-7-6 0-16,9-8 0 0,-3 3 0 0,3-5 0 16,1 4 0-16,-6-5 0 0,2 0 0 0,0 1 0 15,-3-4 0-15,-2 2 0 0,-2 1 0 0,0 2 0 0,-4-3 0 16,-4 6 0-16,-3 3 0 0,4-3 0 0,-4 9 0 16,-2-3 0-16,0 13 0 0,3-18 0 15,-3 18 0-15,-3-13 0 0,3 13 0 0,-8-9 0 0,8 9 0 16,0 0 0-16,0 0 0 0,0 0 0 0,0 0 0 15,-36 28 0-15,28-15 0 0,2 8 0 0,4-8 0 16,-3 5 0-16,5 3 0 0,4 3 0 0,-1-1 0 16,3-4 0-16,4-4 0 0,4 6 0 0,-1-5 0 15,5 6 0-15,-4-10 0 0,4-4 0 0,-2-1 0 16,3-1 0-16,2-4 0 0,6-2 0 0,-6 0 0 16,-21 0 0-16,40-11 0 0,-20 3 0 0,2-7 0 15,0 2 0-15,-1-4 0 0,7-1 0 0,-14-1 0 0,2-3 0 16,-5-1 0-16,2-3 0 0,-2 2 0 0,-4-2 0 15,-1 0 0-15,1 0 0 0,-7 3 0 16,0 0 0-16,0 4 0 0,-2 1 0 0,-1 3 0 0,1 4 0 16,2 11 0-16,-8-15 0 0,8 15 0 0,-5-8 0 15,5 8 0-15,0 0 0 0,0 0 0 0,0 0 0 16,-35 33 0-16,32-18 0 0,-4 9 0 0,6 2 0 16,1 7 0-16,1-6 0 0,4 3 0 0,-2 1 0 15,9 9 0-15,-3-2 0 0,7-11 0 0,-1-1 0 16,6 7 0-16,-2-10-15 0,-3-6-56 0,3-1-20 15,-4-1-15-15,-6-13-20 0,4 6-20 0,-2-2-39 16,-11-6-38-16,0 0-59 0,0 0-49 0,29-14-39 0,-32-2-53 16,1 4-41-16,-4-7-71 0,-8-8-270 15,-1 1-870-15,-7-12 385 0</inkml:trace>
          <inkml:trace contextRef="#ctx0" brushRef="#br0" timeOffset="9315.6554">5241 2908 3953 0,'-85'8'180'0,"6"0"-95"0,22 2 12 0,9-2 18 16,4 0 27-16,14-2-13 0,11-1 1 0,6-1-17 16,13-4-16-16,-21 4 2 0,21-4 23 15,0 0 16-15,0 0-17 0,0 0-8 0,69-3-17 0,-21-7-6 16,11-3-10-16,-3 3-7 0,33-9-7 0,1 0-9 16,-5-5-5-16,3 2-3 0,13-2-10 0,-3-2-2 15,-4 1-20-15,-2 1-64 0,-5 3-89 0,-1 1-116 16,-7-1-138-16,-23 9-522 0,5-3-986 0,14-7 437 15</inkml:trace>
        </inkml:traceGroup>
        <inkml:traceGroup>
          <inkml:annotationXML>
            <emma:emma xmlns:emma="http://www.w3.org/2003/04/emma" version="1.0">
              <emma:interpretation id="{818949E7-CA8B-428A-8E8E-342ABC40EF01}" emma:medium="tactile" emma:mode="ink">
                <msink:context xmlns:msink="http://schemas.microsoft.com/ink/2010/main" type="inkWord" rotatedBoundingBox="8349,2859 13501,2863 13498,6037 8346,6033"/>
              </emma:interpretation>
              <emma:one-of disjunction-type="recognition" id="oneOf2">
                <emma:interpretation id="interp2" emma:lang="" emma:confidence="1">
                  <emma:literal/>
                </emma:interpretation>
              </emma:one-of>
            </emma:emma>
          </inkml:annotationXML>
          <inkml:trace contextRef="#ctx0" brushRef="#br0" timeOffset="10784.3341">7271 3538 202 0,'-8'9'376'0,"8"-9"-16"0,0 0-14 16,0 0-14-16,0 0-18 0,0 0-29 0,0 0-17 15,0 0-20-15,0 0 0 0,0 0 2 0,0 0 4 16,0 0 1-16,0 0-7 0,0 0 0 0,0 0-7 0,0 0-6 15,0 0-18-15,37-26-2 0,-31 15-13 0,5-2-11 16,-1-1 7-16,-2-4 2 0,3-4-18 0,3-4-8 16,-4-2-11-16,6-9-7 0,-3-5-8 0,1-3-10 15,1-2-13-15,-1-7-16 0,7-16-12 0,-6 15-7 16,10-15-13-16,-10 17-7 0,7 1 0 0,-6 0 4 16,2 7-1-16,-7-6 4 0,4 11-8 0,-3 0-2 15,0 12-2-15,-1 2 13 0,-5 8 1 0,-4 1-2 16,1 3-77-16,-1 0 0 0,-1 5 0 0,-1 9 0 15,0-14 0-15,0 14 0 0,0 0 0 0,0 0 0 16,0 0 0-16,0 0 0 0,0 0 0 0,-37 26 0 16,23-1 0-16,-5 2 0 0,3 4 0 0,0 9 0 15,1-4 0-15,2 5 0 0,7 4 0 0,-1-1 0 16,4 2 0-16,0-1 0 0,6 0 0 0,-1 2 0 16,-1-2 0-16,6 0 0 0,-5-6 0 0,1-7 0 0,-2-1 0 15,6 1 0-15,-6-6 0 0,-1-1 0 0,0-6 0 16,0 5 0-16,-1-5 0 0,-4-4-40 0,2 1-99 15,0-8-19-15,-2 1-23 0,5-9-34 0,-15 14-28 16,15-14-16-16,-17 3-7 0,17-3-3 0,0 0-7 16,-29-14 3-16,29 14 5 0,-23-17 4 0,10 4 17 15,5-2 14-15,0-2 26 0,0 2 34 0,4-4 29 16,0 2 30-16,1 1 33 0,6-1 25 0,1 1 20 16,2 8 5-16,4-6 14 0,-4 7 8 0,7-4 22 15,1 4 15-15,1 2 19 0,-15 5 14 0,33 0 8 16,-33 0 8-16,33 5 12 0,-14-3 14 0,-5 6 9 15,-3 2 2-15,5-2-7 0,-6 4 4 0,3 0-2 0,0-1-8 16,-5 3-2-16,0-4-4 0,-2 3-4 16,1-2-7-16,-1 1-6 0,-3 3-1 0,4-6-3 15,-7-9-5-15,11 19-4 0,-8-12-5 0,-3-7-5 0,13 19-3 16,-7-17 0-16,-6-2-4 0,21 7-2 0,-21-7-3 16,31-2-4-16,-31 2-4 0,27-7-5 0,-11-1-2 15,3-1-1-15,-7-3 0 0,7-10-3 0,-5 7-5 16,2-5 1-16,-3-5 1 0,0 2 6 0,-5-2 5 15,3 1 9-15,-3-2 19 0,2 5 20 0,-5 6 6 16,-4 1 12-16,4 0 2 0,-5 6-1 0,0 8 4 16,2-16-19-16,-2 16-15 0,0 0-3 0,0 0-10 15,0 0-4-15,0 0-3 0,-7 50-2 0,1-20-8 16,6 16 7-16,0 6 9 0,0 1-5 0,0 18 15 16,0 9-7-16,0-2 2 0,5 0-14 0,-4 6-5 15,1 7 6-15,1-4-15 0,0 1-20 0,-3 3-12 16,-1-1 0-16,-4 2 0 0,-3-1 0 0,0-4 0 0,1-4 0 15,-5-2 0-15,-3-1 0 0,5-8 0 0,-4-1 0 16,1-19 0-16,-3 0 0 0,2-7 0 16,-1-3 0-16,4-12 0 0,0-3 0 0,1-7 0 0,2-5 0 15,2-2-51-15,6-13-29 0,-11 11-5 0,11-11-4 16,0 0 5-16,0 0 3 0,-34-27 4 0,21 5 11 16,5-7 5-16,2-9 7 0,-2 0 9 0,1-4 10 15,1 2 0-15,4-5 20 0,9 7 2 0,-4-6 15 16,2 5-1-16,-1-4 13 0,6 0 6 0,4 1 10 15,1-2 5-15,-1-4 13 0,7-2-3 0,13-19 23 16,3 3 3-16,0-2 27 0,3-3 17 0,6-9 30 16,22-35 20-16,-22 33-151 0,31-28-14 0,-5 2 0 0,-23 36 0 15,-6-3 0-15,-5 7 0 0,4 1 0 16,-7 1 0-16,-6 16 0 0,0 5 0 0,-8 0 0 16,0 5 0-16,-2 2 0 0,-3 2 0 0,-8 10 0 0,0 2 0 15,-1 8 0-15,-3 0 0 0,-4 6 0 0,0 10 0 16,-4-16 0-16,4 16 0 0,-10-7 0 0,10 7 0 15,-27 0 0-15,27 0 0 0,-34 15 0 0,18-4 0 16,-6 7 0-16,-4-4 0 0,5 6 0 0,7-1 0 16,-1 4 0-16,1 1 0 0,2 0 0 0,3-8 0 15,4 10 0-15,0-4 0 0,5 4 0 0,7-2 0 16,1-5 0-16,1 2 0 0,7 2 0 0,-4-6 0 16,7 0 0-16,2 7 0 0,-5-3 0 0,5-6 0 0,1 1 0 15,-1 1 0-15,-8-1 0 0,1-6-17 0,-1 6-24 16,-2-4 0-16,2 2-1 0,0-2-1 15,-10 2 4-15,3 0 0 0,-1 1 4 0,-5-2-2 0,-5 2 0 16,4 2-2-16,-4-4 0 0,-5 5-4 0,1-8-6 16,-7 6-6-16,1-4-23 0,-1 0-22 0,-5-2-22 15,-3 1-25-15,-1-1-24 0,-3-3-29 0,0-4-24 16,-3-3-26-16,1-1-12 0,1-5-31 0,-5 5-33 16,7-6-43-16,3-1-64 0,-4-4-337 0,12 1-835 15,-3-3 370-15</inkml:trace>
          <inkml:trace contextRef="#ctx0" brushRef="#br0" timeOffset="12034.2122">8848 3670 306 0,'0'0'459'0,"11"8"-13"0,-11-8 1 0,0 0 1 16,10 7-12-16,-10-7-19 0,0 0-18 0,30-14-24 15,-30 14-18-15,27-19-12 0,-12 10-8 0,6-9 3 16,-2-2 4-16,8-14-11 0,2 3-18 0,2-4-22 16,-4-6-29-16,-3-4-27 0,-2 0-24 0,4-8-22 15,-8 1-16-15,9-18-22 0,-13 17-15 0,-1 1-13 16,2 2-12-16,-7-2-11 0,3 2-19 0,-8 3-83 16,4 4 0-16,-7-3 0 0,6 8 0 0,-6-2 0 0,2 9 0 15,4 3 0-15,-12 5 0 0,4 0 0 16,-4-2 0-16,-1 6 0 0,1 0 0 0,-2 6 0 15,1-1 0-15,-1 2 0 0,-1 1 0 0,-3 4 0 0,12 7 0 16,-22-5 0-16,22 5 0 0,-31 5 0 0,17 9 0 16,-7 3 0-16,2 6 0 0,3 5 0 0,-3 14 0 15,3 3 0-15,-4 5 0 0,12-3 0 0,0 7 0 16,7-2 0-16,-4 3 0 0,6-1 0 0,3-2 0 16,-3-1 0-16,4-1 0 0,5 0 0 0,4-6 0 15,1 1 0-15,1-10 0 0,3 2 0 0,-5 0 0 16,1-9 0-16,4-2 0 0,-5-1 0 0,7-3 0 15,-3 1 0-15,1-4 0 0,-3-11 0 0,7 4 0 16,2-2 0-16,-9-4 0 0,13-1 0 0,-8-3 0 16,-2-2 0-16,-19 0 0 0,39-2 0 0,-18-1 0 0,0-2 0 15,1-4 0-15,-3 2 0 0,4-6 0 16,-9 4 0-16,5-2 0 0,-2 2 0 0,-5-8 0 0,0 7 0 16,0-7 0-16,-5 3 0 0,1-5 0 0,-2 1 0 15,-1 1 0-15,2-7 0 0,-6 5 0 0,1 2 0 16,-4-2 0-16,-3 2 0 0,2-1 0 15,-3 1 0-15,1 1 0 0,-3 0 0 0,0 6 0 0,1 1 0 16,7 9 0-16,-14-11 0 0,14 11 0 0,-13-5 0 16,13 5 0-16,0 0 0 0,-29 13 0 0,21 0 0 15,-1-1 0-15,2 4 0 0,-1 2 0 0,3-3 0 16,4 15 0-16,-4-9 0 0,5 3 0 0,2 0 0 16,1-5 0-16,3 0 0 0,-3-3 0 0,9 1 0 0,-3 0 0 15,-4-5 0-15,5 2 0 0,1-5 0 0,0-2 0 16,2-4 0-16,1 2 0 0,-14-5 0 0,29-1 0 15,-29 1 0-15,40-11 0 0,-22 3 0 0,3 1 0 16,5-6 0-16,-2 0-37 0,-2-1-3 0,1-5 0 16,-4 3 7-16,3-1 2 0,-11 1 9 0,6-1 8 15,2-4 5-15,-8 7 15 0,2-4 26 0,-5 2 7 16,5 4 7-16,-5-3 11 0,3 4-11 0,-3-1-46 16,-2 4 0-16,-6 8 0 0,8-14 0 0,-8 14 0 15,7-12 0-15,-7 12 0 0,6-7 0 0,-6 7 0 16,0 0 0-16,0 0 0 0,0 0 0 0,0 0 0 15,10 23 0-15,-5-7 0 0,-2 0 0 0,2 1 0 0,-4 1 0 16,6 7 0-16,-2-6 0 0,-2 1 0 16,5 2 0-16,-2-5 0 0,2 4 0 0,-1-6 0 15,1 3 0-15,0-1 0 0,-3-3 0 0,6-2 0 0,0-2 0 16,-5 1 0-16,-6-11 0 0,16 8 0 0,-16-8 0 16,20 5 0-16,-20-5 0 0,0 0 0 0,33-10 0 15,-21 3 0-15,5-2 0 0,-7-1 0 0,4-4 0 16,-1 2 0-16,2-2 0 0,-6 0 0 0,4-1 0 15,-2-2 0-15,-1 1 0 0,-4-1 0 0,2 0 0 16,5 1 0-16,-5 5 0 0,0-5 0 0,3 1 0 16,-4 7 0-16,-4-3 0 0,5 3 0 0,-8 8 0 15,13-15 0-15,-13 15 0 0,8-10 0 0,-8 10 0 0,0 0 0 16,0 0 0-16,0 0 0 0,0 0 0 16,0 0 0-16,29 22 0 0,-26-11 0 0,2 5 0 15,1-1 0-15,1-1 0 0,-1 2 0 0,-1 5 0 0,0-5 0 16,1-1 0-16,1-1 0 0,-1 2 0 0,-1-8 0 15,3 6 0-15,-5-6 0 0,-3-8 0 0,11 16 0 16,-11-16 0-16,15 8 0 0,-15-8 0 0,16 1 0 16,-16-1 0-16,0 0 0 0,32-13 0 0,-18 1 0 15,2 0 0-15,-3-2 0 0,3-5 0 0,-6 4 0 16,3-6 0-16,1 1 0 0,-1 5 0 0,1-8 0 16,-1 2 0-16,-3 5 0 0,-4 4 0 0,2-2 0 15,0 1-3-15,-1 3 2 0,-7 10-6 0,8-11 7 0,-8 11-4 16,8-12 1-16,-8 12 2 0,13-4 0 15,-13 4 2-15,0 0-3 0,0 0 1 0,33 24 2 16,-26-15 1-16,2 1-1 0,4 4-5 0,-5 0 12 0,3 0-11 16,4 2-2-16,-6-4-2 0,6 1-21 0,-1-1-22 15,-2 1-10-15,-3-6-21 0,-1 1-28 0,-8-8-22 16,16 8-27-16,-16-8-40 0,15 7-46 0,-15-7-51 16,0 0-57-16,0 0-71 0,0 0-81 0,0 0-418 15,0 0-999-15,0 0 443 0</inkml:trace>
          <inkml:trace contextRef="#ctx0" brushRef="#br0" timeOffset="12250.1944">9244 2806 5434 0,'-82'-4'129'16,"26"4"-81"-16,11 2-5 0,16 0 2 0,8-2 5 0,7 3 16 15,14-3 22-15,-16 2 0 0,16-2-3 0,0 0 6 0,0 0 1 0,0 0-10 0,91-4-4 16,-36 3-7-16,6-5-8 0,19-6-5 0,-1 9-4 15,11-8-7-15,-4-4-7 0,-1 3-14 0,-6 0-47 16,-23 1-83-16,5 3-104 0,-7 5-99 0,-7-7-127 16,-2 2-517-16,0-4-1030 0,-3 0 456 0</inkml:trace>
          <inkml:trace contextRef="#ctx0" brushRef="#br0" timeOffset="13511.4798">11495 3146 222 0,'0'0'401'0,"0"0"-25"0,0 0-12 0,0 0 0 16,0 0-3-16,21 14-5 0,-21-14-15 0,0 14-15 15,0-14-21-15,0 24-14 0,0-10-11 0,0 1-16 0,0 2-13 16,0-3-23-16,5 4-22 0,-4-1-18 0,1 2-13 16,1-1-26-16,0 0-15 0,-1-1-14 0,4-1-11 15,-1 1-8-15,1-3-14 0,3-3-5 0,-1 0-6 16,0 0-11-16,0-4-3 0,3-1-8 0,-11-6-6 16,17 6-9-16,-17-6-8 0,0 0-12 0,0 0-8 15,42-14-11-15,-27 3-6 0,-3-2 0 0,3-1-4 16,-2-4 1-16,1-4-3 0,-7 5 4 0,-1-7 4 15,-1 0-3-15,0 1 5 0,-4 4 0 0,-2 0 5 16,-4-2 3-16,0 2 11 0,-5 6 15 0,2-5-9 16,-6 7 2-16,-7 0-2 0,-1-1 7 0,1 5-3 15,0 3 8-15,-8 1-2 0,0 3 2 0,0 0 2 16,2 7 0-16,9-2-1 0,-1 2-6 0,3 0-1 16,-2 1-2-16,4 4-3 0,6-5 8 0,0 4 7 15,8-11-9-15,2 18-2 0,7-3 0 0,2-3-2 16,10 3-1-16,8-4 1 0,3-1-7 0,11-3 1 0,2-2-1 15,4-5-4-15,2-4 5 0,-3-3-3 16,3-1-1-16,2-6 6 0,-5-5-1 0,-1-1-5 16,-2-6 4-16,0-4-2 0,-5-3 5 0,-8-5-4 0,3-3 3 15,-3-4 1-15,-8-1-5 0,2-10 3 0,-2-8 4 16,-5-7-2-16,-6-7 5 0,-8 6 0 0,0-9 3 16,-5 26 12-16,-7-16-3 0,1 19 13 0,0-1 22 15,-4 11-8-15,2 4 1 0,0 9 10 0,2 6-12 16,1 7-12-16,-2-1-54 0,4 10 0 0,3 7 0 15,-11-7 0-15,11 7 0 0,0 0 0 0,-31 44 0 16,19-6 0-16,-1 5 0 0,3 10 0 0,-3 23 0 16,10 6 0-16,-2 1 0 0,-1 4 0 0,3 2 0 15,-1-3 0-15,1 9 0 0,0-1 0 0,1-1 0 0,2-3 0 16,0 39 0-16,-1-43 0 0,-1 4 0 16,2 5 0-16,2 0 0 0,-1 30 0 0,-1-41 0 15,2 5 0-15,3 0 0 0,0 3 0 0,-2-8 0 0,-3-4 0 16,0-3 0-16,1-4 0 0,6-17 0 0,-1 17 0 15,-1-21 0-15,-2-3 0 0,4 4 0 0,-2-1 0 16,-2-3 0-16,3-1 0 0,1-6 0 0,-3-3 0 16,0-10 0-16,0 0 0 0,-2 0 0 0,3-3 0 15,-4-1 0-15,1 1 0 0,1-10 0 0,-1 3 0 16,-2 0 0-16,1-3 0 0,1 3 0 0,1-4 0 16,-3-15 0-16,2 20 0 0,-2-20 0 0,0 18 0 15,0-18 0-15,0 0 0 0,0 14 0 0,0-14 0 16,0 0 0-16,0 0 0 0,0 0 0 0,0 0 0 15,0 0 0-15,0 0 0 0,0 0 0 0,50-33 0 16,-41 15 0-16,4-7 0 0,5-13 0 0,-1 2 0 16,3-12 0-1,-4 3 0-15,-2-11 0 0,9-18 0 0,-12-2 0 0,0 1 0 0,0-11 0 0,-11-4 0 16,-5 3 0-16,-9 1 0 0,-2-1 0 16,-7 7 0-16,-2 6 0 0,-6 1 0 0,-4 11 0 0,11 12 0 15,-8 8 0-15,0-3 0 0,-2 9 0 0,-1-4 0 16,-4 9 0-16,4 10 0 0,-3-3 0 0,13 9 0 15,6 4 0-15,-2 3 0 0,5 1 0 0,2 0-15 16,14 7-61-16,-21-11-44 0,21 11-52 0,-10-6-65 16,10 6-70-16,0 0-40 0,0 0-46 0,10-16-65 15,6 7-90-15,3-2-372 0,2-1-997 0,2-7 442 16</inkml:trace>
        </inkml:traceGroup>
        <inkml:traceGroup>
          <inkml:annotationXML>
            <emma:emma xmlns:emma="http://www.w3.org/2003/04/emma" version="1.0">
              <emma:interpretation id="{DC1BF74C-2695-43CA-B7A3-A2278D5E7783}" emma:medium="tactile" emma:mode="ink">
                <msink:context xmlns:msink="http://schemas.microsoft.com/ink/2010/main" type="inkWord" rotatedBoundingBox="14169,2846 18482,2850 18480,5963 14166,5960"/>
              </emma:interpretation>
              <emma:one-of disjunction-type="recognition" id="oneOf3">
                <emma:interpretation id="interp3" emma:lang="" emma:confidence="1">
                  <emma:literal/>
                </emma:interpretation>
              </emma:one-of>
            </emma:emma>
          </inkml:annotationXML>
          <inkml:trace contextRef="#ctx0" brushRef="#br0" timeOffset="14495.4048">13966 3106 71 0,'4'-21'383'0,"1"4"-18"0,-8 1-15 0,6-1 1 16,-1 0-2-16,-2 6 17 0,0 11 7 0,-7-20-17 15,1 9-15-15,6 11-25 16,-13-10-24-16,4 6-23 0,9 4-12 0,-24-1-5 0,24 1-13 0,-34 7-19 16,5 1-15-16,3 7-18 0,4 0-15 0,-1-3-16 15,-2 3-14-15,5 4-16 0,0-1-14 0,0-1-2 16,8 0-19-16,0-1-2 0,3 3-14 0,1-3-5 15,1 1-13-15,4-2-2 0,1-1-5 0,2 5-4 16,2-1-5-16,0-6-5 0,6-2-4 0,-4 3-1 16,4-2-7-16,5 0-2 0,-5-4 0 0,7 1-7 15,1-6-5-15,1 3-8 0,-17-5-7 0,33 0-1 16,-33 0-1-16,36-6-1 0,-16-2 1 0,-4-2 3 0,8-3 0 16,-7-2-4-16,3-3-1 0,-6 3 4 0,2-5 4 15,-3 1-2-15,-3-1 1 0,-2 3 3 16,-2 3 17-16,4-1 10 0,-7-1 12 0,2 2 19 0,-2 4 7 15,-3 10 3-15,5-16 6 0,-5 16-13 0,1-12-12 16,-1 12-4-16,0 0-2 0,0 0-8 0,0 0-1 16,0 0 2-16,-9 59 18 0,4-22-1 0,2 7 4 15,-2 3 10-15,0 2 4 0,3 26 7 0,-4 1-3 16,6 7-72-16,0-1-4 0,0 2 0 0,0-3 0 16,6-2 0-16,-6 0 0 0,2-7 0 0,3-2 0 15,-5-17 0-15,0-1 0 0,-5-6 0 0,5-2 0 16,-6-15 0-16,4-3 0 0,-1-1 0 0,3-9 0 15,-5-4-3-15,-1-3-221 0,6-9-54 0,0 0-59 16,0 0-46-16,0 0-57 0,-21-36-57 0,18 8-68 16,-9-17-346-16,4-1-987 0,7-6 437 0</inkml:trace>
          <inkml:trace contextRef="#ctx0" brushRef="#br0" timeOffset="14042.6906">13359 2802 166 0,'10'-17'469'0,"-2"5"-12"16,-7 1 14-16,4 3 3 0,-5 8-6 0,3-14-23 15,-3 14-33-15,0 0-37 0,0-16-32 0,0 16-28 16,0 0-21-16,0 0-12 0,0 0-16 0,0 0-4 16,-38 38-7-16,25-26-18 0,0 4-18 0,-1 3-23 15,-2 0-25-15,0 5-10 0,1 0-17 0,1 1-22 16,1-2-10-16,0 2-9 0,7-1-7 0,-4 1-10 16,5-2-12-16,2 2-18 0,5-8 1 0,-1 5-2 0,4-1-3 15,2-5 2-15,1 1-29 0,1-2-19 16,4 3-13-16,0-7-26 0,5 4-15 0,-6-8-15 15,0 1-8-15,5-2-5 0,3-1-19 0,-6-4 0 0,-14-1-1 16,30 0 0-16,-30 0 1 0,28-5 4 0,-28 5 7 16,21-7 8-16,-12 0 3 0,-9 7 8 0,8-8 1 15,-8 8 2-15,7-16 3 0,-7 16 10 0,0 0 2 16,-18-15 3-16,18 15 7 0,-34-6 3 0,15 6 6 16,19 0 2-16,-54 7 11 0,29-1 6 0,0 3 5 15,-1 6 12-15,-3-1 7 0,7 1 7 0,-1 4 2 16,2 0-2-16,1 4-1 0,0 0-1 0,9 5-3 15,2 0 3-15,0-1-2 0,8-2-2 0,-1 2-4 16,10-1 1-16,2 4 6 0,8-9-8 0,-1 3-3 16,6-2-1-16,12 1-15 0,3-4-26 0,-9-8-40 15,2 1-43-15,-1-6-61 0,17-3-47 0,-7-5-49 16,-6 2-52-16,6-11-60 0,-8 3-48 0,0-3-293 0,6-8-785 16,-1-4 348-16</inkml:trace>
          <inkml:trace contextRef="#ctx0" brushRef="#br0" timeOffset="15323.4749">14489 2106 106 0,'11'12'409'16,"-6"2"-40"-16,-4 0-33 0,1 1-29 0,-4 8-15 16,1 0-12-16,-6 3-13 0,-1 12-16 0,-3-13-10 15,11-5-22-15,-5-2-10 0,-4 8-10 0,4-7-8 16,-5 1-9-16,7-2-11 0,-2-3 0 0,-1-1-13 0,-2-3-6 15,1-4-3-15,7-7-13 0,-8 15-6 16,8-15-1-16,-9 10-2 0,9-10-2 0,0 0-5 0,-20 2-5 16,20-2-8-16,0 0 0 0,0 0-7 0,-16-26 7 15,13 11-12-15,0-3-8 0,3-4-9 0,-5 3 3 16,8-7-16-16,-1 2 1 0,-2 6-8 0,2-8-7 16,2 0-4-16,3 7 0 0,-2 0-7 0,4 0-2 15,-1 4-2-15,5-4 1 0,2 7-5 0,-4 2 6 16,6-2 5-16,1 0 10 0,3 10 12 0,6-6 3 15,0 4 5-15,-6 4-14 0,10 1 0 0,-2 6-8 16,0 5-8-16,-7 2-2 0,4 9-8 0,-2-4-6 16,5 17 11-16,-2 3-17 0,-8 5-9 0,-1-1-28 15,-5 4-25-15,-5 3-36 0,-4 0-33 0,-8 2-35 16,-4-1-21-16,-5-2-26 0,-2-3-17 0,-5-2-33 16,-6-3-5-16,-8-1 7 0,-3-7 1 0,-3-4 13 0,2-3 9 15,-6 1 15-15,-1-5 13 0,0-5 18 0,7-1 13 16,-4-7 19-16,9-3 18 0,-9 2 23 15,13-3 25-15,7-4 28 0,1 1 25 0,0 1 18 0,21-3 28 16,-26 0 15-16,26 0 19 0,0 0 18 16,-21-5-5-16,21 5 6 0,0 0-3 0,0 0-6 0,0 0-13 15,32-20 1-15,-14 12-3 0,8-3-3 0,6-1 8 16,6-2 6-16,4-5 14 0,6 3 21 0,-1-6 18 16,-1-3 8-16,-1-1 10 0,5-2 11 0,-5 2 6 15,8-5-10-15,-8 3-12 0,-2-6-14 0,-1 3-15 16,-7-6-7-16,2 1-11 0,-2 4-7 0,-4-6-5 15,2 1-9-15,-5 4-10 0,-4 1-5 0,-7 6-8 0,1 1-5 16,-4 3-1-16,-7 6-10 0,1 0 2 0,0-2-17 16,-3 10 0-16,-5 8-5 0,1-19-5 15,-1 19-1-15,-6-14-3 0,6 14 6 0,0 0-11 0,-26 0 2 16,26 0 2-16,0 0-2 0,-40 24 4 0,24-14-1 16,-3 12-3-16,3 1 5 0,1 3-1 0,4 4-1 15,3-3 2-15,0 13-1 0,5-4 0 0,0-4 1 16,6 6-2-16,0-1 0 0,-1 4 4 0,9-3-3 15,-3 0 2-15,5-10 1 0,3 10 0 0,-8-10 0 16,13 6-2-16,-7-8 0 0,1 0 3 0,-4 0 2 16,3 0 2-16,-4-3-5 0,1-1 1 0,0-1-1 15,-4-2-3-15,-4-2 2 0,2 1 2 0,0-3-2 16,-4 0-2-16,-2 1-4 0,-4-2-4 0,3-2-9 16,0-1-8-16,-6-2-17 0,-3 0-19 0,-3 1-25 15,-1-3-41-15,-5 3-41 0,-1-1-59 0,-8-2-51 16,-15 4-83-16,12-6-112 0,-21-2-336 0,7-3-878 0,-2 0 388 15</inkml:trace>
          <inkml:trace contextRef="#ctx0" brushRef="#br0" timeOffset="16868.4331">15774 3630 373 0,'-11'10'387'0,"-2"-2"-21"15,5 0-31-15,8-8-16 0,-12 14-24 0,12-14-23 16,-3 12-13-16,3-12-14 0,0 0-16 0,18 15-15 15,-8-10-17-15,9-3-17 0,-2-1-16 0,11-1-14 16,-28 0-16 0,49-10-14-16,-15 0-4 0,-3-1-6 0,-2-4-11 0,6-11-7 0,-5-2-3 0,2-3-2 15,-1-1-28-15,-2-5 4 0,-2-4 2 0,-3 1 2 16,-3-6-1-16,0-1 7 0,0 0 11 16,-2-6 8-16,-5 2 7 0,1 1-1 0,-4 0 4 0,5-1 4 15,-6 2 5-15,-2 2-3 0,-7 2-5 0,9 1-6 16,-8 0-1-16,-1-1 6 0,1 6-1 15,-2 11-12-15,-2 1-5 0,1-3 6 0,-4 4-11 0,-3 5-2 16,4 4 5-16,1 2-12 0,0 8-7 0,3 7-7 16,-13-14 0-16,13 14-19 0,-19 0 2 0,19 0-5 15,-30 33-9-15,13-7-3 0,-3 15-7 0,0 9 7 16,3 1-9-16,-1 21 1 0,4 0 0 0,1 2 4 16,2 2-6-16,7-2 3 0,1-20-6 0,-2 4-3 15,4-5 3-15,2 18 2 0,-4-21-6 0,-2-3-4 16,4-1 2-16,-1 3 3 0,-1-4-2 0,0 0-3 15,-1-15-9-15,3-4-7 0,-6-2 3 0,7-6-17 0,0-3-5 16,0-2 0-16,0-1 3 0,0-12 2 0,0 12 3 16,0-12-3-16,0 0 3 0,0 0 0 15,0 0-5-15,0 0 9 0,0 0-1 0,0 0 3 0,-9-38-1 16,9 19 3-16,3 3 1 0,0-9 4 0,0 7 0 16,2-8 3-16,3 3 1 0,0-3 1 0,4 0 10 15,2-1-12-15,0 5 4 0,2-3-2 0,0 1-3 16,-1 2 4-16,3-2 2 0,4 3 6 0,-4 2-6 15,6 4 3-15,-7-4-4 0,4 4 1 0,-5 4-2 16,-1 3 3-16,4 0 1 0,-5 1-3 0,-14 7 1 16,29 0-1-16,-29 0 2 0,40 8 1 0,-25 2-3 15,-1 5 5-15,-4-1-2 0,6 7-2 0,0 1 3 16,-5 2 2-16,-4 4-4 0,1-1-1 0,0 13 4 0,-8-10 1 16,-2 8-2-16,-6-2 1 0,2-8 2 15,-7-1-3-15,-5-3 3 0,4-2-5 0,-7-2-14 16,2-1-17-16,-5-2-3 0,-2-7-17 0,2 4-3 0,5-10-7 15,-10 1 2-15,0-5-15 0,29 0-5 0,-39-11-7 16,22-2 2-16,-4-1-11 0,6 0-11 16,6-10-2-16,-2-1-18 0,7-1 11 0,3 3 25 0,4-3-12 15,2 7-5-15,3 0 23 0,1-3-7 0,6 6 17 16,-2 0 3-16,1 6 13 0,1-4 6 0,1 3 5 16,3 3-8-16,-3 1 14 0,5 2 9 0,-7 1 11 15,-14 4-13-15,35 0 18 0,-35 0 4 0,36 9 12 16,-17-1 3-16,-3-2 14 0,0-3 15 0,3 1-8 15,-3 3 7-15,5-6 2 0,-3 4 2 0,4-3-2 16,-1-2 7-16,2 0-15 0,-23 0 5 0,43-3-3 16,-19-4 5-16,-3-2-5 0,5 1 14 0,-2-1-3 15,-5-3 22-15,3-2-3 0,-1-2 11 0,0 2 13 0,-3-5 11 16,-2 6 2-16,-5-1 6 0,3-1 5 16,-6 0 3-16,4-2 11 0,-4 7 8 0,0-1 8 15,-5 3-1-15,-3 8-9 0,11-14-12 0,-11 14-19 0,0 0-2 16,0 0-13-16,0 0-4 0,0 0-9 0,-14 44-3 15,6-17-2-15,1 14 2 0,1 1 0 0,-2 5 8 16,1 6 7-16,7 16 7 0,0 7-1 0,0-2-1 16,0-1-7-16,7 4 1 0,-2 2-6 0,-4-4-8 15,4 3 1-15,-2 2-4 0,-1-5-8 0,1 3-5 16,4-3-3-16,-12 2-3 0,-2-22-8 0,1 1 0 16,-4 20 10-16,-1-2-30 0,1-18-9 0,-2-6 0 15,2-2 0-15,-5-2 0 0,4-2 0 0,-3-4 0 16,-1-12 0-16,1 1 0 0,6-5 0 0,-2-9 0 15,-1 1 0-15,1-2 0 0,-1-3 0 0,3-3 0 16,-5-1 0-16,13-7 0 0,-21 7 0 0,21-7 0 0,-22-2 0 16,22 2 0-16,-32-10 0 0,18 3 0 0,-1-2 0 15,-3-7 0-15,4-4 0 0,0-5 0 0,1 1 0 16,-2-10 0-16,4-10 0 0,3-1 0 0,-2-1 0 16,2-7 0-16,7-24 0 0,1-2 0 0,1 1 0 15,7-10 0-15,5-5 0 0,2 2 0 0,4 1 0 16,2 1 0-16,8 3-6 0,6 2-28 0,8 1 8 15,4 5 3-15,12 2 5 0,2 0-5 0,-3 8-1 16,6 8-39-16,-8 1-80 0,-6 4-105 0,14-8-102 16,-24 24-110-16,21-13-156 0,0-3-411 0,-19 15-1111 15,12-13 492-15</inkml:trace>
        </inkml:traceGroup>
        <inkml:traceGroup>
          <inkml:annotationXML>
            <emma:emma xmlns:emma="http://www.w3.org/2003/04/emma" version="1.0">
              <emma:interpretation id="{FAEF62EA-614C-4AEB-A24A-B1E5E53A15FD}" emma:medium="tactile" emma:mode="ink">
                <msink:context xmlns:msink="http://schemas.microsoft.com/ink/2010/main" type="inkWord" rotatedBoundingBox="19445,3590 22641,3592 22639,5943 19443,5940"/>
              </emma:interpretation>
              <emma:one-of disjunction-type="recognition" id="oneOf4">
                <emma:interpretation id="interp4" emma:lang="" emma:confidence="1">
                  <emma:literal/>
                </emma:interpretation>
              </emma:one-of>
            </emma:emma>
          </inkml:annotationXML>
          <inkml:trace contextRef="#ctx0" brushRef="#br0" timeOffset="19229.6564">19724 3472 30 0,'0'0'252'0,"5"-13"-11"0,-5 13-7 16,1-13 0-16,-1 13 0 0,3-15-3 0,-3 15-8 15,2-14-3-15,-2 14-4 0,0-16 2 0,0 16-10 16,-5-12-1-16,5 12-13 0,-1-15 8 0,1 15-4 16,-7-12-2-16,7 12-11 0,-6-10 5 0,6 10-6 15,-15-8-2-15,15 8 5 0,-17-4-4 0,17 4-5 16,-26 0-9-16,26 0-4 0,-34 6-4 0,18 0-7 0,0-1-13 15,-5 1-8-15,2 1-13 0,1 4-9 16,-1 1-10-16,0-1-10 0,0 8-8 0,-2-4-6 16,6-1-7-16,-2 6-7 0,7-6-5 0,-3 5-6 0,5-3-5 15,3 3-3-15,2-1-9 0,-2 2-2 0,5 2-8 16,5 0 7-16,-2-3-10 0,10-3 0 0,-5-2-11 16,7 0-12-16,-1-2-15 0,7-4-15 0,0-1-15 15,-5-1-17-15,8-5-12 0,2-1-2 0,-5-1-9 16,-1-5-10-16,6-1 13 0,-8-3 4 0,3-3 5 15,1-5-1-15,-3-2 14 0,-9 2 9 0,8-2 5 16,-4 2 10-16,0-6 16 0,-4 7 18 0,-5 1 16 16,4-3 23-16,-2 4 15 0,-2-3 17 0,-2 4 10 0,0-1 12 15,0 3 12-15,2 0 0 0,-5 12 9 16,-1-21 15-16,1 21-4 0,0-16 6 0,0 16 4 16,-4-11-10-16,4 11-8 0,0 0-15 0,-6-11-21 0,6 11-1 15,0 0-14-15,0 0-7 0,0 0-7 0,0 0 7 16,-26 27-22-16,20-16 1 0,1 3 3 0,3 0-3 15,-2 3-15-15,4 2 7 0,0-2-15 0,4 2 5 16,-2-1-13-16,6 6-7 0,-3-5-15 0,4-2-15 16,-2-3-24-16,7 0-19 0,-1-3-9 0,-5-3-12 15,8 2-1-15,-3-6-5 0,-13-4-4 0,32 0-5 16,-32 0-2-16,37-7 6 0,-21 0-6 0,3-5 4 16,5-3 10-16,-4 0 3 0,1-4 11 0,1 1 9 15,-4-1 4-15,1-1 14 0,-5-1 10 0,1 1 10 16,4-1 11-16,-6-5 17 0,1 3 18 0,-6 7 30 15,2-2 17-15,-2 3 21 0,-2 0 14 0,1-1 11 16,-1 5 20-16,-3-3 10 0,2 6 3 0,-5 8 6 16,0-15-10-16,0 15-4 0,0 0-13 0,0-13-14 15,0 13-9-15,0 0-9 0,0 0-5 0,0 0-3 16,0 0-10-16,0 0 5 0,-38 24-9 0,27-12-8 0,-4 4 3 16,9 3 4-16,-1-2-13 0,-2 7-1 15,4-5-15-15,-2-2-28 0,6 9 0 0,1-3 0 0,0-3 0 16,5 0 0-16,1-1 0 0,2 3 0 0,2 1 0 15,4-1 0-15,-3-8 0 0,4 3 0 0,-1-9 0 16,2 4 0-16,-1-3 0 0,1-2 0 0,3-1 0 16,0-3-51-16,-19-3 0 0,37-9 1 0,-16 3 11 15,-3-4-4-15,1 0 9 0,0 1-4 0,4-10 4 16,-3 3 6-16,-2-2 6 0,3-1 3 0,-3 0 3 16,-9 4 4-16,6 1 5 0,-6-3 3 0,-2 3 8 15,1 0 12-15,-2-3 20 0,1 1 20 0,-1 3-3 16,-4 2 18-16,-2 11 3 0,4-23 10 0,-4 16-30 0,0 7-54 15,0 0 0-15,-6-19 0 0,6 19 0 0,-8-5 0 16,8 5 0-16,0 0 0 0,0 0 0 16,0 0 0-16,-45 16 0 0,39-6 0 0,-6 3 0 0,6 2 0 15,-2 0 0-15,6 3 0 0,1 1 0 0,1 7 0 16,0-4 0-16,3-3 0 0,5 1 0 0,2 5 0 16,-1-5 0-16,7 2 0 0,-1-5 0 0,4 0 0 15,-3-6 0-15,-2-3 0 0,4 3 0 0,-2-4 0 16,0-1 0-16,2-4 0 0,-1-1 0 0,-17-1 0 15,36-3 0-15,-15-2 0 0,-1-3 0 0,-3-3 0 16,5-4 0-16,-3 2 0 0,-3 4 0 0,-3-9 0 16,6-1 0-16,-1-1 0 0,1-3 0 0,-4-2 0 15,-2 1 0-15,1-4 0 0,8-10 0 0,-7-1 0 0,1-2 0 16,2 3 0-16,-7 1 0 0,0 6 0 16,-3 3 0-16,-3 4 0 0,3-2 0 0,-5 11 0 15,0-3 0-15,1 10 0 0,-4-1 0 0,0 9 0 0,0-17 0 16,0 17 0-16,0 0 0 0,0 0 0 0,0 0 0 15,0 0 0-15,0 0 0 0,-50 33 0 0,43-14 0 16,-1 4 0-16,2 0 0 0,4 7 0 0,4-1 0 16,4-2 0-16,-4 2 0 0,4 2 0 0,1-1 0 15,1-2-12-15,-3 1-94 0,4 1 7 0,1-3 2 16,0-2-1-16,-2 1 9 0,0-3 14 0,4 0 9 16,-5-5-2-16,1-4 9 0,0 2 8 0,0-4 9 15,5-1 2-15,-5-4 5 0,-2 4 3 0,-6-11 12 0,15 8 8 16,-15-8 8-16,19 7 6 0,-19-7 6 15,22 0 1-15,-22 0 10 0,29-9 2 0,-14-3 11 16,-3-2 2-16,5-3 15 0,2-3 17 0,-2-1-3 0,-4-6 5 16,13-3-1-16,-8-5-7 0,2-5-7 0,1 4 3 15,-1-2 3-15,2-4-6 0,-8 0-7 0,-4 4-4 16,4-1-10-16,-9 12 11 0,2 0-20 0,-6 5-2 16,-1 7-2-16,0 3-4 0,0 1-7 0,0 11 0 15,-6-15 1-15,6 15-20 0,0 0 13 0,-10-5 1 16,10 5 14-16,0 0-14 0,0 0-8 0,0 0 4 15,-25 31-1-15,25-23 1 0,-2 10-5 0,-3-3-13 16,8 4 13-16,-1 4-1 0,0-1-5 0,4 5 2 16,2-2 3-16,-2-1 7 0,6 2-10 0,-1 4-1 15,-3-7 0-15,-2 3 8 0,7 0-3 0,-2-3 9 16,-3 3 1-16,-1-9-12 0,-2 0 9 0,1 2-5 16,1 4 2-16,-3-6-10 0,-2 2 0 0,-2-2-7 0,-5 0 0 15,2 1-2-15,-8-6-15 0,-1 3-7 0,-10 1-25 16,1-1-34-16,3-4-32 0,-12-2-39 15,-4 3-59-15,2-4-55 0,-11-2-48 0,-5-1-60 0,-8-4-92 16,-4-2-462-16,-1-5-1026 0,-17-7 454 0</inkml:trace>
          <inkml:trace contextRef="#ctx0" brushRef="#br0" timeOffset="17792.2902">19215 3070 361 0,'7'-28'428'0,"-6"0"5"0,-1 1-3 0,-1 1-6 15,-4 7-1-15,3-2-8 0,-6 6-18 0,-3-2-36 16,3 4-21-16,-2 1-25 0,-7 5-26 0,1 1-19 16,-13 4-21-16,-7 4-9 0,-7 7-20 0,-5 2-13 15,3 12-14-15,-5-1-12 0,1 5-11 0,-3 5-8 16,-10 14-11-16,17-12-6 0,-3 3-14 0,-9 13-9 15,14-10-15-15,6 2-11 0,4-4-8 0,4 5-6 16,0-4-17-16,8-1 0 0,5 4-14 0,6-2 3 16,7-9-6-16,3 6-7 0,6-5-6 0,9-4 4 15,-1-1-7-15,7-6 2 0,2-9-8 16,6 7 0-16,11-1-11 0,-10-9-2 0,18-2-13 0,-16-7 3 0,2 0-3 16,13-7 5-16,-15 1-6 0,-3-3 6 0,-1-5-7 15,1-3 3-15,0 2 4 0,-5-4-4 0,15-3 1 16,-14 4 3-16,-5 1 4 0,1-1-3 0,-1 3-5 15,-5-1-1-15,-2 6 14 0,-4-2 8 0,2 1-3 0,-2 9-2 16,-9 2-15-16,8-13 11 0,-8 13-11 16,0 0-2-16,0 0-3 0,0 0 9 0,12 33-4 15,-12-6-2-15,0 18-4 0,-1 4 5 0,-4 3 11 0,5 24-6 16,0 3-1-16,-3-3 9 0,3 3-11 16,-5 6 0-16,0-6 0 0,2 4 4 0,-4-4-8 15,1-1 10-15,0-2-8 0,-1 1 9 0,-1-23-6 0,-5 21 1 16,5-3 0-16,-1-20-5 0,-4 2 0 0,0-2 0 15,2-7 0-15,-4-1 0 0,-5-3 0 0,2-5 0 16,3-10 0-16,4-1 0 0,-3-4 0 0,-1-5-6 16,-2 1 0-16,2-7-8 0,1 1 15 0,-2-4-9 15,16-7 4-15,-34 4-5 0,34-4 11 0,-43-8 11 16,43 8-11-16,-39-19 1 0,18 0 5 0,2 0 4 16,0 0-6-16,3-6-6 0,9-2 0 0,-2 0 0 15,1-13 0-15,5-7 0 0,6 2 0 0,0-5 0 16,5-1 0-16,5-22 0 0,17-1 0 0,1-3 0 15,-6-5 0-15,9-3 0 0,8-1 0 0,8-32 0 16,-12 44 0-16,2 6-79 0,2-1-62 0,3 9-20 16,-11 17-15-16,4-2-31 0,-1 5-23 0,5 3-10 0,-1 2-22 15,-2 3-14-15,-4 3-2 0,1 3-21 0,-8 10-13 16,11-4-9-16,-10 3-15 0,1 3-16 16,9 0-46-16,-12 3-290 0,-1 4-744 0,-1-2 329 0</inkml:trace>
        </inkml:traceGroup>
        <inkml:traceGroup>
          <inkml:annotationXML>
            <emma:emma xmlns:emma="http://www.w3.org/2003/04/emma" version="1.0">
              <emma:interpretation id="{ABC90746-1FCC-478D-B4F3-6171BCA11332}" emma:medium="tactile" emma:mode="ink">
                <msink:context xmlns:msink="http://schemas.microsoft.com/ink/2010/main" type="inkWord" rotatedBoundingBox="23191,3175 28041,3179 28040,5096 23190,5092"/>
              </emma:interpretation>
              <emma:one-of disjunction-type="recognition" id="oneOf5">
                <emma:interpretation id="interp5" emma:lang="" emma:confidence="1">
                  <emma:literal/>
                </emma:interpretation>
              </emma:one-of>
            </emma:emma>
          </inkml:annotationXML>
          <inkml:trace contextRef="#ctx0" brushRef="#br0" timeOffset="21540.7667">25018 3417 306 0,'7'-16'400'0,"-7"6"-19"0,8-3 7 0,-5-2 2 16,-3 15 0-16,0-19-13 0,0 19-12 0,-7-14-15 15,7 14-17-15,-14-10-20 0,14 10-12 0,-21-2-9 0,21 2 0 16,-35 3-17-16,19 3-14 0,-5 0-12 0,-3 5-17 16,1 2-20-16,1-3-26 0,-1 12-20 15,4-4-4-15,-2 2-14 0,7 3-26 0,-2 5-9 0,6-1-18 16,-1-1 5-16,3 0-9 0,3 5-16 0,4-4-7 15,2-1-6-15,6 0-6 0,-1-3-8 0,7-1-7 16,-4 1-1-16,-1-9-3 0,5 1 9 0,2-1-23 16,-1-2-9-16,5-7-7 0,-4 1-9 0,-15-6-12 15,37-6-2-15,-21-1-2 0,5 0-5 0,0-13-12 16,6-3-8-16,2-7-2 0,-4-4-3 0,-1-6-9 16,-1-2 0-16,-2-7-6 0,-7-4-3 0,5-20-2 15,-1-7 7-15,3 0 6 0,-10-4 0 0,0 3 14 16,-4-3-1-16,-2 9 4 0,-5 2 8 0,0 20 13 15,-5 1 15 1,3 0 7-16,1 7 3 0,1 3 4 0,-5 2 8 0,5 11 9 0,-3 6 8 16,3 6 2-16,-4-1 2 0,1 1 9 15,0 8 1-15,1-3-7 0,2 12-9 0,-1-15-1 16,1 15-5-16,0 0-3 0,0 0-5 0,0 0-2 0,0 0 12 16,-11 59-19-16,6-23 6 0,2 8-1 0,-1 1-3 15,-1 6-5-15,7 2 2 0,-2 25 6 16,-2-4-13-16,4-1 1 0,5 5 0 0,-7-5 0 0,-2-18 12 15,8 21-16-15,-2-21 3 0,2-1-5 0,-1 18 3 16,1-25-13-16,-3 3-22 0,4-7-21 0,-7 0-22 16,8 2-37-16,-2-9-37 0,-3-10-41 0,2-4-38 15,2-8-26-15,1 1-21 0,-2-7-13 0,7-6-17 16,-13-2-28-16,26 5-3 0,-26-5-39 0,38-18-28 16,-22 5-288-16,2-6-748 0,6-2 331 0</inkml:trace>
          <inkml:trace contextRef="#ctx0" brushRef="#br0" timeOffset="20588.9398">22125 3284 3397 0,'-8'-15'212'0,"4"3"-139"0,-3-4-50 0,7 2-3 16,8 0 9-16,3-1 4 0,7-4 10 0,9 1-9 16,10-2 6-16,5-3 13 0,13-1 4 0,18-4-8 15,-15 8-4-15,27-12 3 0,7 6-10 0,1 0 10 16,-8 4-16-16,0-2-11 0,0 5-4 0,-3 2-3 0,-4 1-4 15,-25 6-10-15,0 0-7 0,-2 4-5 16,-9 1-1-16,-7 2-3 0,-7 3 2 0,-1 1-6 16,-9 1 9-16,-4 6-4 0,1 3 4 0,-1 0 0 0,0 2 14 15,-4 5-6-15,-7 1 16 0,5 1-15 0,-8 5 8 16,5 4 4-16,-5 0 6 0,-5 1 12 0,4-2-3 16,-6 11 14-16,1-3 7 0,3 7 5 0,-9-7 1 15,6 1-1-15,-5 3 11 0,-1-4 8 0,0 2-4 16,4 0-2-16,0-9 0 0,0 9-4 0,1-10 2 15,1 11-1-15,-1-10 0 0,6-2-6 0,-6 0-6 16,6 3 1-16,-1-5-4 0,2-5 4 0,2 6 5 16,-1-8 1-16,4-3-2 0,-2 0 0 0,4-1 3 15,1-2 2-15,-2-3 4 0,2-2 9 0,-8-7 3 16,19 7 0-16,-19-7 2 0,31-2-3 0,-31 2-5 16,34-14-1-16,-15 2-8 0,3-2-3 0,2-5-7 15,10-8-8-15,-18 6 1 0,7-16-6 0,-6 3-1 16,-2-4-6-16,-4-7 0 0,0 8-4 0,-3-9-4 15,-8 1-9-15,-6-2-1 0,-1 6-4 0,-1-1 0 16,-6 0-13-16,-2 5-4 0,3 6-3 0,-9-2-6 16,2 14-9-16,4-3-16 0,-5 3-10 0,1 3-25 0,2 8-26 15,0 2-23-15,10-1-44 0,8 7-30 0,-24-1-29 16,24 1-29-16,-21 15-51 0,10-3-59 16,5 0-53-16,1 6-296 0,2-3-778 0,9 15 345 0</inkml:trace>
          <inkml:trace contextRef="#ctx0" brushRef="#br0" timeOffset="20042.1314">23059 2980 412 0,'-5'-18'471'0,"-1"-1"-17"0,3 3-13 0,-2-2-4 16,-1 3-5-16,2 3-5 0,1 0-19 0,3 12-19 15,-6-19-8-15,1 10-24 0,5 9-16 0,-5-12-23 16,5 12-34-16,-6-9-27 0,6 9-27 0,0 0-13 15,0 0-30-15,0 0-11 0,-21 36 9 0,14-11-23 16,-1 13-4-16,2 3 0 0,3 4-4 0,-4 3-8 16,3 2-2-16,-3 0-11 0,2 2-2 0,0 4-5 15,-3 18-51-15,0-5-75 0,-1-16 0 0,6 5 0 16,-10 14 0-16,0-3 0 0,8-17 0 0,-8 2 0 16,-1 1 0-16,1 0 0 0,0-5 0 0,2 2 0 15,0 0 0-15,-2-6 0 0,3-4 0 0,-3-2 0 0,5-10 0 16,2-2 0-16,-7-2 0 0,5-1 0 15,0-11 0-15,0 1 0 0,2-2 0 0,1-4 0 16,2 2 0-16,3-11 0 0,-8 16 0 0,8-16 0 0,-4 9 0 16,4-9 0-16,0 0 0 0,0 0 0 0,0 0 0 15,0 0 0-15,-32-39 0 0,24 17 0 0,-6-4 0 16,-1-11-269-16,3-4-82 0,-6-5-26 0,0 4-29 16,-1-2-36-16,-2 2-27 0,7-7-50 0,-9 2-374 15,2 4-968-15,1 0 428 0</inkml:trace>
          <inkml:trace contextRef="#ctx0" brushRef="#br0" timeOffset="21047.7819">23788 3657 244 0,'9'13'260'0,"6"-1"-7"0,4-2-13 0,-3 0-7 16,0-1-12-16,5-2-8 0,-3-2-15 0,-1 0-5 16,2-5-6-16,-19 0-5 0,31 3-1 15,-12-3 4-15,-19 0 16 0,24-3-13 0,-9-6 11 0,-1 6 15 0,-14 3 3 16,19-12-3-16,-9 5-7 0,-10 7 6 0,18-14-2 0,-10 2-10 15,0 0-8-15,-2-2-5 0,2 0-2 0,-1-1-10 16,1-4-7-16,-4 2-8 0,0 1-2 0,2-8-12 16,2-3-15-16,-3 4-11 0,1-3-15 0,-3-4-14 15,1 3-3-15,-1 1-13 0,-3-2-6 0,3 5-3 16,-6 4-13-16,1 1 1 0,-3 5-14 0,2-2-8 16,-2 7 1-16,5 8-8 0,-9-16-4 0,9 16-4 15,-18-3-4-15,18 3-5 0,0 0-5 0,0 0-8 16,-37 12-23-16,37-12-3 0,-17 15-8 0,7-7-9 15,7 3-9-15,3-11-11 0,-5 15-9 0,5-3-3 16,0-12 5-16,6 14 0 0,-6-14-1 0,13 15-2 16,-5-7-3-16,7-1-13 0,-4 0 9 0,5-2 3 15,0-2-2-15,3 2 16 0,-3-2 4 0,4 0 7 16,-3 1 5-16,2 0 3 0,-19-4 4 0,31 5 1 16,-17 1 7-16,1-1 5 0,-2 2-3 0,-13-7 3 15,22 12 9-15,-11-2-1 0,-1 6 3 0,-2-6 6 0,-2 8 1 16,1-1 4-16,-2-2 10 0,1 10 1 0,-3-2 2 15,4-4 3-15,-6 9-1 0,2-3-1 16,1-3 0-16,-3-3 3 0,4 0-7 0,-3-4 5 0,1 4-5 16,0-5 1-16,2 2-3 0,-2-7-13 0,4 0-28 15,-7-9-27-15,12 16-21 0,-4-14-23 0,-8-2-30 16,26 0-51-16,-26 0-46 0,39-7-46 0,-11-1-43 16,1-6-48-16,0-4-240 0,7-6-667 0,-1-5 296 15</inkml:trace>
          <inkml:trace contextRef="#ctx0" brushRef="#br0" timeOffset="22461.5764">25682 3375 2 0,'12'-12'311'0,"-3"1"0"16,-6 0 5-16,-3 11 2 0,8-14 10 0,-6 5 9 15,-2 9-24-15,0 0-7 0,-6-16-13 0,6 16 0 16,-15-9-3-16,15 9-6 0,0 0 3 0,-42 3 1 0,42-3-18 16,-35 11-8-16,14-6-14 0,-1 8-12 0,-1 1-19 15,-4 2-14-15,13-4-9 0,-7 6-27 16,3-2-19-16,-1 6-14 0,5-7-8 0,1 5-6 0,5-1-22 15,0-1-10-15,-2 4-11 0,5-3-3 0,4-3-10 16,2 3-3-16,1-5-8 0,-2 1-8 0,5 10-4 16,3-7-8-16,-2-4-11 0,2 0-17 0,0-7-10 15,0 1-5-15,3 1-10 0,4-2-6 0,-1-4-3 16,-14-3-7-16,36 0-1 0,-36 0-1 0,36-8-2 16,-15-3 1-16,0 3 1 0,2-1 2 0,-4-3-4 15,-3-1 3-15,5-5 4 0,0-2 3 0,-5 4 4 16,-2 3 6-16,4-7 5 0,-7 3 5 0,-3-2 13 15,3 3 14-15,-3-5 14 0,-1 4 22 0,-1 0 6 16,-3 0 4-16,2 3 0 0,-3-1-2 0,-2 5 8 16,0 10-3-16,5-15 11 0,-5 15-18 0,0 0-9 15,-5-14-12-15,5 14-2 0,0 0-2 0,0 0-4 0,0 0-11 16,0 0 6-16,-21 36 12 0,14-18-23 0,-2 2-4 16,2 6 5-16,4-1-3 0,-2 2 1 0,1 3-3 15,2-3-1-15,-1-2-4 0,0 0 0 16,6-5-8-16,0 5-11 0,2-9-6 0,-2 0-8 0,3-6-9 15,-6-10-15-15,8 16-2 0,-1-8-4 0,-7-8 3 16,21 2 0-16,-21-2-10 0,0 0-5 0,37-13-6 16,-17 1-4-16,0 2 6 0,4-9 0 0,-2 3 3 15,-1-6 5-15,0-1 4 0,8-4 3 0,-8 3 14 16,-4 4 3-16,-1-3 11 0,-1 0 11 0,-2 1 14 16,-4 3 27-16,-1 5 20 0,-1-5 13 0,-1 1 14 15,1 5 16-15,-4-2 12 0,3 4 9 0,-3 0 12 16,-3 11-7-16,5-17 5 0,-5 17-5 0,10-10-5 15,-10 10-14-15,0 0-9 0,0 0-6 0,3-9-10 16,-3 9-7-16,0 0 3 0,0 0-9 0,13 30-7 16,-12-13-1-16,3 2-4 0,-4 5 1 0,4-2-5 15,0 8-36-15,-3-1-1 0,4 4 0 0,-2-6 0 0,-3 3 0 16,7-3 0-16,-6 2 0 0,-1-10 0 0,0 4 0 16,0-4 0-16,0-1 0 0,4-4 0 15,-8-2 0-15,4-12 0 0,0 15 0 0,0-15 0 0,0 17 0 16,0-17 0-16,0 0 0 0,0 0 0 0,0 0 0 15,0 0 0-15,0 0 0 0,32-37 0 0,-22 23 0 16,4-11 0-16,-1-2 0 0,2 1 0 0,-1-1 0 16,1-1 0-16,1-8 0 0,-2 7 0 0,5 6 0 15,-4-2 0-15,-1 1 0 0,-6 10 0 0,5 1 0 16,-3 0 0-16,-4 0 0 0,2 6 0 0,2 0 0 16,-10 7 0-16,0 0 0 0,17-4 0 0,-17 4 0 15,0 0 0-15,20 24 0 0,-17-6 0 0,3 1-6 16,2 7 2-16,-1-4 8 0,-2 8-10 0,-2-6 5 0,2 2 6 15,3 1-9-15,0-2 8 0,-2-3-5 16,2-5 10-16,-2-4-9 0,6 0 0 0,-1-3 0 16,2-3 0-16,8 0 0 0,-5-7 0 0,13-1 0 0,-29 1 0 15,53-9 0-15,-23 1 0 0,-3-8 0 0,2 2 0 16,-5 2 0-16,3-4 0 0,-4-2 0 0,3 7 0 16,-10-6 0-16,0 5 0 0,-7-4 0 0,3 2 0 15,-4 2 0-15,-2-2 0 0,2 1 0 0,-5 2 0 16,-3 11 0-16,-5-19 0 0,5 19-13 0,-6-21-306 15,4 13-80-15,2 8-79 0,-12-18-113 0,0 10-475 16,3 0-1153-16,9 8 510 0</inkml:trace>
        </inkml:traceGroup>
        <inkml:traceGroup>
          <inkml:annotationXML>
            <emma:emma xmlns:emma="http://www.w3.org/2003/04/emma" version="1.0">
              <emma:interpretation id="{23264AEA-BAC7-4F8A-8F48-42D4A85283B4}" emma:medium="tactile" emma:mode="ink">
                <msink:context xmlns:msink="http://schemas.microsoft.com/ink/2010/main" type="inkWord" rotatedBoundingBox="28566,3127 33778,3131 33777,4506 28565,4501"/>
              </emma:interpretation>
              <emma:one-of disjunction-type="recognition" id="oneOf6">
                <emma:interpretation id="interp6" emma:lang="" emma:confidence="1">
                  <emma:literal/>
                </emma:interpretation>
              </emma:one-of>
            </emma:emma>
          </inkml:annotationXML>
          <inkml:trace contextRef="#ctx0" brushRef="#br0" timeOffset="23661.6221">27481 3348 118 0,'0'0'318'15,"27"-4"-21"-15,-27 4-14 0,0 0-16 0,32-3-4 16,-32 3-6-16,29 3-5 0,-29-3-12 0,31-5-8 16,-15 3-7-16,-16 2-2 0,29-4-5 0,-10 1-21 15,-3 0-12-15,-2-3-11 0,1-1-18 0,-1 4-12 16,1-6-11-16,2-1-5 0,-9 2-11 0,2-3-11 16,-2-2-9-16,2 0-12 0,-1-2-9 15,-2 7-7-15,1-10-2 0,-4 5-9 0,0-1-6 0,-4 3-6 16,0-3 1-16,0 14 2 0,0-22-10 15,-7 10 4-15,7 12-2 0,-8-16 1 0,-3 4 3 0,1 5-8 16,10 7-2-16,-21-5-3 0,7 3 6 0,14 2 2 16,-35 2 5-16,17 3 9 0,-1 2-1 0,-4 5 9 15,-1 0 5-15,7 2 24 0,-4 2 0 0,0 2-5 16,5-2-4-16,0 5-5 0,1 3-1 0,4 1-3 16,-3-2-9-16,11 0-4 0,-4 8-4 0,1-6-6 15,1 1-4-15,10 0-2 0,-1 1 3 0,5-1-14 16,0 0-3-16,6 3-1 0,2-5-1 0,-1-3-2 15,0-4 2-15,4 5-9 0,4-7-1 0,-2-4-2 16,9 0-1-16,-14-4 2 0,9-7-1 0,0 0-2 0,2-9 3 16,6 3-9-16,3-8-1 0,3-5 3 15,-1-4-4-15,-6-3-1 0,3 0-4 0,-6-7 8 16,5 1-10-16,-2-12-2 0,-8 3 2 0,-4-12 0 0,11-20-1 16,-3 4 1-16,-11-7-1 0,2 1-3 0,-5-4 2 15,-7 7 4-15,-8-2-4 0,3 25 9 0,-3-8 8 16,-3 5 6-16,1 4-1 0,-4 3 13 15,3 7 11-15,-2 10 19 0,3 4 13 0,-3 5 16 0,-1 1-8 16,0 3-26-16,1 5 10 0,5 10-7 0,-16-7-5 16,16 7-7-16,0 0-9 0,-32 23-7 0,19 0-1 15,-5 9 1-15,1 7-4 0,-1 5-4 0,5 0-1 16,2 3 2-16,3 6-10 0,0 3 0 0,6-1-3 16,5 19-12-16,4-3 20 0,1-17-5 0,-5 19-5 15,0-24 2-15,10 3-12 0,2 0 0 0,1-2 0 16,-2-5 0-16,5 0 0 0,5-4 0 0,-3-3 0 15,-6-8 0-15,4-8-9 0,0 3-1 0,-1-6-8 16,-1 3-2-16,0-12-4 0,-1 4 2 0,1-10 11 16,1 0 0-16,-4-3-4 0,-14-1 0 0,42-7 13 15,-23 2-5-15,1-2-1 0,7-7 6 0,-6-3-2 16,1-1-2-16,-4-1 3 0,-1 0 0 0,-2 0 2 0,-1-3-14 16,-6 3 22-16,2 1-10 0,-4 3 16 15,2-4 12-15,-4 3 3 0,-1-3 0 0,0 5-12 16,-3 4 14-16,0 10-2 0,2-18 3 0,-2 18-28 0,0 0-3 15,-2-14 0-15,2 14 0 0,0 0 0 0,0 0 0 16,0 0 0-16,0 0 0 0,-34 43 0 0,26-28 0 16,2 4 0-16,3 5 0 0,-10 0 0 0,13-4 0 15,0-3-87-15,-3 9-45 0,-1-16-37 0,3 7-39 16,-4-3-48-16,5-14-41 0,3 15-36 0,-3-15-41 16,0 0-46-16,0 0-75 0,0 0-409 0,0 0-978 15,24-37 432-15</inkml:trace>
          <inkml:trace contextRef="#ctx0" brushRef="#br0" timeOffset="24644.7472">28607 2940 329 0,'-8'-19'375'0,"0"4"-19"0,-3 3-18 15,3 0-10-15,0 6-19 0,8 6-7 0,-13-7-10 16,13 7-10-16,0 0-9 0,0 0-15 0,0 0-14 16,-24 25-6-16,19-14-23 0,5-11-21 0,0 22-11 0,0-7-18 15,0-4-17-15,0-11-12 0,3 20-13 0,1-11-13 16,-4-9-12-16,8 17-7 0,-4-9-8 15,-4-8-6-15,0 0-6 0,7 11-5 0,-7-11-7 0,0 0-6 16,0 0-7-16,16 3-13 0,-16-3-15 0,0 0-16 16,0 0-30-16,0 0-36 0,22-19-18 0,-22 19-39 15,15-11-48-15,-15 11-11 0,14-9-18 0,-14 9-19 16,13-6-15-16,-13 6-8 0,0 0-9 0,0 0-13 16,37 12 5-16,-23-1-3 0,-7-4-3 0,7 7 12 15,-7 2 18-15,7 6 31 0,-3 1 42 0,1 0 53 16,-6 0 47-16,2 3 35 0,-2 0 25 0,1 0 21 15,-1 0 25-15,-4 3 25 0,4-1 22 0,-6 2 15 16,0-2 9-16,0-7 9 0,0 6 2 0,0-2 7 16,0-6 0-16,-1-4-1 0,-1 3-2 0,2-5 5 15,0-2-5-15,0-11 0 0,-3 17 6 0,3-17 12 16,0 16 18-16,0-16 18 0,0 0 5 0,0 0-4 16,0 0-15-16,0 0-7 0,0 0-4 0,0 0 1 15,0 0-1-15,0 0 3 0,0 0-9 0,0-51-2 16,3 34-13-16,0 2-5 0,4-4-7 0,-3 1 3 15,1 3-7-15,5-4-7 0,0 2-8 0,2-4-13 16,-2 3-5-16,1 5-11 0,-1-4-7 0,4 1-4 0,-1 2-11 16,-3 0-5-16,1 1-6 0,2 2-10 15,-5 8-1-15,-8 3 2 0,14-16-12 0,-14 16-3 16,18-3-3-16,-18 3-1 0,0 0-4 0,0 0 0 16,27 15 1-16,-20-3-2 0,-3 2 1 0,0 4-4 0,0 1-5 15,0 4 4-15,0 5 3 0,3-2-5 0,-4 0-2 16,0 2-4-16,0-1 4 0,1 3-3 0,-1-4-5 15,5 0 2-15,-8-2-4 0,5-6 3 0,1-2-5 16,-3-2-4-16,2-3-6 0,-2-3-4 0,-3-8-1 16,12 15-3-16,-12-15-2 0,12 4-1 0,-12-4-2 15,0 0-4-15,0 0-3 0,44-11-5 0,-33-1-1 16,2-1-1-16,1-4 6 0,7-1 5 16,-10 1 0-16,4-4 6 0,-4-1 1 0,2-1 7 0,-2-3 3 15,-6 7 8-15,1 0 11 0,2 5 10 0,-1-2 3 16,-1 0 5-16,1-2 2 0,-1 4-4 0,-1 2-5 15,0 5 1-15,1-2 1 0,-6 9 1 0,8-14-4 16,-8 14 3-16,0 0-5 0,0 0 4 0,0 0-7 16,0 0 9-16,0 0-1 0,0 0 4 0,19 34-4 15,-20-16 2-15,4 1-4 0,0 4-4 0,-1-4 1 16,-2 11-4-16,0-11 4 0,1 7-1 0,4 0 0 16,-2-4-6-16,-3-4 3 0,4-3-1 0,-4-1-5 15,0 3 0-15,1-9 4 0,6 1 4 0,-7-9-8 16,9 11 4-16,-9-11-1 0,15 8 4 0,-15-8-5 15,22 0 4-15,-22 0-3 0,27-8 0 0,-14-3-1 16,3 2-2-16,2-2-5 0,-4-5 3 0,4-2 6 0,1-1-8 16,-3-4 3-16,-1 0-1 0,-7 8 1 15,5-6 1-15,-5 2-1 0,-2 0 3 0,2 0 0 16,-1 1 14-16,-6 5 4 0,4-3 7 0,-3 7 4 0,1-3-12 16,-3 12 24-16,3-14-12 0,-3 14-4 0,0-12-8 15,0 12 5-15,0 0-7 0,0 0-5 0,0 0-1 16,0 0-6-16,0 0-2 0,-8 47 4 0,8-26-14 15,-5 6 18-15,5 2-2 0,0 0 1 0,3-4-16 16,-1 0-1-16,0-8-15 0,-2 0-22 0,0-1-24 16,4 1-34-16,-2-9-32 0,-2 5-34 0,0-13-29 15,3 10-25-15,-3-10-47 0,0 0-60 0,0 0-55 16,0 0-47-16,0 0-61 0,19-31-386 0,-15 10-948 16,-1-4 419-16</inkml:trace>
          <inkml:trace contextRef="#ctx0" brushRef="#br0" timeOffset="24928.2219">29621 2984 87 0,'-14'-8'368'0,"2"5"-19"16,12 3-23-16,-27 0 0 0,27 0 0 0,-34 7-3 0,20 1-4 15,1 3-12-15,4 0-10 0,-4 6-12 0,6-4-23 16,-1 6-21-16,5 0-15 0,-2-5-20 16,0 3-18-16,5 1-18 0,4-4-16 0,-1-1-13 15,0 0-14-15,2-6-9 0,-5-7-10 0,11 18-10 0,-11-18-6 16,13 6-5-16,-13-6-10 0,18 1-4 0,-18-1-10 15,0 0-8-15,36-12-6 0,-24 4-6 0,1-3-10 16,-2-2-11-16,-2 0-5 0,1-2-9 0,-5-1-8 0,3-1-6 16,-5 1-4-16,2-1-7 0,-3 0-9 15,-6 0-3-15,1 3-9 0,3 0-4 0,-6 3-14 16,6 11-5-16,-12-19-22 0,1 12 1 0,11 7-32 0,-17-9-30 16,17 9-30-16,-26 0-43 0,26 0-50 15,-32 8-53-15,17-1-76 0,-1 0-253 0,5 2-701 16,-2 5 310-16</inkml:trace>
          <inkml:trace contextRef="#ctx0" brushRef="#br0" timeOffset="25400.1839">29870 3262 217 0,'0'0'371'0,"14"15"-16"0,-6-6-21 0,-1 1-16 16,4 6-16-16,-1 2-10 0,-2-4-13 0,0 9-13 16,3 1-10-16,-10 0 1 0,7-1-13 15,-8-1-2-15,0 8-11 0,0-3-9 0,0-2-10 0,-1 2-10 0,-4-1-6 16,0-2-6-16,0-6-21 0,1 1-9 0,-1-4-17 16,0 0-7-16,0 0-15 0,0 0-15 0,2-8-9 15,3-7-10-15,-13 15-8 0,13-15-4 0,-5 8 3 16,5-8 3-16,0 0-5 0,0 0-4 0,0 0-5 15,0 0-5-15,0 0-2 0,-27-23-7 0,26 8-10 16,-3-4-4-16,9-7-6 0,-5 0-1 0,3 0 2 16,4 3-9-16,-2-4-3 0,1 1-2 0,4-4-7 15,-2 3-2-15,5 2 1 0,-2 3-7 0,0-2-1 16,3 3-5-16,1 2-2 0,-1 4-3 0,6-1 1 16,-6 1-7-16,2 6 1 0,-2-1-4 0,4 0 1 15,-2 4 1-15,0 0-4 0,-1 2 4 0,-15 4-4 16,24-7-4-16,-24 7-2 0,0 0 4 0,37 11-4 15,-28-3 6-15,2 0-3 0,-1 10-5 0,-2 7-1 16,0-1-3-16,-1-2-4 0,-4 1-11 0,2 3-10 16,-2 0-15-16,-6 4-23 0,6-1-23 0,-6-1-20 15,1-1-12-15,2-6-24 0,0 3-23 0,-6-6-29 16,2-5-36-16,0 0-53 0,4-13-61 0,-7 20-369 16,7-20-803-16,-6 9 354 0</inkml:trace>
          <inkml:trace contextRef="#ctx0" brushRef="#br0" timeOffset="26322.0114">30503 3322 335 0,'0'0'487'0,"0"0"-3"15,-6-5-12-15,6 5-7 0,0 0-19 0,0 0-24 16,0 0-27-16,-14-7-24 0,14 7-25 0,0 0-27 15,0 0-21-15,0 0-18 0,-44 4-8 0,44-4-23 16,-21 8-19-16,5 3-14 0,2-4-20 0,1 6-15 16,0 1-20-16,-1 0-12 0,1 3-27 0,-1 2-3 15,-1 2-13-15,1 0-12 0,4 3-14 0,-1 2-4 16,3-4-9-16,1-5-7 0,4 4-9 0,3 5-19 16,-1-7-17-16,5-3-18 0,0-2-14 0,2-1-12 15,-1 0-4-15,1-4-10 0,1 1 0 0,-7-10 8 16,13 6 2-16,-13-6-1 0,0 0-1 0,0 0 5 15,38-13-2-15,-25 0 5 0,3-8 2 0,2-1 3 16,-4 12 4-16,-1-7 3 0,-2 3 3 0,0-2 9 16,-1 2 9-16,-2-3 21 0,-2 2 6 0,1 1 19 15,-2 0 11-15,-2 2 23 0,3 0 10 0,-1-2 2 16,-5 14 10-16,2-18 4 0,-2 18 0 0,4-8-9 16,-4 8-12-16,0 0-15 0,0 0-55 0,0 0-21 15,0 0 0-15,0 0 0 0,0 0 0 0,0 0 0 0,-40 19 0 16,31-5 0-16,2 0 0 0,-4 5 0 15,3 0 0-15,2-4 0 0,-1 9 0 0,4 4 0 16,-2 4 0-16,5-16 0 0,0 10 0 0,3-1 0 0,1-10 0 16,-3-3 0-16,2-2 0 0,4 2 0 15,-7-12 0-15,11 12 0 0,-11-12 0 0,23 3 0 16,-23-3 0-16,35-9 0 0,-14 3 0 0,6-13 0 16,-8 2 0-16,10-18 0 0,2 0 0 0,-3-2 0 0,1-9 0 15,3-19 0-15,0-4 0 0,-3 0 0 0,-3-8-14 16,-2-3-17-16,-6 1-3 0,-2-6 6 0,-2 9 5 15,-11-2 3-15,4 26 23 0,-2 8 3 0,-4-1 20 16,6 3 6-16,-6 11 8 0,3 5 3 0,-4-1-43 16,0 9 0-16,1 4 0 0,-1 2 0 0,0 12 0 15,-1-13 0-15,1 13 0 0,0 0 0 0,0 0 0 16,0 0 0-16,0 0 0 0,-33 31 0 0,22-5 0 16,0 0 0-16,-2 12 0 0,-1 8 0 0,2-5 0 15,0 7 0-15,-1 1 0 0,3 3 0 0,4 4 0 16,1 16 0-16,3-19 0 0,4-1 0 0,-2 19 0 15,0-18 0-15,3 3 0 0,0-9 0 0,4 0 0 16,1-5 0-16,0-2 0 0,0 2 0 0,5-1 0 0,-5-14 0 16,1-4 0-16,-1-2 0 0,2-1 0 0,-2-4 0 15,3-6 0-15,0 2 0 0,1-8 0 16,-12-4 0-16,22 3 0 0,-22-3 0 0,31-4 0 0,-31 4 0 16,32-15 0-16,-11-4 0 0,-4 0 0 0,2-4 0 15,-4 1 0-15,1-3 0 0,-2 2 0 0,1-4 0 16,-4 1 0-16,-1 0 0 0,-4 0 0 0,1 7 0 15,-3 0 0-15,0 1 0 0,-3 3 0 0,4 1 0 16,-3 4 0-16,1-1 0 0,-3 11 0 0,3-11 0 16,-3 11 0-16,0 0 0 0,0 0 0 0,0 0 0 15,0 0 0-15,0 0 0 0,0 0 0 0,-14 45 0 16,10-27 0-16,1 1 0 0,0 7 0 0,3-2 0 16,-5 2 0-16,5-7-43 0,0 2-101 0,5-4-37 0,-5 1-41 15,-5-1-50-15,7-8-43 0,3 2-29 16,-5-11-30-16,4 13-38 0,-4-13-55 0,0 0-40 15,0 0-312-15,0 0-887 0,0 0 394 0</inkml:trace>
          <inkml:trace contextRef="#ctx0" brushRef="#br0" timeOffset="27502.2493">30539 3118 152 0,'-50'4'470'0,"4"1"-2"0,15 0-5 0,4-2 0 0,9 1-10 16,4-2-5-16,14-2-22 0,0 0-33 0,0 0-35 15,-20-11-49-15,20 11-21 0,34-19-32 16,-2 11-38-16,18-10-38 0,0 4-44 0,3 2-35 16,0-1-41-16,3 3-20 0,0 1-10 0,3 0-11 0,-1-1-29 15,3 3-43-15,-2 0-24 0,-1-3-8 0,-2 6-1 16,-1-1 11-16,-9 6 0 0,1-2 22 15,-15-1-1-15,0 5 7 0,-11-6 15 0,1 5 28 0,-22-2 13 16,32 0 23-16,-32 0 16 0,26 5 15 0,-16 2 15 16,-10-7 6-16,17 11 7 0,-7-1 12 0,-4 7 8 15,1-3 1-15,-4 6-2 0,2 6-2 0,-4 4-2 16,-1-3-6-16,0 13 5 0,0-10-6 0,-3 11-3 16,0-1 0-16,-5-2-3 0,5 9-9 0,-4-6 3 15,1-2-4-15,1-2 1 0,2 0 1 0,-2-8 4 16,2 0-6-16,0 0-8 0,3 0-6 0,-2-3-16 15,2-8 12-15,0 2-10 0,2-4-5 0,-2-6-8 16,0-10-3-16,3 18 2 0,-3-18 6 0,11 7-4 16,-11-7 8-16,0 0-15 0,35-2-5 0,-35 2 0 15,37-24-10-15,-16 6 0 0,3 0-13 0,-6-7-5 16,8-8-3-16,-6-7-9 0,-2 1-10 0,3-4 0 16,-7-1-7-16,1-2 7 0,-7 1-12 0,-2-1 16 15,1 1 0-15,-7 3 4 0,1 1-4 0,4 1-10 16,-10 10 17-16,-1 1-2 0,-2 5-7 0,1-2 3 15,3 9 3-15,-6 3-1 0,0 0-1 0,-2 4-2 16,-3 4 4-16,1 3-4 0,14 3 5 0,-37 2 1 16,37-2-2-16,-37 12 4 0,19 0 0 0,4-2-5 0,-1 1-2 15,1 2-14-15,4-1-16 0,-1 1-19 0,9-3-11 16,2-10-8-16,-6 19-9 0,6-19-8 16,5 17 6-16,-5-17 3 0,13 16 7 0,-2-14 3 0,3 4-2 15,6-5 0-15,-20-1 4 0,43 1-6 0,-14-2 5 16,-2-1 3-16,-9 2 5 0,12-4 7 0,1 3-2 15,-4-1 14-15,2 2 5 0,-8 2 7 16,0-1 5-16,-2 6 1 0,8 4 8 0,-9-4 16 0,4 10 10 16,-6-7 15-16,0 2 9 0,2 9 29 0,-2-2 15 15,0 5 11-15,-2 1-2 0,-1 4 2 0,-2-3 3 16,-6 2-5-16,2 2-1 0,-2 0 3 0,-4 2-1 16,-1-4-10-16,0-1 0 0,-3 5-1 0,-2-8-4 15,5-6-5-15,-5 1-4 0,0-1-9 0,2-2 0 16,0-4-5-16,0-1 2 0,3-11 4 0,-8 10 4 15,8-10 15-15,0 0 1 0,0 0 15 0,-7 9-6 16,7-9 2-16,0 0-11 0,0 0-13 0,-6-37 10 16,11 18-18-16,-4-7-1 0,6-3-12 0,-1 0-1 15,5-9-3-15,-1-1-5 0,-2 13-4 0,3-1-14 0,1 0 6 16,-6 2-15-16,8 5 0 0,1 0-8 16,-4 2 1-16,0 7 4 0,2-4-2 0,2 4 1 15,-7 4-1-15,3 3-5 0,-11 4 0 0,18-6 4 0,-18 6 1 16,0 0-4-16,32 13 9 0,-23-2 2 0,4 3-14 15,-5 2 9-15,5 4 5 0,-3 6 2 0,2 0-16 16,0-2 14-16,-3 2-6 0,-2-2 6 16,6-1 3-16,-2 3 2 0,-3 1-1 0,1-9-3 0,-2-5 2 15,-2 3 3-15,1-7 5 0,2 6 2 0,5-7 11 16,0 1-11-16,3 1 17 0,-2-7 5 0,5 1 1 16,-1-4 4-16,-18 0-24 0,42 0-14 0,-15-8 0 15,-6-1 0-15,0 3 0 0,-5-1 0 0,-16 7 0 16,0 0 0-16,0 0 0 0,0 0 0 0,86-60 0 15,-86 60 0-15,0 0 0 0,39-46 0 0,-39 46-58 16,0 0-106-16,16-45-48 0,-16 45-45 0,0 0-62 16,6-52-71-16,-6 52-95 0,-6-24-105 15,-5 11-363-15,3 0-1033 0,0 1 458 0</inkml:trace>
          <inkml:trace contextRef="#ctx0" brushRef="#br0" timeOffset="26509.4748">31203 3187 101 0,'0'-23'374'0,"0"5"-1"0,0 2-11 0,-5 1 5 0,5 0-1 16,3 4 1-16,-3 11-17 0,4-15-15 0,0 4-17 15,-4 11-21-15,4-9-23 0,-4 9-30 0,11-14-28 16,2 7-17-16,1 0 5 0,2-5-25 0,0 4-26 15,5-3-35-15,-5 3-41 0,-1-3-31 0,4 3-34 16,-3-2-46-16,-2-1-47 0,4 3-60 0,-8-1-52 16,-4 2-50-16,-6 7-61 0,14-10-77 0,-14 10-279 15,0 0-714-15,2-16 317 0</inkml:trace>
        </inkml:traceGroup>
      </inkml:traceGroup>
    </inkml:traceGroup>
    <inkml:traceGroup>
      <inkml:annotationXML>
        <emma:emma xmlns:emma="http://www.w3.org/2003/04/emma" version="1.0">
          <emma:interpretation id="{605D01CC-BBF7-472F-A05F-02193C76DB5D}" emma:medium="tactile" emma:mode="ink">
            <msink:context xmlns:msink="http://schemas.microsoft.com/ink/2010/main" type="paragraph" rotatedBoundingBox="2395,5730 8017,6304 7782,8608 2160,8034" alignmentLevel="1"/>
          </emma:interpretation>
        </emma:emma>
      </inkml:annotationXML>
      <inkml:traceGroup>
        <inkml:annotationXML>
          <emma:emma xmlns:emma="http://www.w3.org/2003/04/emma" version="1.0">
            <emma:interpretation id="{B955E0A6-A2AC-4DE2-A425-01E81FC52C7D}" emma:medium="tactile" emma:mode="ink">
              <msink:context xmlns:msink="http://schemas.microsoft.com/ink/2010/main" type="line" rotatedBoundingBox="2395,5730 8017,6304 7782,8608 2160,8034"/>
            </emma:interpretation>
          </emma:emma>
        </inkml:annotationXML>
        <inkml:traceGroup>
          <inkml:annotationXML>
            <emma:emma xmlns:emma="http://www.w3.org/2003/04/emma" version="1.0">
              <emma:interpretation id="{2D057297-E692-4326-9DD9-52EFE28C29A9}" emma:medium="tactile" emma:mode="ink">
                <msink:context xmlns:msink="http://schemas.microsoft.com/ink/2010/main" type="inkWord" rotatedBoundingBox="2395,5730 8017,6304 7782,8608 2160,8034"/>
              </emma:interpretation>
              <emma:one-of disjunction-type="recognition" id="oneOf7">
                <emma:interpretation id="interp7" emma:lang="" emma:confidence="1">
                  <emma:literal/>
                </emma:interpretation>
              </emma:one-of>
            </emma:emma>
          </inkml:annotationXML>
          <inkml:trace contextRef="#ctx0" brushRef="#br0" timeOffset="31567.556">2387 5590 47 0,'0'0'364'0,"24"11"-32"0,-24-11-17 16,0 0-3-16,11 7-7 0,-11-7-11 16,11 8-4-16,-11-8-8 0,20 7-3 0,-20-7-9 0,29 4-17 15,-7-1-17-15,7-2-14 0,0 0-17 0,5-1-22 16,9-1-13-16,0 0-21 0,-9-2-14 0,1-1-17 16,7 3-8-16,-10-2-19 0,-3 0-30 0,-2 0-38 15,-6-2-47-15,0 3-37 0,0 0-39 0,-21 2-44 16,25-5-54-16,-25 5-67 0,20-7-81 0,-14 0-306 15,-6 7-705-15,8-11 311 0</inkml:trace>
          <inkml:trace contextRef="#ctx0" brushRef="#br0" timeOffset="31809.0421">2738 5321 335 0,'-13'-9'428'0,"5"2"-13"0,8 7 1 0,-12-13-31 0,12 13-37 0,-8-7-39 0,8 7-23 16,0 0-21-16,0 0-12 0,0 0-7 0,0 0-19 15,0 0-15-15,14 42 4 0,-8-17-2 0,-1 2-8 16,-3-1-15-16,4 5-14 0,-4 11-13 0,-2-1-3 16,5-2-16-16,-8-8-13 0,3 12-14 0,0 1-12 15,-4-14-6-15,4 10-16 0,-1 3-6 0,-4-2-11 0,0-11-15 16,3 10-19-16,1-13-39 0,-4 1-44 16,-1-4-53-16,4-7-45 0,0 0-55 0,-2-2-62 15,-3 0-60-15,6-7-73 0,1-8-415 0,-2 16-879 0,2-16 390 16</inkml:trace>
          <inkml:trace contextRef="#ctx0" brushRef="#br0" timeOffset="31348.8152">1262 5532 222 0,'-6'-11'349'0,"6"11"-24"0,0 0-27 16,3-19-16-16,-3 19-13 0,18-21-18 16,-5 6-7-16,1 4-9 0,8-8-23 0,1 6-3 0,-2-8-6 15,4 10-7-15,-2-2-3 0,1 2-18 0,2-1-7 16,-7 3-4-16,-1 1-17 0,2 3-7 0,1 0-8 15,-5 0-17-15,5 3-7 0,-21 2-7 0,35 7-6 16,-15 2-9-16,-4-1-9 0,5 11-11 0,-7 0 10 16,-1 3-14-16,-3 6-2 0,-4-2-3 0,-4 2-8 15,1 3-6-15,-6-2 1 0,-1 1-7 0,-7 9 0 16,-3-4-3-16,-1-7-4 0,-7 6-3 0,1-10 2 0,3 0-3 16,-14 3 0-16,2 2-4 0,9-12-5 15,0 0 2-15,0-10-1 0,3 2-1 0,1 1-3 0,2 2-1 16,1-10 4-16,14-2 15 0,-21 9 7 0,21-9 0 15,0 0 2-15,0 0-7 0,0 0-2 0,-16-21-6 16,16 21-4-16,14-31 0 0,1 8-3 0,-1-3-5 16,10-4 0-16,0-2-1 0,2-1-2 0,8-3-4 15,-4 3 0-15,2 2 0 0,-1-3 0 0,-2 1-7 16,4-4 6-16,-2 3-2 0,1 1 1 0,-3 0 0 16,-3-3 1-16,-1 5-3 0,3-2 2 0,-6 11 4 15,-6-1 2-15,3 3 6 0,-3 2 8 0,-1 3 11 0,-7 1 15 16,-2 3 14-16,1 5 12 0,-7 6-2 15,8-14-2-15,-8 14-7 0,6-7-6 0,-6 7-10 0,0 0-3 16,0 0-1-16,0 0-9 0,-24 52 3 0,14-28 0 16,-7 12-2-16,-3 2-3 0,6 3 3 0,-4 1-9 15,1 4 3-15,4-1 6 0,2 2 2 0,-2 2-10 16,0-7-3-16,3 2-3 0,4-2-1 0,4-5-3 16,2 1 1-16,0-7-5 0,4-3 0 0,4-2-7 15,-4-2 5-15,3-5-8 0,1-1-3 0,0-1-17 16,0 0-20-16,5-6-22 0,0 1-33 0,1-5-35 15,0-1-35-15,-14-6-46 0,33-6-49 0,-14-5-36 0,6 2-50 16,-7-1-44-16,9-8-100 0,-6-4-368 16,2 2-922-16,-2 1 409 0</inkml:trace>
          <inkml:trace contextRef="#ctx0" brushRef="#br0" timeOffset="32418.0844">3337 5443 187 0,'0'0'402'0,"-5"-14"-26"0,5 14-36 16,3-15-21-16,-3 15-11 0,10-14-20 0,-2 6-19 15,0-1-23-15,-8 9-19 0,21-11-20 0,-9 3-13 16,3 1-4-16,-1 3-4 0,1-4-9 0,1 3-15 16,2 2-14-16,-18 3-12 0,35-4-13 0,-18 4-11 15,-17 0-16-15,29 7-4 0,-11-1-13 0,-4 3-5 16,-6 0-6-16,2 1-7 0,-2 6-6 0,2-4-1 0,-7 6-8 15,-3 1-3-15,2-1-6 0,-4 3-1 0,2 3-5 16,-8-1-2-16,0 0-2 0,0 2-6 16,-3-2 1-16,1-7-3 0,-1 2-3 0,3-4-1 0,-5-1-2 15,-2 2-8-15,6 0-5 0,-4-4-2 0,0 0-11 16,4-6-5-16,9-5-2 0,-21 14 3 0,14-7-2 16,-1-2-7-16,8-5 2 0,0 0-4 0,-22 3-7 15,22-3-3-15,0 0-18 0,0 0 20 0,0 0-1 16,0 0 17-16,0 0-11 0,-13-19 3 0,13 19 1 15,0 0 4-15,16-19 2 0,-16 19 10 0,19-11-1 16,-8 4 1-16,4 0 10 0,-1 2-11 0,1-2 4 0,1 0-2 16,-2 3 8-16,2 3 4 0,-16 1-7 0,34-5-4 15,-18 5 12-15,-16 0-6 0,27 5 3 16,-12-2 4-16,-2 2 15 0,1 3-11 0,-1 3 5 0,-3 0 1 16,-2 1-4-16,0 2 5 0,-2 1-2 0,0 1 7 15,-4 3 2-15,-2-1 9 0,0 0-1 0,-3 6-1 16,-4-5 5-16,1-1-11 0,-8 4 1 0,1-6 0 15,-5 2-2-15,4-3 3 0,-6 2-8 0,-2-2-1 16,-4-4-13-16,2-1 15 0,-5-5-8 0,-3 1 0 16,2-3-5-16,1-3 1 0,-2-2-6 0,-1 1-11 15,3-2-9-15,0-1-17 0,1-7-18 0,4-1-34 0,-2-3-34 16,5-4-24-16,7 0-31 0,-1 1-35 0,2 1-40 16,4-2-64-16,4 2-343 0,3-2-715 0,1-6 316 15</inkml:trace>
          <inkml:trace contextRef="#ctx0" brushRef="#br0" timeOffset="33123.409">4070 5400 110 0,'10'5'441'0,"4"2"-47"0,-6 7-30 0,0-7-21 15,-2 7-16-15,1 0 0 0,-6 1-3 0,3 1-7 16,-4 3-21-16,0-4-10 0,-5 3-16 0,6-3-20 16,-2 4-17-16,1 2-12 0,0-2-14 0,5-3-14 0,-2 6-14 15,2 1-16-15,-2 0-12 0,3-5-11 0,1 1-9 16,-2 0-13-16,1-5-12 0,2 3-9 0,8 4-6 16,-6-6-13-16,7-3-1 0,-1 0-13 0,-1-5-2 15,-1 2-8-15,7 0-4 0,-2-2-3 0,2-2-8 16,0-2-2-16,-21-3-6 0,47-8-10 0,-20 2-5 15,-5-4-12-15,4-3-8 0,-2-3-1 0,-3-5-3 16,0 2-1-16,1-16-1 0,-1 2 2 0,0-1 1 16,0 0 7-16,-5-1 17 0,-2 7 13 0,1 2 20 15,1 0 29-15,1 2 13 0,-4-2 6 0,-2 5 7 0,1 4-5 16,-4 2-4-16,-2 8-11 0,-3 0-18 0,-3 7-4 16,12-16-7-16,-12 16-8 0,0 0-3 15,0 0-3-15,0 0-7 0,17 30 0 0,-14-4-4 0,1 18-7 16,-6 0 5-16,4 4-3 0,-4 5-3 0,0 23-4 15,-2 6-6-15,5-3 10 0,4 4-2 0,-11-2 5 16,4 7 2-16,2 5-7 0,-5-3-3 0,4 2 0 16,-6 0 6-16,4-4-8 0,-3 1 8 0,-1-6-4 15,-6-1-5-15,0 2 2 0,5-6-13 0,-8-7-4 16,4-17 0-16,-8 19 0 0,4-24 0 0,2 3 0 16,-1-5 0-16,1 0 0 0,0-3 0 0,-1-8 0 0,5-10 0 15,-2-1 0-15,4-6 0 0,-2-4 0 0,0 2 0 16,1-4-20-1,-2-2-23-15,-2 0-1 0,-3-6-1 0,16-5 9 0,-28 2-2 0,14-1 2 16,14-1 4-16,-37-8-1 0,16 1 4 0,-1-5 3 16,2 5 4-16,4-7 3 0,2 1 6 0,-2-6 8 0,1 1-4 15,-2-4 6-15,9-6 20 0,1 0-12 16,6 2-2-16,1-8 5 0,1-8-5 0,4-1-11 0,2-10 7 16,-1-1-17-16,4-21-23 0,9 1-15 0,-5 0 0 15,-2-10-10-15,2-6-18 0,5-4-6 0,10-30-6 16,-13 47 18-16,8 2 7 0,0 1 15 0,-1 21 9 15,1 1-3-15,0 3-4 0,5 4-34 0,-7 6-42 16,1-1-66-16,2 3-53 0,-9 11-61 0,-1 0-80 16,6 4-104-16,-10 0-348 0,-1 5-910 0,1 5 403 15</inkml:trace>
          <inkml:trace contextRef="#ctx0" brushRef="#br0" timeOffset="33638.9603">5142 5961 250 0,'-15'7'412'0,"4"4"-25"16,0-3-6-16,11-8-6 0,-10 15 2 0,10-15 11 15,5 15-18-15,-5-15-25 0,27 8-35 0,-9-5-28 0,11-2-30 16,4 2-21-16,17 6-26 0,-8-9-18 0,-10 0-21 15,13-2-18-15,-13 6-28 0,11-15-38 0,-14 10-42 16,3-2-48-16,-1-3-63 0,-2 2-46 0,0-1-56 16,-9 1-59-16,0-2-73 0,0 2-110 0,-2-5-250 15,-2 0-720-15,5-8 319 0</inkml:trace>
          <inkml:trace contextRef="#ctx0" brushRef="#br0" timeOffset="33435.8527">5256 5680 145 0,'-5'10'412'0,"5"-10"-20"16,0 0-9-16,0 0-11 0,0 0-13 0,30 14-18 16,-2-14-16-16,4 1-16 0,13-1-16 0,-15-1-19 15,20-5-32-15,-1-2-23 0,1 3-24 0,-2 0-22 16,-3 0-19-16,-1-4-39 0,-11 3-47 0,9-3-61 0,-12-1-50 16,-1 3-55-16,-14 0-49 0,2 3-58 0,-7-1-68 15,-10 5-104-15,16-14-230 0,-16 14-655 16,0 0 290-16</inkml:trace>
          <inkml:trace contextRef="#ctx0" brushRef="#br0" timeOffset="33890.7629">6019 5545 389 0,'2'-13'424'0,"-2"13"7"0,0 0 7 0,9-11 15 16,-9 11-1-16,0 0-4 0,18-7-9 0,-18 7-22 16,0 0-5-16,0 0-49 0,0 0-27 0,37 11-23 15,-29-4-19-15,-2 1-34 0,2 8-18 0,-1 1-24 0,-1 7-16 16,-1 6-20-16,-2-1-14 0,2 9-25 0,2 3-21 15,-7 1-15-15,-4-1 7 0,8 4-11 0,-8 2-14 16,4 4-8-16,-6-3-18 0,4-6-43 0,-1 3-51 16,-3-3-51-16,-1 1-64 0,-4-4-74 0,9-13-64 15,2 1-80-15,-8-1-95 0,4-11-128 0,4-3-338 16,-2-5-1003-16,2-7 444 0</inkml:trace>
          <inkml:trace contextRef="#ctx0" brushRef="#br0" timeOffset="34453.1876">6486 5672 20 0,'0'-15'517'0,"0"15"-30"0,0 0-14 16,15-19 7-16,-3 8-2 0,8 2-28 0,-3-1-34 15,11-2-31-15,0-2-27 0,1 5-33 0,5 2-33 16,-4-1-35-16,1 2-25 0,1 5-19 0,-5-2-27 0,2 6-19 16,-13-2-21-16,0 5-15 0,2 2-14 0,-7 0-7 15,-1 3-17-15,-5 3-11 0,-1 3-4 0,-5-1-14 16,-4 3-10-16,-5 6-9 0,-4-3-14 0,-5 1-14 16,3 2-25-16,-4 1-16 0,-10 0-19 0,1 1-14 0,3-8-9 15,4-1-6-15,-1 1-8 0,-4-6-11 16,3 3 1-16,-3-3 7 0,1-1 13 0,9-3 3 15,-3-2 12-15,6 2 1 0,4-5 13 0,10-4 2 0,-17 8 7 16,17-8 5-16,-12 4 8 0,12-4-1 0,0 0 2 16,0 0 2-16,0 0 9 0,0 0 5 0,0 0 4 15,0 0-2-15,44-25 5 0,-44 25 3 0,20-6 0 16,-3 6 5-16,-17 0 5 0,35 1 1 0,-18 3-1 16,3 1 3-16,-6 1-1 0,1 1 12 0,4 2 5 15,-1 1 5-15,-4 2 13 0,0 2 12 0,7 5 13 16,-3 4 0-16,0 3-3 0,-4-4 1 0,0 4-4 15,-1 4-8-15,0-4-2 0,-10 3-5 0,4 0 0 16,-7 2-5-16,0-3-4 0,-3-2-8 0,-4 1-2 0,-7-2-4 16,-4-3-2-16,0-1 0 0,-9-3-9 0,0-2 0 15,0 0-7-15,-22-2-23 0,1-4-33 0,-1-5-29 16,-3-1-46-16,-2-4-44 0,-2-4-46 0,-1-3-40 16,3-6-41-16,-7 4-49 0,3-8-50 0,7 2-79 15,-4-3-321-15,4-1-847 0,3 1 374 0</inkml:trace>
        </inkml:traceGroup>
      </inkml:traceGroup>
    </inkml:traceGroup>
    <inkml:traceGroup>
      <inkml:annotationXML>
        <emma:emma xmlns:emma="http://www.w3.org/2003/04/emma" version="1.0">
          <emma:interpretation id="{6A9C6183-D4A9-4137-9DBB-8C690192ACAC}" emma:medium="tactile" emma:mode="ink">
            <msink:context xmlns:msink="http://schemas.microsoft.com/ink/2010/main" type="paragraph" rotatedBoundingBox="2050,7028 8951,7336 8811,10472 1910,10164" alignmentLevel="1"/>
          </emma:interpretation>
        </emma:emma>
      </inkml:annotationXML>
      <inkml:traceGroup>
        <inkml:annotationXML>
          <emma:emma xmlns:emma="http://www.w3.org/2003/04/emma" version="1.0">
            <emma:interpretation id="{9AB44BDC-4882-46A6-8595-F57A58985802}" emma:medium="tactile" emma:mode="ink">
              <msink:context xmlns:msink="http://schemas.microsoft.com/ink/2010/main" type="line" rotatedBoundingBox="2050,7028 8951,7336 8811,10472 1910,10164"/>
            </emma:interpretation>
          </emma:emma>
        </inkml:annotationXML>
        <inkml:traceGroup>
          <inkml:annotationXML>
            <emma:emma xmlns:emma="http://www.w3.org/2003/04/emma" version="1.0">
              <emma:interpretation id="{605D3096-A9CD-41B8-B7F8-A4DDB692E9DF}" emma:medium="tactile" emma:mode="ink">
                <msink:context xmlns:msink="http://schemas.microsoft.com/ink/2010/main" type="inkWord" rotatedBoundingBox="2039,7279 7875,7540 7746,10425 1910,10164"/>
              </emma:interpretation>
              <emma:one-of disjunction-type="recognition" id="oneOf8">
                <emma:interpretation id="interp8" emma:lang="" emma:confidence="1">
                  <emma:literal/>
                </emma:interpretation>
              </emma:one-of>
            </emma:emma>
          </inkml:annotationXML>
          <inkml:trace contextRef="#ctx0" brushRef="#br0" timeOffset="37207.8435">2747 7305 64 0,'0'0'401'0,"-13"9"-36"0,13-9-17 16,0 0-17-16,0 0 12 0,0 0-4 0,0 0-16 15,25 17-19-15,-9-13-19 0,3 0-15 0,7-3-13 16,6 1-12-16,0-5-15 0,14-5-16 0,-1 8-20 16,5-3-12-16,0-2-21 0,-2 2-10 0,-3-3-21 0,4-3-13 15,-5 5-24-15,-11-2-32 0,-2 0-46 0,-5 0-43 16,-4 3-49-16,-4-2-41 0,1 0-44 0,-19 5-50 15,21-6-53-15,-21 6-69 0,13-8-371 0,-13 8-763 16,3-12 337-16</inkml:trace>
          <inkml:trace contextRef="#ctx0" brushRef="#br0" timeOffset="36421.8348">1256 7043 286 0,'-18'2'392'0,"18"-2"-6"0,0 0-14 0,-27 1 1 16,27-1-8-16,0 0-2 0,0 0-12 0,-21-7-21 0,21 7-24 16,0 0-26-16,-8-10-25 0,8 10-15 0,0 0-10 15,6-19-15-15,-6 19-11 0,10-17-10 0,-3 8-15 16,1-4-10-16,3 5-14 0,-2 0-14 0,6-2-12 16,-1 2-9-16,4 0-9 0,-4 3-14 0,1 2-8 15,2-1-13-15,-17 4-10 0,34 0-2 0,-34 0-9 16,37 4-12-16,-16 1 0 0,-7 8 4 0,1 0-13 0,-1 1-5 15,1 6-2-15,-7 6-4 0,0 1-6 0,-3 2-12 16,-5-2-10-16,-7 13-16 0,-7 1-9 0,-6-6-6 16,-4-1-9-16,-3 3-8 0,-3-3 0 0,-4-7 1 15,-3-1 4-15,3 0 0 0,-3-5 0 0,1-2 3 16,8 0-4-16,-10-8 11 0,4 4 7 0,4-6-3 16,2-2 12-16,1 0-2 0,6-2 4 0,4-2 6 15,-1 1 8-15,18-4 16 0,-23 1 7 0,23-1 9 16,0 0-1-16,0 0-1 0,0 0-6 0,-22-6-2 15,22 6-2-15,0 0 4 0,0 0-6 0,27-25 0 16,-16 18 0-16,9-5-4 0,1 5 1 0,3-1-3 0,4-1-2 16,0 0 1-16,4 2 0 0,8-3-4 0,3 4-8 15,-11 3-21-15,10-3-31 0,-11-1-29 0,12 3-38 16,-13-4-41-16,4 2-34 0,0 2-40 0,-5-2-41 16,-7 2-57-16,5-2-89 0,-9-1-309 0,9-2-796 15,-7-1 353-15</inkml:trace>
          <inkml:trace contextRef="#ctx0" brushRef="#br0" timeOffset="36968.6349">1915 7001 215 0,'10'-7'344'0,"6"2"-8"0,-16 5-24 16,34-4-11-16,-12 3-24 0,-22 1-20 0,48 7-16 15,-27-1-24-15,0 0-21 0,0 1-16 0,-4 2-10 16,-2 3-35-16,6 3 0 0,0 7-19 0,-7-2 1 16,-1 1-17-16,-4 2-6 0,-2 2-2 0,-1-6-17 15,-4 7-7-15,-2-6 0 0,-2 3-2 0,-4 2-6 0,-1 0-12 16,-5 0 6-16,-3-5 1 0,-1 2-18 0,-1-4 3 16,-4 1-8-16,0-1 2 0,0 0 1 0,-1-2-8 15,2-6-6-15,-2-1-1 0,3 1 3 0,4-5-1 16,-1 0 3-16,-3-3 1 0,19-2 3 0,-23 4-1 15,23-4-6-15,0 0-8 0,-21-12 11 0,21 12-4 16,0-23-2-16,9 6-1 0,2 5-2 0,-2-13-8 16,6 1 3-16,-2 10-3 0,9-6 3 0,-6-1-7 15,5 1-3-15,-2 0 8 0,1-4 4 0,-3 4 0 16,4 2-2-16,-5-2 4 0,3-1 3 0,-3 2 3 0,4 3 5 16,-1-2 2-16,-8 3 3 0,2 1 5 0,0-1 4 15,-4-1 4-15,4 6 7 0,0-3 2 0,-7 6 9 16,-6 7 9-16,5-13 7 0,-5 13 6 0,7-13-1 15,-7 13-1-15,0 0-2 0,9-8-10 0,-9 8-4 16,0 0-11-16,0 0-5 0,0 0-3 0,0 0-7 16,-25 34-4-16,18-15-1 0,-7 3-2 0,6 4-4 15,0 0 2-15,0 12 0 0,1-9-6 0,1-3 0 16,-1 3-6-16,6 0-1 0,-2 1-2 0,3 0-2 16,3-3-5-16,0-1-4 0,3 0-10 0,-1-9-28 0,3 2-31 15,0-2-36-15,5-3-34 0,0 0-31 0,1-5-29 16,4-1-39-16,-3-2-50 0,2-1-56 0,2-5-82 15,-19 0-336-15,41-5-819 0,-21-1 363 0</inkml:trace>
          <inkml:trace contextRef="#ctx0" brushRef="#br0" timeOffset="37492.58">3034 7052 84 0,'-17'-7'444'0,"5"1"-9"0,12 6 8 0,-20-5-7 0,20 5-19 15,-16-7-26-15,16 7-31 0,-9-8-39 0,9 8-32 16,0 0-29-16,0 0-20 0,0 0-14 0,0 0-8 16,-7 23-2-16,9-4-12 0,-4-4-14 15,2 7-9-15,0 4-6 0,-1 5-16 0,1-1-9 0,-2 1-11 0,2 9-16 16,-3 1-14-16,1 2-11 0,1-7-9 0,-4 4-18 16,5 2 3-16,-2-8-13 0,-3-3-8 0,4-1-32 15,-6-3-41-15,1 1-65 0,3-2-69 0,3-7-75 16,-5 0-65-16,-1-3-93 0,4-1-145 0,-4-6-298 15,6-9-898-15,-7 13 397 0</inkml:trace>
          <inkml:trace contextRef="#ctx0" brushRef="#br0" timeOffset="38021.1015">3749 6957 287 0,'0'0'518'0,"8"-9"-51"0,-8 9-42 15,0 0-29-15,0 0-26 0,0 0-22 0,0 0-18 0,0 0-25 16,0 0-20-16,15 28-22 0,-20-18-21 0,5-10-14 15,-8 34-13-15,3-15-15 0,-5 4-14 0,-3-1-17 16,5 7-14-16,0-7-12 0,-4 0-12 0,4 2-8 16,-5 4-11-16,3-4-9 0,-1-1-8 0,3-4-7 15,0-4-6-15,3 0-10 0,0 1-8 0,0-2-7 16,1 1-3-16,2-3-4 0,2 2-2 0,0-14 3 16,2 23-1-16,4-14-2 0,0-1-4 0,1 2-3 0,1-1-3 15,5-2-3-15,-1 2-1 0,5-6-5 16,-3 2-2-16,7-3-5 0,-21-2 3 0,38 2-5 0,-14-4 3 15,-3 0-11-15,-2-5 12 0,9-1-8 0,-1 0 0 16,-6 4-5-16,1-12 4 0,-7 7 3 0,4-3 5 16,4-1 8-16,-1-3 3 0,-8 3 18 0,7-5 3 15,-8 3 3-15,-3-1 13 0,3 0 8 0,-5-1 19 16,0 6 15-16,0-5 5 0,-4 7 4 0,1 0-4 16,-5 9-109-16,3-17-9 0,-3 17 0 0,0-13 0 15,0 13 0-15,0 0 0 0,0 0 0 0,5-11 0 0,-5 11 0 16,0 0 0-16,0 0 0 0,0 0 0 0,0 0 0 15,0 0 0-15,-35 48 0 0,30-31 0 0,-3 8 0 16,0-2 0-16,-5 6 0 0,13-2 0 0,-1 1 0 16,-6 3 0-16,9 8 0 0,3-9 0 0,-10-2 0 15,10 1 0-15,-4 0 0 0,6 2-71 0,1-6-291 16,-2-8-60-16,1 2-65 0,-1-6-94 0,-4-2-464 0,6-4-1132 16,-8-7 501-16</inkml:trace>
          <inkml:trace contextRef="#ctx0" brushRef="#br0" timeOffset="38661.6827">4344 7241 430 0,'0'0'440'16,"-14"-4"-17"-16,14 4-6 0,0 0-2 0,-10 23-3 0,10-23-8 16,-5 22-17-16,5-9-29 0,2 0-23 15,-2 6-10-15,0 0-28 0,6-2-21 0,-4 0-22 0,3 2-14 16,3-4-30-16,-2 6-13 0,2 2-16 0,0-6-10 15,2-2-15-15,0 1-15 0,2-2-13 0,0-4-5 16,5 2-12-16,-2 0-7 0,-1-1-5 0,4-3-17 16,1-6-1-16,2 3-16 0,0-2-3 0,-2-3-1 15,7-1-4-15,-7-2 0 0,-1-2-3 0,1-4-2 16,0 0-2-16,-3-1 2 0,3-2-2 0,-1-7 3 16,3 0-7-16,-7 1 13 0,4-5 7 0,-7 3 6 15,2 2 18-15,-5 2-42 0,3-5-48 0,-6 4 0 16,0 3 0-16,0 4 0 0,-2-2 0 0,-3 12 0 0,6-13 0 15,-6 13 0-15,8-12 0 0,-8 12 0 0,0 0 0 16,0 0 0-16,0 0 0 0,-8 51 0 0,4-13 0 16,-1 6 0-16,0 6 0 0,-1 2 0 0,-2 27 0 15,6-2 0-15,-3 4 0 0,3 3 0 0,4-4 0 16,-4 4 0-16,-6-2 0 0,2 1 0 0,1-2 0 16,4 0 0-16,-1 1 0 0,-3-3 0 0,-3 4 0 15,-6-9 0-15,3-2 0 0,1 3 0 0,0-1 0 0,1-17 0 16,1-2 0-16,-5-1 0 0,-2 15 0 0,1-17 0 15,6-7 0-15,-7 0 0 0,-1 0 0 0,4-1 0 16,4-14 0-16,-5 1 0 0,5-4 0 0,-5 1 0 16,3-4 0-16,-1-10 0 0,3 4 0 0,2-3 0 15,-4-3 0-15,4-3 0 0,-1 0 0 0,7-9 0 16,-18 10 0-16,18-10 0 0,-20 3 0 0,20-3 0 16,-21 0 0-16,21 0 0 0,0 0 0 0,-32-15 0 0,22 1 0 15,-3-5 0-15,5-2 0 0,-5-7 0 0,5-17 0 16,2-8 0-16,3-19 0 0,-2-14 0 0,11-5 0 15,2-39 0-15,7 1 0 0,-1 2 0 0,9-5 0 16,2 8 0-16,-5 38 0 0,2 2 0 0,2 2 0 16,3 5 0-16,10 5 0 0,5 4 0 0,-2 5-34 15,0 2-10-15,15 2 6 0,-18 18-1 0,6 1-9 16,-1 4-37-16,-5 2-66 0,-1 5-85 0,6-2-83 16,-7 9-90-16,-12 8-92 0,6-2-548 0,5 5-1134 15,-6-5 502-15</inkml:trace>
          <inkml:trace contextRef="#ctx0" brushRef="#br0" timeOffset="39427.2699">5583 7490 457 0,'-40'13'450'0,"9"-3"-41"15,10-5-30-15,4-1-18 0,7 3-8 0,10-7-9 0,-16 8-4 16,16-8-1-16,-5 12-8 0,5-12-19 0,0 0-31 16,26 26-20-16,-4-14-25 0,6 0-30 0,4-3-21 15,1 3-21-15,9-1-25 0,-2-7-43 0,-6 2-62 16,1-1-66-16,9-5-68 0,-9 1-79 0,-6 2-82 16,-4-6-108-16,-5 2-421 0,1-2-855 0,-1 1 379 15</inkml:trace>
          <inkml:trace contextRef="#ctx0" brushRef="#br0" timeOffset="39239.7634">5626 7402 258 0,'0'0'502'0,"0"0"-55"0,15-8-24 16,-15 8-18-16,9-6-4 0,-9 6-9 0,0 0-13 15,0 0-23-15,19-5-12 0,-19 5-17 0,0 0-17 16,0 0-12-16,0 0-10 0,0 0 7 0,23-1-13 15,-23 1-16-15,0 0 1 0,0 0-8 0,0 0-8 16,0 0-12-16,0 0 3 0,0 0-7 0,0 0-9 16,0 0-9-16,0 0-3 0,0 0-146 0,0 0-68 0,16-2 0 15,-16 2 0-15,0 0 0 0,0 0 0 0,0 0 0 16,0 0 0-16,0 0 0 0,0 0 0 0,0 0 0 16,0 0 0-16,0 0 0 0,0 0 0 0,0 0 0 15,0 0 0-15,0 0 0 0,0 0 0 0,0 0 0 16,0 0 0-16,0 0 0 0,0 0 0 0,0 0 0 15,0 0 0-15,0 0 0 0,0 0 0 0,8-11 0 16,-8 11 0-16,0 0 0 0,0 0 0 0,0 0 0 16,0 0 0-16,0 0 0 0,0 0 0 0,0 0 0 15,0 0 0-15,0 0 0 0,0 0 0 0,0 0 0 16,0 0 0-16,0 0 0 0,0 0 0 0,0 0 0 0,0 0 0 16,0 0 0-16,0 0 0 0,0 0 0 0,0 0 0 15,0 0 0-15,0 0 0 0,0 0 0 0,0 0 0 16,0 0 0-16,0 0 0 0,0 0 0 0,0 0 0 15,0 0 0-15,0 0 0 0,0 0 0 0,0 0 0 16,0 0 0-16,0 0 0 0,0 0 0 0,0 0 0 16,0 0 0-16,0 0 0 0,0 0 0 0,0 0 0 15,0 0 0-15,0 0 0 0,0 0 0 0,0 0 0 16,0 0 0-16,0 0 0 0,0 0 0 0,0 0 0 16,24 18 0-16,-24-18 0 0,32 0 0 0,-3 0 0 0,-2-4 0 15,7 3 0-15,-4-1 0 0,6-3 0 0,-3-1 0 16,3 3 0-16,-4-6 0 0,-3 5 0 0,0 1 0 15,0-1 0-15,-9-2 0 0,8 1 0 0,-8-2 0 16,-3 6 0-16,-3-3 0 0,-14 4 0 0,19-7 0 16,-19 7-426-16,0 0-154 0,10-4-94 0,-10 4-412 15,0 0-1175-15,0 0 520 0</inkml:trace>
          <inkml:trace contextRef="#ctx0" brushRef="#br0" timeOffset="39785.2363">6675 6829 7016 0,'15'-10'389'0,"-15"10"-201"15,0-13-95-15,0 13-28 0,0 0 3 0,0 0 7 16,3-12 26-16,-3 12-6 0,0 0 0 0,0 0-89 15,0 0-6-15,8 49 0 0,2-22 0 0,-10 10 0 16,5 8 0-16,-1-3 0 0,1 6 0 0,-2 1 0 0,4 7 0 16,-1-4 0-16,-4-1 0 0,3 1 0 0,-4-1 0 15,1-3 0-15,1-2 0 0,0-1 0 0,-4-7 0 16,1 6 0-16,-7-9 0 0,1-6 0 0,4-2-223 16,-3-4-236-16,-1-6-79 0,4-1-114 0,2-4-402 15,0-12-1140-15,2 13 504 0</inkml:trace>
        </inkml:traceGroup>
        <inkml:traceGroup>
          <inkml:annotationXML>
            <emma:emma xmlns:emma="http://www.w3.org/2003/04/emma" version="1.0">
              <emma:interpretation id="{809A22A9-887B-4BA3-8C93-BB9BB6874DE4}" emma:medium="tactile" emma:mode="ink">
                <msink:context xmlns:msink="http://schemas.microsoft.com/ink/2010/main" type="inkWord" rotatedBoundingBox="8526,7317 8951,7336 8899,8491 8474,8472"/>
              </emma:interpretation>
              <emma:one-of disjunction-type="recognition" id="oneOf9">
                <emma:interpretation id="interp9" emma:lang="" emma:confidence="1">
                  <emma:literal/>
                </emma:interpretation>
              </emma:one-of>
            </emma:emma>
          </inkml:annotationXML>
          <inkml:trace contextRef="#ctx0" brushRef="#br0" timeOffset="40253.9312">7864 6640 6952 0,'0'0'31'16,"-1"-20"-3"-16,1 20 37 0,0-13 1 0,0 13 4 0,-2-13 41 16,2 13 15-16,0 0-33 0,0 0-5 15,0 0-4-15,0 0-11 0,0 0 12 0,-46 26 16 0,31-2 12 16,-11 6-8-16,-1 9-105 0,0-1 0 0,-2 5 0 16,-10 21 0-16,7-15 0 0,-6 18 0 0,11-18 0 15,-10 16 0-15,11-17 0 0,5 3 0 0,4-1 0 16,-1 2 0-16,8-1 0 0,-3-4 0 0,7-1 0 0,0 1 0 15,4-7 0-15,4 1 0 0,2-10 0 16,4-3 0-16,-3-5 0 0,8 0 0 0,-3-5 0 0,-2-4 0 16,6 0 0-16,-1-8 0 0,3 3 0 0,2-3 0 15,1-2 0-15,2-4 0 0,6-1 0 0,-6-6 0 16,6-1 0-16,-3 1 0 0,-4-4 0 0,-3 0 0 16,2-5 0-16,-3 1 0 0,-3 1 0 0,8-2 0 15,-10-3 0-15,-1 5 0 0,-2-4 0 0,-3 2 0 16,-2-2 0-16,-3 1 0 0,0 3 0 0,-2-1 0 0,-4 2 0 15,-4-3 0-15,-2 6 0 0,-1 0 0 0,-3-1 0 16,0 3 0-16,-4-3 0 0,0 6 0 16,-5-3 0-16,1 7 0 0,-4 1 0 0,7 0 0 0,21 0-299 15,-44 1-195-15,19 1-130 0,-3 4-505 0,1-2-1224 16,6 1 542-16</inkml:trace>
        </inkml:traceGroup>
      </inkml:traceGroup>
    </inkml:traceGroup>
    <inkml:traceGroup>
      <inkml:annotationXML>
        <emma:emma xmlns:emma="http://www.w3.org/2003/04/emma" version="1.0">
          <emma:interpretation id="{E667826F-3B90-48C1-9432-CA67FE4AFCF7}" emma:medium="tactile" emma:mode="ink">
            <msink:context xmlns:msink="http://schemas.microsoft.com/ink/2010/main" type="paragraph" rotatedBoundingBox="738,9754 9223,9644 9237,10681 752,10791" alignmentLevel="1"/>
          </emma:interpretation>
        </emma:emma>
      </inkml:annotationXML>
      <inkml:traceGroup>
        <inkml:annotationXML>
          <emma:emma xmlns:emma="http://www.w3.org/2003/04/emma" version="1.0">
            <emma:interpretation id="{3D987144-2EDB-4789-BD15-463D372545C4}" emma:medium="tactile" emma:mode="ink">
              <msink:context xmlns:msink="http://schemas.microsoft.com/ink/2010/main" type="line" rotatedBoundingBox="738,9754 9223,9644 9237,10681 752,10791"/>
            </emma:interpretation>
          </emma:emma>
        </inkml:annotationXML>
        <inkml:traceGroup>
          <inkml:annotationXML>
            <emma:emma xmlns:emma="http://www.w3.org/2003/04/emma" version="1.0">
              <emma:interpretation id="{B14933AB-3CB7-4E48-A7A6-1FE9F9C9F3AF}" emma:medium="tactile" emma:mode="ink">
                <msink:context xmlns:msink="http://schemas.microsoft.com/ink/2010/main" type="inkWord" rotatedBoundingBox="741,9922 2265,9902 2277,10772 752,10791"/>
              </emma:interpretation>
            </emma:emma>
          </inkml:annotationXML>
          <inkml:trace contextRef="#ctx0" brushRef="#br0" timeOffset="51461.6273">-236 9688 144 0,'-29'5'257'0,"13"-3"-14"0,-3 3-6 15,19-5-11-15,-23 7-7 0,23-7-10 0,-14 5-4 16,14-5 9-16,0 0-3 0,0 0 3 0,0 0-16 16,0 0-3-16,49 7-19 0,-24-5-2 0,8-2-15 15,12-2-3-15,10 2-10 0,-1 0-13 0,1-4-11 16,1 4-15-16,5-1-12 0,-2-2-7 0,-1 0-12 0,6 3-2 0,-3-1-16 16,0 1-3-16,-3 0 1 0,3 0-12 0,-5-3-4 15,-3 6-17-15,-5-8-22 0,-3-1-20 0,-10 3-28 16,-3-1-22-16,-12 3-33 0,1-2-35 0,-7-1-38 15,-14 4-36-15,27-8-54 0,-19 4-324 0,-8 4-637 16,13-16 282-16</inkml:trace>
          <inkml:trace contextRef="#ctx0" brushRef="#br0" timeOffset="51237.499">-95 9462 264 0,'-16'5'317'0,"16"-5"-9"0,-32 7-7 15,22-4-9-15,10-3-9 0,-21 5-22 0,21-5-21 0,0 0-24 16,-20 5-16-16,20-5-20 0,0 0-15 0,0 0-7 16,0 0 0-16,0 0-9 0,0 0 4 0,0 0-3 15,0 0-6-15,33 16-6 0,-7-11-5 0,20-1-12 16,-4-8-9-16,8 8-6 0,-5-4-15 0,8 0-6 16,0 0-11-16,-2-4-5 0,4 4-10 0,-2-3-3 15,-2 3-8-15,-3-2-11 0,0 2 6 0,-8-2-7 16,-6 2-3-16,0 4-10 0,-7-6-6 0,-8 2-23 15,-19 0-22-15,35 2-31 0,-22-1-23 0,-13-1-16 16,16 2-20-16,-16-2-35 0,0 0-49 0,0 0-46 16,0 0-62-16,0 0-75 0,-40 19-204 0,15-14-638 15,-11-1 283-15</inkml:trace>
          <inkml:trace contextRef="#ctx0" brushRef="#br0" timeOffset="51820.9862">425 9182 209 0,'0'0'336'0,"-19"-7"-28"0,19 7-32 16,-16-4-14-16,16 4-15 0,0 0-13 0,0 0-14 16,-21 18-17-16,21-18 10 0,1 19-18 0,-1-19-18 15,13 23-7-15,0-8-5 0,3 2-11 0,6-1-12 16,6 3-22-16,1-6-4 0,11 4-7 0,6-1-14 16,-4-2-9-16,8-2-6 0,-2-1-5 0,-2 0-10 0,4-2-4 15,0-2-7-15,-7 0-3 0,4-4-8 0,-15 2-7 16,1 1-4-16,-2-2-7 0,1 0 4 0,-6 1-2 15,-9-3-3-15,-1 3 0 0,-1-2-5 0,-15-3-9 16,16 9 8-16,-16-9-12 0,13 9 9 0,-12 3-1 16,-1 4 0-16,-1-1-5 0,-7-1-5 0,1 5 7 15,-6 2-3-15,-3 1-3 0,-4 14 5 0,-3-6-4 16,-4 3-1-16,-1 1 3 0,3-3-11 0,-7 2 17 16,1-3-12-16,-4-4-23 0,4 5-23 0,-4-5-32 15,-2 0-40-15,2 3-46 0,0-5-67 0,9-6-87 16,2-1-330-16,-2 0-699 0,12-10 308 0</inkml:trace>
        </inkml:traceGroup>
        <inkml:traceGroup>
          <inkml:annotationXML>
            <emma:emma xmlns:emma="http://www.w3.org/2003/04/emma" version="1.0">
              <emma:interpretation id="{F0E22268-EF39-49A5-88FB-B57E48A40BC3}" emma:medium="tactile" emma:mode="ink">
                <msink:context xmlns:msink="http://schemas.microsoft.com/ink/2010/main" type="inkWord" rotatedBoundingBox="3655,9716 9223,9644 9237,10661 3668,10734"/>
              </emma:interpretation>
              <emma:one-of disjunction-type="recognition" id="oneOf10">
                <emma:interpretation id="interp10" emma:lang="" emma:confidence="1">
                  <emma:literal/>
                </emma:interpretation>
              </emma:one-of>
            </emma:emma>
          </inkml:annotationXML>
          <inkml:trace contextRef="#ctx0" brushRef="#br0" timeOffset="53439.7277">4667 9249 92 0,'-7'-12'402'0,"3"3"-11"0,4 9 8 0,-12-17 0 16,9 9 8-16,3 8-16 0,-10-13-20 0,10 13-30 16,0 0-31-16,-16-1-30 0,16 1-29 0,0 0-22 15,-28 22-23-15,15-8-10 0,-2 5-18 0,-6 9-23 16,-3 2-12-16,2 9-16 0,-4-2-12 0,-3 3-15 16,0 3-8-16,1-1-8 0,-6 3-17 0,3 2-14 15,-7 13-35-15,7-15-55 0,1 1-53 0,9-9-63 16,-6 3-67-16,4-4-86 0,1-3-127 0,1-11-327 15,11-4-823-15,-2-3 364 0</inkml:trace>
          <inkml:trace contextRef="#ctx0" brushRef="#br0" timeOffset="53234.1145">4142 9234 446 0,'0'0'539'0,"0"0"-30"0,0 0-6 0,26-14 0 0,-26 14-13 16,33-2-29-16,-33 2-32 0,45 7-32 0,-17-1-20 15,4 4-33-15,0 0-35 0,0 2-30 0,6 2-22 16,3 5-21-16,-3 0-32 0,-3 3-22 0,1 0-16 16,-7 4-19-16,-5-3-18 0,6 6-12 0,-1 4-5 15,-8-2-13-15,-4-6-16 0,-2 2-15 0,-1 0-25 16,1 1-33-16,-4 0-36 0,-1 2-41 0,-4-3-46 15,-1-8-50-15,-4-1-45 0,1-1-40 0,-2-5-40 0,0 4-47 16,-3-5-62-16,3-11-92 0,0 0-363 0,-18 6-921 16,18-6 409-16</inkml:trace>
          <inkml:trace contextRef="#ctx0" brushRef="#br0" timeOffset="52921.6343">2579 9632 216 0,'0'0'330'0,"68"-24"-25"0,-34 16-19 0,9-3-18 0,2 3-4 16,3 3-11-16,2-7-19 0,1 3-15 0,5 4-4 16,-1 0-18-16,-1-5-18 0,6 6-12 0,-1-1-12 15,4-1-11-15,-4-1-13 0,2 0-17 0,-3 4-14 16,-5 0-14-16,-2 1-8 0,2 2-49 0,-13 0-44 16,-6-2-61-16,-1 4-70 0,-4-2-88 0,-13 5-350 15,-16-5-632-15,36-2 280 0</inkml:trace>
          <inkml:trace contextRef="#ctx0" brushRef="#br0" timeOffset="52689.5752">3345 9036 242 0,'0'0'382'0,"0"0"-29"0,0 0-13 0,0 0-3 15,0 0 8-15,0 0-3 0,-36 25-13 0,28-12-10 16,2 6-17-16,-2 1-6 0,-5 6-19 0,-1 1-11 15,1 3-15-15,-2 8-23 0,-5-2-12 0,2-1-13 16,-1 4-13-16,-4 2-18 0,2 3-17 0,1-3-13 16,-5 1-9-16,5-1-13 0,-1-3-9 0,0 7-19 15,0-8-4-15,3 1-7 0,1-2-6 0,2-8-9 16,1-1-9-16,4-1-6 0,-1-4-5 0,3-7-6 16,2-2 0-16,-2-3-8 0,6 1-6 0,2-11 3 0,-8 14-6 15,8-14-1-15,0 0 2 0,-5 8 5 16,5-8 0-16,0 0-4 0,0 0 1 0,0 0-6 0,23-52 0 15,-9 25-1-15,0-13 2 0,7 0-3 0,0-3-1 16,0-7-3-16,0 8-3 0,1-5 1 16,1 2 2-16,4-1-3 0,-4 0-1 0,-3 4-6 0,6-3 0 15,-8 0 1-15,3 6 2 0,-1-2 1 0,0 0 1 16,1 9 0-16,-10 3 4 0,2 0-11 0,1 3 6 16,-1 4-1-16,0 2 1 0,-2 5 5 0,-3 0-7 15,-2 5 4-15,2 3-6 0,-8 7 0 0,13-14 0 0,-13 14-1 16,11-7 0-16,-11 7-4 0,0 0 2 15,25 21-1-15,-14-8 3 0,5 9-1 0,-7 5 1 16,9 7 6-16,-3 6-1 0,1-2-3 0,-4 4 4 0,3-2-2 16,-6-2 3-16,6 6 0 0,-2-2 3 0,1-3-2 15,-1 1-3-15,-3 3 3 0,2-6-10 0,-4-8 5 16,7 7 2-16,-9-4-8 0,4-5 7 0,4-1-9 16,-1 0-3-16,-5-7-7 0,5 3-13 0,-8-7-29 15,-2 1-34-15,4-5-42 0,-6-1-42 0,-1-10-40 16,0 16-53-16,0-16-55 0,-9 11-69 0,9-11-70 15,-28 3-419-15,28-3-952 0,-43-11 422 0</inkml:trace>
          <inkml:trace contextRef="#ctx0" brushRef="#br0" timeOffset="54064.6793">5429 9810 422 0,'-13'6'435'0,"13"-6"-41"0,-16 7-17 15,16-7-1-15,0 0-4 0,-5 10-12 0,5-10-25 0,0 0-30 16,0 0-18-16,42 9-23 0,-21-8-20 15,6-1-20-15,0 4-25 0,4-8-18 0,-2 3-17 16,14-1-16-16,0-2-18 0,-1-2-11 0,1 0-10 0,4-4-13 16,-1 3-9-16,2 0-14 0,-3-7-13 0,5 7-30 15,-3-6-32-15,-2 6-41 0,-2 1-42 0,2-7-61 16,-3 0-73-16,-15 7-94 0,3-4-128 0,-2 1-316 16,-8 2-821-16,6-3 363 0</inkml:trace>
          <inkml:trace contextRef="#ctx0" brushRef="#br0" timeOffset="53815.7047">5620 9548 35 0,'0'0'414'0,"0"0"-27"0,-19 5-13 15,19-5-9-15,0 0-24 0,0 0-19 0,0 0-26 0,0 0-22 16,0 0-22-16,0 0-21 0,0 0-21 0,65-3-23 16,-36 6-22-16,5-3-16 0,0-5-13 0,10 5-17 15,3 2-12-15,0-6-15 0,-4 3-15 0,7 2-26 16,-9-2-20-16,-5-3-43 0,-6 2-38 0,2-1-29 16,-3 3-31-16,-8 3-39 0,-21-3-32 0,29-4-40 15,-29 4-38-15,21-3-66 0,-21 3-214 0,0 0-583 16,0 0 259-16</inkml:trace>
          <inkml:trace contextRef="#ctx0" brushRef="#br0" timeOffset="55058.3566">7214 8992 340 0,'0'0'408'15,"7"-9"-27"-15,-7 9-20 0,0 0-20 0,0 0-16 16,0 0-4-16,0 0 0 0,0 0-14 0,0 0-12 0,-8 54-3 16,1-27-14-16,4 1-14 0,-6 1-7 0,5 9-21 15,-7 4-16-15,10-5-23 0,-9 4-17 0,4 4-15 16,-1 0-17-16,2 1-11 0,2-6-11 0,-2 1-15 15,2-1-13-15,-3 7-8 0,1-5-10 0,3-4-8 16,-3-6-6-16,2-1-11 0,-2-5-1 0,2-3-9 16,-2-8 3-16,4 2-7 0,-4-1-7 0,3-6-5 15,2-10 2-15,0 17-3 0,0-17 1 0,-1 11-8 0,1-11 3 16,0 0-2-16,0 0-6 0,0 0 4 0,3-57-4 16,-3 28 0-16,5-13-2 0,-4-9-4 0,7-2-2 15,0 0 0-15,0-3-2 0,5 3-3 0,7 1 0 16,-4 0 1-16,0 4-2 0,3 5 2 0,0-1-3 15,2 5-4-15,3 2 4 0,3 3-2 0,1 1 2 16,-6 10-6-16,2 3 5 0,10-6-4 0,-12 5 1 16,6 8 1-16,-1-1-1 0,2 5 1 0,-5 0 0 15,9 4-10-15,-15 5-7 0,3 0-1 0,6 4-4 16,-12 3-6-16,1 3-7 0,-3 6-2 0,1 4-1 0,-3 4-2 16,-8 2-3-16,1 3 1 0,-8 1 1 15,-4-2 4-15,-6 10 4 0,0-11 5 0,-7 10-7 0,6-10 15 16,-1 0 2-16,-3-5 0 0,5 2 3 0,-3-2-1 15,5-7-1-15,-3-1 5 0,1 1 3 0,4-7-2 16,4 0 4-16,-1 2-8 0,7-10 2 0,-11 8-5 16,11-8 10-16,0 0-1 0,0 0 0 0,0 0 0 15,0 0 5-15,0 0-2 0,61-19 4 0,-37 8-1 16,2 4 1-16,-2-1-2 0,3 1 2 0,7 3 1 16,-9 0 3-16,9 1-3 0,-5 3 2 0,5 4 5 0,9 2 7 15,-4 2 7-15,-6-1 4 0,-2 5 3 0,10 2-2 16,-13 0 5-16,-4 5 0 0,1 0-2 0,-5 3 1 15,-3 2-3-15,-4-3 3 0,0 5-5 0,-10 2 2 16,-3-3 5-16,0 1-3 0,-14-2 5 0,-1 3 0 16,-5-3-4-16,-3 1-6 0,-12 3-1 0,-9-5-7 15,0 1 10-15,-5-4-10 0,-2-2 0 0,-4 1 1 16,3-4-5-16,-8-3-4 0,6-3-20 0,-3-5-37 0,1-1-47 16,2-3-64-16,2-7-63 0,3 7-86 15,-1-9-101-15,3-8-496 0,7 3-985 0,11-2 436 0</inkml:trace>
        </inkml:traceGroup>
      </inkml:traceGroup>
    </inkml:traceGroup>
    <inkml:traceGroup>
      <inkml:annotationXML>
        <emma:emma xmlns:emma="http://www.w3.org/2003/04/emma" version="1.0">
          <emma:interpretation id="{B94FDF8D-CA37-439A-A4DD-6A8B0B2ED0E9}" emma:medium="tactile" emma:mode="ink">
            <msink:context xmlns:msink="http://schemas.microsoft.com/ink/2010/main" type="paragraph" rotatedBoundingBox="1161,11578 8579,11854 8526,13282 1108,13006" alignmentLevel="1"/>
          </emma:interpretation>
        </emma:emma>
      </inkml:annotationXML>
      <inkml:traceGroup>
        <inkml:annotationXML>
          <emma:emma xmlns:emma="http://www.w3.org/2003/04/emma" version="1.0">
            <emma:interpretation id="{64128D72-F505-4BB7-8B15-36E6615AE916}" emma:medium="tactile" emma:mode="ink">
              <msink:context xmlns:msink="http://schemas.microsoft.com/ink/2010/main" type="inkBullet" rotatedBoundingBox="1161,11578 2352,11623 2305,12881 1114,12837"/>
            </emma:interpretation>
            <emma:one-of disjunction-type="recognition" id="oneOf11">
              <emma:interpretation id="interp11" emma:lang="" emma:confidence="1">
                <emma:literal/>
              </emma:interpretation>
            </emma:one-of>
          </emma:emma>
        </inkml:annotationXML>
        <inkml:trace contextRef="#ctx0" brushRef="#br0" timeOffset="62511.3757">242 10870 47 0,'-24'-4'370'0,"24"4"-12"0,-23-5-4 0,23 5 3 0,-24 0-17 16,24 0-5-16,-25 2 4 0,25-2-23 0,-28-2-15 16,28 2-6-16,0 0-19 0,-28 2-21 0,28-2-20 15,0 0-21-15,-15 5-15 0,15-5-21 0,0 0-13 16,0 0-9-16,0 0 2 0,0 0 7 0,0 0-15 15,0 0-14-15,59 15-9 0,-15-11-13 0,4-4-10 0,3-5-13 16,5-1-11-16,7 1-4 0,22 7-12 0,-6-4-38 16,-22 2-49-16,1 0-54 0,0 0-77 15,1-1-73-15,-3 1-87 0,1 1-112 0,-8 1-434 0,3 0-932 16,-11-4 412-16</inkml:trace>
        <inkml:trace contextRef="#ctx0" brushRef="#br0" timeOffset="67622.2111">1219 11407 324 0,'0'0'443'0,"-3"-21"-10"0,0 13 5 15,3 8 18-15,-4-19 1 0,0 10-4 0,4 9-5 16,-7-14-16-16,7 14-26 0,0 0-37 0,-6-12-31 16,6 12-18-16,0 0-24 0,0 0-27 0,0 0-14 15,0 0-3-15,0 0-4 0,-8 43-7 0,8-17-23 16,1 1-10-16,-2 3-11 0,1 11-9 0,4 0-11 16,-4 0-17-16,2 0-13 0,6-3-129 0,-3 3-18 15,-3-4 0-15,4-5 0 0,-4-3 0 0,2 12 0 16,-2-10 0-16,0-2 0 0,2 2 0 0,-4-1 0 15,0-3 0-15,0-2 0 0,0 1 0 0,-4-6 0 0,2-4 0 16,-1 3-327-16,4-4-79 0,-5 1-81 16,2-6-90-16,2-10-489 0,-5 12-1154 0,5-12 510 15</inkml:trace>
      </inkml:traceGroup>
      <inkml:traceGroup>
        <inkml:annotationXML>
          <emma:emma xmlns:emma="http://www.w3.org/2003/04/emma" version="1.0">
            <emma:interpretation id="{CB0E6987-22DB-4310-AECA-0E72675879C2}" emma:medium="tactile" emma:mode="ink">
              <msink:context xmlns:msink="http://schemas.microsoft.com/ink/2010/main" type="line" rotatedBoundingBox="4246,11850 8573,12011 8526,13282 4199,13121"/>
            </emma:interpretation>
          </emma:emma>
        </inkml:annotationXML>
        <inkml:traceGroup>
          <inkml:annotationXML>
            <emma:emma xmlns:emma="http://www.w3.org/2003/04/emma" version="1.0">
              <emma:interpretation id="{32D8F87B-A850-4316-8090-C599A2C7ABB3}" emma:medium="tactile" emma:mode="ink">
                <msink:context xmlns:msink="http://schemas.microsoft.com/ink/2010/main" type="inkWord" rotatedBoundingBox="4237,12100 5141,12134 5104,13155 4199,13121"/>
              </emma:interpretation>
            </emma:emma>
          </inkml:annotationXML>
          <inkml:trace contextRef="#ctx0" brushRef="#br0" timeOffset="68465.9327">3537 11509 75 0,'0'0'358'15,"-6"-14"-13"-15,6 14-13 0,1-18-21 0,-1 18-11 16,4-17-26-16,-3 6-23 0,-1 11-19 0,15-18-21 15,-9 10-25-15,2-2-14 0,5 0-14 0,-5 4-17 16,-8 6-10-16,21-12-18 0,-8 11-12 0,-13 1-6 16,24-6-14-16,-24 6-7 0,22 0-6 0,-22 0-8 15,21 6-7-15,-21-6-5 0,23 10-1 0,-15-1-4 16,3-2-4-16,-3 6-2 0,0 2-3 0,3-1-3 16,-4 2-11-16,-4 0 14 0,3 2-10 0,1-4-9 15,-6 5 1-15,-1 0 4 0,0 0-6 0,0-2 2 0,0 4-5 16,-8 1 5-16,2-5-4 0,-1 2 4 0,-1 0-6 15,0-3 4-15,-5 4-4 0,4-6-2 16,-4 2-2-16,0-2 3 0,5-1 1 0,-5 0-2 0,5-5 4 16,-1 3-10-16,1-4-3 0,8-7 0 0,-20 13 1 15,14-7-6-15,6-6 4 0,0 0-1 0,-15 8 3 16,15-8 5-16,0 0-4 0,0 0 1 0,0 0-1 16,0 0-2-16,0 0 8 0,0 0-2 0,0 0-1 15,0 0 1-15,44-24 8 0,-44 24 2 0,27-9 12 16,-12 4 7-16,1 2 2 0,3-1 11 0,-3 1 2 15,-16 3 5-15,40 0 10 0,-22 0 22 0,1 3 13 16,2 3 8-16,0 2 2 0,1 3 8 0,1 6-12 0,-3 0-1 16,3 3-8-16,-4 0-6 0,-3 7-5 0,-1 1-7 15,-3-2-8-15,-4 4-4 0,0 6-8 16,-8-4-4-16,-1 6-9 0,-7-7-1 0,-3-3-6 0,-12 7-2 16,-1-2-7-16,-2-1-11 0,-11-9-28 0,1 1-20 15,-6-1-39-15,-8-5-37 0,0-6-46 16,-3-3-38-16,-6-4-32 0,-2 0-38 0,-17-11-35 0,15 0-31 15,-14-8-47-15,19 2-70 0,0-3-244 0,9-2-743 16,-1 0 330-16</inkml:trace>
        </inkml:traceGroup>
        <inkml:traceGroup>
          <inkml:annotationXML>
            <emma:emma xmlns:emma="http://www.w3.org/2003/04/emma" version="1.0">
              <emma:interpretation id="{0187C252-1766-4B28-901A-4D6156331206}" emma:medium="tactile" emma:mode="ink">
                <msink:context xmlns:msink="http://schemas.microsoft.com/ink/2010/main" type="inkWord" rotatedBoundingBox="6982,11709 8691,12105 8494,12955 6785,12559"/>
              </emma:interpretation>
              <emma:one-of disjunction-type="recognition" id="oneOf12">
                <emma:interpretation id="interp12" emma:lang="" emma:confidence="1">
                  <emma:literal/>
                </emma:interpretation>
              </emma:one-of>
            </emma:emma>
          </inkml:annotationXML>
          <inkml:trace contextRef="#ctx0" brushRef="#br0" timeOffset="75914.5042">6550 11551 241 0,'0'0'322'0,"0"0"-9"0,7-20-14 16,-7 20-16-16,13-16-20 0,-5 8-13 0,1 2-3 16,9-1-18-16,-2 0-8 0,5-1-15 0,-2 1 11 15,2 3-18-15,-2 4-10 0,2-3-19 0,-21 3-15 16,42 3-3-16,-21 0-18 0,-5 1-19 0,1 0-4 0,-1 6-16 16,-3 1-8-16,-2 2-1 0,2 1-7 0,-6 4-12 15,-1 6-1-15,-1 0-3 0,-5 2-12 0,0 2-3 16,-5 3-2-16,-1-4-12 0,-4 2 7 0,-4 7-11 15,-1-8-6-15,-3-2-1 0,4 0 7 0,-2 2-22 16,-3-4 9-16,-2-1-5 0,-2-4 6 0,3 0-4 16,-1-1 6-16,5-8-8 0,1 0-10 0,1-3 4 15,-1 1-2-15,7-2 10 0,8-6-11 0,-19 4 0 16,19-4 6-16,0 0-7 0,0 0-8 0,-21-18 6 16,21 18-6-16,7-31 4 0,-3 13 2 0,4-8-4 15,5 0 2-15,3-1 5 0,7-7-3 0,2-1-2 0,-1 0 8 16,5-3 17-16,3 5 23 0,-1-5 20 0,3 4 22 15,-2-6 27-15,3 7 19 0,-4-3 9 0,4 1-6 16,-3-2 4-16,-2 7-9 0,-9 8-10 0,2-3-14 16,-2 3-6-16,-5 1-5 0,-4 6-5 0,-5 0-9 15,1 0 0-15,-2 8-3 0,1-1-6 0,-7 8-13 16,6-15-6-16,-6 15-7 0,0 0-5 0,0 0-2 16,0 0-1-16,0 0-10 0,0 0 0 0,-48 38-7 15,30-12-4-15,-1 0 4 0,-3 11-9 0,-1-1 3 0,6 0-6 16,2 8 2-16,2-5-1 0,5 1-5 15,5 0 0-15,0 0 0 0,3-11-2 0,6 1-7 0,7 8 9 16,0-11-3-16,3-1 1 0,5-4 1 0,1 0 2 16,6-2 2-16,2 6-13 0,2-8 2 15,-3-5-3-15,1-1-22 0,12-2-36 0,-11-3-45 0,1 4-46 16,-2-8-67-16,1 1-61 0,1 1-59 0,-13-5-67 16,-1 2-77-16,-18-2-457 0,29 5-1017 0,-29-5 451 15</inkml:trace>
          <inkml:trace contextRef="#ctx0" brushRef="#br0" timeOffset="75164.5831">5758 11593 119 0,'0'0'367'16,"0"0"-28"-16,-2-14-18 0,2 14-10 0,0 0-24 0,8-19-27 15,0 10-14-15,3-3-19 0,4 4-18 0,1-4-15 16,6-2-11-16,1-2-20 0,6 1-3 0,11-6-22 16,-2 2-4-16,7 3-12 0,-5-2-12 0,7 3-11 15,-2-1-14-15,1 5-10 0,-1-3-17 0,-1 2-31 16,-1 4-49-16,0-2-49 0,-8 6-59 0,-6 4-72 16,5-5-92-16,-11 6-293 0,-4-1-633 0,-19 0 280 15</inkml:trace>
        </inkml:traceGroup>
      </inkml:traceGroup>
    </inkml:traceGroup>
    <inkml:traceGroup>
      <inkml:annotationXML>
        <emma:emma xmlns:emma="http://www.w3.org/2003/04/emma" version="1.0">
          <emma:interpretation id="{21D10801-19E2-401D-ACF0-7B1B340E2F7C}" emma:medium="tactile" emma:mode="ink">
            <msink:context xmlns:msink="http://schemas.microsoft.com/ink/2010/main" type="paragraph" rotatedBoundingBox="1923,13338 8685,13763 8565,15674 1803,15249" alignmentLevel="1"/>
          </emma:interpretation>
        </emma:emma>
      </inkml:annotationXML>
      <inkml:traceGroup>
        <inkml:annotationXML>
          <emma:emma xmlns:emma="http://www.w3.org/2003/04/emma" version="1.0">
            <emma:interpretation id="{68137C64-B427-4E69-8725-7FDA9F2743CD}" emma:medium="tactile" emma:mode="ink">
              <msink:context xmlns:msink="http://schemas.microsoft.com/ink/2010/main" type="line" rotatedBoundingBox="1923,13338 8685,13763 8565,15674 1803,15249"/>
            </emma:interpretation>
          </emma:emma>
        </inkml:annotationXML>
        <inkml:traceGroup>
          <inkml:annotationXML>
            <emma:emma xmlns:emma="http://www.w3.org/2003/04/emma" version="1.0">
              <emma:interpretation id="{878D6A89-7E9E-419C-AAE2-3359CD4BC0CC}" emma:medium="tactile" emma:mode="ink">
                <msink:context xmlns:msink="http://schemas.microsoft.com/ink/2010/main" type="inkWord" rotatedBoundingBox="1896,13773 2878,13834 2826,14652 1845,14591"/>
              </emma:interpretation>
              <emma:one-of disjunction-type="recognition" id="oneOf13">
                <emma:interpretation id="interp13" emma:lang="" emma:confidence="1">
                  <emma:literal/>
                </emma:interpretation>
              </emma:one-of>
            </emma:emma>
          </inkml:annotationXML>
          <inkml:trace contextRef="#ctx0" brushRef="#br0" timeOffset="70321.1745">1126 13209 166 0,'0'0'374'0,"-34"0"-19"0,34 0-9 16,0 0-3-16,-22-9-13 0,22 9-11 0,-15-5-5 15,15 5-23-15,-9-9-19 0,9 9-21 0,-8-10-8 0,8 10-20 16,-5-12-15-16,5 12-17 0,0 0-9 0,5-21-12 16,-5 21-10-16,8-18-9 0,-7 8-3 0,7 2-9 15,5-1-6-15,-3-1-10 0,1 4-9 0,3-1-12 16,3 0-9-16,-3 1-3 0,4 4-11 0,-18 2-9 15,36-5-5-15,-18 6-8 0,3 3-6 0,0-2-7 16,0 7-2-16,-2-1-5 0,-3 1 2 0,5 9-6 16,-8-4-7-16,-2 7 0 0,2 5-2 0,-7-2-2 15,2 2-1-15,-8 2-8 0,-3 12-3 0,-8-1-14 16,1-10-8-16,-11 9-9 0,-1 0-7 0,-2 2-14 16,-7-2-4-16,-2 3 0 0,-4-4 0 0,0 0 1 15,-5-3 5-15,0-5 3 0,5-1 2 0,-1-1 6 16,-1-2 0-16,3-5 4 0,7-4 4 0,1-2-2 15,4-5 7-15,3 1 1 0,2-3 11 0,3-4 10 0,16-3 12 16,-16 5-1-16,16-5 8 0,0 0 7 0,0 0 10 16,0 0 4-16,0 0-4 0,0 0-1 0,47-42-4 15,-20 26-4-15,10-5 0 0,6 2-2 0,2 3-5 16,2-2-7-16,7 6-1 0,-3-4-2 0,-6 3-2 16,15 1-5-16,-9 1-18 0,0 2-26 0,-1 0-34 15,-2 5-36-15,-3-4-50 0,0 7-31 0,3-2-41 16,-4 6-45-16,-12-2-69 0,0-1-87 0,0 0-340 15,0 0-831-15,2 0 368 0</inkml:trace>
        </inkml:traceGroup>
        <inkml:traceGroup>
          <inkml:annotationXML>
            <emma:emma xmlns:emma="http://www.w3.org/2003/04/emma" version="1.0">
              <emma:interpretation id="{4669B215-CEF1-4103-B88E-211D35D4C05E}" emma:medium="tactile" emma:mode="ink">
                <msink:context xmlns:msink="http://schemas.microsoft.com/ink/2010/main" type="inkWord" rotatedBoundingBox="4356,13829 5100,13876 5008,15349 4263,15302"/>
              </emma:interpretation>
              <emma:one-of disjunction-type="recognition" id="oneOf14">
                <emma:interpretation id="interp14" emma:lang="" emma:confidence="1">
                  <emma:literal/>
                </emma:interpretation>
              </emma:one-of>
            </emma:emma>
          </inkml:annotationXML>
          <inkml:trace contextRef="#ctx0" brushRef="#br0" timeOffset="70961.7279">3483 13126 424 0,'5'-13'567'0,"-5"13"-58"16,0 0-50-16,1-12-32 0,-1 12-26 0,0 0-32 15,0 0-32-15,0 0-32 0,0 0-26 0,0 0-31 16,0 0-21-16,0 0-22 0,-26 44-21 0,14-22-18 16,-3 1-17-16,-4 1-11 0,3 3-11 0,-10 10-18 0,5-1-10 15,5 2-5-15,-5 0-11 0,5 0-8 16,0-1-8-16,4-7-8 0,0-2-7 0,3 1-7 16,2-3-1-16,1-1-9 0,6 2-1 0,5-8-5 0,-4 0 2 15,12-1-5-15,-3 0 9 0,3-5-11 0,3-2 1 16,11-2-4-16,3 3 1 0,4-7-3 15,0 0 1-15,11-2-5 0,-2-3-2 0,0-6-2 0,4-1-1 16,-17 1 1-16,14-5-2 0,-3-1 1 0,-12 1 4 16,0-3-3-16,0-1 17 0,0 3 16 0,-2-5 21 15,-4 1 6-15,-1 0 18 0,-3-2 16 0,-3 0 22 16,-4 2 7-16,-3 5 14 0,-1-6 5 0,3-1-2 16,-7 1 12-16,1 0-8 0,-2 4-70 0,0 7-85 15,-3 6 0-15,3-16 0 0,-3 16 0 0,0-14 0 16,0 14 0-16,0 0 0 0,0-14 0 0,0 14 0 15,0 0 0-15,0 0 0 0,0 0 0 0,0 0 0 16,-18 35 0-16,14-7 0 0,-4 15 0 0,1 3 0 16,4 1 0-16,-7 9 0 0,2 16 0 0,2-16 0 15,-2 16 0-15,2 2 0 0,2-24 0 0,1 24 0 0,0-18 0 16,1-6 0-16,-3 2 0 0,-1 4 0 0,4-7 0 16,-4-3-241-16,4-6-192 0,-2 5-39 15,2-14-52-15,-3-1-65 0,2-3-400 0,0-2-1072 0,6-5 475 16</inkml:trace>
        </inkml:traceGroup>
        <inkml:traceGroup>
          <inkml:annotationXML>
            <emma:emma xmlns:emma="http://www.w3.org/2003/04/emma" version="1.0">
              <emma:interpretation id="{F77CAE82-8245-4227-B3E1-4F00E2D2FFE8}" emma:medium="tactile" emma:mode="ink">
                <msink:context xmlns:msink="http://schemas.microsoft.com/ink/2010/main" type="inkWord" rotatedBoundingBox="7535,13690 8685,13762 8565,15674 7415,15601"/>
              </emma:interpretation>
            </emma:emma>
          </inkml:annotationXML>
          <inkml:trace contextRef="#ctx0" brushRef="#br0" timeOffset="76555.1099">6441 13106 408 0,'0'0'525'0,"0"0"-56"0,0 0-43 0,0 0-13 16,0 0-23-16,0 0-19 0,0 0-29 0,8 38-26 0,-1-26-25 16,-6 5-16-16,4 0-22 0,-3 3-19 15,-2 5-17-15,4-6-11 0,0 7-12 0,-6-3-20 16,7 2-13-16,-2-7-16 0,5 8-6 0,-1-6-15 0,1 2-7 16,0-9-11-16,1 6-6 0,1-1-8 0,1-4-6 15,3-1-10-15,4 0-1 0,-3-5-8 0,4 4-3 16,-3-5-5-16,3 0-7 0,-1-7-3 0,-18 0-7 15,48-9 2-15,-26 3-9 0,4-6-1 0,-2-2-8 16,2-7 7-16,-9-2-15 0,9-8 4 0,-2-3-4 16,-6 1-4-16,-4 3 1 0,-3 4 2 0,1 0-1 15,-6 4 1-15,2 6 15 0,-1-1 17 0,-6 8 15 16,1-3 12-16,-2 12 9 0,6-15-1 0,-6 15-7 16,5-17-10-16,-5 17-10 0,0 0-6 0,0 0 0 15,0 0-7-15,0 0-5 0,0 0-3 0,-13 62-24 0,7-21-12 16,-1 8 0-16,1 0 0 0,3 6 0 15,-4 19 0-15,1 0 0 0,-1 6 0 0,6 1 0 16,-4-2 0-16,5 4 0 0,-8-1 0 0,6-4 0 0,1-6 0 16,-9 9 0-16,9-5 0 0,-6-20 0 0,-2-3 0 15,1 1 0-15,-2-1 0 0,-1 1 0 0,-4-8 0 16,4-1 0-16,-3 0 0 0,-1-8 0 0,1-1 0 16,-1-13 0-16,6 1 0 0,-3-9 0 0,4-2 0 15,-4-1 0-15,2 0 0 0,2-5 0 0,8-7 0 16,-7 13 0-16,7-13 0 0,0 0 0 0,-16 2 0 15,16-2 0-15,0 0 0 0,0 0 0 0,-12-33 0 16,13 19 0-16,4-11 0 0,3 0 0 0,2-1 0 0,4-13 0 16,5-5 0-16,4 3 0 0,-2-12 0 15,17-22 0-15,7-10 0 0,13-37 0 0,1 6 0 0,5-9 0 16,2 4 0-16,-3 4 0 0,-4 1 0 0,-14 33 0 16,14-36 0-16,-22 41-55 0,0 5-157 0,-2 2-97 15,6 9-91-15,-11 17-115 0,-4 2-149 0,4 4-342 16,-1 2-1091-16,-6 4 483 0</inkml:trace>
        </inkml:traceGroup>
      </inkml:traceGroup>
    </inkml:traceGroup>
  </inkml:traceGroup>
</inkml:ink>
</file>

<file path=ppt/ink/ink26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1T05:15:00.885"/>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A1996C03-5714-48EE-839A-82BB671FE08E}" emma:medium="tactile" emma:mode="ink">
          <msink:context xmlns:msink="http://schemas.microsoft.com/ink/2010/main" type="inkDrawing" rotatedBoundingBox="372,2597 6804,2501 6808,2738 376,2834" semanticType="underline" shapeName="Other">
            <msink:sourceLink direction="with" ref="{F35165F0-12B8-428D-8E9F-7DF0ABED2759}"/>
          </msink:context>
        </emma:interpretation>
      </emma:emma>
    </inkml:annotationXML>
    <inkml:trace contextRef="#ctx0" brushRef="#br0">258 137 332 0,'-49'4'438'0,"0"6"-15"0,8-2-11 0,10-3 0 16,1 1-22-16,9-2-22 0,2 0-31 15,19-4-40-15,-21 7-32 0,21-7-17 0,-5 8 2 0,5-8 8 16,34 13 8-16,14-7 4 0,37 0 10 0,58-8 20 15,19-2 11-15,21-3 25 0,28-6 0 0,25 6-15 16,22 0-19-16,26 2-15 0,24 3-14 0,25 5-22 16,11 3-25-16,6 3-224 0,5-1-2 0,1 3 0 15,-30 6 0-15,-17-7 0 0,-17 1 0 0,-24-11 0 16,-11 5 0-16,-29-6 0 0,-25-3 0 0,-15-8 0 16,-26 1 0-16,-22-7 0 0,-49 5 0 0,-12-1 0 15,-28 3 0-15,2 1 0 0,-24-3 0 0,-3 1 0 0,-12-1 0 16,2 6 0-16,-11-6 0 0,0-1 0 0,-7 2 0 15,2 12 0-15,-17-23 0 0,2 9 0 0,-3 6 0 16,-7-1 0-16,-4-3 0 0,2 8 0 0,-2 3 0 16,0-1 0-16,-6 4 0 0,-9 6 0 0,1-1 0 15,-5 4-172-15,17-3-525 0,-17 6-524 0,11 2-1322 16,10-2 585-16</inkml:trace>
  </inkml:traceGroup>
</inkml:ink>
</file>

<file path=ppt/ink/ink26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1T05:16:20.393"/>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58CE14BA-8EF7-4799-94AA-7067A48F8437}" emma:medium="tactile" emma:mode="ink">
          <msink:context xmlns:msink="http://schemas.microsoft.com/ink/2010/main" type="writingRegion" rotatedBoundingBox="13919,10846 15029,14385 11317,15549 10207,12011">
            <msink:destinationLink direction="with" ref="{9595CAF8-C46F-41AB-8BB7-D0D5DFE5570E}"/>
          </msink:context>
        </emma:interpretation>
      </emma:emma>
    </inkml:annotationXML>
    <inkml:traceGroup>
      <inkml:annotationXML>
        <emma:emma xmlns:emma="http://www.w3.org/2003/04/emma" version="1.0">
          <emma:interpretation id="{617BA96E-BD0D-4C22-933D-BCE8ECFB4ED6}" emma:medium="tactile" emma:mode="ink">
            <msink:context xmlns:msink="http://schemas.microsoft.com/ink/2010/main" type="paragraph" rotatedBoundingBox="14050,11139 14251,13978 12533,14099 12332,11261" alignmentLevel="1"/>
          </emma:interpretation>
        </emma:emma>
      </inkml:annotationXML>
      <inkml:traceGroup>
        <inkml:annotationXML>
          <emma:emma xmlns:emma="http://www.w3.org/2003/04/emma" version="1.0">
            <emma:interpretation id="{B8BEC6C1-7BEA-4C4F-A3E1-A538CF8D25FA}" emma:medium="tactile" emma:mode="ink">
              <msink:context xmlns:msink="http://schemas.microsoft.com/ink/2010/main" type="line" rotatedBoundingBox="14050,11139 14251,13978 12533,14099 12332,11261"/>
            </emma:interpretation>
          </emma:emma>
        </inkml:annotationXML>
        <inkml:traceGroup>
          <inkml:annotationXML>
            <emma:emma xmlns:emma="http://www.w3.org/2003/04/emma" version="1.0">
              <emma:interpretation id="{6F6453C9-4B3A-4BEE-B66B-315D392E734B}" emma:medium="tactile" emma:mode="ink">
                <msink:context xmlns:msink="http://schemas.microsoft.com/ink/2010/main" type="inkWord" rotatedBoundingBox="14050,11139 14237,13781 12519,13903 12332,11261"/>
              </emma:interpretation>
              <emma:one-of disjunction-type="recognition" id="oneOf0">
                <emma:interpretation id="interp0" emma:lang="" emma:confidence="1">
                  <emma:literal/>
                </emma:interpretation>
              </emma:one-of>
            </emma:emma>
          </inkml:annotationXML>
          <inkml:trace contextRef="#ctx0" brushRef="#br0">4823 1179 111 0,'0'0'585'0,"-5"-15"-3"0,5 15-22 0,-1-14-32 0,1 14-29 16,0-12-31-16,0 12-45 0,0 0-38 0,0 0-38 15,0 0-37-15,0 0-23 0,0 0-19 16,0 0-25-16,0 0-24 0,0 0-11 0,20 31-17 0,-20-13-9 15,5 5-9-15,-2 7-31 0,-3-1-13 0,0 13-15 16,0-4-6-16,-1 2-11 0,2 2-13 0,-1-1 13 16,-1 1-16-16,1 2-26 0,1-1-33 0,-1 0-43 15,5-4-44-15,-5-2-62 0,2-7-73 0,0-7-81 16,2 3-72-16,-4-1-81 0,5-8-115 0,-2-2-363 16,2-8-987-16,-5-7 437 0</inkml:trace>
          <inkml:trace contextRef="#ctx0" brushRef="#br0" timeOffset="-390.5982">5235-626 73 0,'10'-8'332'0,"1"-3"-17"0,5 0 0 16,7 0-3-16,6-3 0 0,-1 4-4 0,6-4-15 16,8-2 3-16,3 4-3 0,3 2-14 0,-3-1-15 15,-2 0-27-15,-11 7-20 0,0-1-17 0,0 5-19 16,-9-1-13-16,-2 2-16 0,-4 4-13 0,1 2-14 0,-4 1-8 15,-2 4-8-15,-1 2-3 0,-1 2-15 0,-6 5-7 16,-2 6-7-16,-4 0-7 0,2-1-5 0,-6 4-10 16,0 1-7-16,-9 9-5 0,2-2-1 0,-1-2-5 15,3-7-4-15,-7 4-4 0,4-7-2 0,-3 0-4 16,-2 0-6-16,2-3-10 0,-3-4-10 0,1-1-17 16,3-3-13-16,2-3-11 0,-2-2-9 0,1-2-2 15,1 3 7-15,2-8 1 0,12-3-1 0,-17 9 7 16,17-9 3-16,-15 7 0 0,15-7 3 0,0 0-1 15,0 0 5-15,0 0 3 0,0 0 5 0,0 0 0 16,0 0 6-16,0 0 0 0,0 0 15 0,0 0 2 16,29-26 8-16,-11 19 7 0,-18 7-1 0,35-2 6 15,-16 2 0-15,-19 0-1 0,39 4 14 0,-18 1 2 0,0-1-1 16,-1 2 0-16,6 3 1 0,-3 5 2 0,-6-4-2 16,4 6 1-16,-2-6-3 0,-9 5-4 0,3-1-1 15,-4 5 3-15,1 4-2 0,-7-5 0 0,-4 1-3 16,-4 7-3-16,-3 0-3 0,0-1 0 0,-5-1-2 15,-1-5-3-15,-9 5 5 0,2 0 3 0,-8-5-13 16,-4 7-30-16,-4-8-35 0,-7 2-43 0,6-6-49 16,-9 2-57-16,3-2-59 0,-11-1-97 0,5-6-102 15,-3 0-261-15,2 1-781 0,4-5 346 0</inkml:trace>
          <inkml:trace contextRef="#ctx0" brushRef="#br0" timeOffset="-937.4007">5008-775 157 0,'0'0'507'15,"-18"-8"-18"-15,18 8-12 0,-10-9-19 0,10 9-18 16,0 0-27-16,0 0-37 0,-13-7-27 0,13 7-19 16,0 0-23-16,0 0-16 0,0 0-20 0,20 44-17 15,-19-25-18-15,6 1-11 0,-6 6-19 0,6 4-20 16,-1 8-26-16,1-9-9 0,-6 10-13 0,4 5-20 16,-3 1-3-16,-1-2-18 0,2 4-4 0,-3-2-16 0,4-4-9 15,-4 4-1-15,-4-6-12 0,4 0-5 0,0-7-26 16,4-4-51-16,-4 12-59 0,3-14-82 15,0-7-84-15,3-2-57 0,-1 3-71 0,-2-4-76 0,2-2-463 16,2-7-993-16,-7-7 440 0</inkml:trace>
          <inkml:trace contextRef="#ctx0" brushRef="#br0" timeOffset="-1222.4237">4183-660 3342 0,'0'0'143'15,"-29"1"-96"-15,29-1-18 0,-22 3 11 0,22-3 11 16,0 0 10-16,-21 0-7 0,21 0-3 0,0 0-3 16,0 0 6-16,0 0 8 0,0 0-4 0,0 0-5 0,0 0-8 15,0 0 3-15,85 0-5 0,-52-3-9 0,0 2-6 16,10-1 0-16,2 0-8 0,-2 2-15 16,2 0-18-16,-2 0-33 0,1 0-38 0,-9 2-43 0,0 0-51 15,-1 2-72-15,-2 0-358 0,2-4-659 0,-7 7 292 16</inkml:trace>
        </inkml:traceGroup>
        <inkml:traceGroup>
          <inkml:annotationXML>
            <emma:emma xmlns:emma="http://www.w3.org/2003/04/emma" version="1.0">
              <emma:interpretation id="{121498FB-E499-4A67-802D-1DABA0C0D58A}" emma:medium="tactile" emma:mode="ink">
                <msink:context xmlns:msink="http://schemas.microsoft.com/ink/2010/main" type="inkWord" rotatedBoundingBox="14007,13087 14071,13990 13495,14031 13431,13128"/>
              </emma:interpretation>
              <emma:one-of disjunction-type="recognition" id="oneOf1">
                <emma:interpretation id="interp1" emma:lang="" emma:confidence="0.5">
                  <emma:literal>u</emma:literal>
                </emma:interpretation>
                <emma:interpretation id="interp2" emma:lang="" emma:confidence="0">
                  <emma:literal>6</emma:literal>
                </emma:interpretation>
                <emma:interpretation id="interp3" emma:lang="" emma:confidence="0">
                  <emma:literal>.</emma:literal>
                </emma:interpretation>
                <emma:interpretation id="interp4" emma:lang="" emma:confidence="0">
                  <emma:literal>U</emma:literal>
                </emma:interpretation>
                <emma:interpretation id="interp5" emma:lang="" emma:confidence="0">
                  <emma:literal>,</emma:literal>
                </emma:interpretation>
              </emma:one-of>
            </emma:emma>
          </inkml:annotationXML>
          <inkml:trace contextRef="#ctx0" brushRef="#br0" timeOffset="656.203">5784 1145 146 0,'-3'-21'495'0,"3"21"-13"0,0-16-17 0,0 16-17 16,-8-11-21-16,8 11-35 0,-10-7-27 0,10 7-30 16,0 0-23-16,0 0-21 0,-40 7-9 0,26 1-23 15,-2 0-5-15,-4 2-12 0,4 1 4 0,-9 8-26 16,5 2-19-16,-5 0-15 0,-3 10-17 0,0-2-6 16,3 4-16-16,0 2-7 0,4 2-19 0,0-3-10 15,3 0-9-15,4 4-8 0,1 2-14 0,5-1-8 0,2 0-7 16,4 0-4-16,-3-1-10 0,13 4 0 0,-1-2-11 15,6-11-1-15,3 4-2 0,3 3 1 16,3-2-9-16,-2-14 4 0,2 2 5 0,-1-3-12 0,1-2 1 16,-1-1-7-16,-5-4-7 0,5-3 5 0,2 3 0 15,-4-9 1-15,-3-3-3 0,-16 0 0 0,35-7 1 16,-19 0-1-16,-3-1-8 0,2-4 3 0,2-1 2 16,-9-2-4-16,-1-2-4 0,-3 1-6 0,1-5-2 15,-3 6-5-15,-5-3 6 0,-1-1-11 0,1 4-4 16,-8-2-2-16,6 4-17 0,-8 0 0 0,-6 6-5 15,3 0-17-15,-5 0-5 0,-8 11-9 0,-4-4-8 16,2 0-16-16,-3 7-14 0,-9 0-23 0,11 1-30 16,0 0-37-16,3 5-36 0,0-1-22 0,0 0-36 15,2-1-47-15,-2-1-58 0,15-1-87 0,-2 0-317 16,3-2-870-16,5-1 386 0</inkml:trace>
        </inkml:traceGroup>
      </inkml:traceGroup>
    </inkml:traceGroup>
    <inkml:traceGroup>
      <inkml:annotationXML>
        <emma:emma xmlns:emma="http://www.w3.org/2003/04/emma" version="1.0">
          <emma:interpretation id="{7D00A11A-77EF-4D2B-8A07-14221856AEB3}" emma:medium="tactile" emma:mode="ink">
            <msink:context xmlns:msink="http://schemas.microsoft.com/ink/2010/main" type="paragraph" rotatedBoundingBox="12196,11555 13258,14941 11317,15549 10255,12164" alignmentLevel="1"/>
          </emma:interpretation>
        </emma:emma>
      </inkml:annotationXML>
      <inkml:traceGroup>
        <inkml:annotationXML>
          <emma:emma xmlns:emma="http://www.w3.org/2003/04/emma" version="1.0">
            <emma:interpretation id="{5C84BEAF-4EE6-4512-9EED-017AEC4C5709}" emma:medium="tactile" emma:mode="ink">
              <msink:context xmlns:msink="http://schemas.microsoft.com/ink/2010/main" type="line" rotatedBoundingBox="12196,11555 13258,14941 11317,15549 10255,12164"/>
            </emma:interpretation>
          </emma:emma>
        </inkml:annotationXML>
        <inkml:traceGroup>
          <inkml:annotationXML>
            <emma:emma xmlns:emma="http://www.w3.org/2003/04/emma" version="1.0">
              <emma:interpretation id="{5B522E65-8CAA-44E0-946B-CD1D849E374A}" emma:medium="tactile" emma:mode="ink">
                <msink:context xmlns:msink="http://schemas.microsoft.com/ink/2010/main" type="inkWord" rotatedBoundingBox="12196,11555 13258,14941 11317,15549 10255,12164"/>
              </emma:interpretation>
              <emma:one-of disjunction-type="recognition" id="oneOf2">
                <emma:interpretation id="interp6" emma:lang="" emma:confidence="1">
                  <emma:literal/>
                </emma:interpretation>
              </emma:one-of>
            </emma:emma>
          </inkml:annotationXML>
          <inkml:trace contextRef="#ctx0" brushRef="#br0" timeOffset="-5827.731">2476 1155 207 0,'-29'14'488'0,"5"-2"-37"16,6 0-20-16,4-7-11 0,1 4-21 0,13-9-13 15,-11 9-4-15,11-9-1 0,-5 13-16 0,5-13-17 16,0 0-33-16,46 11-33 0,-13-9-39 0,15 3-23 16,3-5-25-16,7-4-16 0,0 3-23 0,-1-5-10 15,3 3-19-15,-6 3-29 0,1-7-34 0,-7 3-54 16,-2 1-58-16,-4-2-58 0,1-2-53 0,-14 3-40 16,0 1-24-16,-2-1-32 0,-4 3-34 0,-4-4-30 15,2-1-44-15,-5 5-55 0,-16 1-235 0,21-6-706 16,-7 1 312-16</inkml:trace>
          <inkml:trace contextRef="#ctx0" brushRef="#br0" timeOffset="-6062.0846">2612 782 23 0,'-24'2'545'0,"24"-2"-11"0,-21 1-14 0,21-1-15 15,-16 5-5-15,16-5-24 0,0 0-22 0,0 0-31 16,0 0-20-16,0 0-1 0,0 0-5 0,0 0-19 0,0 0-23 16,95-19-36-16,-42 11-30 0,6-3-34 0,-1 3-23 15,1 0-26-15,-1 1-39 0,3 0-72 0,-3-4-63 16,-7 6-72-16,-3 3-76 0,-4 1-81 0,-14-3-78 15,-7 4-72-15,-4 0-85 0,-19 0-107 0,22 5-389 16,-22-5-1004-16,2 10 444 0</inkml:trace>
          <inkml:trace contextRef="#ctx0" brushRef="#br0" timeOffset="-1738.0131">3989-381 396 0,'0'0'444'0,"-8"-19"-18"0,3 12-17 15,5 7-2-15,-8-12-6 0,8 12-20 0,-7-10-31 0,7 10-28 16,0 0-37-16,0 0-27 0,-6-10-24 0,6 10-15 16,0 0-9-16,0 0 9 0,0 0 3 0,24 57-14 15,-16-30 4-15,7 14-13 0,-1 8 1 0,0-2-11 16,-1 6 0-16,-1 20 0 0,-3 1-13 0,-1 8-3 15,-5-3 1-15,1-1 22 0,-3 6-6 0,-6 2-16 16,5-4-10-16,-3 8-5 0,-2-1-9 0,-1 1-84 16,0 2-66-16,-2-1 0 0,-1-1 0 0,3 0 0 15,-2-2 0-15,0-2 0 0,0 3 0 0,3-10 0 16,-1 2 0-16,4-1 0 0,-4-2 0 0,-1-2 0 16,1-2 0-16,4 2 0 0,-4-5 0 0,4-19 0 0,-3 20 0 15,-1-19 0-15,-2-1 0 0,2 4 0 0,1-3 0 16,0 0 0-16,0-5 0 0,2 1 0 15,-2-4 0-15,4-3 0 0,-4-5 0 0,3-8 0 0,1 0 0 16,1-3 0-16,-2-1 0 0,-1-6 0 0,6 0 0 16,-3-3 0-16,0 1 0 0,2-5 0 0,-1 6 0 15,-1-10 0-15,0-8 0 0,5 22 0 0,-5-13 0 16,0-9 0-16,0 13 0 0,0-13 0 0,2 12 0 16,-2-12 0-16,0 0 0 0,1 14 0 0,-1-14 0 15,0 0 0-15,3 13 0 0,-3-13 0 0,0 0 0 16,0 18 0-16,0-18 0 0,4 10 0 0,-4-10 0 15,0 0 0-15,4 14 0 0,-4-14 0 0,10 12 0 0,-10-12 0 16,14 10 0-16,-2-6 0 0,5 3 0 0,-2 0 0 16,14 1 0-16,0 3 0 0,4-4 0 15,11 0 0-15,4 1 0 0,-3 0 0 0,4-1 0 0,1-3 0 16,6 3-74-16,0-3-241 0,2-7-43 0,-2 3-39 16,0-1-41-16,-3-6-53 0,5 0-61 0,-10-1-376 15,5-6-1005-15,-5-4 445 0</inkml:trace>
        </inkml:traceGroup>
      </inkml:traceGroup>
    </inkml:traceGroup>
  </inkml:traceGroup>
</inkml:ink>
</file>

<file path=ppt/ink/ink26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1T05:15:58.522"/>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2E4165A4-1B83-4A72-8FE6-359AF38BEEA2}" emma:medium="tactile" emma:mode="ink">
          <msink:context xmlns:msink="http://schemas.microsoft.com/ink/2010/main" type="writingRegion" rotatedBoundingBox="866,11737 2097,11737 2097,15664 866,15664"/>
        </emma:interpretation>
      </emma:emma>
    </inkml:annotationXML>
    <inkml:traceGroup>
      <inkml:annotationXML>
        <emma:emma xmlns:emma="http://www.w3.org/2003/04/emma" version="1.0">
          <emma:interpretation id="{01EAFD4D-8F38-40DF-B412-2DD94FE47DD4}" emma:medium="tactile" emma:mode="ink">
            <msink:context xmlns:msink="http://schemas.microsoft.com/ink/2010/main" type="paragraph" rotatedBoundingBox="866,11737 2097,11737 2097,15664 866,15664" alignmentLevel="1"/>
          </emma:interpretation>
        </emma:emma>
      </inkml:annotationXML>
      <inkml:traceGroup>
        <inkml:annotationXML>
          <emma:emma xmlns:emma="http://www.w3.org/2003/04/emma" version="1.0">
            <emma:interpretation id="{D69A4594-A619-40D8-B30E-BB8E7C540BFE}" emma:medium="tactile" emma:mode="ink">
              <msink:context xmlns:msink="http://schemas.microsoft.com/ink/2010/main" type="line" rotatedBoundingBox="866,11737 2097,11737 2097,15664 866,15664"/>
            </emma:interpretation>
          </emma:emma>
        </inkml:annotationXML>
        <inkml:traceGroup>
          <inkml:annotationXML>
            <emma:emma xmlns:emma="http://www.w3.org/2003/04/emma" version="1.0">
              <emma:interpretation id="{167B3F0F-DDF7-4613-834C-225C7343BD84}" emma:medium="tactile" emma:mode="ink">
                <msink:context xmlns:msink="http://schemas.microsoft.com/ink/2010/main" type="inkWord" rotatedBoundingBox="866,11737 2097,11737 2097,15664 866,15664"/>
              </emma:interpretation>
            </emma:emma>
          </inkml:annotationXML>
          <inkml:trace contextRef="#ctx0" brushRef="#br0">191 11160 361 0,'-13'-14'371'0,"13"14"-19"0,-10-12-3 15,2 5-9-15,8 7-5 0,-11-16 1 0,1 5-13 16,5 3-13-16,5 8-11 0,-9-14-14 0,4 6-2 16,5 8-8-16,-6-17-6 0,6 17-14 0,-13-13-16 0,13 13-10 15,-3-13-8-15,3 13-5 0,0 0-8 0,-5-9-9 16,5 9-6-16,0 0-6 0,-8-12-8 0,8 12-15 15,0 0-6-15,0 0-11 0,0 0-2 0,-4-11-16 16,4 11-8-16,0 0-5 0,0 0-2 0,0 0-9 16,0 0 1-16,0 0-5 0,0 0-7 0,0 0-17 15,0 0-77-15,0 0 0 0,0 0 0 0,0 0 0 16,0 0 0-16,0 0 0 0,0 0 0 0,0 0 0 16,0 0 0-16,0 0 0 0,0 0 0 0,0 0 0 15,-12 32 0-15,15-13 0 0,-5 0 0 0,4 7 0 16,3 12 0-16,-1 0 0 0,-8 7 0 0,4 5 0 15,0-1 0-15,0 5 0 0,1-2 0 0,2 21 0 16,-6-20 0-16,2 26 0 0,-1 0 0 0,-4 0 0 16,-2-5 0-16,3 7 0 0,-3-1 0 0,0 4 0 0,1-4 0 15,1-1 0-15,-2 6 0 0,0-4 0 0,3 4 0 16,-3 1 0-16,8-4 0 0,-6 2 0 0,4 1 0 16,-4 0 0-16,-4-2 0 0,0 1 0 0,7 4 0 15,-5 4 0-15,-3-2 0 0,1-4 0 0,4 0 0 16,-7 5 0-16,0-5 0 0,5 0 0 0,0-7 0 15,0 0 0-15,0-4 0 0,-3-4 0 0,4-18 0 16,-1 18 0-16,0-17 0 0,2-4 0 0,-2 1 0 16,0-6 0-16,-3-5 0 0,9 3 0 0,1-15 0 0,-1 3 0 15,-3-5 0-15,5 0 0 0,0 0 0 16,-2-7 0-16,-1-4 0 0,6 4 0 0,-3-4 0 16,-3-7 0-16,3-8 0 0,-1 22 0 0,-3-14 0 0,4-8 0 15,0 15 0-15,0-15 0 0,0 0 0 0,4 15 0 16,-4-15 0-16,0 0 0 0,0 0 0 0,0 0 0 15,-2 12 0-15,2-12 0 0,0 0 0 0,0 0 0 16,0 0 0-16,0 0 0 0,-2 13 0 0,2-13 0 16,0 0 0-16,0 0 0 0,0 0 0 0,0 0 0 15,0 0 0-15,0 0 0 0,0 0 0 0,0 0 0 16,0 0 0-16,0 0 0 0,0 0 0 0,0 0 0 0,0 0 0 16,0 0 0-16,0 0 0 0,0 0 0 0,0 0 0 15,10 12 0-15,-10-12 0 0,0 0 0 16,15 7 0-16,-15-7 0 0,25 6 0 0,-14-4 0 0,9 7 0 15,-3-2 0-15,14 1 0 0,-2-2 0 0,11 6 0 16,2-2 0-16,7-5 0 0,6 6 0 0,1-7 0 16,5 3 0-16,-3-3 0 0,23-4 0 0,0 0 0 15,-19-4 0-15,17 3 0 0,-21-5 0 0,1-9 0 16,-3 7 0-16,0-8-162 0,-4-6-569 0,-6 3-486 16,-2-11-1317-16,-6-3 582 0</inkml:trace>
        </inkml:traceGroup>
      </inkml:traceGroup>
    </inkml:traceGroup>
  </inkml:traceGroup>
</inkml:ink>
</file>

<file path=ppt/ink/ink26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1T05:16:14.019"/>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069742F3-83D6-42D2-933C-B53BE3A8092E}" emma:medium="tactile" emma:mode="ink">
          <msink:context xmlns:msink="http://schemas.microsoft.com/ink/2010/main" type="writingRegion" rotatedBoundingBox="8227,11995 9655,11995 9655,15671 8227,15671"/>
        </emma:interpretation>
      </emma:emma>
    </inkml:annotationXML>
    <inkml:traceGroup>
      <inkml:annotationXML>
        <emma:emma xmlns:emma="http://www.w3.org/2003/04/emma" version="1.0">
          <emma:interpretation id="{4C3E8447-F6A2-43E1-A90D-0A23727EC4BC}" emma:medium="tactile" emma:mode="ink">
            <msink:context xmlns:msink="http://schemas.microsoft.com/ink/2010/main" type="paragraph" rotatedBoundingBox="8227,11995 9655,11995 9655,15671 8227,15671" alignmentLevel="1"/>
          </emma:interpretation>
        </emma:emma>
      </inkml:annotationXML>
      <inkml:traceGroup>
        <inkml:annotationXML>
          <emma:emma xmlns:emma="http://www.w3.org/2003/04/emma" version="1.0">
            <emma:interpretation id="{67267848-7A68-4763-BD8F-102E84DA8FAC}" emma:medium="tactile" emma:mode="ink">
              <msink:context xmlns:msink="http://schemas.microsoft.com/ink/2010/main" type="line" rotatedBoundingBox="8227,11995 9655,11995 9655,15671 8227,15671"/>
            </emma:interpretation>
          </emma:emma>
        </inkml:annotationXML>
        <inkml:traceGroup>
          <inkml:annotationXML>
            <emma:emma xmlns:emma="http://www.w3.org/2003/04/emma" version="1.0">
              <emma:interpretation id="{0E3FC323-F465-4F26-9194-4ECA88B1B5B5}" emma:medium="tactile" emma:mode="ink">
                <msink:context xmlns:msink="http://schemas.microsoft.com/ink/2010/main" type="inkWord" rotatedBoundingBox="8227,11995 9655,11995 9655,15671 8227,15671"/>
              </emma:interpretation>
              <emma:one-of disjunction-type="recognition" id="oneOf0">
                <emma:interpretation id="interp0" emma:lang="" emma:confidence="0.5">
                  <emma:literal>.</emma:literal>
                </emma:interpretation>
                <emma:interpretation id="interp1" emma:lang="" emma:confidence="0">
                  <emma:literal>n</emma:literal>
                </emma:interpretation>
                <emma:interpretation id="interp2" emma:lang="" emma:confidence="0">
                  <emma:literal>,</emma:literal>
                </emma:interpretation>
                <emma:interpretation id="interp3" emma:lang="" emma:confidence="0">
                  <emma:literal>~</emma:literal>
                </emma:interpretation>
                <emma:interpretation id="interp4" emma:lang="" emma:confidence="0">
                  <emma:literal>m</emma:literal>
                </emma:interpretation>
              </emma:one-of>
            </emma:emma>
          </inkml:annotationXML>
          <inkml:trace contextRef="#ctx0" brushRef="#br0">835 130 221 0,'-8'-8'420'0,"8"8"-8"0,-13-13-10 0,13 13-13 16,-10-7-17-16,10 7-34 0,0 0-23 0,-8-12-33 0,8 12-29 16,0 0-25-16,0 0-19 0,0 0 1 0,0 0 2 15,18-13-2-15,1 11-7 0,-19 2-15 0,37-4-13 16,-15 3-16-16,7-2-16 0,-2-1-8 0,4-1-17 15,-2 0-11-15,1 0-11 0,1-2-3 0,-9 3-11 16,6-3-4-16,-11 2 2 0,2 3 4 0,4-3 1 16,-5-2 4-16,-1 4-7 0,-2-2 1 0,-15 5-4 15,19-4-4-15,-19 4-11 0,0 0-5 0,22-3-5 0,-22 3-10 16,0 0 2-16,16 12-1 0,-9-1 4 16,4 14 5-16,-1 13 1 0,1 8 3 0,0 6 2 0,2 23 11 15,-5 6 2-15,-2 5 8 0,2 1 24 0,4 44 10 16,-3 1 12-16,-1 0 11 0,4 3 28 0,-3 4-146 15,-4-4-20-15,-3 4 0 0,-1-5 0 0,-1-1 0 16,-8 4 0-16,8 4 0 0,-9-4 0 0,-3-1 0 16,1-1 0-16,5-42 0 0,-7 42 0 0,2-45 0 15,3-2 0-15,-2 40 0 0,-3-50 0 0,5-24 0 16,-5 18 0-16,7-16 0 0,-2-3 0 0,0-1 0 16,1-6 0-16,1-2 0 0,4-2 0 0,-4-7 0 0,0-6 0 15,6-6 0-15,-7 2 0 0,5-8 0 0,1-1 0 16,-1-3 0-16,-1 1 0 0,3-5 0 15,0-9 0-15,0 17 0 0,0-17 0 0,-2 16 0 0,2-16 0 16,0 0 0-16,-6 10 0 0,6-10 0 0,0 0 0 16,-6 7 0-16,6-7 0 0,0 0 0 15,-29 5 0-15,13-5 0 0,16 0 0 0,-50 0 0 0,3 0 0 16,3-3 0-16,-8 1 0 0,-4-1 0 0,-7 0 0 16,4 2 0-16,-21-2 0 0,17 3 0 0,1 1 0 15,-20-5 0-15,19 1 0 0,1-7-141 0,4 3-275 16,2 0-17-16,-2-5-45 0,8 5 4 0,-6-8-137 15,10-6-329-15,6-9-1018 0,4 3 451 0</inkml:trace>
        </inkml:traceGroup>
      </inkml:traceGroup>
    </inkml:traceGroup>
  </inkml:traceGroup>
</inkml:ink>
</file>

<file path=ppt/ink/ink26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1T05:16:10.644"/>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68DAC958-8AFD-4156-B202-A36B3F69286F}" emma:medium="tactile" emma:mode="ink">
          <msink:context xmlns:msink="http://schemas.microsoft.com/ink/2010/main" type="writingRegion" rotatedBoundingBox="4913,12014 7635,12014 7635,15615 4913,15615"/>
        </emma:interpretation>
      </emma:emma>
    </inkml:annotationXML>
    <inkml:traceGroup>
      <inkml:annotationXML>
        <emma:emma xmlns:emma="http://www.w3.org/2003/04/emma" version="1.0">
          <emma:interpretation id="{9D39AF1E-9671-48DD-85B4-ECCFCA7FB37E}" emma:medium="tactile" emma:mode="ink">
            <msink:context xmlns:msink="http://schemas.microsoft.com/ink/2010/main" type="paragraph" rotatedBoundingBox="4913,12014 7635,12014 7635,15615 4913,15615" alignmentLevel="1"/>
          </emma:interpretation>
        </emma:emma>
      </inkml:annotationXML>
      <inkml:traceGroup>
        <inkml:annotationXML>
          <emma:emma xmlns:emma="http://www.w3.org/2003/04/emma" version="1.0">
            <emma:interpretation id="{5AEE89A5-9A68-48A5-9ABA-F42198BBC373}" emma:medium="tactile" emma:mode="ink">
              <msink:context xmlns:msink="http://schemas.microsoft.com/ink/2010/main" type="line" rotatedBoundingBox="4913,12014 7635,12014 7635,15615 4913,15615"/>
            </emma:interpretation>
          </emma:emma>
        </inkml:annotationXML>
        <inkml:traceGroup>
          <inkml:annotationXML>
            <emma:emma xmlns:emma="http://www.w3.org/2003/04/emma" version="1.0">
              <emma:interpretation id="{F7C8C7E6-3095-413B-AB86-35AA407FBA86}" emma:medium="tactile" emma:mode="ink">
                <msink:context xmlns:msink="http://schemas.microsoft.com/ink/2010/main" type="inkWord" rotatedBoundingBox="4913,12014 7635,12014 7635,15615 4913,15615"/>
              </emma:interpretation>
            </emma:emma>
          </inkml:annotationXML>
          <inkml:trace contextRef="#ctx0" brushRef="#br0">-3107 113 361 0,'-13'-7'374'0,"13"7"-6"16,-11-6-6-16,11 6-21 0,0 0-22 0,-8-9-29 0,8 9-30 16,0 0-20-16,0 0-15 0,0 0-7 15,0 0-12-15,36-10-6 0,-3 9 0 0,10-3-14 0,2 0-14 16,5-4-12-16,4 1-14 0,4 3-14 0,-5-1-16 16,3 2-7-16,0-4-10 0,0 3-11 0,-4-1 2 15,-4 2-18-15,-3-1-4 0,-4-2-4 0,-10 5-6 16,-2 1-4-16,-5 0-6 0,-3 0 2 0,-4 1 3 15,-17-1-10-15,29 4 2 0,-14 0 0 0,-1 1 6 16,-6 5 4-16,5 4 7 0,0 9 14 0,-5 3 10 16,6 12 9-16,-6 7 4 0,5 3 14 0,-5 5 14 15,3 20-1-15,-1 1-6 0,-4 4 10 0,2 0-1 16,4 9-2-16,-3 3 8 0,1 1 1 0,9 39 1 16,-4-39-7-16,-1 40 2 0,-6-35 1 0,5-3-6 15,-5 40-124-15,3-42-3 0,-8 32 0 0,4-26 0 0,-2 36 0 16,-4-7 0-16,1-36 0 0,-9 36 0 0,7-34 0 15,-6 32 0-15,4-35 0 0,-6-5 0 16,2 1 0-16,-9-7 0 0,6 1 0 0,1-6 0 0,-3-21 0 16,4 3 0-16,-7 2 0 0,1-8 0 0,-3 2 0 15,3-8 0-15,2 2 0 0,-2-7 0 0,2-10 0 16,1-2 0-16,0-2 0 0,4-6 0 0,1-5 0 16,-1 3 0-16,-2 0 0 0,1-6 0 0,4-1 0 15,3-9 0-15,-6 16 0 0,6-16 0 0,-7 15 0 16,7-15 0-16,-8 8 0 0,8-8 0 0,-17 6 0 15,17-6 0-15,-24 0 0 0,24 0 0 0,-45-7 0 16,13 3 0-16,-7-4 0 0,-4-1 0 0,-7-1 0 0,-3 1 0 16,0-3 0-16,-3 0 0 0,-23-6 0 0,17 10-9 15,-20-6-301-15,-2 0-44 0,25 0-23 16,-2 2-33-16,3 3-65 0,5-6-83 0,1 3-392 16,5-10-1029-16,4 0 455 0</inkml:trace>
          <inkml:trace contextRef="#ctx0" brushRef="#br0" timeOffset="734.3239">-1405 362 118 0,'-7'-6'470'16,"7"6"-14"-16,-8-20 6 0,0 14-2 0,2-1-2 15,6 7-11-15,-13-14-15 0,13 14-16 0,-9-12-22 16,9 12-29-16,-7-12-30 0,7 12-24 0,0 0-26 0,0 0-29 16,-8-11-20-16,8 11-25 0,0 0-24 0,0 0-17 15,0 0-6-15,0 0-2 0,0 0-3 0,2 59-8 16,1-30 17-16,0 15-1 0,4 1-4 0,-6 3-1 15,6 4-10-15,4 17 4 0,-3 9-38 0,0-1-118 16,0-6 0-16,0 7 0 0,-2 5 0 0,2-1 0 16,-1 2 0-16,-1 2 0 0,2-1 0 0,-6-3 0 15,1 1 0-15,-6 4 0 0,6-9 0 0,-1 2 0 16,-4 6 0-16,-3-9 0 0,4 7 0 0,-7-4 0 16,0-1 0-16,3-1 0 0,0-2 0 0,-3-22 0 15,-3 21 0-15,-1-2 0 0,6-26 0 0,-2 0 0 16,2-1 0-16,-2-1 0 0,1-3 0 0,-1-3 0 0,3-7 0 15,5-3 0-15,-3-5 0 0,-2 4 0 16,5-3 0-16,0-6 0 0,0-3 0 0,0 0 0 16,0-3 0-16,0 1 0 0,0-14 0 0,3 16 0 0,-3-16 0 15,0 19 0-15,0-19 0 0,0 10 0 0,0-10 0 16,4 12 0-16,-4-12 0 0,0 0 0 0,11 11 0 16,-11-11 0-16,0 0 0 0,26 0 0 0,-26 0 0 15,32-5 0-15,-32 5 0 0,37-7 0 0,-13 0 0 16,5 2 0-16,1-1 0 0,2 3 0 0,0-4-36 15,0 2-41-15,12 0-5 0,-12-1-19 0,13-1-24 16,-12 1-32-16,12-1-35 0,0 0-49 0,5-5-49 16,0 1-51-16,-4 0-45 0,-1 1-62 0,3-3-59 15,-9-5-361-15,2 3-941 0,-4-4 416 0</inkml:trace>
        </inkml:traceGroup>
      </inkml:traceGroup>
    </inkml:traceGroup>
  </inkml:traceGroup>
</inkml:ink>
</file>

<file path=ppt/ink/ink26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1T05:16:21.580"/>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9595CAF8-C46F-41AB-8BB7-D0D5DFE5570E}" emma:medium="tactile" emma:mode="ink">
          <msink:context xmlns:msink="http://schemas.microsoft.com/ink/2010/main" type="inkDrawing" rotatedBoundingBox="14152,15295 14288,11105 15402,11141 15266,15331" semanticType="verticalRange" shapeName="Other">
            <msink:sourceLink direction="with" ref="{58CE14BA-8EF7-4799-94AA-7067A48F8437}"/>
          </msink:context>
        </emma:interpretation>
      </emma:emma>
    </inkml:annotationXML>
    <inkml:trace contextRef="#ctx0" brushRef="#br0">317 140 51 0,'0'0'387'0,"-27"-1"-16"0,27 1-19 0,0 0-11 16,0 0-8-16,0 0-18 0,0 0-2 0,0 0-9 15,0 0-8-15,0 0-3 0,0 0-19 0,56 16-25 16,-20-18-17-16,7-1-14 0,10 1-20 0,1-2-15 16,3-8-6-16,4 4-11 0,17-3-6 0,-20 2-5 15,-2-8-12-15,-3 9-13 0,-3-5-10 0,0 1-4 16,-7-1-4-16,-11 4-8 0,-3 0-9 16,-5 1-9-16,-2 1-3 0,-9 5-4 0,-13 2-10 0,23-4-2 15,-23 4-6-15,17-1-4 0,-17 1-3 0,15 11 2 16,-6 4 20-16,-2 11 0 0,-4 5-4 0,2 15 10 15,0 5 1-15,-10 29-4 0,5 5 10 0,-7 10-3 0,-7 40 4 16,0 1-6-16,5 1 3 0,3 3 8 16,-4 2 6-16,-4-6 6 0,1 7 12 0,2 3-54 0,3-1-65 15,-3-4 0-15,4 6 0 0,-4-2 0 0,-2-7 0 16,5-3 0-16,7 1 0 0,-4-13 0 16,3-28 0-16,1 33 0 0,2-3 0 0,-2-39 0 0,-1-1 0 15,2 1 0-15,-3-3 0 0,3-4 0 0,0-2 0 16,0-21 0-16,-2 17 0 0,-3-24 0 0,4-1 0 15,2-7 0-15,-2-4 0 0,1-6 0 0,0 0 0 16,0-4 0-16,0 1 0 0,0-9 0 0,0 1 0 16,0-1 0-16,0-9 0 0,1 5 0 0,-1-15 0 15,0 20 0-15,0-20 0 0,-1 13 0 0,1-13 0 16,-3 16 0-16,-2-8 0 0,5-8 0 0,-20 14 0 0,11-6 0 16,-7 1 0-16,-10 3 0 0,-3-3 0 0,-9 3 0 15,-7-4 0-15,-5 3 0 0,0-8 0 0,-30 2 0 16,21 1 0-16,-4-8 0 0,-22 8 0 0,0-10 0 15,3 2 0-15,-1 0 0 0,20-1-48 0,4-4-1310 16,3-7-1470-16,3-2 651 0</inkml:trace>
  </inkml:traceGroup>
</inkml:ink>
</file>

<file path=ppt/ink/ink26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1T05:16:47.737"/>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E8D1163E-88E6-4BA8-8BF7-9E02C3DC0AE1}" emma:medium="tactile" emma:mode="ink">
          <msink:context xmlns:msink="http://schemas.microsoft.com/ink/2010/main" type="writingRegion" rotatedBoundingBox="1312,235 18418,252 18400,18387 1294,18370"/>
        </emma:interpretation>
      </emma:emma>
    </inkml:annotationXML>
    <inkml:traceGroup>
      <inkml:annotationXML>
        <emma:emma xmlns:emma="http://www.w3.org/2003/04/emma" version="1.0">
          <emma:interpretation id="{0BCE2C69-66D5-4FD4-978D-50B27B2E5ABC}" emma:medium="tactile" emma:mode="ink">
            <msink:context xmlns:msink="http://schemas.microsoft.com/ink/2010/main" type="paragraph" rotatedBoundingBox="1671,695 15562,-205 15773,3046 1882,3948" alignmentLevel="1"/>
          </emma:interpretation>
        </emma:emma>
      </inkml:annotationXML>
      <inkml:traceGroup>
        <inkml:annotationXML>
          <emma:emma xmlns:emma="http://www.w3.org/2003/04/emma" version="1.0">
            <emma:interpretation id="{B1E3B709-B14F-43D5-989D-9134F588B6C8}" emma:medium="tactile" emma:mode="ink">
              <msink:context xmlns:msink="http://schemas.microsoft.com/ink/2010/main" type="line" rotatedBoundingBox="1671,695 15562,-205 15773,3046 1882,3948"/>
            </emma:interpretation>
          </emma:emma>
        </inkml:annotationXML>
        <inkml:traceGroup>
          <inkml:annotationXML>
            <emma:emma xmlns:emma="http://www.w3.org/2003/04/emma" version="1.0">
              <emma:interpretation id="{33123BCD-69B2-45A5-B148-73A07BD69D3F}" emma:medium="tactile" emma:mode="ink">
                <msink:context xmlns:msink="http://schemas.microsoft.com/ink/2010/main" type="inkWord" rotatedBoundingBox="1671,695 8900,226 9111,3479 1882,3948"/>
              </emma:interpretation>
              <emma:one-of disjunction-type="recognition" id="oneOf0">
                <emma:interpretation id="interp0" emma:lang="" emma:confidence="1">
                  <emma:literal/>
                </emma:interpretation>
              </emma:one-of>
            </emma:emma>
          </inkml:annotationXML>
          <inkml:trace contextRef="#ctx0" brushRef="#br0">-670 1069 42 0,'-16'7'326'0,"-2"-3"-30"0,18-4-14 15,-11 6-5-15,11-6 9 0,0 0 10 0,0 0 4 16,0 0 2-16,70-17-16 0,-17 6-18 0,26-11-24 16,4-2-15-16,4-2-19 0,6-1-18 0,5 1-18 15,33-14-18-15,-44 16-17 0,4-2-13 0,4 0-14 0,-3 2-16 16,-6 3-4-16,-2-3-23 0,-7 3-32 15,-24 9-36-15,1-3-46 0,-7 2-20 0,1 0-23 16,-19 7-28-16,6-1-35 0,-13 2-42 0,-1 2-47 0,-6-1-48 16,-15 4-67-16,0 0-195 0,29 6-596 0,-29-6 265 15</inkml:trace>
          <inkml:trace contextRef="#ctx0" brushRef="#br0" timeOffset="-234.3578">506 107 304 0,'0'0'352'0,"1"-26"6"0,-1 15-2 16,0-2 25-16,0 13 7 0,0-20 12 0,0 9-3 0,0 11-12 15,0 0-12-15,0-16-27 0,0 16-24 0,0 0-25 16,-6-11-25-16,6 11-17 0,0 0-4 0,0 0-14 16,-29 42-4-16,14-13-7 0,-1 11-4 0,-6 7-20 15,-2 1-11-15,-5 23-15 0,0-6-11 0,0 2-16 16,-3 0-2-16,0 0-11 0,10-1-13 0,-1-14-10 16,2 1-11-16,-6 14-9 0,6-19-7 0,0-2-14 15,5 4-6-15,2-8-51 0,-1 4-15 0,6-6 0 16,-2-12 0-16,1-1 0 0,-1-2 0 0,4-5 0 15,6-2 0-15,-6-2 0 0,6-2 0 0,-1-3 0 16,2-11 0-16,-3 15 0 0,3-15 0 0,-2 11 0 16,2-11 0-16,0 0 0 0,0 0 0 0,23-38 0 15,-17 10 0-15,9-12 0 0,-1-11 0 0,2-17 0 16,3-10 0-16,0 2 0 0,-2-8 0 0,3 7 0 16,1 3 0-16,-5-2 0 0,5 8 0 0,-5 20 0 15,5 4 0-15,0-5 0 0,0 3 0 0,-2 4 0 0,-1 5 0 16,1 2 0-16,-3 14 0 0,-2-5 0 0,4 6 0 15,-4 7 0-15,1-3 0 0,-1 6 0 16,2 1 0-16,-1 3 0 0,-15 6 0 0,35 6 0 0,-19 5 0 16,5 8 0-16,5 14 0 0,-5 5 0 0,-2 2 0 15,5-1 0-15,-5 10 0 0,0 1 0 0,-4 4 0 16,-1 23 0-16,6-8 0 0,-4 2 0 0,-2-2 0 16,-8-16 0-16,7-1 0 0,-3 5 0 0,1-3 0 15,-1-6 0-15,-2 3 0 0,-2-5 0 0,2 1 0 16,0-5 0-16,-3-3 0 0,0-13 0 0,-4 2 0 15,1-1 0-15,3-8 0 0,-5 0 0 0,-5-5 0 16,7-2 0-16,-2 2 0 0,0-14 0 0,-8 19-191 0,1-14-139 16,7-5-34-16,0 0-16 0,-30 0-31 0,30 0-51 15,-45-20-71-15,5-1-387 0,3-9-997 16,-7-1 440-16</inkml:trace>
          <inkml:trace contextRef="#ctx0" brushRef="#br0" timeOffset="453.1083">1006 709 300 0,'0'0'401'0,"0"0"-10"0,0 0-9 0,0 0 13 15,0 0 4-15,0 0-7 0,0 0-9 0,0 0-18 16,0 0-21-16,-16 30-25 0,16-30-18 0,-10 25-13 16,9-10-13-16,1-1-21 0,-3 5-19 0,-1-2-13 15,8 1-23-15,-8 4-15 0,9-5-19 0,-5 0-13 16,2 6-6-16,-1-4-22 0,4 2-12 0,2 4-6 0,1-4-22 15,0 5-3-15,3-12-11 0,-1-1-7 16,-4 0-4-16,7-1-1 0,0 0-12 0,1-7-6 0,-3 1-4 16,2 2 0-16,3-6-7 0,-16-2-3 0,29 0-1 15,-29 0 0-15,27-13 0 0,-12 5-7 16,4-4 2-16,4-5-8 0,-1-2 1 0,-8-4-1 16,1 2-2-16,-1-5 1 0,1-1-1 0,-2 0-1 0,1 0 6 15,-3 1-13-15,-1-3 4 0,3 6 0 0,-7-3-3 16,-1 3 3-16,0 5-1 0,0 1 1 15,-2 3 2-15,-2-1-1 0,4 8 6 0,-5 7-9 0,0-16 0 16,0 16-1-16,0 0-3 0,0-14 3 0,0 14-3 16,0 0 0-16,0 0-6 0,0 0 1 0,-6 37 5 15,3-18 7-15,-1 7-12 0,8 0 0 0,-4 1-1 16,3 0 3-16,-3 1-2 0,6 0-12 0,2-1-25 16,-1-1-20-16,4 0-27 0,0 0-28 0,2-4-33 15,1 0-36-15,2-7-62 0,-1-4-30 0,2-1-32 16,0-2-41-16,3 1-49 0,1-9-55 0,-5 0-380 15,-16 0-906-15,37-14 401 0</inkml:trace>
          <inkml:trace contextRef="#ctx0" brushRef="#br0" timeOffset="1046.8036">1815 882 59 0,'17'-24'231'0,"-7"0"64"15,3 0-10-15,-5-2-12 0,0 0 3 0,-2 7-2 16,1 0 18-16,-1 0 17 0,-4 4 15 0,3-3 21 16,-5 3-2-16,0-3-4 0,0 6-11 0,0 12-10 15,-5-15-17-15,5 15-17 0,-8-16-25 0,8 16-24 16,-12-5-25-16,12 5-18 0,0 0-18 0,0 0-14 15,-38 10-13-15,24 1-14 0,-3 1-8 0,3 2-9 16,-4 5-16-16,7-5-8 0,-3 6-8 0,-2 2-10 16,6 3-1-16,2-1-11 0,0-6-6 0,3 1-4 15,2 3-11-15,0-10-4 0,3 10 7 0,5-3-15 16,-2-7-2-16,6 6 12 0,1-6-17 0,3 2 0 16,0-6 5-16,-2 3-15 0,7-6 2 0,-18-5 4 0,30 0-4 15,-30 0-9-15,37-9 5 0,-18 1-2 16,-1-1-4-16,6-8 5 0,-6 3-8 0,2-5 5 15,-3-4 3-15,0 4-2 0,-6-3-6 0,4-1 2 0,-4 8-2 16,-3 0 3-16,-2-3-2 0,1 6 8 0,-4-2 0 16,0 2 5-16,-3 12 3 0,7-14 2 15,-7 14-10-15,3-7-1 0,-3 7-4 0,0 0 4 0,0 0 4 16,0 0 0-16,-6 47 7 0,4-9-3 0,-3 7 1 16,4 0 26-16,-1 7 15 0,4 24 14 0,-2-1 6 15,1 11 8-15,2 4-61 0,-1 1-26 0,3 1 0 16,-2 39 0-16,-1-5 0 0,2-40 0 0,1 3 0 15,-2 7 0-15,-3-4 0 0,0-4 0 0,-1 4 0 16,-4-1 0-16,3-6 0 0,-6-9 0 0,-3-4 0 16,-3-1 0-16,2-21 0 0,-5 4 0 0,1-2 0 15,-8 1 0-15,-2-7 0 0,2-2 0 0,-10-2 0 16,4-3 0-16,-4-4 0 0,-1-1 0 0,0-3 0 0,-1-8 0 16,1-2 0-16,6-12 0 0,-1 6 0 0,-3-8 0 15,3 0 0-15,-4-7-93 0,4-6 0 0,1 1 3 16,-2-7-1-16,-7-9 1 0,14 1 13 0,-3-12-1 15,-2-2 10-15,6-11 7 0,4-5 5 0,-2-25 5 16,12-7 7-16,2-50-1 0,1-6 5 0,12-5 5 16,13-4 3-16,12-22 7 0,9 1 16 0,11 10 33 15,5 3 53-15,18 17 38 0,-3 28-7 0,-15 37-2 16,3 4-30-16,4 0-21 0,3 4-58 0,-2 12-91 16,-6 1-132-16,-10 19-138 0,-5-1-162 0,-3 3-552 15,-1 8-1166-15,-10 5 516 0</inkml:trace>
          <inkml:trace contextRef="#ctx0" brushRef="#br0" timeOffset="3874.737">2254 772 95 0,'0'0'518'15,"-6"-12"0"-15,6 12-1 0,0 0-7 0,0 0-15 16,-8-9-39-16,8 9-39 0,0 0-45 0,0 0-35 15,0 0-36-15,0 0-23 0,0 0-20 0,0 0-11 16,0 0-15-16,-7 29-10 0,6-11-11 0,-4 1-15 16,5-4-15-16,-2 11-12 0,-2-2-15 0,4 5-13 0,-2-2-7 15,2-5-12-15,2 8-13 0,1-4-10 16,-2 1-14-16,3-1-7 0,0-5-8 0,1-5-4 0,3 3-10 16,-4 1-2-16,7-6 4 0,-2 0-3 0,4-1-22 15,0-3-2-15,3-1-3 0,3-3 1 16,-1-2-3-16,3-3 1 0,-21-1 3 0,37-11-8 0,-10-1-4 15,-6-3-7-15,3-4-2 0,-3-2 7 0,-2-4-16 16,-3-1 9-16,-3 1-2 0,-5-6 2 0,6-6-13 16,-7 14 11-16,-6-8 0 0,-1 3-5 0,-1 2 2 15,1-2 4-15,-3 4-3 0,-1 7 9 0,1-1 6 16,-3 2-8-16,3 5-12 0,3 11 0 0,-4-19 0 16,0 11 0-16,4 8 0 0,-4-11 0 0,4 11 0 15,0 0 0-15,0 0 0 0,0 0 0 0,0 0 0 16,-6 35 0-16,6-18 0 0,-2 0 0 0,6 5 0 0,-4 4 0 15,6 0 0-15,-4 2 0 0,4-3 0 16,0 2 0-16,-1 0 0 0,2-1 0 0,-3-10 0 16,3 1 0-16,-1-1 0 0,5-2 0 0,-3-1 0 0,2-4 0 15,-3-2 0-15,-7-7 0 0,25 5 0 0,-9-2 0 16,-16-3 0-16,36-7 0 0,-12-5 0 0,3-3 0 16,-1-2 0-16,-2 0 0 0,-2-6 0 0,-1 1 0 15,0-1-23-15,0-3-25 0,-5 4 14 0,-2-3 2 16,-1 3 3-16,0-1 9 0,-4 7 0 0,-2 0 2 15,1 2 4-15,-3-3 14 0,-2 7 4 0,2 0 7 16,-5 10 9-16,6-16-6 0,-6 16 3 0,3-11-10 16,-3 11-1-16,0 0 6 0,0 0 13 0,0 0 14 0,0 0-13 15,0 0 10-15,29 37-15 0,-22-19-21 16,4-1 0-16,-2 9 0 0,3 0 0 0,-9 2 0 16,3-2 0-16,1 3 0 0,-1 9 0 0,-4-10 0 0,3-2 0 15,-9 0 0-15,3-2 0 0,1 3 0 0,-2-4 0 16,-3-9 0-16,4 5 0 0,-4-1 0 0,3-3 0 15,1-3 0-15,1-12 0 0,-7 14 0 0,7-14 0 16,-1 12 0-16,1-12 0 0,0 0 0 0,0 0 0 16,0 0 0-16,0 0 0 0,0 0 0 0,3-49 0 15,2 32 0-15,-2-9 0 0,7 0 0 0,-2-1 0 16,-2-1 0-16,2-3 0 0,2 3 0 0,4-6 0 0,-1 4 0 16,-3 1 0-16,2 1 0 0,3 1 0 15,-2 2 0-15,1-1 0 0,-1 3 0 0,-3 7 0 16,6-6 0-16,-4 6 0 0,-4 2 0 0,7 2 0 0,-2 3 0 15,-2 4 0-15,-11 5 0 0,21-1 0 0,-21 1 0 16,0 0 0-16,38 13 0 0,-23-1 0 0,-4-2 0 16,5 12 0-16,-6-6 0 0,1 9 0 0,0-2 0 15,0 4 0-15,-3-1 0 0,0 5 0 0,0 2 0 16,-1-6 0-16,-4 2 0 0,0 1 0 0,4-2 0 16,-7 0 0-16,1-4 0 0,2-5 0 0,-6-4 0 15,3 2 0-15,0-6 0 0,0 1 0 0,0-12 0 16,0 19 0-16,0-19 0 0,5 11 0 0,-5-11 0 0,0 0 0 15,0 0 0-15,0 0 0 0,0 0 0 16,15-42 0-16,-12 26 0 0,2-9 0 0,1-1 0 16,-1-2 0-16,-2-8 0 0,3 6 0 0,1-1-15 0,-4 3 4 15,3-3 3-15,-1 2 4 0,3-2-9 0,0 3 10 16,0 0 0-16,5 2 14 0,2-1 7 0,-1 5 10 16,0-2-28-16,1 10 0 0,-1-1 0 0,4 4 0 15,-2-1 0-15,-1 5 0 0,-1 5 0 0,-14 2 0 16,29 2 0-16,-10 3 0 0,-4 9 0 0,-4 1 0 15,3 9 0-15,-1 4 0 0,-2-2 0 0,-1 4 0 16,-2-3 0-16,-2 10 0 0,6 2 0 0,-9-11 0 16,3 3 0-16,-4-4 0 0,4-2 0 0,1-2 0 0,-3-1 0 15,0-5 0-15,2 2 0 0,2-6 0 16,-2 2 0-16,6-3 0 0,-1-1 0 0,-3-7 0 0,3 3 0 16,5-3 0-16,-16-4 0 0,32-4 0 0,-32 4 0 15,26-14 0-15,1 6 0 0,-1-4 0 0,-4 1 0 16,-6-3 0-16,5-2 0 0,0-4 0 0,-5 1 0 15,-3-3 0-15,1 1 0 0,1-3 0 0,-1-1 0 16,-1 3 0-16,-3-2 0 0,-2 1 0 0,1 4 0 16,-5-2 0-16,2 6 0 0,-4-4 0 0,1 2 0 15,0 1 0-15,-3-1 0 0,0 3 0 0,0 0 0 16,-6 2 0-16,6 12 0 0,-7-15 0 0,7 15 0 0,-16-11 0 16,16 11 0-16,0 0 0 0,-27 5 0 15,27-5 0-15,-22 17 0 0,12-5 0 0,-1 6 0 16,1-4 0-16,-4 10 0 0,7 2 0 0,1 2 0 0,-1 0 0 15,7-1 0-15,-1 0 0 0,1 2 0 0,1-2 0 16,6 0 0-16,-1-2 0 0,1-8 0 0,2 0 0 16,2-2 0-16,-1 0 0 0,5-2 0 0,-1-4 0 15,5-2 0-15,-1-5 0 0,1-2 0 0,-19 0 0 16,50-9 0-16,-23-5 0 0,-3 2 0 0,3-3 0 16,-4-1 0-16,-1-5 0 0,2 2 0 0,-1 0 0 15,-7-1 0-15,-2 6-15 0,1-11-10 0,-1 5 8 16,-1 6-5-16,-5 0 2 0,0-3 11 0,-1 5 11 0,1-2 2 15,-5 6 9-15,-3 8-1 0,8-11 14 16,-8 11-5-16,6-11-4 0,-6 11-4 0,0 0-13 16,0 0 0-16,0 0 0 0,0 0 0 0,0 0 0 0,39 25 0 15,-33-12 0-15,2 1 0 0,-1 4 0 0,-1-1 0 16,0 2 0-16,2 3 0 0,-6 3 0 0,4-2 0 16,-6-1 0-16,2 1 0 0,-2-1 0 0,-2 0 0 15,4-5 0-15,-4 1 0 0,2-3 0 0,0 0 0 16,0-15 0-16,0 19 0 0,0-19 0 0,0 11 0 15,0-11 0-15,0 0 0 0,0 12 0 0,0-12 0 16,0 0 0-16,0 0 0 0,0 0 0 0,13-35 0 16,-6 20 0-16,-4-4 0 0,2-2 0 0,1-2 0 0,2 0 0 15,-5-2 0-15,7-1 0 0,-2 1 0 16,2 0 0-16,1 3 0 0,-3 5 0 0,0-4 0 0,0 9 0 16,3-3 0-16,-1 2 0 0,-2 3 0 0,5-2 0 15,-5 6 0-15,5-1 0 0,-13 7 0 0,22-8 0 16,-9 4 0-16,-13 4 0 0,0 0 0 0,0 0 0 15,45 12 0-15,-34-5 0 0,-1 1 0 0,-1 2 0 16,4 0 0-16,-2 0 0 0,-1 1 0 0,-2-1 0 16,-2-3 0-16,-6-7 0 0,16 13 0 0,-6-5 0 15,-10-8 0-15,10 8 0 0,-10-8 0 0,14 10 0 16,-14-10 0-16,19 0 0 0,-19 0 0 0,0 0 0 0,26-16 0 16,-13 0 0-16,1-5 0 0,6-3 0 15,0-9 0-15,-5-7 0 0,2 3 0 0,1-13 0 16,-7-1 0-16,5-21 0 0,-6-3 0 0,-2-4 0 0,-8 4 0 15,0 1 0-15,-3 17 0 0,-8-19 0 0,1 24 0 16,-1-1 0-16,3 5 0 0,-2-2 0 0,-8 10 0 16,7-2 0-16,0 15 0 0,-2-2 0 0,7 6 0 15,-4 5 0-15,5 3 0 0,0 3 0 0,2 0 0 16,3 12 0-16,-8-14 0 0,8 14 0 0,-6-7 0 16,6 7 0-16,0 0 0 0,0 0 0 0,-7 38 0 15,6-12 0-15,1 7 0 0,1 12 0 0,6 0 0 16,-1 12 0-16,2 17 0 0,7-2 0 0,-9 3 0 15,2-1 0-15,3-3 0 0,-3-13 0 0,7 17 0 16,-1 0 0-16,-4-20 0 0,3-4 0 0,-2 1 0 16,0-1 0-16,-1-5 0 0,-1-5 0 0,1-1 0 15,-3-12 0-15,1-2 0 0,-2-2 0 0,0-3 0 0,2-7 0 16,2 3 0-16,-5-9 0 0,4 2 0 0,1 0 0 16,3-1 0-16,-3-3 0 0,-10-6 0 0,28 5 0 15,-10-1 0-15,-18-4 0 0,26-4 0 0,-26 4 0 16,29-3 0-16,-15-1 0 0,5-1 0 0,-4-2 0 15,-1-1 0-15,1 1 0 0,-1-5 0 0,2 1 0 16,2-3 0-16,-4 0 0 0,2-6 0 0,0-6 0 16,2 3 0-16,-8-4 0 0,4 1 0 0,-8 1 0 15,2-3 0-15,-3-1 0 0,2 3 0 0,-1-1 0 16,-3 8 0-16,-3 1 0 0,4 0 0 0,-1-5 0 16,-3 6 0-16,0 3 0 0,0 3 0 0,0 11 0 15,-2-18 0-15,2 18 0 0,2-11 0 0,-2 11 0 0,0 0 0 16,0 0 0-16,0 0 0 0,0 0 0 0,0 0 0 15,-31 26 0-15,23-12 0 0,2 2 0 16,-1 3 0-16,3 0 0 0,-3 7 0 0,4-4 0 0,1 4 0 16,2-3 0-16,2 3 0 0,0-9 0 0,4 0 0 15,2 2 0-15,0-2 0 0,5 3 0 0,0-4 0 16,1-5 0-16,1-1 0 0,1 1 0 0,0-6 0 16,3-5 0-16,0 0 0 0,-19 0 0 0,39-5 0 15,-14-8 0-15,-2 1 0 0,-1-4-60 0,4 0-99 16,-2-3 15-16,0-1 11 0,2 1 15 0,-4-1 8 15,1-2 14-15,-3-3 9 0,1 6 14 0,-5-1 2 16,2 1 11-16,-4 6 11 0,-4 1 9 0,-2 4 22 16,3-3 22-16,-11 11 19 0,10-14 23 0,-5 8-5 0,-5 6 6 15,6-11 7-15,-6 11 16 0,0 0-3 16,0 0 8-16,0 0 9 0,0 0 6 0,0 0-3 16,0 0 9-16,-25 40 5 0,15-26 3 0,-1 1 4 0,-1 6-2 15,1 2-91-15,-2-3-15 0,4 2 0 0,-1 3 0 16,1-1 0-16,0-2 0 0,3 1 0 0,4-1 0 15,-1-3 0-15,3 2 0 0,0-5 0 0,2-1 0 16,1 0 0-16,3-2 0 0,3 1 0 0,0-6 0 16,1-1 0-16,-10-7 0 0,21 4 0 0,-21-4 0 15,33-4 0-15,-15-1 0 0,-4-3 0 0,6-5 0 16,2-2 0-16,-3-4 0 0,-3-8 0 0,7-10 0 16,-9-1 0-16,2-7 0 0,0-4 0 0,2-25 0 15,1-2 0-15,-3 2 0 0,-4-6-36 0,-4-4-36 16,1-4-4-16,-12 3 9 0,3-4 10 0,-10 6 6 15,2 9 6-15,5-1 16 0,-8 30 22 0,5 0 32 0,-3 7 20 16,3 12 16-16,4 7 9 0,-2 4 0 0,2 3-3 16,-1 3-14-16,3 9-6 0,0 0-45 0,0 0-2 15,0 0 0-15,-40 45 0 0,32-16 0 0,1 11 0 16,1 11 0-16,3 3 0 0,-1 20 0 0,9-19 0 16,3 19 0-16,2 0 0 0,-4-19 0 0,6 19 0 15,-9-17 0-15,6-3 0 0,-5 0 0 0,0-1 0 16,0-7 0-16,-1-1 0 0,-6-5 0 0,1-9 0 15,2-1-116-15,-5-8-169 0,4 1-44 0,-6-8-34 16,1 3-28-16,-2-5-37 0,-2 1-29 0,5-6-21 16,5-8-56-16,-21 10-268 0,21-10-868 0,-24-3 383 15</inkml:trace>
          <inkml:trace contextRef="#ctx0" brushRef="#br0" timeOffset="4140.363">4669 322 323 0,'-55'8'417'0,"2"3"19"0,12-2 15 0,15-3 9 16,2-3-3-16,8-1-23 0,16-2-40 0,-21 2-16 15,21-2 8-15,0 0-29 0,0 0-13 0,90-19-20 16,-15 3-23-16,22-6-14 0,2-3-8 0,50-7 3 16,-12-8-13-16,-3 2-12 0,-34 16-10 0,33-15-23 15,-42 14-23-15,1 0-23 0,-5 5-21 0,-4-4-21 16,-24 14-23-16,-1-3-36 0,-3 0-55 0,-4-2-26 15,-8 6-47-15,-9 0-29 0,-7 1-19 0,-9 1-19 16,3 1-22-16,-21 4-23 0,21-3-27 0,-21 3-44 0,0 0-28 16,20 0-23-16,-20 0-15 0,0 0-26 15,0 0-33-15,0 0-46 0,0 0-85 0,0 0-292 16,-48 25-845-16,31-24 375 0</inkml:trace>
        </inkml:traceGroup>
        <inkml:traceGroup>
          <inkml:annotationXML>
            <emma:emma xmlns:emma="http://www.w3.org/2003/04/emma" version="1.0">
              <emma:interpretation id="{24F486F4-D559-4718-A54D-DF649D1DEA5A}" emma:medium="tactile" emma:mode="ink">
                <msink:context xmlns:msink="http://schemas.microsoft.com/ink/2010/main" type="inkWord" rotatedBoundingBox="9649,484 13595,228 13673,1441 9728,1697"/>
              </emma:interpretation>
              <emma:one-of disjunction-type="recognition" id="oneOf1">
                <emma:interpretation id="interp1" emma:lang="" emma:confidence="1">
                  <emma:literal/>
                </emma:interpretation>
              </emma:one-of>
            </emma:emma>
          </inkml:annotationXML>
          <inkml:trace contextRef="#ctx0" brushRef="#br0" timeOffset="9702.7252">8665 202 268 0,'-53'-5'317'0,"4"3"-13"0,1 1-8 16,15 1 3-16,1 0-7 0,5 0 4 0,11 0-3 15,16 0-9-15,-24 0-21 0,24 0-14 0,0 0-14 16,0 0 3-16,0 0 1 0,0 0 7 0,0 0-6 16,47-25-15-16,1 13-12 0,1 0-21 0,8-2-16 15,20-7 1-15,3 0-7 0,-3-3-9 0,5 0-19 16,3 1-8-16,0 1-13 0,-13-1-15 0,6 7-15 16,-21 4-8-16,5 3-24 0,-4-2-32 0,-7-1-39 0,1 8-40 15,-4-4-53-15,-5 5-44 0,-8-4-45 0,-6 7-48 16,-6-1-42-16,-6 1-62 0,-17 0-47 15,29 9-384-15,-19-7-841 0,-10-2 372 0</inkml:trace>
          <inkml:trace contextRef="#ctx0" brushRef="#br0" timeOffset="9499.6403">8792 562 45 0,'13'-13'342'0,"0"-2"-13"16,-5 6-2-16,0 0 1 0,-8 9 15 0,8-15 19 16,0 9 3-16,-8 6-14 0,0 0-13 0,3-15-39 0,-3 15-23 15,0 0-23-15,0 0-13 0,0 0 1 16,0 0-6-16,0 0-2 0,-67 22-15 0,52-10-16 15,-1-1-13-15,-5 6-11 0,1 0-11 0,5-5-16 0,-4 9-7 16,4 0-22-16,7-7-12 0,-1 3-10 0,4 2-10 16,-3-2-9-16,8 0-8 0,0-1-8 0,6 3-7 15,1-5-4-15,-1 1 3 0,4 0-18 0,1-4 0 16,0 1-5-16,2 1-3 0,2-4-5 0,-4-5-4 16,-11-4 14-16,24 4-15 0,-24-4-5 0,22 0-2 15,-22 0 2-15,26-8 2 0,-16-1-7 0,2-2-3 16,1-3 1-16,-3 0 3 0,3-1-4 0,-4-2-1 15,-2 3 3-15,4-4 1 0,-6 2-5 0,1-2 1 16,1-1-1-16,-1 5 3 0,-1 2 0 0,3 0 1 16,-7 2 9-16,-1 10 1 0,2-14 6 0,-2 14-11 15,0-14-6-15,0 14 1 0,0 0-3 0,3-12-4 16,-3 12 2-16,0 0 3 0,0 0-1 0,0 0-2 16,0 0 3-16,0 0-6 0,-5 40-2 0,7-25-2 15,4 3 4-15,-1-3-6 0,3 3 6 0,0-3 1 16,0 2-3-16,4-3 0 0,8 4 5 0,-5-5-6 15,-4-3-3-15,4 1 5 0,-1-4-1 0,4-3-4 0,-18-4 7 16,32 1-2-16,-32-1-3 0,35-12 6 16,-17 0-10-16,-1 3 11 0,4-15 10 0,0 3-17 15,2-17 1-15,2 5 4 0,-2-6 0 0,-3-4-1 0,-2-4-4 16,-2-3 1-16,3-19-1 0,-6 17 3 0,2-19 3 16,-9 1-4-16,-4 18 4 0,-2-5-2 0,-2 3-1 15,-4 4-2-15,-2 1 1 0,-2 3 6 0,-1 2 3 16,-4 8 7-16,3 11 6 0,4 7-1 0,1 3-1 15,1 3 0-15,1 1 1 0,2 3-7 0,3 8-4 16,0 0-2-16,-18-4-2 0,18 4 2 0,0 0-3 16,-13 45-2-16,8-21 9 0,9 19-2 0,-3-3-4 15,7 7-1-15,0 4 4 0,7 1-6 0,2 18 2 16,-2-17-7-16,6 18-1 0,-7-18 7 16,-3 1-3-16,7-2 2 0,0 1-1 0,-4 1-2 15,0-6-16-15,-1-3-2 0,2-2-12 0,-1-6-12 16,-6-10-18-16,-1-9-13 0,-3 1-15 0,0-4-10 15,2-4-10-15,-4-1-9 0,-2-10-21 0,4 13-48 0,-4-13-46 16,0 0-35-16,0 0-22 0,0 0-20 0,-36-26-16 16,16 10-27-16,-2-4-22 0,-5-16-57 0,-31-11-281 15,19 6-769-15,-15-17 341 0</inkml:trace>
          <inkml:trace contextRef="#ctx0" brushRef="#br0" timeOffset="8815.8061">7395 533 44 0,'0'0'402'0,"0"0"-23"16,-18 1-30-16,18-1-25 0,0 0-20 0,0 0-14 16,-11 8 21-16,11-8-12 0,-2 16-6 0,2-16-20 15,5 13-8-15,-2 3-14 0,-1-2-13 0,3 1-9 16,-4 5-11-16,2 5-17 0,1-5-16 0,-4 0-17 15,0 6-14-15,-2 0-12 0,-3 0-10 0,-1-2-16 16,-2 2-8-16,5 0-5 0,-4-2-13 0,-1-5-11 16,3-5-4-16,-3 1-7 0,0-1-4 0,0-3-3 15,3-3 6-15,5-8 2 0,-9 12 11 0,9-12 15 16,-10 12 6-16,10-12-9 0,0 0-11 0,0 0-8 16,0 0-3-16,-22-25-5 0,20 7-9 0,-3-4-9 0,9-4-12 15,-3-1 5-15,2-14 1 0,7 0-9 16,0 2 1-16,4 0-5 0,1 4 1 0,7-2-4 15,-1 0-10-15,0 6 4 0,-7 5 9 0,7 3-15 0,-2 4-1 16,2-3-8-16,-2 3 4 0,1 9 3 16,0-3-7-16,-3 6-1 0,0 1-3 0,-17 6 3 15,26 0-2-15,-26 0 0 0,27 10 0 0,-14 5 2 0,0-5 0 16,-4 13 4-16,6-1-6 0,-9 5 3 0,4 11 3 16,3-1-2-16,-7 4-5 0,-1 1 7 0,-3-1-4 15,2-3-4-15,-2 3 2 0,0-10-2 0,-4 1-1 16,4-5 3-16,-1-1 1 0,6-2-4 0,-7-6 2 15,3 1-2-15,-2-8 3 0,-1 0-7 0,0-11 7 16,2 15 1-16,-2-15 0 0,2 11-1 0,-2-11 4 16,0 0-3-16,0 0 12 0,33-31-10 0,-17 14 2 15,2-9-3-15,4-7 7 0,-1-3-6 0,7-4 1 16,-4 2 1-16,-2 0 0 0,4-3-3 0,-2-3 3 16,-3 5-5-16,1-1 0 0,1 5 2 0,-4 2 0 15,-3 6 0-15,-2 2 0 0,4 5 4 0,-5-1 0 16,-4 5 2-16,-1 5-13 0,1-1 10 0,-5 5-3 15,-4 7-3-15,8-14-8 0,-8 14 2 0,0 0 5 0,20 0-3 16,-20 0 1-16,17 21 2 0,-4 1 3 16,0 4-6-16,3 9 6 0,-2 2-10 0,1 1 7 15,-1 4 5-15,1-1-12 0,-4 0-12 0,-1 1-9 0,4-2-23 16,-3-2-17-16,-3-5-29 0,-1-6-37 0,-3-1-49 16,3-10-66-16,-1 2-53 0,1-2-47 0,-6-5-33 15,4-2-35-15,-5-9-54 0,0 0-337 0,0 0-876 16,0 0 388-16</inkml:trace>
          <inkml:trace contextRef="#ctx0" brushRef="#br0" timeOffset="10349.2677">9742 438 3088 0,'-7'30'147'0,"1"-4"-98"0,4-4 0 0,2 2 19 15,5 1-2-15,-3-5 12 0,4-4-3 0,2-1-7 16,7 3 1-16,4-3-3 0,3-1 4 0,1 2 6 0,3-6-16 15,-9-2-2-15,11 1-1 0,-12-3 15 0,4-2 0 16,-2 0 7-16,-2 1 9 0,-16-5 4 0,32 6 11 16,-32-6 5-16,19 0 12 0,-19 0 11 0,0 0 9 15,0 0 4-15,26-4 4 0,-26 4 6 0,0 0 1 16,18-8 11-16,-18 8-4 0,8-7 2 0,-8 7 3 16,8-13 4-16,-3 3 4 0,3-4-2 0,-4 0 9 15,3-3 8-15,1-7 2 0,-2-4 2 0,2-6 6 16,5-7-1-16,-3 0-93 0,4-5-106 0,-1-2 0 15,-5-1 0-15,0-3 0 0,-3 7 0 0,-3 3 0 16,-1 5 0-16,2 6 0 0,-3 5 0 0,-3 8 0 16,2 2 0-16,-1 2 0 0,-3 6 0 0,5 8 0 15,-10-16 0-15,10 16 0 0,-19-6 0 0,19 6 0 16,0 0 0-16,-37 15 0 0,25-2 0 0,-1 0 0 16,3 5 0-16,-1-1 0 0,3 2 0 0,1 3 0 15,6-4 0-15,6 8 0 0,1-4-77 0,-3-3-17 0,5-1 3 16,10 1 10-16,-4-4 4 0,4 2 4 0,0-3 8 15,6 1 11-15,-3 0 1 0,1 0 7 16,4-4 2-16,-2 2 5 0,1 0 7 0,-1 2 3 0,-7-3 4 16,0 2 0-16,-1-2 0 0,3 3 3 0,-7 0 3 15,2-4 8-15,4 4-2 0,-5-5-1 0,-2 3 2 16,3 0-1-16,-1-4 8 0,0 1-1 0,1-1 4 16,-6-1-2-16,-8-8 4 0,21 8-3 0,-13-2 3 15,-8-6 5-15,16 5 0 0,-16-5-5 0,0 0 6 16,0 0 4-16,24-14-1 0,-24 14 13 0,12-13 3 15,-9 4-5-15,-2-4 0 0,1 1-1 0,-2 12 0 16,6-26 13-16,-6 12-5 0,-1 2 2 0,1 12 5 16,-5-20-7-16,5 20 1 0,-6-14-7 0,6 14 13 15,-2-12-18-15,2 12-1 0,0 0-10 0,0 0 0 16,0 0-7-16,0 0 4 0,0 0 3 0,0 0-2 16,0 0 4-16,8 43-3 0,-8-25 3 0,6 0-5 15,1 7-8-15,-6 2-19 0,8-1-21 0,-3-2-33 0,0 1-49 16,-1-5-58-16,-5-4-71 0,3-1-63 0,-3-1-62 15,4-6-81-15,-4-8-84 0,0 0-314 16,0 0-931-16,0 0 413 0</inkml:trace>
          <inkml:trace contextRef="#ctx0" brushRef="#br0" timeOffset="10521.1505">10398 143 225 0,'-16'-9'397'16,"16"9"-28"-16,-8-10-32 0,8 10-22 0,0 0-22 15,0 0-30-15,0 0-27 0,0 0-28 0,0 0-19 16,0 0-20-16,35-7-31 0,-35 7-13 0,32 0-62 16,-32 0-40-16,29 0-46 0,-29 0-58 0,34 0-68 15,-18-5-75-15,-16 5-256 0,21-2-518 0,-21 2 230 0</inkml:trace>
          <inkml:trace contextRef="#ctx0" brushRef="#br0" timeOffset="10974.2545">10839 60 101 0,'23'7'349'0,"-23"-7"-3"0,14 14-14 0,-1-6-11 16,-5 0-8-16,3 5-3 0,1 1-23 0,0 1-14 15,4 8-8-15,-3-1-14 0,2 6-13 0,-1-4-18 0,1 1-18 16,-4 2-15-16,0-1-16 0,2 4-16 0,-2 1-17 16,-6-4-10-16,5 2-9 0,-7 12-10 0,2-14-11 15,-5 1-7-15,-4 3-9 0,3-4-7 0,1-1-7 16,-7-1-4-16,-1-6-10 0,2 0-2 0,-2-3-3 15,-2 3-7-15,4-3-3 0,-5-3-2 0,1 0-3 16,2-6-1-16,-3-1-4 0,11-6-9 0,-18 9 13 16,18-9 14-16,0 0 5 0,0 0 19 0,0 0 2 15,-34-15-3-15,30 5-4 0,0-4 3 0,4-4-6 16,2 1-5-16,4-8-3 0,2-3-10 0,0-2-1 16,13-6-6-16,-6-1-3 0,4 0 3 0,-1-1-8 15,1-2 4-15,3 1 4 0,-2-2 8 0,-3 0 8 16,-1 14-3-16,-1-11 5 0,-6 12 3 0,-2-2 5 0,-1 5 3 15,1 4 4-15,-4 4 9 0,2 1 4 16,-4 4-6-16,-1-4 4 0,0 14 0 0,2-15-7 16,-2 15-4-16,3-11-15 0,-3 11-9 0,0 0-4 0,0 0-10 15,0 0 2-15,0 0-4 0,-40 40-3 0,30-16-11 16,-3 13 9-16,1-1-1 0,-1 2-3 0,5-11-12 16,0 18 3-16,1 0-7 0,6-3-12 0,-1-1-8 15,2 0-23-15,-3-1-26 0,9-9-43 0,1 9-36 16,-1-11-62-16,2 1-72 0,3-3-69 0,-1-1-73 15,4-1-89-15,-6-10-483 0,13 3-1071 0,-6-3 474 16</inkml:trace>
        </inkml:traceGroup>
        <inkml:traceGroup>
          <inkml:annotationXML>
            <emma:emma xmlns:emma="http://www.w3.org/2003/04/emma" version="1.0">
              <emma:interpretation id="{7A9B9C81-1C48-4813-8B1F-AD3C8689B83D}" emma:medium="tactile" emma:mode="ink">
                <msink:context xmlns:msink="http://schemas.microsoft.com/ink/2010/main" type="inkWord" rotatedBoundingBox="14791,484 15603,431 15666,1393 14854,1446"/>
              </emma:interpretation>
              <emma:one-of disjunction-type="recognition" id="oneOf2">
                <emma:interpretation id="interp2" emma:lang="" emma:confidence="0.5">
                  <emma:literal>,</emma:literal>
                </emma:interpretation>
                <emma:interpretation id="interp3" emma:lang="" emma:confidence="0">
                  <emma:literal>O</emma:literal>
                </emma:interpretation>
                <emma:interpretation id="interp4" emma:lang="" emma:confidence="0">
                  <emma:literal>o</emma:literal>
                </emma:interpretation>
                <emma:interpretation id="interp5" emma:lang="" emma:confidence="0">
                  <emma:literal>@</emma:literal>
                </emma:interpretation>
                <emma:interpretation id="interp6" emma:lang="" emma:confidence="0">
                  <emma:literal>°</emma:literal>
                </emma:interpretation>
              </emma:one-of>
            </emma:emma>
          </inkml:annotationXML>
          <inkml:trace contextRef="#ctx0" brushRef="#br0" timeOffset="11879.0731">12431 41 309 0,'-13'-12'329'16,"5"-2"-16"-16,2 6-17 0,-2 0-15 0,8 8-13 16,-10-8-7-16,10 8 3 0,0 0-1 0,0 0 10 0,0 0 8 15,0 0-4-15,0 0-6 0,-11 30 0 0,15-18 6 16,0 5 7-16,-4-17-8 0,13 24-9 0,-5-9-22 15,6-2-21-15,-6 2-13 0,5-1-17 0,1-6-9 16,1 3-10-16,-1 3-19 0,4-7-7 0,-4-3-6 16,4 4-16-16,-4-6-12 0,-14-2-2 0,36-2-24 15,-36 2 13-15,32-5-24 0,-16-1-7 0,0-1-9 16,-3-1-8-16,-1-3-2 0,-2 3-5 0,1-10-9 16,-6 5 3-16,2-5-5 0,-7 1-19 0,0-3-3 15,0-6-9-15,-8 2-4 0,1-2-12 0,-6 3-5 16,2 2-14-16,0 2-10 0,-5 0-7 0,3 7-33 15,-3 4-25-15,-10-6-25 0,9 5-30 0,-3 3-43 16,-1 0-40-16,-4 4-53 0,-1 6-41 0,-1 1-72 16,6 2-92-16,-9-2-366 0,9 2-938 0,5 0 416 15</inkml:trace>
          <inkml:trace contextRef="#ctx0" brushRef="#br0" timeOffset="11582.2489">12509 449 4070 0,'7'-7'310'0,"-7"7"-219"16,6-18-33-16,-6 18 30 0,2-16 48 0,-2 16 32 16,0 0 7-16,-8-18-12 0,8 18-13 0,-8-7-11 15,8 7-17-15,0 0-9 0,0 0-7 0,0 0-5 16,0 0-3-16,0 0 1 0,-34 19-3 0,29-5 4 16,-3 0-7-16,0 3-6 0,0 0-8 0,-1 7-9 15,-1 1-5-15,2-2-10 0,2 3-3 0,-1 3-2 16,2-4-4-16,1 3-10 0,4-4-2 0,0-2-3 15,0-3-6-15,0-1 1 0,8 0-1 0,-2-3-6 0,0 1-2 16,4-6-1-16,4-1 0 0,1-2-5 16,4-6-6-16,4-1-2 15,-23 0-4-15,46-5 9 0,-20-7-16 0,1 2-3 0,2-1 4 0,-2-3-10 16,0-5 0-16,6-5 4 0,-9 3 3 0,0 1-1 16,-2-3 2-16,5-6 1 0,-6 6 1 0,0-1 14 15,0 2 12-15,0 1 23 0,-3-2 23 0,4 1 22 0,2 6 2 16,-1-1 12-16,-3 0 12 0,-4 8-2 0,4-1-6 15,-4 4-23-15,3 2 2 0,-1 4-8 16,-18 0-8-16,0 0-59 0,43 8-9 0,-30 3 0 0,1-3 0 16,-1 6 0-16,-3-2 0 0,-4 7 0 0,0 6 0 15,-4-7 0-15,1 6 0 0,-6 4 0 0,-11-4 0 16,6 2 0-16,-7-2 0 0,-1-3-20 0,-5-3-142 16,-4 1-38-16,-1-3-46 0,-1 0-42 0,-2-9-33 15,-5-4-25-15,0 0-33 0,-10-10-38 0,2 0-35 16,11-9-39-16,-10 0-321 0,4-9-879 0,3-5 389 15</inkml:trace>
        </inkml:traceGroup>
      </inkml:traceGroup>
    </inkml:traceGroup>
    <inkml:traceGroup>
      <inkml:annotationXML>
        <emma:emma xmlns:emma="http://www.w3.org/2003/04/emma" version="1.0">
          <emma:interpretation id="{D77D82E2-232F-4D80-8017-991B9B0D2517}" emma:medium="tactile" emma:mode="ink">
            <msink:context xmlns:msink="http://schemas.microsoft.com/ink/2010/main" type="paragraph" rotatedBoundingBox="5429,2622 10819,2628 10817,4559 5427,4554" alignmentLevel="2"/>
          </emma:interpretation>
        </emma:emma>
      </inkml:annotationXML>
      <inkml:traceGroup>
        <inkml:annotationXML>
          <emma:emma xmlns:emma="http://www.w3.org/2003/04/emma" version="1.0">
            <emma:interpretation id="{0C03D7BC-A6D0-4BFA-B3F0-D1531D0DBE02}" emma:medium="tactile" emma:mode="ink">
              <msink:context xmlns:msink="http://schemas.microsoft.com/ink/2010/main" type="line" rotatedBoundingBox="5429,2622 10819,2628 10817,4559 5427,4554"/>
            </emma:interpretation>
          </emma:emma>
        </inkml:annotationXML>
        <inkml:traceGroup>
          <inkml:annotationXML>
            <emma:emma xmlns:emma="http://www.w3.org/2003/04/emma" version="1.0">
              <emma:interpretation id="{1BCE2781-8886-470F-884F-3C253AC43D96}" emma:medium="tactile" emma:mode="ink">
                <msink:context xmlns:msink="http://schemas.microsoft.com/ink/2010/main" type="inkWord" rotatedBoundingBox="5429,2622 10819,2628 10817,4559 5427,4554"/>
              </emma:interpretation>
              <emma:one-of disjunction-type="recognition" id="oneOf3">
                <emma:interpretation id="interp7" emma:lang="" emma:confidence="1">
                  <emma:literal/>
                </emma:interpretation>
              </emma:one-of>
            </emma:emma>
          </inkml:annotationXML>
          <inkml:trace contextRef="#ctx0" brushRef="#br0" timeOffset="14406.836">5781 2476 85 0,'0'0'338'15,"13"27"-7"-15,-13-27 1 0,-2 18-11 0,2-18-6 0,2 19 17 16,-1-11 2-16,6 4-4 0,-3-3-7 0,1 0-10 16,0 2 1-16,-5-11-16 0,14 18-8 0,-9-13-15 15,-5-5-12-15,15 11-12 0,-15-11-13 0,11 7-8 16,-11-7-10-16,0 0 8 0,0 0-18 0,32-7-25 15,-32 7-20-15,10-13-17 0,-6 3-15 0,-4 10-12 16,4-22-16-16,-4 10-20 0,3-3-22 0,-3 15-18 16,-5-22-38-16,-1 10-40 0,-1 5-45 0,7 7-57 15,-16-12-39-15,2 9-48 0,14 3-33 0,-36 0-28 16,36 0-39-16,-44 16-56 0,23-2-63 0,-7 9-378 16,6-4-885-16,1 2 392 0</inkml:trace>
          <inkml:trace contextRef="#ctx0" brushRef="#br0" timeOffset="14625.5997">5794 3087 319 0,'8'16'349'0,"0"-4"8"0,3-2 1 0,-2-1-7 0,-1 1-4 15,-1-3-1-15,-7-7-5 0,14 12-9 0,-14-12-15 16,21 4-17-16,-21-4-20 0,23-2-24 0,-23 2-24 16,0 0-19-16,29-9-16 0,-29 9-20 0,19-11-19 15,-13 5-13-15,-6 6-8 0,7-13-21 0,-7 13-9 16,3-11-21-16,-3 11-17 0,0 0-18 0,0 0-24 15,-8-16-36-15,8 16-45 0,0 0-43 0,-37 0-41 16,37 0-41-16,-35 8-38 0,9 3-45 0,5-3-71 16,5 0-81-16,-11 2-298 0,11 1-769 0,0-3 341 15</inkml:trace>
          <inkml:trace contextRef="#ctx0" brushRef="#br0" timeOffset="13458.9262">2976 2361 140 0,'12'-19'373'0,"5"12"-44"16,9-10-31-16,3 7-26 0,11-9-19 0,5 2-22 16,1 4-19-16,9-2-19 0,1 1-20 0,-3-2-14 15,8 4-22-15,-2 1-13 0,18-4-28 0,-17 10-39 16,-6-3-63-16,-1 4-89 0,3-3-86 0,-11-1-281 15,5 7-499-15,0 0 222 0</inkml:trace>
          <inkml:trace contextRef="#ctx0" brushRef="#br0" timeOffset="13224.5474">3296 2102 344 0,'-8'-17'435'16,"-4"0"-14"-16,9 0 4 0,-3-1-3 0,-1 8 8 16,1-6-4-16,4 8-19 0,2 8-41 0,-5-13-41 15,5 13-31-15,0 0-28 0,0 0-20 0,0 0 0 0,0 0-18 0,-1 37-12 0,2-9-4 0,7 13-7 16,-3 2-6-16,2 7 3 0,-4 4-17 0,0-1-7 15,0 30-12-15,9-4-6 0,-8-8-5 0,6 11-13 16,-7-1-18-16,-1-3-4 0,-2 4-6 0,0-5-10 16,-3 0-14-16,1 2-15 0,-3-5 3 0,5-4-10 15,-9-19-3-15,4-2-13 0,3 2-52 0,-3-3 0 16,4-3 0-16,-1 2 0 0,-1-6 0 0,3-3 0 16,3-8 0-16,0-3 0 0,-1 2 0 0,3-3 0 15,-4-2 0-15,3-5 0 0,-1-1 0 0,-2-4 0 16,3 1 0-16,-3-5 0 0,4 4 0 0,-5-14 0 15,3 19 0-15,-1-12 0 0,-2-7 0 0,5 15-11 0,-5-15-80 16,6 11-2-16,-6-11 3 0,5 9 7 16,-5-9 2-16,9 12 6 0,-9-12 7 0,15 12 9 15,-15-12 6-15,16 3 4 0,-16-3 2 0,27 9 5 0,-8-9 1 16,-19 0 12-16,45 0-15 0,-17 0-12 0,1-4-14 16,6 4-19-16,-3 0-11 0,13-4-19 15,0 1-4-15,-12 2-30 0,14-6-15 0,6 0-18 0,-7 0-20 16,-2-5-13-16,-3 5-16 0,1-6-21 0,-11 3-29 15,-4 0-19-15,8-14-36 0,2 2-70 0,-21 6-243 16,3-6-708-16,1-1 314 0</inkml:trace>
          <inkml:trace contextRef="#ctx0" brushRef="#br0" timeOffset="14172.4845">4127 3096 252 0,'-16'-4'403'16,"16"4"-13"-16,-24-5-28 0,24 5-10 0,-18-3-18 0,18 3-4 0,0 0-5 15,0 0-17-15,29-23-19 0,-2 9-16 0,16-1-10 16,5 0-16-16,4-3-8 0,28-5-6 0,-1 3-28 16,4-2-18-16,-3-1-18 0,-1 2-22 0,0 5-15 15,-1-6-17-15,-1 5-39 0,-19 7-56 0,-2-3-71 16,2-4-76-16,3 3-57 0,-7-1-67 0,2 3-64 16,1-7-68-16,-8 0-341 0,-5 0-783 0,2 3 346 15</inkml:trace>
          <inkml:trace contextRef="#ctx0" brushRef="#br0" timeOffset="13976.841">4561 2353 3733 0,'-8'11'26'0,"0"2"-24"0,0 1 7 0,2 1 10 16,-1 4 25-16,1 4 14 0,-2 3 37 0,0-2 9 16,2 2 7-16,-4 0 16 0,4 2 2 0,-4 2-2 15,0 8 1-15,1 2-5 0,-3 2-7 0,-2-2 5 16,0-1 4-16,-1 2 5 0,1 0-10 0,-2 1-4 16,3 2-4-16,-8-1-7 0,2-3-8 0,4-1 3 15,-2-4-6-15,4-9-9 0,-3 0-5 0,3 0-6 0,0-5-12 16,5-2-3-16,-2-4-7 0,7-3-7 0,0-3-2 15,-2 3-6-15,5-12 0 0,-6 13 2 16,6-13-2-16,0 0 3 0,0 0-4 0,0 0 1 0,0 0 1 16,0 0-3-16,21-34 4 0,-10 7-5 0,7-13 2 15,2-6 0-15,1 0-9 0,5-2-1 16,-2-4 0-16,5-16-9 0,-2 17 3 0,4-15-3 0,1 21-3 16,-10-2 0-16,2 9-2 0,3-7-3 0,1 2 10 15,-6 2 8-15,6 4 8 0,-1 7-3 0,-8 5 13 16,2 1-7-16,0 9-3 0,0-4-1 0,-5 5 0 15,3 5-6-15,-5 6 1 0,7-6 14 0,-6 2-21 16,-15 7-4 0,37 4-5-16,-20 6-1 0,7 4-1 0,-4 5 0 0,8 10 2 15,-4 8 0-15,-6 1 3 0,-2-1-1 0,0 7 7 16,-1 0-18-16,2 1-1 0,-7 0 6 0,4 3-2 16,-4 3-4-16,3-3-1 0,-2-1 4 0,-1-1-9 15,-4-2-14-15,2-4-17 0,-8-2-24 0,0-11-27 0,-2 3-32 0,-2-6-42 0,-4 1-41 16,1-3-43-16,-1-7-45 0,-1 0-38 0,-4-4-50 0,-3-3-65 15,-4 1-74-15,-8-7-314 0,-3-2-898 16,-1-6 398-16</inkml:trace>
          <inkml:trace contextRef="#ctx0" brushRef="#br0" timeOffset="15359.9848">6620 2593 230 0,'0'-17'527'0,"0"17"-54"0,8-9-46 15,-8 9-43-15,9-7-27 0,-9 7-29 0,0 0-22 16,0 0-8-16,28 24-8 0,-19-7-1 0,-2 5-20 15,1 7-7-15,3 0-14 0,-3 7-30 0,-2 8-3 16,-6-3-7-16,4 1-16 0,-1-4-17 0,-2 5-17 16,-1-4-8-16,2-1-17 0,1-5-12 0,-6-5-5 15,1 1-19-15,-2 4-8 0,2-3-11 0,2-6-6 16,-3-6-11-16,-2-3 1 0,5 1-12 0,-6 0-4 16,2-6-4-16,1 1-4 0,3-11-12 0,-3 14 0 15,3-14-16-15,-11 7-8 0,11-7-11 0,0 0-13 16,0 0-9-16,-21-26-12 0,13 10-11 0,-2-12-1 15,2 1-2-15,-3-17 2 0,-3 2 6 0,7-7 7 16,-7 9 7-16,14-1 2 0,-2 11 9 0,4-1 9 16,-2 1 1-16,5 2 3 0,4-12 6 0,-2 14-2 15,5 4-2-15,1 6 0 0,2-6 3 0,7 1 1 0,-4 2-2 16,7 0 3-16,0 2-1 0,0 1-1 0,-1 3 1 16,4 4 3-16,-3-2-5 0,-6 4 1 15,9 4 2-15,-9-1-2 0,-3 3-3 0,-16 1 4 0,35 1-3 16,-35-1 2-16,21 6-2 0,-6 6-3 0,-6-4 0 15,1 3-3-15,-1 8-1 0,-4-6-2 0,-1 8-9 16,-1-3-5-16,-2 1-8 0,1 6-9 0,-4-5-11 16,2 0-9-16,-4 2-8 0,0 0-11 0,1-2-3 15,1-4-1-15,1 5-19 0,-4-6 0 0,2 0 21 16,-2 0-30-16,0-4-5 0,5-11 6 0,-5 23 9 16,1-18 10-16,4-5 8 0,-7 14 5 0,7-14 15 15,-6 10 7-15,6-10 2 0,0 0 11 0,0 0 8 16,-2 11 13-16,2-11-4 0,0 0 10 0,0 0 20 0,0 0 6 15,0 0 7-15,0 0 1 0,0 0 6 16,43-2 13-16,-43 2 9 0,29 3 4 0,-14 2-3 16,6 1 12-16,-5-2-3 0,3 4 1 0,3 0 0 0,-1 5 2 15,2 0-3-15,-2 1-5 0,-2 0-1 0,2 3-4 16,-7-6 0-16,-4 4-3 0,1-4-5 0,-1 6-8 16,-6-4 5-16,0 2-2 0,-4 0-7 0,-4-3-8 15,-2 3 9-15,-7 1-11 0,-1-6-22 0,-7 8-37 16,-2-7-30-16,-5 2-21 0,-14-3-34 0,0 5-28 15,-1-7-34-15,-1-1-53 0,-4-7-43 0,-3 0-56 16,0-7-229-16,-4 0-626 0,4-4 278 0</inkml:trace>
          <inkml:trace contextRef="#ctx0" brushRef="#br0" timeOffset="15891.1979">7229 2171 78 0,'0'0'392'0,"0"0"-10"0,0 0 1 0,20 1 13 16,-20-1 18-16,0 0 8 0,25 1-2 0,-5 2-10 15,9-3-16-15,4-3-7 0,19 1-17 0,-1-4-6 16,3-5-23-16,3 3-11 0,23-3-27 0,-29 0-33 15,4 3-28-15,-4-3-21 0,0 3-22 0,-1-4-27 16,-2 5-14-16,-6-3-14 0,-12 2-11 0,-1 5-14 16,-8-2-17-16,-5 3-4 0,5-1-16 0,-21 3-5 0,27 0-19 15,-27 0-1-15,23 10-4 0,-23-10-4 0,21 16 0 16,-13 0-6-16,5 11-3 0,-7 0-6 0,2 10-29 16,0 6-5-16,-2-1 0 0,2 4 0 0,-1 6 0 15,-1-3 0-15,-4 4 0 0,9 0 0 0,-3 22 0 16,-1-22 0-16,-7-2 0 0,1 2 0 0,6 4 0 15,-6-3 0-15,6 1 0 0,-1 1 0 0,-1-3 0 16,0 0 0-16,1-5 0 0,0 0 0 0,-4 1 0 16,1-7 0-16,0-5 0 0,-3-8 0 0,7 2 0 15,-1-2 0-15,-1-1 0 0,-2-2 0 0,-1 0 0 16,3-3 0-16,-5-5 0 0,0 1 0 0,1 0 0 16,-1-4 0-16,0 1 0 0,-1-1 0 0,1-1 0 15,-5 0 0-15,3 2 0 0,-1-6 0 0,-7 6 0 16,2-6 0-16,-3 7 0 0,-2-5 0 0,-4 2 0 15,1-2 0-15,-8 2 0 0,-4 2 0 0,-1-2 0 0,-17 1 0 16,1-3 0-16,-5 0 0 0,1-3 0 0,-9 0 0 16,-5-6 0-16,-15-3 0 0,20-2 0 15,-22-3-350-15,-5-3-210 0,25-3-97 0,-15-4-447 0,17-4-1196 16,2-6 529-16</inkml:trace>
        </inkml:traceGroup>
      </inkml:traceGroup>
    </inkml:traceGroup>
    <inkml:traceGroup>
      <inkml:annotationXML>
        <emma:emma xmlns:emma="http://www.w3.org/2003/04/emma" version="1.0">
          <emma:interpretation id="{EAC880B4-1278-428E-AF10-73FEF111D33F}" emma:medium="tactile" emma:mode="ink">
            <msink:context xmlns:msink="http://schemas.microsoft.com/ink/2010/main" type="paragraph" rotatedBoundingBox="1417,4947 9188,5408 9102,6864 1331,6404" alignmentLevel="1"/>
          </emma:interpretation>
        </emma:emma>
      </inkml:annotationXML>
      <inkml:traceGroup>
        <inkml:annotationXML>
          <emma:emma xmlns:emma="http://www.w3.org/2003/04/emma" version="1.0">
            <emma:interpretation id="{43D8B12C-9EFF-487E-BF3A-A0867DEDB08A}" emma:medium="tactile" emma:mode="ink">
              <msink:context xmlns:msink="http://schemas.microsoft.com/ink/2010/main" type="inkBullet" rotatedBoundingBox="1417,4947 2381,5005 2371,5165 1408,5107"/>
            </emma:interpretation>
            <emma:one-of disjunction-type="recognition" id="oneOf4">
              <emma:interpretation id="interp8" emma:lang="" emma:confidence="0">
                <emma:literal>-</emma:literal>
              </emma:interpretation>
            </emma:one-of>
          </emma:emma>
        </inkml:annotationXML>
        <inkml:trace contextRef="#ctx0" brushRef="#br0" timeOffset="17734.8533">-1019 4428 309 0,'-8'5'414'0,"8"-5"-33"0,-14 12-18 15,14-12-6-15,-3 12 0 0,3-12 13 0,0 0-8 16,16 14-14-16,1-12-21 0,14-1-21 16,15-1-20-16,4-3-24 0,8-4-25 0,3 0-23 0,-3 4-22 15,1-10-21-15,-1 5-16 0,4-1-14 0,-4-3-25 16,-2 3-43-16,-4 2-50 0,-4-2-79 0,3 1-60 15,-8 5-62-15,1-1-65 0,-12 3-62 0,-2-2-87 16,-7 4-354-16,-4-2-808 0,-19 1 357 0</inkml:trace>
      </inkml:traceGroup>
      <inkml:traceGroup>
        <inkml:annotationXML>
          <emma:emma xmlns:emma="http://www.w3.org/2003/04/emma" version="1.0">
            <emma:interpretation id="{6619387E-B5AA-46C8-B919-DD9857EB1D72}" emma:medium="tactile" emma:mode="ink">
              <msink:context xmlns:msink="http://schemas.microsoft.com/ink/2010/main" type="line" rotatedBoundingBox="2587,5030 9188,5421 9102,6864 2501,6473">
                <msink:destinationLink direction="with" ref="{6242E4C6-B49A-43BF-B703-C600F81CFD87}"/>
                <msink:destinationLink direction="with" ref="{28492AA1-22FB-4BEE-AC2D-356DFDE81FF7}"/>
              </msink:context>
            </emma:interpretation>
          </emma:emma>
        </inkml:annotationXML>
        <inkml:traceGroup>
          <inkml:annotationXML>
            <emma:emma xmlns:emma="http://www.w3.org/2003/04/emma" version="1.0">
              <emma:interpretation id="{EB83CDDA-1CD4-4B55-A756-C733C620E9E7}" emma:medium="tactile" emma:mode="ink">
                <msink:context xmlns:msink="http://schemas.microsoft.com/ink/2010/main" type="inkWord" rotatedBoundingBox="2563,5429 2737,5439 2691,6224 2517,6214"/>
              </emma:interpretation>
              <emma:one-of disjunction-type="recognition" id="oneOf5">
                <emma:interpretation id="interp9" emma:lang="" emma:confidence="1">
                  <emma:literal/>
                </emma:interpretation>
              </emma:one-of>
            </emma:emma>
          </inkml:annotationXML>
          <inkml:trace contextRef="#ctx0" brushRef="#br0" timeOffset="20390.8786">267 5105 131 0,'-2'-17'302'0,"-1"-8"-4"16,-2 8 6-16,3-2-19 0,-3-2 5 0,5 3-8 16,0-5-9-16,0 1 12 0,0 1 4 0,-1 5-2 15,1-1 8-15,-2 1 5 0,-1-1 4 0,6 3 7 16,-3 14-1-16,-3-19 1 0,3 19-7 0,-2-13-11 16,2 13-28-16,0 0-21 0,-6-10-26 0,6 10-22 0,0 0-15 15,0 0-21-15,0 0-17 0,-27 34-14 16,19-12-5-16,0 5-9 0,-2 12-8 0,0 4-28 15,2-5 3-15,0 7-9 0,4 1-13 0,-4-2-12 0,6-1-27 16,-4 2-33-16,-2 0-38 0,1-1-47 16,1 1-57-16,-4-1-74 0,5-4-82 0,-3-1-72 0,-1-9-97 15,-3-3-520-15,9-8-1080 0,-2-1 478 0</inkml:trace>
        </inkml:traceGroup>
        <inkml:traceGroup>
          <inkml:annotationXML>
            <emma:emma xmlns:emma="http://www.w3.org/2003/04/emma" version="1.0">
              <emma:interpretation id="{CC267EEB-E278-4751-A44B-982815A4A286}" emma:medium="tactile" emma:mode="ink">
                <msink:context xmlns:msink="http://schemas.microsoft.com/ink/2010/main" type="inkWord" rotatedBoundingBox="4247,5305 4980,5348 4909,6545 4176,6501"/>
              </emma:interpretation>
              <emma:one-of disjunction-type="recognition" id="oneOf6">
                <emma:interpretation id="interp10" emma:lang="" emma:confidence="1">
                  <emma:literal/>
                </emma:interpretation>
              </emma:one-of>
            </emma:emma>
          </inkml:annotationXML>
          <inkml:trace contextRef="#ctx0" brushRef="#br0" timeOffset="21047.0986">2007 4834 219 0,'0'-19'386'0,"0"19"-28"16,10-15-6-16,-5 0 2 0,1 8-5 0,1-1-7 0,1-3-18 15,3-3-20-15,-3 8-21 0,5-5-10 0,-2 1-18 16,2 2-16-16,3 4-23 0,-2-5-22 0,-14 9-14 16,31-6-19-16,-14 6-15 0,-17 0-13 0,31 11-14 15,-14 0-10-15,-4-3-13 0,2 7-9 0,-6 0-8 16,4 5-9-16,-3-1-9 0,-4 0-7 0,-1 7-9 16,-5 0-8-16,-6 11-17 0,1-7-12 0,-8-4-5 15,2 2-3-15,-10 7 1 0,0-9-3 0,-5 5-1 16,2-1-1-16,3-12 1 0,-1 5-1 0,0-8-3 15,1 3 4-15,3-6 3 0,2-2 3 0,8-3-3 16,-5-1 5-16,13-6-1 0,-10 11 3 0,10-11 4 0,0 0 0 16,0 0-3-16,0 0 7 0,0 0-7 15,0 0 5-15,0 0 3 0,31-29 1 0,-12 20-1 0,-3-1 0 16,10-1 9-16,-8 3 12 0,10-4 7 0,-5 1 3 16,4 10 9-16,2-10 2 0,0 8 7 0,0 3-1 15,0 7-2-15,-2 5-8 0,-8-5-3 0,4 7 2 16,-1 5-5-16,-1 1 2 0,-5 6-8 0,3 8-5 15,-11-4 0-15,-1 7-2 0,-2 4 1 0,-10-2-11 16,0 5 0-16,-3-6-3 0,-8 2-5 0,-5-3 3 16,-8-1-6-16,0 1-17 0,-6-7-16 0,0 5-24 15,-4-8-13-15,-1 0-19 0,-3-3-24 0,1-5-23 0,-1-1-27 16,-2 1-23-16,-2-6-33 0,7-2-34 0,-2-4-37 16,-1-4-42-16,9-3-59 0,-1 0-84 0,1-4-272 15,6-4-792-15,2-6 351 0</inkml:trace>
        </inkml:traceGroup>
        <inkml:traceGroup>
          <inkml:annotationXML>
            <emma:emma xmlns:emma="http://www.w3.org/2003/04/emma" version="1.0">
              <emma:interpretation id="{C76DEAA3-9BBC-46B4-9ECF-2304D2EC0F06}" emma:medium="tactile" emma:mode="ink">
                <msink:context xmlns:msink="http://schemas.microsoft.com/ink/2010/main" type="inkWord" rotatedBoundingBox="6331,5299 6594,5315 6529,6402 6266,6386"/>
              </emma:interpretation>
              <emma:one-of disjunction-type="recognition" id="oneOf7">
                <emma:interpretation id="interp11" emma:lang="" emma:confidence="1">
                  <emma:literal/>
                </emma:interpretation>
              </emma:one-of>
            </emma:emma>
          </inkml:annotationXML>
          <inkml:trace contextRef="#ctx0" brushRef="#br0" timeOffset="24300.2723">3961 4822 304 0,'0'0'351'0,"-14"12"-17"16,8-5-13-16,6-7-18 0,-10 12-21 0,10-12-29 16,0 0-12-16,-8 3-10 0,8-3-2 0,0 0-1 15,0 0 6-15,0 0-1 0,0 0 8 0,0 0 1 0,0 0-1 16,0 0-4-16,0 0-12 0,50-15-13 0,-50 15-10 16,16-13-6-16,-8 4-21 0,3-2-14 0,-6 3-4 15,1-3-3-15,1-3-20 0,-6 4-16 0,-1 10-2 16,7-23-9-16,-3 14-5 0,-4-3-10 0,0 12-10 15,2-15-8-15,-2 15-6 0,-3-18-9 0,3 18-7 16,-5-8-2-16,5 8-9 0,0 0-1 0,0 0-11 16,-14-9-6-16,14 9 1 0,0 0-10 0,0 0-15 0,-36 16-26 15,27-9-30-15,-6 5-41 0,1-4-54 0,1 3-66 16,0 0-48-16,7 0-84 0,-7 7-104 16,2-6-478-16,-1 0-1009 0,6 3 447 0</inkml:trace>
          <inkml:trace contextRef="#ctx0" brushRef="#br0" timeOffset="24675.2455">4054 5637 404 0,'-3'15'387'0,"-2"-4"-20"0,5 0-8 0,0-11 1 16,-4 15 1-16,4-15-9 0,-2 12-6 0,2-12-24 0,0 0-24 15,0 0-25-15,0 0-28 0,0 0-13 0,0 0-11 16,0 0-18-16,0 0-12 0,13-34-13 0,-13 34-3 15,1-19-9-15,-1 19-14 0,-1-19-12 0,1 19-11 16,-7-18-13-16,-1 14-14 0,8 4-12 0,0 0-9 16,-22-4-9-16,22 4-6 0,0 0-9 0,-34 15-4 15,20-7-6-15,1 3-6 0,5 3-4 0,0 2-4 16,1-5-2-16,1 5-4 0,0-7-1 0,6-9-3 16,-2 20-3-16,0-9-1 0,2-11 1 0,10 14-6 15,-10-14 1-15,11 9 1 0,-11-9-5 0,21 0 3 16,-21 0-5-16,0 0 1 0,39-13 1 0,-25 4 2 0,2 1-9 15,-3-4-3-15,0-2-3 0,-5-5-7 16,0 4-15-16,0-3-21 0,-2-1-30 0,-6 0-14 0,4 0-22 16,-4 4-16-16,-4-3-3 0,-4 3-23 0,5-1-20 15,-7 1-29-15,2 3-12 0,-4-1-27 0,4 7-35 16,-7 0-30-16,15 6-40 0,-16-7-56 0,3 2-268 16,13 5-724-16,-22-3 320 0</inkml:trace>
        </inkml:traceGroup>
        <inkml:traceGroup>
          <inkml:annotationXML>
            <emma:emma xmlns:emma="http://www.w3.org/2003/04/emma" version="1.0">
              <emma:interpretation id="{7F87A6AB-00F1-4C5A-9173-AFF8350B5573}" emma:medium="tactile" emma:mode="ink">
                <msink:context xmlns:msink="http://schemas.microsoft.com/ink/2010/main" type="inkWord" rotatedBoundingBox="8055,5354 9188,5421 9102,6864 7970,6797"/>
              </emma:interpretation>
              <emma:one-of disjunction-type="recognition" id="oneOf8">
                <emma:interpretation id="interp12" emma:lang="" emma:confidence="1">
                  <emma:literal/>
                </emma:interpretation>
              </emma:one-of>
            </emma:emma>
          </inkml:annotationXML>
          <inkml:trace contextRef="#ctx0" brushRef="#br0" timeOffset="26565.7347">6145 4928 185 0,'19'-22'449'0,"2"-1"-14"0,1 0-16 15,1 0-21-15,3 6-18 0,-1 0-28 0,1 4-28 16,-8 5-26-16,9-3-29 0,-6 6-26 0,8 4-23 16,-9 2-22-16,1 3-20 0,-5 1-21 0,5 4-16 15,2 7-10-15,-2-1-19 0,-4 5-14 0,-9-1-17 16,-1 6-25-16,-6 2-25 0,-7 2-24 0,-7 9-19 15,-1-1-34-15,-7-3-4 0,-2 1-7 0,-6-2-10 16,2-4-1-16,-2 2-6 0,7-8-7 0,-12 1-3 16,10-7 5-16,-3 2 5 0,4-1 7 0,4-7 4 15,5 2 12-15,-1-7-1 0,1-2 7 0,6 3 23 0,8-7 6 16,-13 7 8-16,13-7 4 0,0 0 15 16,0 0 17-16,0 0 8 0,0 0 7 0,40-29 6 15,-24 18 0-15,10 1 5 0,-2-1 16 0,5 3 17 0,-2-1 27 16,2 1 5-16,4-1 5 0,-2 7 9 0,12-5 5 15,-12 9-4-15,-1 3-3 0,-4 0-4 0,1 2-15 16,-8 7-5-16,4 2-8 0,-7 4-5 0,-2 5-7 16,4 9-12-16,-8 6-2 0,-9-2-8 0,-1 1-3 15,-8 5-7-15,0-4-8 0,-8 4-4 0,-5-2-2 16,-4 4-15-16,-7 3-23 0,-9-8-45 0,-18 16-69 16,-4-6-58-16,-2-1-76 0,-12 2-91 0,0-6-100 0,-15-3-81 15,4-7-270-15,1 1-854 0,-4 3 378 0</inkml:trace>
          <inkml:trace contextRef="#ctx0" brushRef="#br0" timeOffset="26143.9318">5652 4870 126 0,'0'0'407'0,"-8"-14"-5"0,2 6-9 0,6 8-4 15,-6-19-3-15,2 10 4 0,4 9-7 0,-9-12-11 16,9 12-20-16,-4-12-18 0,4 12-27 0,0 0-30 16,-11-7-31-16,11 7-22 0,0 0-14 0,0 0-11 15,0 0-13-15,-8 38-3 0,8-12-7 0,0 3-5 16,0 9-14-16,5 8-10 0,-5-6-20 0,0 7-6 0,0 1-15 15,2-1-13-15,-2 5-3 0,0-1-14 0,4 1-23 16,-4-3-23-16,0-1-34 0,0 1-37 16,-3-4-56-16,0-6-68 0,3-8-72 0,0-3-56 0,0 3-70 15,0-6-76-15,-2-9-474 0,2-5-988 0,0-11 438 16</inkml:trace>
        </inkml:traceGroup>
      </inkml:traceGroup>
    </inkml:traceGroup>
    <inkml:traceGroup>
      <inkml:annotationXML>
        <emma:emma xmlns:emma="http://www.w3.org/2003/04/emma" version="1.0">
          <emma:interpretation id="{940A03E5-93C7-4C61-94E7-A6C3825EE3CC}" emma:medium="tactile" emma:mode="ink">
            <msink:context xmlns:msink="http://schemas.microsoft.com/ink/2010/main" type="paragraph" rotatedBoundingBox="1738,6942 18138,4579 18536,7345 2137,9707" alignmentLevel="1"/>
          </emma:interpretation>
        </emma:emma>
      </inkml:annotationXML>
      <inkml:traceGroup>
        <inkml:annotationXML>
          <emma:emma xmlns:emma="http://www.w3.org/2003/04/emma" version="1.0">
            <emma:interpretation id="{EC94FEBD-02BD-4BCB-B340-53A9E100433D}" emma:medium="tactile" emma:mode="ink">
              <msink:context xmlns:msink="http://schemas.microsoft.com/ink/2010/main" type="line" rotatedBoundingBox="1738,6942 18138,4579 18536,7345 2137,9707">
                <msink:destinationLink direction="with" ref="{28492AA1-22FB-4BEE-AC2D-356DFDE81FF7}"/>
              </msink:context>
            </emma:interpretation>
          </emma:emma>
        </inkml:annotationXML>
        <inkml:traceGroup>
          <inkml:annotationXML>
            <emma:emma xmlns:emma="http://www.w3.org/2003/04/emma" version="1.0">
              <emma:interpretation id="{C2F02D1D-F927-49EA-91C3-D7723A360080}" emma:medium="tactile" emma:mode="ink">
                <msink:context xmlns:msink="http://schemas.microsoft.com/ink/2010/main" type="inkWord" rotatedBoundingBox="1825,7541 2838,7395 2938,8095 1925,8240"/>
              </emma:interpretation>
              <emma:one-of disjunction-type="recognition" id="oneOf9">
                <emma:interpretation id="interp13" emma:lang="" emma:confidence="1">
                  <emma:literal/>
                </emma:interpretation>
              </emma:one-of>
            </emma:emma>
          </inkml:annotationXML>
          <inkml:trace contextRef="#ctx0" brushRef="#br0" timeOffset="22925.3733">-29 7114 136 0,'-11'-5'299'0,"-3"-3"6"15,2 0-5-15,-2-2-14 0,-5 2-10 0,9-4-11 0,-3 3 5 16,-1-2 0-16,1-2-9 0,3 1-2 16,-1-4-19-16,5 6-8 0,4-2-13 0,-3-2-8 0,5 14-12 15,0-25-21-15,3 13-10 0,4-2-11 0,1-3-16 16,2 7-12-16,4-7-13 0,4 4-7 0,-1 5-14 16,11-6-5-16,-4 5-7 0,-4 2-16 0,9 2 1 15,-8 3-8-15,3 4-4 0,2 0-7 0,1 7 0 0,-6-3-6 16,2 5-5-16,-1 3-1 0,-8-2-1 15,6 9-2-15,-7 3-3 0,-4-2-3 0,-1 4 1 16,-5 5-7-16,-7-2-3 0,-4 11 0 0,-5-1-1 0,-2-2-1 16,-6 0 0-16,-6 6-4 0,1-3-4 0,-9-6 3 15,2 4-1-15,-11-7 0 0,1 2-3 0,-2-3-5 16,-2-3 0-16,4-2-4 0,-2-6 2 0,-3 0 0 16,6-1-2-16,1-7 3 0,10-5-4 0,-3 3 7 15,10-8-6-15,4 3 6 0,-1-2 6 0,21-2-2 16,-31-3 7-16,31 3 1 0,-19-6-1 0,19 6 3 15,0-17 3-15,0 17-1 0,19-22-3 0,-4 10 0 16,9-1 0-16,1-3-2 0,12-2-4 0,7 7 0 16,-1 3-4-16,7-4 1 0,-4 5-2 0,1 5-1 0,9 2-2 15,-6 2-9-15,4-2-17 0,-3 0-30 0,-4 0-33 16,3 5-40-16,-1-3-30 0,0 2-24 0,-1 4-26 16,-7-4-32-16,0 4-50 0,-8-6-69 0,1 3-422 15,-2-5-841-15,3 0 373 0</inkml:trace>
        </inkml:traceGroup>
        <inkml:traceGroup>
          <inkml:annotationXML>
            <emma:emma xmlns:emma="http://www.w3.org/2003/04/emma" version="1.0">
              <emma:interpretation id="{F046A4B1-F1ED-40BC-8EE2-7E6F2694C81E}" emma:medium="tactile" emma:mode="ink">
                <msink:context xmlns:msink="http://schemas.microsoft.com/ink/2010/main" type="inkWord" rotatedBoundingBox="4162,7606 4878,7502 5034,8584 4318,8687"/>
              </emma:interpretation>
              <emma:one-of disjunction-type="recognition" id="oneOf10">
                <emma:interpretation id="interp14" emma:lang="" emma:confidence="1">
                  <emma:literal/>
                </emma:interpretation>
              </emma:one-of>
            </emma:emma>
          </inkml:annotationXML>
          <inkml:trace contextRef="#ctx0" brushRef="#br0" timeOffset="23534.7011">2014 6973 328 0,'8'-19'569'0,"-8"19"-32"0,6-11-31 15,-6 11-19-15,3-9-20 0,-3 9-29 0,0 0-21 16,0 0-33-16,5-12-52 0,-5 12-29 0,0 0-35 15,0 0-21-15,0 0-23 0,0 0-24 0,-14 52-18 16,4-30-20-16,-3 3-19 0,-1 3-16 0,-1 9-9 16,-7-2-11-16,-1-2-14 0,1 4-9 0,1 0-8 0,-3-2-5 15,10-6 0-15,-1-5-10 0,1 5-10 0,4-3-3 16,-1 2-6-16,6-6-8 0,0-4-6 0,5-3-3 16,-1 3-2-16,2-4-1 0,6 3-3 15,1-6 1-15,6-1-5 0,2-2 3 0,5-1-5 0,13-3 2 16,-5-1-6-16,6-5 1 0,8 1 1 0,-1-3-2 15,-10 1 0-15,15-11 1 0,-6 5-4 0,-10 0 3 16,12-10 0-16,0 1-5 0,-14 5 2 0,-6 2 5 16,2-8-2-16,-2 0 2 0,-4 0 15 0,-4 4 16 15,1-8 0-15,-4 7 1 0,1-5 1 0,-5-5 7 0,-1 9 18 16,1 4 5-16,-7-3 6 0,4 5 6 16,-3-3 4-16,-2 14-44 0,-5-15-46 0,5 15 0 15,0 0 0-15,-2-17 0 0,2 17 0 0,0 0 0 0,0 0 0 16,0 0 0-16,0 0 0 0,-22 37 0 0,23-11 0 15,-7 6 0-15,-2 7 0 0,8 5 0 0,-3 2 0 16,3 1 0-16,1-1 0 0,-5 1 0 0,2 3 0 16,2-1 0-16,-5-7 0 0,4 9-57 0,-6-6-219 15,7-6-77-15,-3 2-66 0,0-2-79 0,6-13-112 16,-3-9-387-16,0 2-1079 0,3-11 478 0</inkml:trace>
        </inkml:traceGroup>
        <inkml:traceGroup>
          <inkml:annotationXML>
            <emma:emma xmlns:emma="http://www.w3.org/2003/04/emma" version="1.0">
              <emma:interpretation id="{74FE9B40-A51B-4419-9D38-F00EACB8DC54}" emma:medium="tactile" emma:mode="ink">
                <msink:context xmlns:msink="http://schemas.microsoft.com/ink/2010/main" type="inkWord" rotatedBoundingBox="6394,7244 9174,6843 9382,8288 6602,8689"/>
              </emma:interpretation>
              <emma:one-of disjunction-type="recognition" id="oneOf11">
                <emma:interpretation id="interp15" emma:lang="" emma:confidence="1">
                  <emma:literal/>
                </emma:interpretation>
              </emma:one-of>
            </emma:emma>
          </inkml:annotationXML>
          <inkml:trace contextRef="#ctx0" brushRef="#br0" timeOffset="27190.694">4412 6699 142 0,'0'0'412'16,"-6"11"-6"-16,6-11-7 0,0 0-8 0,-8 12-10 15,8-12-18-15,0 0-15 0,0 0-20 0,0 0-23 16,0 0-26-16,0 0-15 0,-3 8-17 0,3-8-10 16,0 0-6-16,0 0-9 0,0 0-18 0,0 0-11 0,0 0-10 15,0 0-14-15,0 0-19 0,0 0-15 16,16-39-9-16,-16 39-2 0,4-15-13 0,-4 15-9 0,4-18-6 15,-4 18-8-15,0-14-8 0,0 14-8 0,0-13-7 16,0 13 1-16,0 0 0 0,4-13-15 0,-4 13 7 16,0 0-6-16,0 0-4 0,0 0-3 0,0 0-11 15,0 0-1-15,0 0-1 0,0 0-3 0,0 0-3 16,0 0-8-16,0 0-2 0,0 0-4 0,0 0-5 16,0 0-5-16,0 0 2 0,0 0-7 0,0 0 6 15,0 0 1-15,0 0-4 0,0 0 4 0,0 0 2 0,0 0 4 16,0 0-5-16,0 0 4 0,0 0-4 0,0 0 0 15,0 0-2-15,23-1-1 0,-23 1 1 0,8-15 2 16,-8 15 0-16,2-18 4 0,-2 18-4 0,0-11-3 16,0 11-4-16,0 0-6 0,-4-19-9 0,4 19-9 15,-13-8-6-15,13 8-13 0,-14-8-8 0,14 8-20 16,-24 3-24-16,24-3-37 0,-35 10-35 0,15-1-10 16,-7 4-19-16,9-3-19 0,-7 6-28 0,1 2-23 15,1 1-44-15,-4 8-45 0,8-5-54 0,1 1-372 16,8-7-846-16,2 9 374 0</inkml:trace>
          <inkml:trace contextRef="#ctx0" brushRef="#br0" timeOffset="27456.3267">4266 7386 142 0,'-5'12'359'0,"5"-12"-13"0,-6 11-25 16,6-11-8-16,-3 12-4 0,3-12-10 0,0 0-12 15,-7 7-23-15,7-7-26 0,0 0-18 0,0 0-3 0,0 0-7 16,0 0-9-16,-14-29-10 0,9 20 3 16,5 9-9-16,-8-22-12 0,6 14-10 0,2 8-11 0,-11-19-17 15,10 8-11-15,1 11-16 0,-8-17-3 0,8 17-14 16,-8-9-12-16,8 9-9 0,-7-10-11 0,7 10-13 16,0 0-14-16,0 0-17 0,0 0-21 0,0 0-26 15,0 0-37-15,0 0-44 0,-34 19-35 0,31-9-42 16,-2 6-49-16,-1-1-56 0,6-5-73 0,-3 1-330 15,3-11-757-15,9 19 335 0</inkml:trace>
          <inkml:trace contextRef="#ctx0" brushRef="#br0" timeOffset="44937.4488">4096 7453 64 0,'0'0'254'16,"0"0"-23"-16,0 0-12 0,0 0-18 0,0 0-10 15,0 0-14-15,0 0-8 0,0 0-7 0,0 0-6 16,0 0-12-16,0 0-4 0,0 0-8 0,-29 26-10 16,29-26-9-16,0 0-6 0,0 0-5 0,0 0-6 0,0 0-7 15,0 0-4-15,0 0-1 0,0 0-4 0,0 0-2 16,0 0 0-16,0 0 3 0,0 0-6 0,0 0-2 16,0 0-1-16,0 0 4 0,0 0-16 0,0 0 4 15,0 0-2-15,0 0 6 0,44-18-3 0,-44 18-7 16,0 0 7-16,0 0-12 0,0 0-10 0,0 0 2 15,0 0-14-15,0 0-1 0,0 0-5 0,0 0 3 16,0 0 0-16,0 0-12 0,0 0-2 0,0 0 5 0,-21 34-6 16,21-34-1-16,0 0 0 0,-2 16-2 0,2-16 0 15,0 0 3-15,2 11 8 0,-2-11-13 16,0 0 1-16,14 10-8 0,-14-10 12 0,15 4-6 0,-15-4 0 16,0 0-1-16,25 0-6 0,-25 0 0 0,0 0 2 15,24-7 3-15,-24 7-1 0,15-9 0 0,-15 9 10 16,13-7 4-16,-13 7 4 0,6-10 5 0,-6 10 9 15,3-17 12-15,-3 17 3 0,3-10 1 0,-3 10-6 16,0 0 7-16,-11-22-2 0,11 22 10 0,-8-8 8 16,8 8-1-16,0 0-7 0,-14-11-3 0,14 11-7 0,-13-4-7 15,13 4-4-15,0 0-2 0,-26 0-5 0,26 0-4 16,0 0-2-16,-25 12-6 0,25-12 3 0,-13 8-9 16,13-8-1-16,-11 7 1 0,11-7-2 0,-10 14-2 15,10-14-7-15,-2 12 6 0,2-12-4 0,2 14-1 16,-2-14 1-16,6 12-5 0,-6-12 0 0,13 7 0 15,-13-7-1-15,15 5 1 0,-15-5-6 0,0 0 3 16,19 7-3-16,-19-7 5 0,0 0-7 0,0 0 5 0,30-7 0 16,-30 7 0-16,0 0-6 0,16-8-2 15,-16 8-9-15,8-9-13 0,-8 9-8 0,0 0-18 0,4-11-16 16,-4 11-23-16,0 0-37 0,-5-15-17 0,5 15-29 16,0 0-40-16,-18-9-56 0,18 9-66 0,-18-9-336 15,18 9-733-15,-20-3 326 0</inkml:trace>
          <inkml:trace contextRef="#ctx0" brushRef="#br0" timeOffset="27793.2747">5673 6864 137 0,'0'0'541'0,"-5"-7"-28"0,5 7-32 0,0 0-30 16,-1-12-17-16,1 12-27 0,0 0-28 0,0 0-23 15,0 0-29-15,0 0-20 0,0 0-23 0,0 39-15 0,1-20-9 16,3 9-28-16,-8 3-16 0,8 2-19 16,-8 7-15-16,4 4-25 0,-1 5-15 0,-6-4-15 0,7 1-16 15,0 0-22-15,-3 0-46 0,0-3-64 0,0 2-72 16,-2 2-76-16,3-8-80 0,-6 0-92 0,5-8-114 16,-2-4-431-16,2-4-959 0,1-4 423 0</inkml:trace>
          <inkml:trace contextRef="#ctx0" brushRef="#br0" timeOffset="28261.9511">6766 6838 197 0,'6'-9'520'0,"-6"9"-42"0,0 0-28 16,8-9-15-16,-8 9 2 0,0 0-7 0,0 0-15 0,0 0-29 15,0 0-32-15,0 0-33 0,0 0-24 0,0 0-21 16,0 0-16-16,-37 25-14 0,25-10-16 0,-5 4-11 16,-8 0-16-16,-4 11-18 0,0-4-16 0,-1 5-15 15,2 2-14-15,-1 1-20 0,5 0-10 0,-1 1-8 16,9 3-14-16,1-3-6 0,-4 4-8 0,9 2-7 15,-1-2-9-15,8 2-4 0,4-1-3 0,4-10-9 16,3 7 4-16,4 0-8 0,-1-10 1 0,2-3-9 0,17 5-7 16,-9-9 4-16,1-1-2 0,6-2-11 15,-4-2 7-15,3-4-6 0,0 0 8 0,-4-5-9 0,2-4-6 16,-2-2 0-16,-5 0-2 0,-18 0 3 0,43-8-3 16,-22 5-3-16,0-7 9 0,-4-2-9 0,-2 0 5 15,1 2-5-15,-3-4 2 0,-5 0-5 0,0 0-3 16,-7-1-4-16,6-1-7 0,-3 4-5 0,-8-5-12 15,4 1-19-15,-7 2-21 0,1-1-13 0,-4 4-9 16,-3-2-17-16,-1 3-13 0,-4 1-11 0,-11 3-31 0,-3 5-32 16,0 1-29-16,-2-3-23 0,-10 4-31 0,-3 1-41 15,2 5-64-15,11-1-72 0,-14 0-380 0,18 2-905 16,-1-4 400-16</inkml:trace>
        </inkml:traceGroup>
        <inkml:traceGroup>
          <inkml:annotationXML>
            <emma:emma xmlns:emma="http://www.w3.org/2003/04/emma" version="1.0">
              <emma:interpretation id="{A8E40920-5323-42EE-AD3D-A76B3BF6448E}" emma:medium="tactile" emma:mode="ink">
                <msink:context xmlns:msink="http://schemas.microsoft.com/ink/2010/main" type="inkWord" rotatedBoundingBox="11950,5470 18138,4579 18536,7345 12349,8236"/>
              </emma:interpretation>
              <emma:one-of disjunction-type="recognition" id="oneOf12">
                <emma:interpretation id="interp16" emma:lang="" emma:confidence="1">
                  <emma:literal/>
                </emma:interpretation>
              </emma:one-of>
            </emma:emma>
          </inkml:annotationXML>
          <inkml:trace contextRef="#ctx0" brushRef="#br0" timeOffset="62827.0966">9825 4834 64 0,'0'0'401'0,"0"0"8"15,0 0-20-15,0 0-4 0,0 0 2 0,0 0 10 16,0 0-13-16,0 0-17 0,-19-26-28 0,19 26-22 16,0 0-25-16,0 0-25 0,0 0-14 0,0 0-9 15,0 0-12-15,0 0 7 0,-8 39-11 0,6-16-2 16,-2 3 2-16,-3 13-17 0,6 1-10 0,-6 10 0 15,1 2-10-15,-4 17-14 0,2-13-9 0,2-3-12 16,-7 21-11-16,3 1-8 0,1-20-14 0,1 16-12 0,1-19-13 16,2-2-8-16,-6 2-9 0,8-5-28 15,0 2-53-15,3-7 0 0,-2-1 0 0,2-10 0 0,2-3 0 16,-2 2 0-16,5-8 0 0,-4-3 0 0,-1-5-29 16,5-4-140-16,-2 0-44 0,-3-10-37 0,8 11-41 15,-8-11-46-15,0 0-33 0,0 0-72 0,0 0-88 16,19-29-397-16,-19 10-1004 0,-4-4 444 0</inkml:trace>
          <inkml:trace contextRef="#ctx0" brushRef="#br0" timeOffset="63328.0618">9533 5077 251 0,'20'-34'368'0,"-1"-6"-16"0,0 17-12 0,10-11-7 0,1 1-11 15,9 6-15-15,-1 1-12 0,6 3-9 0,-1 2-25 16,5 2-22-16,4 4-18 0,-3 1-18 0,6 5-18 16,-5 5-16-16,-5 5-11 0,1 2-14 0,-14 4-9 15,11 2-13-15,-14 1-11 0,11 9-7 0,-12-1-8 16,-9 1-11-16,0 1-6 0,-8 5 0 0,4 2-3 16,-7 11-13-16,-11 6-6 0,-1-2-5 0,-8 7-3 15,-6-9-7-15,-8 1-6 0,-1-1 0 0,-8 4-4 16,-1-3-2-16,0 1-5 0,-8-5 3 0,3-3-2 0,-3-2-9 15,1-1 0-15,1-9-3 0,-1-1 0 16,8-2-2-16,4-5 0 0,4-3-5 0,-2-4 1 0,11-4 0 16,-1 2-2-16,0-2 1 0,19-3-1 0,-29 4-2 15,29-4 2-15,0 0-3 0,-29-4 0 0,29 4 0 16,0 0-2-16,0 0-4 0,-24-2-4 0,24 2 2 16,0 0 1-16,0 0-3 0,0 0 1 0,0 0 0 15,0 0 5-15,11 20-3 0,-11-20 4 0,24 27 1 16,-6-8 4-16,3 0 0 0,4 0 4 0,8 8 1 15,2 2 2-15,0-3 0 0,7 4-1 0,-4-2 1 16,9-2-5-16,-5 2-1 0,-2 3-2 0,1-5-16 16,3-3-17-16,-9-1-19 0,-3-6-34 0,-6 2-42 15,-1-7-33-15,3 4-34 0,-11-7-20 0,1 1-26 16,-4 1-30-16,-14-10-33 0,23 11-29 0,-13-6-62 0,-10-5-212 16,0 0-654-16,0 0 289 0</inkml:trace>
          <inkml:trace contextRef="#ctx0" brushRef="#br0" timeOffset="63659.3">10295 6069 260 0,'-11'-11'322'0,"11"11"-8"0,-6-15-8 15,6 15-13-15,3-11-22 0,-3 11-12 0,10-20-8 16,-4 9-26-16,4 0-14 0,2 2-20 0,3-3-17 16,1 7-13-16,3 0-15 0,2 2-14 0,-2 0-16 0,4 2-18 15,-23 1-10-15,37 4-1 16,-37-4-14-16,37 13-5 0,-17 4-1 0,-4-9-16 0,-1 7 8 0,-4 0-15 0,-4 3 4 15,-4 7-4-15,0 1-12 0,-8 2 0 0,4 3 1 16,-4-3-4-16,-8-1 0 0,2 3-11 0,-12 5 5 16,2 0 4-16,2 3-13 0,-8-5 3 0,4-1-3 15,7-9 10-15,-5 0-4 0,-1 1-2 0,-2 0 10 16,1-5 1-16,1 2 4 0,1-5 11 0,7-1 1 16,-9 2-2-16,9-6 1 0,-2-2-3 0,5 3-2 15,-4-4-1-15,9-1-6 0,6-7-1 0,-15 12-3 16,15-12-4-16,-8 12-1 0,8-12-2 0,0 0 2 15,-1 10-5-15,1-10 1 0,0 0-2 0,0 0 1 16,37 8-6-16,-18-8-7 0,-19 0-13 0,46-8-31 16,-18 4-17-16,0-3-26 0,6-4-35 0,-2 0-46 0,13-1-37 15,2-4-55-15,-1 3-47 0,4-3-54 0,-5 0-272 16,0-2-680-16,1-1 301 0</inkml:trace>
          <inkml:trace contextRef="#ctx0" brushRef="#br0" timeOffset="64033.9458">10892 5663 326 0,'-16'-7'374'0,"2"2"-13"0,14 5-10 0,-18-6-6 16,18 6-10-16,-16-8-19 0,16 8-22 0,0 0-32 16,-11-7-16-16,11 7-20 0,0 0-10 0,0 0 3 15,0 0 3-15,0 0-4 0,0 0-7 0,0 0-17 16,50-1-8-16,-50 1-15 0,57 6-11 0,-13-4-10 0,5-2-15 16,8 0-14-1,0-2-11-15,6-3-11 0,19 4-10 0,-4-5-12 0,-14 1-7 0,15-3-8 16,-21-2-8-16,-2 2-14 0,7-2-23 0,-12 1-22 0,3-5-20 15,-4 1-29-15,-3 0-33 0,-6 3-16 0,-15-4-15 16,-2 6-12-16,-9-3-11 0,-1-1-13 0,-3 3-19 16,-3-4-18-16,-6 1-23 0,-1 1-8 0,-1 11-21 15,-6-17-12-15,-2 1-8 0,0 6-35 0,-6-6-50 16,-7 2-192-16,0-2-583 0,-2 1 259 0</inkml:trace>
          <inkml:trace contextRef="#ctx0" brushRef="#br0" timeOffset="64346.3959">11577 5157 30 0,'-19'-7'330'0,"0"2"-8"0,3 1 1 16,16 4-5-16,-26-8-12 0,26 8-13 0,-21-6-20 0,21 6-19 16,0 0-20-16,0 0-6 0,0 0-16 0,-21 11-8 15,21-11-4-15,0 0-2 0,13 26-15 0,-13-26-13 16,15 22-2-16,-1-8-11 0,5 3-5 0,2-2-12 16,0 3-13-16,5-6-10 0,1 5-12 0,2-8-10 15,0 6-8-15,3-4-9 0,11 0-4 0,-12-2-12 16,14-2-5-16,-12-1-9 0,12-1 1 0,-13-2-5 15,-1-3-5-15,-2 2-5 0,-1 0-1 0,-5-1-5 0,-2 2-3 16,0 0-2-16,-4-2 7 0,-17-1 4 0,24 4 0 16,-24-4 3-16,21 8 2 0,-14-2 2 15,-7-6 3-15,8 14 5 0,-7-2-2 0,-4 3-1 0,0 2-3 16,-5 4 2-16,-2 3 1 0,-3 5-4 0,1-1 1 16,-9 9-10-16,-2 4 1 0,-1-4-7 0,-5 4-4 15,-4 0 2-15,2-1-12 0,-3 0-13 0,4 1-38 16,-2-3-52-16,3 2-56 0,5-3-67 0,-3-3-78 15,3-3-105-15,9-5-141 0,4-7-277 0,3-7-883 16,1-2 391-16</inkml:trace>
          <inkml:trace contextRef="#ctx0" brushRef="#br0" timeOffset="65080.7102">12590 5053 4056 0,'0'0'212'16,"12"-5"-130"-16,-12 5-27 0,0 0 48 0,0 0 31 0,0 0 38 16,0 0 3-16,36 27-12 0,-28-13 16 0,-2 5 1 15,2 6 0-15,-3 6-6 0,-3-2 8 0,6 11-3 16,-8 6-6-16,0-6-3 0,0 5-10 0,-2-2-10 15,0 2 11-15,-1 2-19 0,2-2-6 0,-1 1-10 16,-3-4-10-16,2 1-4 0,-2-3-10 0,-1 1-2 16,4-13-21-16,-4 3 3 0,-1-3-11 0,1-4-12 15,3-7-33-15,0 0-26 0,1 1 0 0,-1-7 0 16,0-3 0-16,3-8 0 0,0 18 0 0,0-18 0 16,0 0 0-16,0 0 0 0,0 0 0 0,0 0 0 0,0 0 0 15,0 0 0-15,-9-55 0 0,5 24 0 0,2-14 0 16,-4-7 0-16,4 1 0 0,-4-4 0 0,-1-21 0 15,6 22 0-15,-4 2 0 0,8 0 0 0,3 4 0 16,-1 0 0-16,6 4 0 0,-1 3 0 0,5 2 0 16,5 0 0-16,6 3 0 0,3-2 0 0,1 5 0 15,-1-1 0-15,7 4 0 0,-4 3 0 0,-7 9 0 16,1-1-19-16,3 4-31 0,-2-1-3 0,2 4-2 0,-3 3 3 16,-5 5 1-16,-2 1-1 0,-3 2 6 15,-16 1 2-15,37 4 3 0,-12 7 2 0,-12 0-1 16,2 4-1-16,-1 4 1 0,-4 8-1 0,3 2-2 0,-9-2-3 15,-2 4-6-15,-2 9 1 0,-5 0 2 0,-3-1 3 16,-5-2 11-16,-1 1 4 0,-2-4-3 0,-8-1 6 16,-7-2 2-16,1 2 4 0,-1-6 5 0,-1 1-2 15,-3-2 6-15,6-9 4 0,-8 6 0 0,8-11 1 16,0 2 0-16,1-2-1 0,-1 2 3 0,-2-3 3 16,4 0-2-16,0 5 1 0,11-13-1 0,-4 5 1 15,3 1-1-15,1-2 5 0,6-1-4 0,-3 2-1 0,5-1-1 16,8-7 5-16,-14 11 1 0,14-11 0 0,-3 12 7 15,3-12-6-15,3 15 10 0,-3-15-3 0,21 15 0 16,-7-3 6-16,5-5 2 0,5 4 6 0,4-2-6 16,2 0 4-16,2 6-7 0,0-7-3 0,10 10-3 15,-13-8 0-15,14 6-3 0,-11-8-2 0,0 1-2 16,10 5-15-16,-11-6-25 0,-4 4-26 0,7-1-33 16,-6-1-39-16,1 1-34 0,0 1-34 0,2-4-37 15,-6 4-26-15,-9-5-38 0,4 0-33 0,-4 0-40 16,-2-2-64-16,-14-5-285 0,16 9-789 0,-16-9 349 15</inkml:trace>
          <inkml:trace contextRef="#ctx0" brushRef="#br0" timeOffset="65477.9603">13275 5849 54 0,'6'-8'281'0,"-6"8"-8"15,15-11-12-15,-15 11-16 0,19-9-15 0,-19 9-9 16,16-6-15-16,-16 6-9 0,26-2-6 0,-26 2-14 0,20 0-14 15,-20 0-14-15,20 5 1 0,-6 1-20 0,1 0-1 16,-4 1-12-16,2 0-10 0,-4 9-11 0,-1-6-10 16,-1 8-6-16,-3 1-8 0,0 0-9 0,0 4-5 15,-2-4-6-15,-4 9-4 0,-2 0-7 16,-4-2 3-16,-7 0-4 0,2 0-2 0,-3-2 7 16,-5 2 0-16,1-4 7 0,-9 8 10 0,1-8 13 0,4-4 6 0,-12 6 9 0,-1-2 2 15,9-10-4-15,3 6-4 0,2-5-5 0,4-3-6 16,3-1-5-16,1 1-6 0,1-1-13 0,0 0-3 15,4-4-3-15,10-5-2 0,-14 12-7 0,14-12 0 16,-12 9-7-16,12-9-1 0,0 0-6 0,-8 5 2 16,8-5 10-16,0 0 3 0,0 0 1 0,0 0-9 15,0 0 3-15,0 0-3 0,0 0 2 0,48-14-1 0,-30 8-1 16,1-1-3-16,10 3-2 0,5-5-7 0,6 0 0 16,2 5-18-16,-13-7-24 0,-1 9-41 0,8-4-31 15,-9-1-27-15,2 2-28 0,-3-1-25 0,-7 3-41 16,2 2-56-16,-2-3-51 0,0-7-63 0,-3 8-247 15,-1-6-688-15,-1-2 305 0</inkml:trace>
          <inkml:trace contextRef="#ctx0" brushRef="#br0" timeOffset="65739.4128">13539 5565 209 0,'-19'-6'427'0,"19"6"-23"0,-9-5-20 16,9 5-12-16,0 0-7 0,0 0-2 0,0 0 1 16,0 0-7-16,0 0-19 0,0 0-16 0,53-14-16 0,-21 13-20 15,9-5-27-15,3 3-21 0,5-2-21 16,-2-2-19-16,4 6-27 0,-6-3-27 0,3 0-41 15,-16 1-65-15,2-1-78 16,0 1-90-16,-5-2-65 0,-7 1-74 0,-6 1-86 0,5 1-108 0,-2-3-273 16,-3 1-797-16,-16 4 353 0</inkml:trace>
          <inkml:trace contextRef="#ctx0" brushRef="#br0" timeOffset="66185.1843">14058 5307 145 0,'0'0'370'15,"-7"-15"-12"-15,6 4-8 0,1 11-15 0,1-20-19 0,1 10-16 16,7-6-15-16,-1 5-22 0,4-6-15 0,2 5-23 16,1-2 8-16,5-2-11 0,8 1-4 0,-3-1-15 15,-1 1-2-15,5 3-19 0,0-1-9 0,5 5-11 16,-10-1-16-16,-3 6-11 0,8-1-16 0,-12-3-12 15,1 11-9-15,-18-4-10 0,29 0-12 0,-15 10-4 16,-1-1-9-16,0 3-6 0,-5 4-2 0,-6 11-7 16,1-1-3-16,-6-7-6 0,-1 11-4 0,-7-1-2 15,-3 7-7-15,-1 4 2 0,-2 2-3 0,-3-7-2 16,-2 2 1-16,-7-3-5 0,0-1-4 0,-3 1 0 16,3-5-2-16,0-3-1 0,0-6 2 0,5 1-1 0,-1-2-3 15,-3-6 4-15,6 0-3 0,-2 0 2 0,5-1-3 16,3-6-1-16,4 1 7 0,4-2 1 0,8-5 7 15,-14 7 5-15,14-7 1 0,0 0 15 0,0 0 7 16,0 0 1-16,0 0 1 0,0 0-3 0,58-4-7 16,-29 1-5-16,6 1-6 0,8-5 2 0,4-1-8 15,-2 2-2-15,3-2-7 0,-3 1-4 0,4-1-12 16,3 2-21-16,4-2-42 0,-2-1-60 0,-7 0-58 16,1-4-66-16,-5 0-46 0,-2-3-64 0,-11 5-53 0,7-12-51 15,-8 3-337-15,3-8-860 0,-6-2 381 16</inkml:trace>
          <inkml:trace contextRef="#ctx0" brushRef="#br0" timeOffset="66814.0535">14993 5077 292 0,'-2'-22'355'0,"-1"3"-14"0,2 3 5 0,2-1 13 0,-1 9 19 15,0 8 20-15,0-20 2 0,0 20-20 0,0-10-23 16,0 10-32-16,0 0-10 0,7-11-7 0,-7 11-11 16,0 0-14-16,0 0-6 0,14 37-5 0,-9-14-18 15,1 7 0-15,1 12-9 0,-4-6-11 0,3 9-17 16,-4 1-12-16,-2 1-13 0,3 0-15 0,-3 9-9 0,0-2-9 15,-5 1-15-15,5 0-12 0,-1 2-11 0,1-9-115 16,0 6-6-16,-5-6 0 0,5 0 0 0,-7-5 0 16,6 1 0-16,-1-13 0 0,-3-2 0 0,-1-2 0 15,4-9 0-15,2-4 0 0,-4 3 0 0,2-9 0 16,2-8 0-16,-2 18 0 0,2-18 0 0,0 0 0 16,0 0 0-16,0 0 0 0,0 0 0 15,-14-48 0-15,9 21 0 0,-3-14 0 0,2-4 0 0,-4-7 0 0,-1-1 0 0,-5-26-107 16,-3 8-6-16,3 0 12 0,1 21 15 15,9 0 11-15,-2-1 7 0,1 6 14 0,6 3 10 16,-4-2 16-16,11 6 5 0,-1 0 6 0,8-2-1 0,1 13 8 16,4-10-5-16,-2 10 10 0,14-6 5 0,4 2 13 15,6-2 22-15,10 6 30 0,22-10 32 0,-14 16 54 16,0 1 24-16,-2 2-11 0,-2 3-100 0,-4 5-64 16,-3 4 0-16,-6 2 0 0,-7 4 0 0,-10 3 0 15,-3 4 0-15,-5 3 0 0,0 4 0 0,-1 8 0 16,-6 1 0-16,-4 6 0 0,-8 11 0 0,-4 6 0 15,-2-3 0-15,-6 2 0 0,-6 4 0 0,-6-8 0 0,0 8 0 16,-16 10 0-16,12-14 0 0,-11-4 0 0,4 0 0 16,-5-4 0-16,-4-5 0 0,1-1 0 15,2-5 0-15,-1 0 0 0,2-8 0 0,0-4 0 0,11-5 0 16,-1 0 0-16,3-3 0 0,3-3 0 0,6-2 0 16,5-1 0-16,16 0 0 0,-23 4 0 0,23-4 0 15,0 0 0-15,-25 0 0 0,25 0 0 0,0 0 0 16,0 0 0-16,0 0 0 0,0 0 0 0,0 0 0 15,0 0 0-15,72 2 0 0,-40 5 0 0,0 2 0 16,11 2 0-16,5 5 0 0,1 0 0 0,-4 3 0 16,3 0 0-16,-5 3 0 0,-5 0 0 0,7 1 0 15,0 3 0-15,-1 0 0 0,-4-4 0 0,0 3 0 16,0-5 0-16,-8 5 0 0,2-3 0 0,3-2-56 16,-12-8-314-16,6-1-44 0,-15-2-38 0,3-2-53 0,-3-7-62 15,-16 0-405-15,27-1-1052 0,-27 1 466 0</inkml:trace>
          <inkml:trace contextRef="#ctx0" brushRef="#br0" timeOffset="67000.5047">15927 5877 565 0,'1'-17'192'16,"1"-2"81"-16,-4 0 30 0,4 3 19 0,1-1 32 16,-3 7 18-16,0 10 24 0,0-22 21 0,0 22 7 15,-3-11-5-15,3 11-18 0,-2-12-12 0,2 12-9 16,0 0-13-16,0 0-14 16,0 0-13-16,20 31-17 0,-17-9-18 0,0 8-18 0,0 1-20 0,-1 10-13 15,-2 6-21-15,-2 4-15 0,-4 3-181 0,6-2-37 16,-8 17 0-16,5-17 0 0,-9 0 0 0,-2 0 0 15,4-5 0-15,-1 6 0 0,1-5 0 0,-1 1 0 16,2-4 0-16,-4 0 0 0,5-4-352 0,-5-11-276 16,5-2-575-16,1-3-1301 0,1-6 576 0</inkml:trace>
        </inkml:traceGroup>
      </inkml:traceGroup>
    </inkml:traceGroup>
    <inkml:traceGroup>
      <inkml:annotationXML>
        <emma:emma xmlns:emma="http://www.w3.org/2003/04/emma" version="1.0">
          <emma:interpretation id="{7E8AA4A5-F1A0-411E-B6E5-E030A374E16E}" emma:medium="tactile" emma:mode="ink">
            <msink:context xmlns:msink="http://schemas.microsoft.com/ink/2010/main" type="paragraph" rotatedBoundingBox="1304,9971 9516,10084 9497,11501 1285,11387" alignmentLevel="1"/>
          </emma:interpretation>
        </emma:emma>
      </inkml:annotationXML>
      <inkml:traceGroup>
        <inkml:annotationXML>
          <emma:emma xmlns:emma="http://www.w3.org/2003/04/emma" version="1.0">
            <emma:interpretation id="{B116946B-1A93-4208-8A21-8C293D18AAE8}" emma:medium="tactile" emma:mode="ink">
              <msink:context xmlns:msink="http://schemas.microsoft.com/ink/2010/main" type="inkBullet" rotatedBoundingBox="1304,10012 1904,10020 1903,10109 1302,10101"/>
            </emma:interpretation>
            <emma:one-of disjunction-type="recognition" id="oneOf13">
              <emma:interpretation id="interp17" emma:lang="" emma:confidence="0">
                <emma:literal>-</emma:literal>
              </emma:interpretation>
            </emma:one-of>
          </emma:emma>
        </inkml:annotationXML>
        <inkml:trace contextRef="#ctx0" brushRef="#br0" timeOffset="68812.8621">-1150 9464 40 0,'0'0'378'16,"0"0"-25"-16,0 0-12 0,0 0-9 0,0 0-20 15,32-23-23-15,-13 15-37 0,8 4-6 0,1 0-22 16,2-5-18-16,4 3-25 0,9 0-15 0,1 1-17 16,0-2-25-16,1 3-29 0,2 0-50 0,-4 1-62 0,-12 4-75 15,1 1-94-15,-3 2-138 0,0 2-195 16,-5 0-563-16,-4 1 249 0</inkml:trace>
      </inkml:traceGroup>
      <inkml:traceGroup>
        <inkml:annotationXML>
          <emma:emma xmlns:emma="http://www.w3.org/2003/04/emma" version="1.0">
            <emma:interpretation id="{C7D9D482-3EE1-42A4-AF6F-2DCDB83F8322}" emma:medium="tactile" emma:mode="ink">
              <msink:context xmlns:msink="http://schemas.microsoft.com/ink/2010/main" type="line" rotatedBoundingBox="2231,9983 9516,10084 9497,11501 2212,11400">
                <msink:destinationLink direction="with" ref="{150FAF7C-817D-4C32-A0E6-0561169B0112}"/>
                <msink:destinationLink direction="with" ref="{0A380BE1-04C3-41D5-BA04-1F19A9BA2E81}"/>
              </msink:context>
            </emma:interpretation>
          </emma:emma>
        </inkml:annotationXML>
        <inkml:traceGroup>
          <inkml:annotationXML>
            <emma:emma xmlns:emma="http://www.w3.org/2003/04/emma" version="1.0">
              <emma:interpretation id="{F75EC84D-0F68-4F8C-90AC-2EDCC274265C}" emma:medium="tactile" emma:mode="ink">
                <msink:context xmlns:msink="http://schemas.microsoft.com/ink/2010/main" type="inkWord" rotatedBoundingBox="2227,10323 2290,10324 2276,11359 2212,11358"/>
              </emma:interpretation>
              <emma:one-of disjunction-type="recognition" id="oneOf14">
                <emma:interpretation id="interp18" emma:lang="" emma:confidence="1">
                  <emma:literal/>
                </emma:interpretation>
              </emma:one-of>
            </emma:emma>
          </inkml:annotationXML>
          <inkml:trace contextRef="#ctx0" brushRef="#br0" timeOffset="69206.9661">-173 9745 486 0,'0'0'579'16,"-11"-13"-3"-16,11 13 1 0,-8-14 4 0,8 14 12 16,-7-12-11-16,7 12-23 0,-8-11-41 0,8 11-39 15,0 0-35-15,-6-8-31 0,6 8-31 0,0 0-28 16,0 0-24-16,0 0-16 0,0 0-18 0,0 0-168 0,-8 31-128 15,8-5 0-15,0 1 0 0,0 13 0 0,-2 5 0 16,-1-4 0-16,1 8 0 0,1 3 0 0,-1 5 0 16,2-4 0-16,0 19 0 0,2-20 0 0,-1 5 0 15,-4-5 0-15,3-3 0 0,0 1 0 0,2-3 0 16,-4-6 0-16,-1-3 0 0,6-8 0 0,-1-4 0 16,-4-1 0-16,2-5 0 0,3-5 0 0,-1-3 0 15,-2-12 0-15,5 14 0 0,-5-14 0 0,0 14 0 16,0-14-276-16,0 0-294 0,0 0-97 0,0 0-446 15,33-42-1206-15,-21 21 533 0</inkml:trace>
        </inkml:traceGroup>
        <inkml:traceGroup>
          <inkml:annotationXML>
            <emma:emma xmlns:emma="http://www.w3.org/2003/04/emma" version="1.0">
              <emma:interpretation id="{5D67E817-4F0E-4B0F-A5A8-86D3B0F2F48C}" emma:medium="tactile" emma:mode="ink">
                <msink:context xmlns:msink="http://schemas.microsoft.com/ink/2010/main" type="inkWord" rotatedBoundingBox="4384,10248 5129,10258 5116,11195 4371,11185"/>
              </emma:interpretation>
              <emma:one-of disjunction-type="recognition" id="oneOf15">
                <emma:interpretation id="interp19" emma:lang="" emma:confidence="1">
                  <emma:literal/>
                </emma:interpretation>
              </emma:one-of>
            </emma:emma>
          </inkml:annotationXML>
          <inkml:trace contextRef="#ctx0" brushRef="#br0" timeOffset="70128.7635">2144 9758 291 0,'0'0'450'15,"-5"-14"-25"-15,5 14-26 0,-3-19-19 0,3 8-25 16,6-1-28-16,0 2-25 0,2-1-24 0,5 1-27 0,2 0-19 16,-1 1-12-16,5 2-20 0,-1-3-19 15,8 3-15-15,-5 2-16 0,-7 1-13 0,7 2-14 0,-21 2-9 16,34 2-10-16,-18 3-13 0,-5 1-11 0,-11-6-6 15,21 19-4-15,-20-9-10 0,4 4-4 0,-5 5-10 16,0 3 0-16,-6 3-4 0,-2 2-8 0,0 4-5 16,-5-3-6-16,-2-1-6 0,-1 0-3 0,-6 7-13 15,4-8-10-15,2 0-6 0,-3-4-14 0,3-3-7 16,1 4-10-16,1-8-4 0,1-1 1 0,0-3-6 16,4 2 1-16,2-7-1 0,7-6 2 0,-9 9-6 0,9-9 10 15,0 0 1-15,0 0 11 0,0 0 15 0,0 0 17 16,0 0 18-16,0 0 10 0,35-30 10 0,-21 19 10 15,2-1 9-15,-1 5 5 0,4-5 8 0,0 9 3 16,1-5 5-16,9-1 7 0,-2 7 6 0,0-3 6 16,2 5 4-16,-2 1-1 0,2 4-1 0,2 5 0 15,-3-2-8-15,-5 0-4 0,3 6-5 0,-10 0-7 16,5 5-3-16,-5 4-6 0,-4 0-5 0,-2 6-4 16,-4-1-7-16,-1 1-2 0,-6 1-4 0,-9 8-3 15,2-7-7-15,-3 8-3 0,-15-8-4 0,5-7-8 0,-9 7-24 16,-4-7-19-16,-4 2-23 0,-6-3-21 0,-2-8-20 15,1-1-19-15,-3-6-14 0,-2 0-24 0,2-7-12 16,8-6-8-16,-4-3-27 0,12 4-17 0,0-7-33 16,0 0-32-16,3-7-51 0,7-2-69 0,-2-2-322 15,0-12-781-15,16 5 347 0</inkml:trace>
        </inkml:traceGroup>
        <inkml:traceGroup>
          <inkml:annotationXML>
            <emma:emma xmlns:emma="http://www.w3.org/2003/04/emma" version="1.0">
              <emma:interpretation id="{155CBD75-520A-4425-9B27-A9827AAE6B76}" emma:medium="tactile" emma:mode="ink">
                <msink:context xmlns:msink="http://schemas.microsoft.com/ink/2010/main" type="inkWord" rotatedBoundingBox="6463,10208 6625,10210 6611,11221 6449,11219"/>
              </emma:interpretation>
              <emma:one-of disjunction-type="recognition" id="oneOf16">
                <emma:interpretation id="interp20" emma:lang="" emma:confidence="1">
                  <emma:literal/>
                </emma:interpretation>
              </emma:one-of>
            </emma:emma>
          </inkml:annotationXML>
          <inkml:trace contextRef="#ctx0" brushRef="#br0" timeOffset="70706.8504">4109 10558 331 0,'-3'8'437'0,"3"-8"-21"16,-2 18 2-16,2-18 15 0,0 0 4 0,0 0-18 0,0 0-30 15,0 0-33-15,0 0-31 0,0 0-35 0,0 0-18 16,35-26-18-16,-30 15-17 0,2-3-17 0,-4 2-19 16,-2 1-19-16,-1 11-20 0,5-22-12 0,-5 14-21 15,0 8-15-15,-6-19-14 0,6 19-33 0,-10-12-23 16,10 12-19-16,-14-7-23 0,14 7-29 0,-21-2-30 16,21 2-30-16,-29 9-21 0,11-3-30 0,18-6-33 0,-24 14-44 15,12-3-47-15,-1 0-73 0,8-2-90 0,-5-2-340 16,10-7-827-16,-1 13 366 0</inkml:trace>
          <inkml:trace contextRef="#ctx0" brushRef="#br0" timeOffset="70472.4942">4104 9758 25 0,'0'0'505'0,"-16"6"-39"0,16-6-26 0,-13 9-12 0,13-9-6 15,0 0-6-15,0 0-21 0,0 0-24 0,0 0-29 16,0 0-27-16,0 0-25 0,0 0-25 0,44-25-18 16,-38 15-14-16,5-2-14 0,-6-1-25 0,5 2-24 15,-6 1-13-15,1-1-15 0,-3-4-13 0,3 1-15 16,-4 5-11-16,-2-8-8 0,1 17-10 0,-7-19-16 16,2 10-9-16,5 9-19 0,-16-17-33 0,10 10-28 0,6 7-39 15,-24-1-49-15,24 1-41 0,0 0-62 16,-29 9-73-16,10 2-91 0,6 3-127 0,3 2-338 0,-2-4-910 15,-1 10 403-15</inkml:trace>
        </inkml:traceGroup>
        <inkml:traceGroup>
          <inkml:annotationXML>
            <emma:emma xmlns:emma="http://www.w3.org/2003/04/emma" version="1.0">
              <emma:interpretation id="{F3719D08-E2A9-4810-A912-4BAB36B91652}" emma:medium="tactile" emma:mode="ink">
                <msink:context xmlns:msink="http://schemas.microsoft.com/ink/2010/main" type="inkWord" rotatedBoundingBox="8085,10064 9516,10084 9497,11501 8066,11481"/>
              </emma:interpretation>
              <emma:one-of disjunction-type="recognition" id="oneOf17">
                <emma:interpretation id="interp21" emma:lang="" emma:confidence="0.5">
                  <emma:literal>13</emma:literal>
                </emma:interpretation>
                <emma:interpretation id="interp22" emma:lang="" emma:confidence="0.5">
                  <emma:literal>, 3</emma:literal>
                </emma:interpretation>
                <emma:interpretation id="interp23" emma:lang="" emma:confidence="0">
                  <emma:literal>l 3</emma:literal>
                </emma:interpretation>
                <emma:interpretation id="interp24" emma:lang="" emma:confidence="0">
                  <emma:literal>| 3</emma:literal>
                </emma:interpretation>
                <emma:interpretation id="interp25" emma:lang="" emma:confidence="0">
                  <emma:literal>1 3</emma:literal>
                </emma:interpretation>
              </emma:one-of>
            </emma:emma>
          </inkml:annotationXML>
          <inkml:trace contextRef="#ctx0" brushRef="#br0" timeOffset="71042.0877">5632 9507 321 0,'0'0'639'0,"0"-14"-33"0,0 14-20 0,1-12-6 0,-1 12-6 15,0 0-17-15,5-12-34 0,-5 12-39 16,0 0-33-16,0 0-23 0,0 0-24 0,0 0-19 0,0 0-23 15,13 38-23-15,-15-19-27 0,5 7-26 0,-3 12-28 16,0 2-162-16,8 5-96 0,-4-1 0 0,-1 7 0 16,3-9 0-16,-1 31 0 0,-3-19 0 0,-1-2 0 15,1 19 0-15,3-16 0 0,1-4 0 0,-4-2 0 16,-1 3 0-16,-1-6 0 0,7-2-482 0,2-6-189 16,-5-11-502-16,-3-6-1271 0,6-9 562 0</inkml:trace>
          <inkml:trace contextRef="#ctx0" brushRef="#br0" timeOffset="71515.2031">6187 9605 6885 0,'6'-14'119'16,"10"-6"-64"-16,5 1 21 0,6-2 60 0,5-2-2 15,7 3 18-15,-14 6-11 0,4 3-6 0,13 2-19 16,1 2-8-16,1 1-14 0,-11 5-54 0,3 4-40 15,5 5 0-15,-10-4 0 0,-2 7 0 0,0 2 0 16,-2 3 0-16,-8 4 0 0,-4 3 0 0,-7 3 0 16,-7 2 0-16,4 11 0 0,-10-9 0 0,-8 11 0 15,-4-3 0-15,-9 0 0 0,-3 0-87 0,-3-2-40 0,0-1-10 16,-11 2-19-16,7-5-11 0,-5-6-1 16,7 2 6-16,-1-6 6 0,3-5 7 0,9-4 8 0,2-6 16 15,4 5 10-15,2-9 9 0,4 1 9 0,11-4 16 16,-19 6 19-16,19-6 10 0,0 0 23 0,0 0 24 15,0 0 19-15,0 0 7 0,27-31 5 0,-13 24 5 16,1-1 14-16,12-7 19 0,0 5 22 0,4 1 14 16,1-1 24-16,11 2 34 0,1 4 44 0,1 3 26 15,-2-1 19-15,0 9 5 0,-1-5-11 0,1 11-12 0,-7-6-175 16,0 11-54-16,-7-3 0 0,11 9 0 16,-9 2 0-16,-2 3 0 0,-4 8 0 0,-7 1 0 0,0 1 0 15,-10 1 0-15,-7 5 0 0,-1-3 0 0,-8-1 0 16,0-3 0-16,-11 6 0 0,1-5 0 0,-7-4 0 15,-11 3 0-15,-5-4 0 0,-6-3 0 0,-7-6 0 16,-25 2 0-16,20-11 0 0,-25 4 0 0,7 0 0 0,18-7-42 16,4-1-328-16,7 1-67 0,-8-5-78 15,8 4-112-15,-2-6-407 0,8-2-1119 0,-1 0 495 0</inkml:trace>
        </inkml:traceGroup>
      </inkml:traceGroup>
    </inkml:traceGroup>
    <inkml:traceGroup>
      <inkml:annotationXML>
        <emma:emma xmlns:emma="http://www.w3.org/2003/04/emma" version="1.0">
          <emma:interpretation id="{8097BC11-E60B-4322-9EFB-57DEB0AD2569}" emma:medium="tactile" emma:mode="ink">
            <msink:context xmlns:msink="http://schemas.microsoft.com/ink/2010/main" type="paragraph" rotatedBoundingBox="2112,12220 10180,12408 10157,13364 2089,13176" alignmentLevel="1"/>
          </emma:interpretation>
        </emma:emma>
      </inkml:annotationXML>
      <inkml:traceGroup>
        <inkml:annotationXML>
          <emma:emma xmlns:emma="http://www.w3.org/2003/04/emma" version="1.0">
            <emma:interpretation id="{F275292D-DD0A-495F-9352-40CC506133DB}" emma:medium="tactile" emma:mode="ink">
              <msink:context xmlns:msink="http://schemas.microsoft.com/ink/2010/main" type="line" rotatedBoundingBox="2112,12220 10180,12408 10157,13364 2089,13176">
                <msink:destinationLink direction="with" ref="{150FAF7C-817D-4C32-A0E6-0561169B0112}"/>
                <msink:destinationLink direction="with" ref="{0A380BE1-04C3-41D5-BA04-1F19A9BA2E81}"/>
              </msink:context>
            </emma:interpretation>
          </emma:emma>
        </inkml:annotationXML>
        <inkml:traceGroup>
          <inkml:annotationXML>
            <emma:emma xmlns:emma="http://www.w3.org/2003/04/emma" version="1.0">
              <emma:interpretation id="{E8F56ABA-58C2-40D2-A93D-6C0B8B5F048D}" emma:medium="tactile" emma:mode="ink">
                <msink:context xmlns:msink="http://schemas.microsoft.com/ink/2010/main" type="inkWord" rotatedBoundingBox="2111,12266 2719,12280 2700,13083 2092,13069"/>
              </emma:interpretation>
              <emma:one-of disjunction-type="recognition" id="oneOf18">
                <emma:interpretation id="interp26" emma:lang="" emma:confidence="1">
                  <emma:literal/>
                </emma:interpretation>
              </emma:one-of>
            </emma:emma>
          </inkml:annotationXML>
          <inkml:trace contextRef="#ctx0" brushRef="#br0" timeOffset="74140.052">-176 11755 368 0,'0'0'482'0,"-8"-14"7"16,8 14 4-16,-8-9-8 0,8 9-18 0,0 0-30 16,-20-9-28-16,20 9-31 0,0 0-22 0,0 0-8 15,-28 14-7-15,16-3-11 0,1 3-9 0,1 3 0 0,-4-3-10 16,3 1-22-16,1 11-21 0,-3-2-12 0,0 2-15 16,10 2-15-16,-3 3-15 0,-1-2-16 0,7-1-26 15,-1 10-169-15,1-5 0 0,3 6 0 0,2-3 0 16,4 5 0-16,4-12 0 0,0-1 0 0,2 2 0 15,1-4 0-15,11 5 0 0,-8-6 0 0,13-1 0 16,-4-7 0-16,-6 0 0 0,5-8 0 0,1 0 0 16,-3-2 0-16,-4-6 0 0,5-2 0 0,3-4 0 0,-2-6 0 15,-3 3 0-15,2-10 0 0,-2 3 0 0,3-7 0 16,-3-8 0-16,3-4 0 0,-6-4 0 16,-2 1 0-16,-3 0 0 0,-8-4 0 0,-3-1 0 0,-3-6 0 15,-9 2 0-15,-2-3 0 0,-10 1 0 0,-2-1 0 16,-2 8 0-16,-2 3 0 0,1 4 0 0,-10 6 0 15,10 7 0-15,-12 0 0 0,-4 2 0 0,3 6 0 16,5 7 0-16,0 1 0 0,0 4 0 0,3 2 0 16,-3 4 0-16,5 6 0 0,1 0 0 0,7-4 0 15,3 8 0-15,2-3-524 0,-4 2-755 0,10-2-1383 16,1 2 612-16</inkml:trace>
        </inkml:traceGroup>
        <inkml:traceGroup>
          <inkml:annotationXML>
            <emma:emma xmlns:emma="http://www.w3.org/2003/04/emma" version="1.0">
              <emma:interpretation id="{49AA1541-DF56-4E5F-98A2-DBF8783E6C92}" emma:medium="tactile" emma:mode="ink">
                <msink:context xmlns:msink="http://schemas.microsoft.com/ink/2010/main" type="inkWord" rotatedBoundingBox="4467,12275 7034,12335 7012,13291 4445,13231"/>
              </emma:interpretation>
              <emma:one-of disjunction-type="recognition" id="oneOf19">
                <emma:interpretation id="interp27" emma:lang="" emma:confidence="1">
                  <emma:literal/>
                </emma:interpretation>
              </emma:one-of>
            </emma:emma>
          </inkml:annotationXML>
          <inkml:trace contextRef="#ctx0" brushRef="#br0" timeOffset="77572.5089">2006 12021 334 0,'0'0'398'0,"0"0"2"0,0 0 6 0,0 0-3 0,0 0-12 16,0 0-22-16,0 0-26 0,0 0-26 16,0 0-22-16,0 0-26 0,0 0-14 0,0 0-24 15,0 0-18-15,0 0-17 0,0 0-13 0,0 0-11 0,0 0-13 16,12 19-19-16,-12-19-14 0,31 5-11 0,-10-7-13 16,8 2-12-16,0 3-10 0,3-3-20 0,1 4-27 15,14 2-43-15,-5-2-60 0,4 0-85 0,2-3-83 16,-4-1-97-16,7-5-104 0,-5 5-367 0,-15 0-873 15,3-1 387-15</inkml:trace>
          <inkml:trace contextRef="#ctx0" brushRef="#br0" timeOffset="78019.5616">2829 11963 290 0,'0'0'369'0,"-4"-12"-9"0,4 12-9 0,-8-8-13 16,8 8-16-16,-4-14-24 0,4 14-30 0,0 0-16 16,11-19-19-16,-11 19-9 0,16-11-14 0,-6 5-9 15,4-1-9-15,0 0-15 0,4 0 6 0,-2 3-25 16,3 1-6-16,-19 3-7 0,37-4-3 0,-16 7-7 16,0-2-14-16,-3 6-2 0,9 0-14 0,-6 1-6 15,-2 4-7-15,2 8 1 0,-2-3-1 0,-4 0-9 16,-1 7-5-16,-1-1-8 0,-7 4-5 0,-4 2-6 15,-2 8-8-15,-2-6-4 0,-7 9-4 0,-9 0-4 16,4-2-2-16,-7-2-7 0,-3 1-12 0,-4-2-1 0,-1-2-3 16,-4-2-3-16,1-6 3 0,-5 2-3 0,1-5-1 15,-2 0-1-15,12-7-3 0,-3-4-3 16,4-3 3-16,1 3-3 0,4-4 2 0,4-2-2 0,-3-2 2 16,5 1 1-16,14-4-5 0,-20 6-2 0,20-6-1 15,0 0-1-15,0 0-8 0,0 0 3 16,0 0 4-16,0 0-4 0,0 0 1 0,34-36-1 0,-11 28 3 15,5-1-3-15,6-3 5 0,14 5-3 0,2-3 3 16,1 6-3-16,7-5 1 0,-2 4-18 0,0 2-11 0,-3 1-38 0,-3-1-35 16,5 0-63-16,-4 0-57 0,-1 0-57 0,-7 6-72 0,0-6-92 15,-12 6-328-15,-2-3-841 0,-2-5 371 0</inkml:trace>
          <inkml:trace contextRef="#ctx0" brushRef="#br0" timeOffset="78640.2506">4502 12634 227 0,'-5'7'465'16,"5"-7"-20"-16,-3 12-9 0,3-12-1 0,0 0-3 16,0 0-8-16,0 0-34 0,0 0-32 0,0 0-34 15,0 0-27-15,0 0-22 0,0 0-22 0,45-26-7 16,-32 15-27-16,-10-1-20 0,0 4-11 0,-3 8-21 16,3-19-6-16,-3 19-15 0,-3-15-20 0,3 15-10 0,-8-14-17 15,-1 6-11-15,9 8-10 0,-17-6-10 0,17 6-11 16,-27-1-13-16,27 1-22 0,-29 3-27 0,12 1-26 15,-3 0-40-15,0 4-36 0,4-1-45 0,1-3-45 16,-3 4-54-16,4 1-50 0,0 0-67 0,6-4-85 16,8-5-356-16,-15 9-875 0,15-9 388 0</inkml:trace>
          <inkml:trace contextRef="#ctx0" brushRef="#br0" timeOffset="78373.6566">4510 11846 164 0,'0'0'539'0,"0"0"-21"0,0 0 9 16,8 7 11-16,-8-7 9 0,0 0-16 0,0 0-18 15,0 0-42-15,0 0-37 0,0 0-33 0,0 0-17 16,15-21-16-16,-15 21-24 0,1-15-23 0,-1 15-20 16,0-19-30-16,0 10-30 0,0 9-20 0,-1-24-22 15,1 24-21-15,-2-21-18 0,0 13-140 0,2 8-20 0,-5-16 0 16,5 16 0-16,-6-10 0 0,6 10 0 15,-8-11 0-15,8 11 0 0,0 0 0 0,-19-3-20 16,19 3-263-16,0 0-59 0,-31 19-66 0,22-5-82 0,-4 3-116 16,-6 5-401-16,9 1-1092 0,-3 3 484 0</inkml:trace>
        </inkml:traceGroup>
        <inkml:traceGroup>
          <inkml:annotationXML>
            <emma:emma xmlns:emma="http://www.w3.org/2003/04/emma" version="1.0">
              <emma:interpretation id="{60B743F8-E0F3-4182-A056-F3BD1571EA48}" emma:medium="tactile" emma:mode="ink">
                <msink:context xmlns:msink="http://schemas.microsoft.com/ink/2010/main" type="inkWord" rotatedBoundingBox="8175,12415 10178,12462 10161,13207 8157,13160"/>
              </emma:interpretation>
              <emma:one-of disjunction-type="recognition" id="oneOf20">
                <emma:interpretation id="interp28" emma:lang="" emma:confidence="1">
                  <emma:literal/>
                </emma:interpretation>
              </emma:one-of>
            </emma:emma>
          </inkml:annotationXML>
          <inkml:trace contextRef="#ctx0" brushRef="#br0" timeOffset="83212.1816">5792 12097 274 0,'0'0'367'0,"-31"-4"0"0,31 4-1 0,0 0-9 15,-22 0 6-15,22 0-8 0,0 0-4 0,0 0-12 16,-24 0-15-16,24 0-22 0,0 0-20 0,0 0-19 16,0 0-20-16,0 0-16 0,0 0-19 0,0 0-18 15,0 0-13-15,0 0-8 0,0 0-4 0,0 0-11 0,0 0-12 16,0 0-12-16,74-14-14 0,-42 13-12 0,0-3-11 16,14-3-11-16,1 5 2 0,-4 1-24 15,4-4-19-15,-2-1-35 0,3 3-51 0,-6-1-79 0,3 1-80 16,-15-2-75-16,2 5-96 0,-3-1-116 0,-8 1-374 15,-5-4-935-15,-16 4 414 0</inkml:trace>
          <inkml:trace contextRef="#ctx0" brushRef="#br0" timeOffset="83477.7831">6623 11839 364 0,'5'-14'528'0,"-5"14"-24"16,3-17-28-16,-3 17-21 0,3-8-16 0,-3 8-16 16,0 0-24-16,0 0-34 0,0 0-18 0,0 0-21 15,0 0-17-15,0 0-9 0,0 0-11 0,24 32-26 16,-19-14-27-16,2-3 3 0,-3 11-34 0,3 1-22 16,-1 2-19-16,1-2-17 0,1 14-18 0,-2-10-11 0,-1-1-16 15,0 11-23-15,-1-3-54 0,3-10-43 16,1 2-56-16,-6-1-64 0,4 2-58 0,5-8-72 0,-4 3-77 15,-4-3-105-15,3-5-128 0,-4-6-314 0,4 2-965 16,-1-7 427-16</inkml:trace>
          <inkml:trace contextRef="#ctx0" brushRef="#br0" timeOffset="83864.811">7180 11943 481 0,'5'-11'532'0,"-5"11"-39"15,6-13-36-15,-6 13-26 0,5-7-14 0,-5 7-18 16,0 0-19-16,0 0-19 0,0 0-14 0,0 0-19 16,3 33-11-16,-6-16-22 0,0-2-17 0,-2 4-19 0,2 0-9 15,-5 4-22-15,1 5-25 0,-1-1-11 0,2 3-21 16,-1-1-16-16,-1-1-17 0,2-2-13 0,1 4-7 16,5 0-10-16,-3-4-15 0,3 1-8 0,1-2-9 15,1 2-3-15,4 3-14 0,6-4-5 0,-1-4-3 16,3 1-5-16,6-4-5 0,-1 1-1 0,3-4 2 15,2-3-5-15,5-2-6 0,-3-6-31 0,3 1 0 16,-2-7 0 0,4-1 0-16,-1-6 0 0,2-3 0 0,-1 0 0 0,5-7 0 0,-8 2 0 15,-4 0 0-15,3-7 0 0,-6 2 0 0,8-9 0 16,-13 7 0-16,0-14 0 0,-5 11 0 0,-3-4 0 0,-1-10 0 16,-9 12 0-16,-6-3 0 0,-5 2 0 0,-1-1 0 15,-6 4 0-15,-10-5 0 0,-1 9-16 16,-9 1-121-16,-3 5-25 0,-2 1-35 0,-6 10-36 0,1 1-37 15,2 2-33-15,-2-3-54 0,0 9-75 0,9-4-76 16,-7 0-422-16,16 4-1007 0,-1 0 446 0</inkml:trace>
        </inkml:traceGroup>
      </inkml:traceGroup>
    </inkml:traceGroup>
    <inkml:traceGroup>
      <inkml:annotationXML>
        <emma:emma xmlns:emma="http://www.w3.org/2003/04/emma" version="1.0">
          <emma:interpretation id="{26D2CE0F-9442-40CA-AB62-5D923EB40801}" emma:medium="tactile" emma:mode="ink">
            <msink:context xmlns:msink="http://schemas.microsoft.com/ink/2010/main" type="paragraph" rotatedBoundingBox="2056,14672 9684,15023 9624,16323 1996,15972" alignmentLevel="1"/>
          </emma:interpretation>
        </emma:emma>
      </inkml:annotationXML>
      <inkml:traceGroup>
        <inkml:annotationXML>
          <emma:emma xmlns:emma="http://www.w3.org/2003/04/emma" version="1.0">
            <emma:interpretation id="{B4753C26-2181-48DA-A409-4B60D30C19DE}" emma:medium="tactile" emma:mode="ink">
              <msink:context xmlns:msink="http://schemas.microsoft.com/ink/2010/main" type="inkBullet" rotatedBoundingBox="2052,14745 2761,14777 2752,14977 2043,14945"/>
            </emma:interpretation>
            <emma:one-of disjunction-type="recognition" id="oneOf21">
              <emma:interpretation id="interp29" emma:lang="" emma:confidence="0">
                <emma:literal>-</emma:literal>
              </emma:interpretation>
            </emma:one-of>
          </emma:emma>
        </inkml:annotationXML>
        <inkml:trace contextRef="#ctx0" brushRef="#br0" timeOffset="97734.278">-337 14308 3087 0,'-33'2'212'0,"33"-2"-105"0,0 0-32 0,-24-5 5 0,24 5 20 15,0 0 17-15,0 0 8 0,-15-6-2 0,15 6-14 16,0 0-7-16,0 0 1 0,0 0-7 0,0 0 17 16,0 0 4-16,43-22 6 0,-17 12-3 0,16-1-12 15,-1-1-8-15,8 0-14 0,2-2-7 0,-1 0-9 16,1 1-8-16,-1 0-17 0,0 1-29 0,-1 5-43 0,-5 0-48 15,-11 1-44-15,3 0-45 0,-6 5-38 16,-9 1-59-16,-5 0-63 0,-16 0-394 0,27 5-776 16,-19 3 343-16</inkml:trace>
      </inkml:traceGroup>
      <inkml:traceGroup>
        <inkml:annotationXML>
          <emma:emma xmlns:emma="http://www.w3.org/2003/04/emma" version="1.0">
            <emma:interpretation id="{C33E22C2-9146-4285-966A-8A50855B5FBA}" emma:medium="tactile" emma:mode="ink">
              <msink:context xmlns:msink="http://schemas.microsoft.com/ink/2010/main" type="line" rotatedBoundingBox="3005,14716 9684,15023 9624,16323 2945,16016">
                <msink:destinationLink direction="with" ref="{EBFF70FA-43E8-48FC-9AD5-ADE7D3D100F9}"/>
                <msink:destinationLink direction="with" ref="{F8AFDDB5-C73F-46C4-AEF3-266231E9C3B5}"/>
              </msink:context>
            </emma:interpretation>
          </emma:emma>
        </inkml:annotationXML>
        <inkml:traceGroup>
          <inkml:annotationXML>
            <emma:emma xmlns:emma="http://www.w3.org/2003/04/emma" version="1.0">
              <emma:interpretation id="{658A62EC-65A8-41E3-B178-A1701A63F8F3}" emma:medium="tactile" emma:mode="ink">
                <msink:context xmlns:msink="http://schemas.microsoft.com/ink/2010/main" type="inkWord" rotatedBoundingBox="2988,15073 3026,15075 2983,16018 2945,16016"/>
              </emma:interpretation>
              <emma:one-of disjunction-type="recognition" id="oneOf22">
                <emma:interpretation id="interp30" emma:lang="" emma:confidence="1">
                  <emma:literal/>
                </emma:interpretation>
              </emma:one-of>
            </emma:emma>
          </inkml:annotationXML>
          <inkml:trace contextRef="#ctx0" brushRef="#br0" timeOffset="98406.102">565 14548 167 0,'0'-19'391'16,"0"19"-5"-16,0-12 9 0,0 12-10 0,0-16 2 0,0 16 6 16,0-19-6-16,0 19-15 0,0-13 0 0,0 13-3 15,0-14-4-15,0 14-15 0,0 0-20 0,0 0-26 16,0-17-34-16,0 17-23 0,0 0-17 0,0 0 2 16,0 0-2-16,0 0 0 0,0 0 1 0,-13 64 4 15,11-33-9-15,-1 7-12 0,-2 7-14 0,1-4-19 16,2 4-69-16,-1 1-112 0,-4 1 0 0,3 0 0 15,-3-1 0-15,7-1 0 0,0 2 0 0,0-1 0 16,0 5 0-16,0-9 0 0,-3 0 0 0,5-3 0 0,-2-7 0 16,0-2 0-16,1-8 0 0,-1-1 0 15,3-2 0-15,1-3-89 0,0 0-356 0,-4-6-89 16,0-10-125-16,4 15-419 0,-4-15-1167 0,0 0 517 16</inkml:trace>
        </inkml:traceGroup>
        <inkml:traceGroup>
          <inkml:annotationXML>
            <emma:emma xmlns:emma="http://www.w3.org/2003/04/emma" version="1.0">
              <emma:interpretation id="{2C82D863-4B02-485D-8365-8B3891AA3BB4}" emma:medium="tactile" emma:mode="ink">
                <msink:context xmlns:msink="http://schemas.microsoft.com/ink/2010/main" type="inkWord" rotatedBoundingBox="4893,14944 5247,15011 5227,15117 4873,15051"/>
              </emma:interpretation>
              <emma:one-of disjunction-type="recognition" id="oneOf23">
                <emma:interpretation id="interp31" emma:lang="" emma:confidence="1">
                  <emma:literal/>
                </emma:interpretation>
              </emma:one-of>
            </emma:emma>
          </inkml:annotationXML>
          <inkml:trace contextRef="#ctx0" brushRef="#br0" timeOffset="106098.1934">2776 14473 193 0,'0'0'299'0,"0"0"-2"0,1-10-5 0,-1 10-11 16,0 0-16-16,0-14-1 0,0 14-11 0,0 0-7 15,0 0-4-15,0-16 5 0,0 16-1 0,0 0-7 16,-6-12-2-16,6 12 5 0,0 0-3 0,-15-9-6 0,15 9-13 16,-11-8-11-16,11 8-15 0,-19-12-15 15,0 6-10-15,4 0-7 0,-1-1-7 0,2 1-14 16,-2 0-17-16,-3-3-8 0,4 5-13 0,1 0-11 0,-2-4-12 16,16 8-9-16,-28-7-6 0,28 7-11 0,-29 0-16 15,29 0-27-15,0 0-35 0,-35 11-56 0,22-4-77 16,4 0-65-16,1 1-75 0,-5 8-103 0,2-2-487 15,3-1-960-15,0-4 425 0</inkml:trace>
        </inkml:traceGroup>
        <inkml:traceGroup>
          <inkml:annotationXML>
            <emma:emma xmlns:emma="http://www.w3.org/2003/04/emma" version="1.0">
              <emma:interpretation id="{88127E07-1409-4E35-B1A9-A1670072E4F1}" emma:medium="tactile" emma:mode="ink">
                <msink:context xmlns:msink="http://schemas.microsoft.com/ink/2010/main" type="inkWord" rotatedBoundingBox="4918,14913 4939,14914 4914,15468 4893,15468"/>
              </emma:interpretation>
              <emma:one-of disjunction-type="recognition" id="oneOf24">
                <emma:interpretation id="interp32" emma:lang="" emma:confidence="0.5">
                  <emma:literal>l</emma:literal>
                </emma:interpretation>
                <emma:interpretation id="interp33" emma:lang="" emma:confidence="0">
                  <emma:literal>.</emma:literal>
                </emma:interpretation>
                <emma:interpretation id="interp34" emma:lang="" emma:confidence="0">
                  <emma:literal>|</emma:literal>
                </emma:interpretation>
                <emma:interpretation id="interp35" emma:lang="" emma:confidence="0">
                  <emma:literal>,</emma:literal>
                </emma:interpretation>
                <emma:interpretation id="interp36" emma:lang="" emma:confidence="0">
                  <emma:literal>1</emma:literal>
                </emma:interpretation>
              </emma:one-of>
            </emma:emma>
          </inkml:annotationXML>
          <inkml:trace contextRef="#ctx0" brushRef="#br0" timeOffset="144219.1671">2479 14277 20 0,'-15'74'86'0,"11"0"-17"15,-1 8-19-15,5-1-37 0,-5 2-53 0,5-3-43 16,11 1 19-16</inkml:trace>
        </inkml:traceGroup>
        <inkml:traceGroup>
          <inkml:annotationXML>
            <emma:emma xmlns:emma="http://www.w3.org/2003/04/emma" version="1.0">
              <emma:interpretation id="{D22A2AAF-8CD1-4EA6-933F-AB092DCD72BB}" emma:medium="tactile" emma:mode="ink">
                <msink:context xmlns:msink="http://schemas.microsoft.com/ink/2010/main" type="inkWord" rotatedBoundingBox="5048,15064 5774,15097 5735,15941 5009,15908"/>
              </emma:interpretation>
              <emma:one-of disjunction-type="recognition" id="oneOf25">
                <emma:interpretation id="interp37" emma:lang="" emma:confidence="1">
                  <emma:literal/>
                </emma:interpretation>
              </emma:one-of>
            </emma:emma>
          </inkml:annotationXML>
          <inkml:trace contextRef="#ctx0" brushRef="#br0" timeOffset="99167.3827">2848 14519 39 0,'0'0'366'16,"-3"-17"-14"-16,3 17-15 0,-3-14-21 0,3 14-20 0,4-14-29 16,-4 14-27-16,0 0-16 15,10-18-24-15,-2 12-20 0,-8 6-16 0,18-7-21 16,-18 7-17-16,17-2-10 0,-17 2-24 0,0 0-17 0,0 0-8 15,34 10-29-15,-26-3-12 0,-6 5-15 0,-2-12-12 16,3 25-6-16,-6-10-6 0,-5-3-4 0,1 6-1 16,2-3 4-16,-4 2-3 0,1 1 4 0,-2-4 2 15,-3 2 2-15,5-1 4 0,2-4 4 0,-1-2 9 16,7-9 10-16,-8 21 7 0,2-16 1 0,6-5 9 16,-6 10 6-16,6-10-4 0,-7 16 8 0,7-16-6 15,0 0 12-15,-6 9-15 0,6-9 3 0,0 0-2 16,0 0 5-16,0 0-6 0,0 0-1 0,-2 12 6 15,2-12-3-15,0 0 6 0,0 0-4 0,0 0 1 16,0 0 8-16,0 0 2 0,29 4 11 0,-29-4 4 16,27 1 10-16,-8 1-5 0,2-2-8 0,-1 1-1 15,0 4-7-15,9-3 3 0,-1 3 1 0,0 1-6 16,5-1-4-16,-8 3-1 0,3 1 10 0,0 1 4 16,-10-1-1-16,0 0 5 0,-4 5 5 0,2-2 2 0,3 7 2 15,-4 2 7-15,-4-4-7 0,-3-2 4 0,-1 7 7 16,-3-4-11-16,1 8-3 0,-5-2-5 0,-1 1-9 15,-4-5-5-15,-3 6-4 0,-5-2-6 0,-3 2-5 16,-5 0-3-16,-8 2-3 0,2-8-5 0,-5 5-19 16,-7-5-23-16,2-1-14 0,-4-5-28 0,-3-3-30 15,-1-4-19-15,12-4-26 0,-12-5-22 0,13 2-2 16,-13-5-37-16,1-4-16 0,14 1-31 0,-10-8-42 16,11 6-40-16,7-6-53 0,-6 2-311 0,7-1-743 15,12-3 329-15</inkml:trace>
        </inkml:traceGroup>
        <inkml:traceGroup>
          <inkml:annotationXML>
            <emma:emma xmlns:emma="http://www.w3.org/2003/04/emma" version="1.0">
              <emma:interpretation id="{EEB8A786-3C14-4EF6-8614-13A59BE65DC4}" emma:medium="tactile" emma:mode="ink">
                <msink:context xmlns:msink="http://schemas.microsoft.com/ink/2010/main" type="inkWord" rotatedBoundingBox="6998,15002 7284,15015 7248,15798 6962,15785"/>
              </emma:interpretation>
              <emma:one-of disjunction-type="recognition" id="oneOf26">
                <emma:interpretation id="interp38" emma:lang="" emma:confidence="1">
                  <emma:literal/>
                </emma:interpretation>
              </emma:one-of>
            </emma:emma>
          </inkml:annotationXML>
          <inkml:trace contextRef="#ctx0" brushRef="#br0" timeOffset="99811.3263">4566 15108 245 0,'8'14'374'0,"-1"-6"0"0,1 0 1 0,0-4 5 16,-8-4-5-16,19 9-17 0,-19-9-19 0,18 3-21 15,-18-3-27-15,0 0-16 0,27-9-17 0,-27 9-9 16,16-11-26-16,-6 4-17 0,-10 7-14 0,9-16-18 16,-4 8-14-16,-5 8-13 0,3-21-18 0,-3 21-13 15,0-12-13-15,0 12-15 0,-8-15-11 0,8 15-27 16,-9-7-24-16,9 7-30 0,0 0-35 0,-34 3-29 16,34-3-24-16,-27 8-35 0,9-2-45 0,0 1-44 15,2 6-57-15,-3-1-63 0,3-1-87 0,6 0-269 0,-1 2-750 16,3-3 331-16</inkml:trace>
          <inkml:trace contextRef="#ctx0" brushRef="#br0" timeOffset="99576.9514">4768 14450 199 0,'0'0'459'15,"0"0"-5"-15,0 0 16 0,0 0-2 0,0 0-14 0,0 0-26 16,13 15-25-16,-13-15-20 0,0 0-21 0,13 9-9 15,-13-9-22-15,0 0-10 0,10 9-21 0,-10-9-8 16,0 0-17-16,14 8-6 0,-14-8-15 0,0 0-3 16,0 0-10-16,0 0-6 0,8 5-12 0,-8-5-18 15,0 0-18-15,0 0-19 0,0 0-16 0,0 0-98 16,0 0-54-16,-5-34 0 0,5 34 0 0,-11-15 0 16,5 5 0-16,-4-3 0 0,2 6 0 0,-3-5 0 15,1 1 0-15,-9 1 0 0,0 3-232 0,3 3-139 0,-5 3-63 16,-7 2-72-16,11 3-91 0,-12 6-412 15,0 6-1093-15,2 5 485 0</inkml:trace>
        </inkml:traceGroup>
        <inkml:traceGroup>
          <inkml:annotationXML>
            <emma:emma xmlns:emma="http://www.w3.org/2003/04/emma" version="1.0">
              <emma:interpretation id="{0739D324-5425-49C3-A38C-BAA384C2CAD0}" emma:medium="tactile" emma:mode="ink">
                <msink:context xmlns:msink="http://schemas.microsoft.com/ink/2010/main" type="inkWord" rotatedBoundingBox="8587,14973 9684,15023 9629,16228 8531,16177"/>
              </emma:interpretation>
              <emma:one-of disjunction-type="recognition" id="oneOf27">
                <emma:interpretation id="interp39" emma:lang="" emma:confidence="1">
                  <emma:literal/>
                </emma:interpretation>
              </emma:one-of>
            </emma:emma>
          </inkml:annotationXML>
          <inkml:trace contextRef="#ctx0" brushRef="#br0" timeOffset="100185.6892">6130 14431 6129 0,'12'-14'-62'0,"-9"0"65"0,3 2 34 0,2-2 45 15,-8 14 51-15,2-16 43 0,-2 16-2 0,6-12 3 16,-6 12-36-16,4-11-16 0,-4 11-15 0,0 0-6 15,0 0-20-15,0 0 20 0,0 0 6 0,0 0 5 16,0 0-7-16,0 0 0 0,-5 51-7 0,0-23 7 16,3 2-84-16,1 6-24 0,1 3 0 0,1 3 0 15,1-1 0-15,-2 4 0 0,0-4 0 0,0 4 0 0,-2 4 0 16,2-4 0-16,-1 0 0 0,-1-4 0 16,-3 4 0-16,1-3 0 0,-1-1-148 0,1-13-251 15,-4 3-102-15,5-7-123 0,-8 0-463 0,5-7-1177 0,-2-3 521 16</inkml:trace>
          <inkml:trace contextRef="#ctx0" brushRef="#br0" timeOffset="100874.1063">6710 14524 187 0,'11'-5'471'0,"-11"5"-32"16,18-12 12-16,-12 6 0 0,-6 6-15 0,19-10-30 16,-11 2-35-16,-8 8-35 0,23-9-27 0,-15 1-16 15,-8 8-20-15,24-4-24 0,-15-1-28 0,-9 5-21 16,31 0-21-16,-31 0-14 0,26 8-18 0,-12 1-15 15,0 0-6-15,-6 3-23 0,4 1-8 0,-8 1-8 16,3 7-14-16,-7-4-7 0,0 1-15 0,-2 2-16 16,-4-1-13-16,-2 6-19 0,-5 1-9 0,-1-3-18 15,-2 3-22-15,-4-1-12 0,3-1-8 0,-3-4-13 0,0-1-14 16,-1 2-5-16,-2-2-15 0,2-7-2 0,-1 1-23 16,3-4 8-16,3 0-4 0,1 0 4 0,7-5 0 15,-10 1 9-15,18-5 14 0,-17 8 9 0,17-8 13 16,-15 1 10-16,15-1 20 0,0 0 10 0,0 0 9 15,0 0 10-15,0 0 18 0,0 0 11 0,0 0 38 16,0 0-3-16,0 0 17 0,0 0 6 0,49-13 30 16,-21 13 25-16,-2-1 35 0,8 2 34 0,7 3 31 15,1 3 37-15,5-6 29 0,1 1 7 0,-14 6-8 16,-2-4-24-16,0 3-22 0,-2 4-21 0,-1 2-26 16,-5-3-13-16,2 6-17 0,-7-2-12 0,-4 4-15 15,-6-2-15-15,-4 3-11 0,0 0-62 0,-2 6-43 16,-8 2 0-16,-3-2 0 0,-6 0 0 0,-2 2 0 15,-10 5 0-15,-3-1 0 0,-1-2 0 0,-7 0 0 16,-3-3 0-16,-5 1 0 0,-2-8 0 0,-3 3 0 16,4-3 0-16,-4 0-107 0,-4 0-159 0,-4-4-66 0,7 1-42 15,-7-7-44-15,0 3-56 0,8-1-80 0,-3-6-391 16,7 2-1023-16,-1-4 453 0</inkml:trace>
        </inkml:traceGroup>
      </inkml:traceGroup>
    </inkml:traceGroup>
    <inkml:traceGroup>
      <inkml:annotationXML>
        <emma:emma xmlns:emma="http://www.w3.org/2003/04/emma" version="1.0">
          <emma:interpretation id="{72B5D115-DC83-46BA-88C6-672603C3E078}" emma:medium="tactile" emma:mode="ink">
            <msink:context xmlns:msink="http://schemas.microsoft.com/ink/2010/main" type="paragraph" rotatedBoundingBox="4994,16547 9985,16405 10038,18250 5046,18391" alignmentLevel="2"/>
          </emma:interpretation>
        </emma:emma>
      </inkml:annotationXML>
      <inkml:traceGroup>
        <inkml:annotationXML>
          <emma:emma xmlns:emma="http://www.w3.org/2003/04/emma" version="1.0">
            <emma:interpretation id="{56CAE53B-59B9-4360-9AD8-98A516991711}" emma:medium="tactile" emma:mode="ink">
              <msink:context xmlns:msink="http://schemas.microsoft.com/ink/2010/main" type="inkBullet" rotatedBoundingBox="4994,16547 6205,16513 6258,18357 5046,18391"/>
            </emma:interpretation>
          </emma:emma>
        </inkml:annotationXML>
        <inkml:trace contextRef="#ctx0" brushRef="#br0" timeOffset="137582.0392">2765 17591 39 0,'48'30'194'0,"0"0"-11"0,2-7-16 16,-4-4-15-16,4-4-12 0,-2-1-7 0,-3-3-14 16,3-6-16-16,-6-5-13 0,1-4-9 0,-9 1-4 15,-2-6-12-15,9-2-5 0,-4-8-12 0,5-4 1 16,-7 0-7-16,-1-4-3 0,-10 7-4 0,5-10-6 16,-2-4-2-16,2 0 0 0,-3 0-2 0,-2-4 0 15,-2 3 0-15,-1-1 0 0,0-5 3 0,0-1 0 16,-8-2 3-16,3-2 6 0,-8-2-2 0,-2 1 9 0,2-1 5 15,-8-3 3-15,0-3 4 0,-8 0 3 16,-6-17 3-16,1-7 4 0,-11-1-2 0,1 5 2 16,-4 1-3-16,-5-1 13 0,2 3 14 0,-6 0 11 0,-1 2 18 15,9 22 10-15,-6 8 26 0,-3 0 0 0,0-2-16 16,-3 6-9-16,0 3-14 0,-2 3-21 0,-6 6-4 16,-2 4-6-16,1 6-10 0,-4 5-16 0,-7 7-35 15,7 13-58-15,-27 8-60 0,13 20-82 0,15-13-131 16,-28 18-322-16,5 9-679 0,9 1 301 0</inkml:trace>
        <inkml:trace contextRef="#ctx0" brushRef="#br0" timeOffset="102852.1346">3040 16620 160 0,'-1'-9'538'0,"1"9"20"0,-5-16 13 16,5 16 0-16,-8-15-5 0,8 15-4 0,-5-11-28 16,5 11-27-16,-1-13-32 0,1 13-41 0,0 0-42 15,0 0-41-15,0 0-31 0,0 0-24 0,0 0-30 16,0 0-18-16,0 0-15 0,-13 46-17 0,13-20-18 0,-2 4-17 16,1 8-167-16,-6 2-14 0,6 2 0 0,-4 3 0 15,3 5 0-15,-4-1 0 0,-1 4 0 16,1-6 0-16,-1 5 0 0,6-2 0 0,-9-5 0 0,5 0 0 0,4-4 0 0,-4 1 0 0,5-13-240 15,-2-5-269-15,4-1-126 0,-4-4-500 0,4-12-1229 16,-2 3 544-16</inkml:trace>
      </inkml:traceGroup>
      <inkml:traceGroup>
        <inkml:annotationXML>
          <emma:emma xmlns:emma="http://www.w3.org/2003/04/emma" version="1.0">
            <emma:interpretation id="{53C0AB09-A399-4135-8475-158315904FBB}" emma:medium="tactile" emma:mode="ink">
              <msink:context xmlns:msink="http://schemas.microsoft.com/ink/2010/main" type="line" rotatedBoundingBox="7031,16967 9999,16883 10031,17994 7063,18078">
                <msink:destinationLink direction="with" ref="{EBFF70FA-43E8-48FC-9AD5-ADE7D3D100F9}"/>
                <msink:destinationLink direction="with" ref="{F8AFDDB5-C73F-46C4-AEF3-266231E9C3B5}"/>
              </msink:context>
            </emma:interpretation>
          </emma:emma>
        </inkml:annotationXML>
        <inkml:traceGroup>
          <inkml:annotationXML>
            <emma:emma xmlns:emma="http://www.w3.org/2003/04/emma" version="1.0">
              <emma:interpretation id="{BD61EBC6-4C99-4061-8A8B-143E7C7C4698}" emma:medium="tactile" emma:mode="ink">
                <msink:context xmlns:msink="http://schemas.microsoft.com/ink/2010/main" type="inkWord" rotatedBoundingBox="7031,16967 7253,16961 7281,17957 7059,17963"/>
              </emma:interpretation>
              <emma:one-of disjunction-type="recognition" id="oneOf28">
                <emma:interpretation id="interp40" emma:lang="" emma:confidence="1">
                  <emma:literal/>
                </emma:interpretation>
              </emma:one-of>
            </emma:emma>
          </inkml:annotationXML>
          <inkml:trace contextRef="#ctx0" brushRef="#br0" timeOffset="103211.4793">4733 16569 4643 0,'5'13'454'0,"-5"-13"-256"0,1 12-114 15,-1-12-18-15,0 0 28 0,5 8 42 0,-5-8 31 0,0 0 9 16,0 0-3-16,0 0 4 0,0 0-6 15,0 0 2-15,0 0 9 0,0 0 8 0,0 0 4 16,0 0 1-16,18-24-4 0,-18 24-1 0,3-25-11 0,-6 9-21 16,1 2-158-16,-4-5 0 0,3 1 0 0,-4-1 0 15,1 2 0-15,-2-2 0 0,-5-2 0 0,5 3 0 16,-3 3 0-16,3-1 0 0,0 5 0 0,1 3 0 16,7 8 0-16,-8-14 0 0,8 14 0 0,0 0 0 15,0 0 0-15,0 0-63 0,-35 22-338 0,29-10-51 16,-6 10-82-16,6 6-80 0,-5 0-408 0,4 13-1106 15,1 3 490-15</inkml:trace>
          <inkml:trace contextRef="#ctx0" brushRef="#br0" timeOffset="103445.7997">4661 17278 222 0,'6'14'387'0,"-1"-6"-18"0,-5-8-2 0,5 15 16 15,-5-15 3-15,11 9 0 0,-11-9-5 0,0 0-22 0,24 0-22 16,-24 0-21-16,29-12-28 0,-16 4-23 15,1-3-21-15,-6-2-20 0,5 0-17 0,-5 0-8 16,0-1-12-16,-3 2-10 0,3-4-16 0,-5 2-12 0,1 3-14 16,-4 11-20-16,-2-19-8 0,2 19-13 0,-2-15-4 15,2 15-14-15,-11-7-12 0,11 7-10 0,0 0-12 16,-24 0-9-16,24 0-18 0,0 0-34 0,-32 22-46 16,22-10-45-16,-3-2-56 0,7 0-55 0,-2 4-63 15,-2 4-70-15,-1-5-94 0,-2 2-411 0,10-2-930 16,0-1 411-16</inkml:trace>
        </inkml:traceGroup>
        <inkml:traceGroup>
          <inkml:annotationXML>
            <emma:emma xmlns:emma="http://www.w3.org/2003/04/emma" version="1.0">
              <emma:interpretation id="{E0B6D30C-9F97-4AC7-96C2-4038FCD702A2}" emma:medium="tactile" emma:mode="ink">
                <msink:context xmlns:msink="http://schemas.microsoft.com/ink/2010/main" type="inkWord" rotatedBoundingBox="8636,17044 10003,17006 10031,17994 8664,18033"/>
              </emma:interpretation>
              <emma:one-of disjunction-type="recognition" id="oneOf29">
                <emma:interpretation id="interp41" emma:lang="" emma:confidence="0.5">
                  <emma:literal>5</emma:literal>
                </emma:interpretation>
                <emma:interpretation id="interp42" emma:lang="" emma:confidence="0">
                  <emma:literal>G</emma:literal>
                </emma:interpretation>
                <emma:interpretation id="interp43" emma:lang="" emma:confidence="0">
                  <emma:literal>t</emma:literal>
                </emma:interpretation>
                <emma:interpretation id="interp44" emma:lang="" emma:confidence="0">
                  <emma:literal>r</emma:literal>
                </emma:interpretation>
                <emma:interpretation id="interp45" emma:lang="" emma:confidence="0">
                  <emma:literal>6</emma:literal>
                </emma:interpretation>
              </emma:one-of>
            </emma:emma>
          </inkml:annotationXML>
          <inkml:trace contextRef="#ctx0" brushRef="#br0" timeOffset="103962.3898">6501 16556 384 0,'-6'-18'498'15,"6"18"-14"-15,-15-7-3 0,15 7-21 16,-16-5-17-16,16 5-28 0,0 0-23 0,-42 16-35 0,28-8-30 16,0-1-28-16,1 6-21 0,-3 7-13 0,3-4-29 15,0 6-25-15,2 1-21 0,4-4-18 0,1 3-20 16,-2 4-13-16,3-2-12 0,5 1-12 0,0-6-16 16,2 8-2-16,7 2-12 0,-4-6-6 0,2 4-10 15,5 1-5-15,3 2 0 0,6-5 3 0,-7-5 6 16,7 0 4-16,3 1 14 0,0-5-2 0,0-1 5 15,2 3-6-15,-2-3-15 0,-2-1 5 0,6-1-11 16,-12 1-2-16,9-5-7 0,-9 0-7 0,4-1 1 16,-4-1-13-16,-2-1-5 0,1 1-10 0,-9 1 5 15,-6-8-5-15,8 17 2 0,-8-7-18 0,-2 4-6 16,-9 1-20-16,0-5-21 0,-10 7-41 0,-6 2-33 0,3-1-40 16,-3-2-46-16,-14 5-43 0,13-10-48 0,-8-3-34 15,-7 3-27-15,8-4-46 0,-9-4-46 0,1-5-59 16,1 2-338-16,5-7-910 0,4-1 402 15</inkml:trace>
          <inkml:trace contextRef="#ctx0" brushRef="#br0" timeOffset="104148.8758">6437 16722 4575 0,'43'-25'491'0,"2"-2"-179"0,10 0-29 15,1 0-21-15,16-4-42 0,-14 9-53 0,0 4-36 16,-4-3-30-16,4 2-21 0,16 0-9 0,-18 7-11 15,0 1-16-15,-5 0-33 0,-1 3-39 0,-8-3-34 16,-7 7-30-16,-6-2-33 0,1 1-52 0,4-1-47 0,-5-1-44 16,-7 4-54-16,4-3-58 0,1-4-82 0,-12 8-316 15,2-5-844-15,4-1 374 0</inkml:trace>
        </inkml:traceGroup>
      </inkml:traceGroup>
    </inkml:traceGroup>
  </inkml:traceGroup>
</inkml:ink>
</file>

<file path=ppt/ink/ink26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1T05:17:16.733"/>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6242E4C6-B49A-43BF-B703-C600F81CFD87}" emma:medium="tactile" emma:mode="ink">
          <msink:context xmlns:msink="http://schemas.microsoft.com/ink/2010/main" type="inkDrawing" rotatedBoundingBox="10620,4956 10796,9417 9199,9480 9022,5019" semanticType="verticalRange" shapeName="Other">
            <msink:sourceLink direction="with" ref="{6619387E-B5AA-46C8-B919-DD9857EB1D72}"/>
          </msink:context>
        </emma:interpretation>
      </emma:emma>
    </inkml:annotationXML>
    <inkml:trace contextRef="#ctx0" brushRef="#br0">542 0 4091 0,'-22'8'118'0,"1"2"-76"16,6-3-16-16,1-3-3 0,14-4-13 0,-21 5 9 15,21-5 30-15,-6 8 17 0,6-8 18 0,0 0 20 16,0 0 19-16,29 10 10 0,-2-10-1 0,7 0-4 16,11 0-8-16,-2 0-8 0,5-3-8 0,0 3-10 15,-5-1-7-15,4-5-6 0,-5 5-5 0,4-3-9 16,-3 1-3-16,-12 3-6 0,-2 0-1 0,5 3-8 15,-4-3 0-15,-1 5 9 0,0 1 7 0,0 3 3 16,-7 5 3-16,5 2 13 0,2 15 11 0,0-2-1 16,-2 15 7-16,-6 1 6 0,8 23 10 0,-6 7-6 15,-3 11 12-15,9 39 5 0,-8 5 0 0,-6 1 7 16,1 5 5-16,-7 7 2 0,-5 4 3 0,4-5-32 16,0 12-113-16,-2 3 0 0,-1 0 0 0,-4 0 0 0,6 2 0 15,-7-10 0-15,1-5 0 0,3-10 0 0,-9 3 0 16,10-44 0-16,-4 35 0 0,1-38 0 0,-2-1 0 15,0 3 0-15,0-2 0 0,0-4 0 0,0 0 0 16,-2-6 0-16,1-2 0 0,-3-7 0 0,1-20 0 16,-2-1 0-16,2-6 0 0,-2 0 0 0,1-5 0 15,2-8 0-15,-6-4 0 0,3-1 0 0,4 1 0 16,-3-2 0-16,0-6 0 0,-1 0 0 0,3 0 0 16,-4 0 0-16,-2-5 0 0,-5 8 0 0,3-8 0 0,-11 3 0 15,-1 2 0-15,-21 0 0 0,-4 6 0 0,-6-8 0 16,-8 0 0-16,-19 0 0 0,-7 4 0 0,-4-6 0 15,-4 1 0-15,-3 0 0 0,5-6 0 0,5-2 0 16,3 1 0-16,-2 0 0 0,26-7 0 0,-17-1 0 16,14-1-296-16,4-1-1021 0,7-1-1425 0,2-10 632 15</inkml:trace>
  </inkml:traceGroup>
</inkml:ink>
</file>

<file path=ppt/ink/ink26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1T05:18:12.573"/>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150FAF7C-817D-4C32-A0E6-0561169B0112}" emma:medium="tactile" emma:mode="ink">
          <msink:context xmlns:msink="http://schemas.microsoft.com/ink/2010/main" type="inkDrawing" rotatedBoundingBox="11186,9618 11498,14443 10312,14519 10000,9695" semanticType="verticalRange" shapeName="Other">
            <msink:sourceLink direction="with" ref="{C7D9D482-3EE1-42A4-AF6F-2DCDB83F8322}"/>
            <msink:sourceLink direction="with" ref="{F275292D-DD0A-495F-9352-40CC506133DB}"/>
          </msink:context>
        </emma:interpretation>
      </emma:emma>
    </inkml:annotationXML>
    <inkml:trace contextRef="#ctx0" brushRef="#br0">-21 136 123 0,'0'0'436'16,"-26"0"-30"-16,26 0-13 0,0 0-23 0,0 0-11 15,-24-1-13-15,24 1-15 0,0 0-4 0,0 0-6 16,0 0-5-16,0 0-12 0,58-11-22 0,-13 6-21 16,1-2-21-16,5 0-11 0,12-1-11 0,-5 1-28 0,24-4-19 15,-21 6-14-15,22-2-13 0,-25-1-20 0,0 2-11 16,4 1-11-16,-3 2-9 0,-2-2-3 0,-8 3-12 15,-1-2-8-15,-3 3-2 0,-14 1-6 0,-1 0 7 16,-4 1 7-16,-5-1-5 0,-2 5-3 0,-19-5 2 16,24 7 6-16,-11 2 3 0,0 4 11 0,-3 10 14 15,-2 3 3-15,3 14 1 0,-8 6 15 0,2 5 24 16,-4 21 10-16,6 6-35 0,-9 3-122 0,1 9 0 0,-3 47 0 16,9-8 0-16,-3 4 0 0,4 7 0 15,-1 7 0-15,0-5 0 0,8 2 0 0,0 6 0 0,1 3 0 16,5-1 0-16,-1 4 0 0,0 7 0 0,-7-7 0 15,3-15 0-15,-6 0 0 0,-1-5 0 0,-3-9 0 16,-2-34 0-16,6 32 0 0,-3-31 0 0,-5-4 0 16,0 34 0-16,-5-39 0 0,3-1 0 0,-6-2 0 15,2 1 0-15,-2-8 0 0,-3-2 0 0,6-19 0 16,-1 3 0-16,1-5 0 0,-5-3 0 0,7 3 0 16,-5 2 0-16,0-8 0 0,3-1 0 0,0-5 0 0,0 1 0 15,4-10 0-15,-2-8 0 0,1 3 0 16,2 2 0-16,-2-9 0 0,1-2 0 0,-2-1 0 0,-1 3 0 15,8-4 0-15,-8 1 0 0,4-16 0 0,-4 19 0 16,2-9 0-16,2-10 0 0,-5 19 0 0,5-10 0 16,0-9 0-16,-9 15 0 0,4-8 0 0,5-7 0 15,-10 17 0-15,-1-8 0 0,1-1 0 0,-9-1 0 16,3-2 0-16,-11 2 0 0,-2-3 0 0,-7-1 0 16,-7-6 0-16,-8 3 0 0,-4-4 0 0,10-4 0 15,-14 1 0-15,-2 2 0 0,3-11 0 0,-22-5 0 16,25 7 0-16,-15-18 0 0,12 11 0 0,-9-12-1366 0,25-5-1478 15,-1 0 654-15</inkml:trace>
  </inkml:traceGroup>
</inkml:ink>
</file>

<file path=ppt/ink/ink26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1T05:17:04.941"/>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28492AA1-22FB-4BEE-AC2D-356DFDE81FF7}" emma:medium="tactile" emma:mode="ink">
          <msink:context xmlns:msink="http://schemas.microsoft.com/ink/2010/main" type="inkDrawing" rotatedBoundingBox="2163,5079 2226,8497 1299,8514 1236,5096" semanticType="verticalRange" shapeName="Other">
            <msink:sourceLink direction="with" ref="{6619387E-B5AA-46C8-B919-DD9857EB1D72}"/>
            <msink:sourceLink direction="with" ref="{EC94FEBD-02BD-4BCB-B340-53A9E100433D}"/>
          </msink:context>
        </emma:interpretation>
      </emma:emma>
    </inkml:annotationXML>
    <inkml:trace contextRef="#ctx0" brushRef="#br0">-991 4719 174 0,'4'-24'397'0,"0"-5"14"16,1 3-6-16,-4-1-3 0,1 0 10 0,1 10 5 0,-1-3 0 15,-2 1-11-15,1 4-6 0,-1 0-12 0,-1 3-20 16,1 12-18-16,0-22-29 0,0 22-26 0,0-11-30 15,0 11-20-15,0 0-25 0,0 0-29 0,0 0-14 16,0 0-8-16,-13 46 8 0,9-2 10 0,0 2 1 16,-3 25 1-16,-1 7 3 0,3 9-4 0,2 38 4 15,-3-32-144-15,1 42-48 0,2-8 0 0,-4-2 0 16,7-32 0-16,-6 0 0 0,-2 44 0 0,3-10 0 16,0-37 0-16,2 39 0 0,1-3 0 0,-4-37 0 15,0 3 0-15,2 0 0 0,-5 34 0 0,-1-40 0 16,4-2 0-16,4 2 0 0,-4-5 0 0,1-2 0 0,0 0 0 15,-1-5 0-15,1-21 0 0,-2 20 0 0,7-22 0 16,-3 2 0-16,0-4 0 0,1-2 0 0,2-2 0 16,0-6 0-16,-1 0 0 0,1-11 0 0,-3-1 0 15,1-1 0-15,2-7 0 0,0-1 0 0,0 2 0 16,0-6 0-16,2-4 0 0,-2-10 0 0,3 19 0 16,-3-19 0-16,1 13 0 0,-1-13 0 0,2 11 0 15,-2-11 0-15,0 0 0 0,3 11 0 0,-3-11 0 0,0 0 0 16,0 0 0-16,0 0 0 0,0 0 0 15,0 0 0-15,0 0 0 0,-3 15 0 0,3-15 0 16,0 0 0-16,0 0 0 0,0 0 0 0,0 0 0 0,0 0 0 16,0 0 0-16,0 0 0 0,0 0 0 0,0 0 0 15,26 2 0-15,-26-2 0 0,0 0 0 0,37-2 0 16,-37 2 0-16,40-3 0 0,-10 1 0 0,1 0 0 16,10 2 0-16,9 0 0 0,1-1 0 0,4 1 0 15,-4-3 0-15,7 3 0 0,-2-6 0 0,2-1-433 16,-2 0-69-16,0-3-68 0,2 6-98 0,-7-4-335 15,6-6-1088-15,0-1 482 0</inkml:trace>
  </inkml:traceGroup>
</inkml:ink>
</file>

<file path=ppt/ink/ink27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1T05:18:17.010"/>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5BA9F09B-6D84-4F80-A262-74A8211E63D8}" emma:medium="tactile" emma:mode="ink">
          <msink:context xmlns:msink="http://schemas.microsoft.com/ink/2010/main" type="writingRegion" rotatedBoundingBox="13085,10858 21721,10799 21765,17193 13130,17253"/>
        </emma:interpretation>
      </emma:emma>
    </inkml:annotationXML>
    <inkml:traceGroup>
      <inkml:annotationXML>
        <emma:emma xmlns:emma="http://www.w3.org/2003/04/emma" version="1.0">
          <emma:interpretation id="{0B569313-6932-436C-AF00-964A3092B369}" emma:medium="tactile" emma:mode="ink">
            <msink:context xmlns:msink="http://schemas.microsoft.com/ink/2010/main" type="paragraph" rotatedBoundingBox="13080,10886 20560,10796 20587,13068 13108,13158" alignmentLevel="1"/>
          </emma:interpretation>
        </emma:emma>
      </inkml:annotationXML>
      <inkml:traceGroup>
        <inkml:annotationXML>
          <emma:emma xmlns:emma="http://www.w3.org/2003/04/emma" version="1.0">
            <emma:interpretation id="{837BAC43-7E78-4975-A78F-BF7C1E13F148}" emma:medium="tactile" emma:mode="ink">
              <msink:context xmlns:msink="http://schemas.microsoft.com/ink/2010/main" type="line" rotatedBoundingBox="13080,10886 20560,10796 20587,13068 13108,13158"/>
            </emma:interpretation>
          </emma:emma>
        </inkml:annotationXML>
        <inkml:traceGroup>
          <inkml:annotationXML>
            <emma:emma xmlns:emma="http://www.w3.org/2003/04/emma" version="1.0">
              <emma:interpretation id="{3286F5AF-A363-4CD9-A18D-095DD7F97FBE}" emma:medium="tactile" emma:mode="ink">
                <msink:context xmlns:msink="http://schemas.microsoft.com/ink/2010/main" type="inkWord" rotatedBoundingBox="13080,10886 20560,10796 20587,13068 13108,13158"/>
              </emma:interpretation>
              <emma:one-of disjunction-type="recognition" id="oneOf0">
                <emma:interpretation id="interp0" emma:lang="" emma:confidence="1">
                  <emma:literal/>
                </emma:interpretation>
              </emma:one-of>
            </emma:emma>
          </inkml:annotationXML>
          <inkml:trace contextRef="#ctx0" brushRef="#br0">10887 10818 332 0,'-9'-30'391'16,"4"11"-5"-16,-5-3 3 0,6 4 6 0,-3 2-1 16,1 1 9-16,1 0-5 0,-3 4-14 0,8 11-35 15,-7-17-35-15,7 17-34 0,-1-7-25 0,1 7-13 0,0 0-2 16,0 0 5-16,0 0-23 0,0 49-14 0,6-23-1 15,1 5-12-15,1 10-15 0,1 4-14 0,-2 1-12 16,1 0-2-16,0 1-25 0,1-2-4 0,1-3-20 16,-2 6-5-16,-2-6-10 0,-6 2-7 0,0-2-8 15,2-3-15-15,-4 1 0 0,-1-11-9 0,0 2-3 16,-3-5-9-16,2 0-7 0,0-7 3 0,-3-2-1 16,4-1-17-16,-3-4 13 0,-1-2 0 0,7-10-5 0,-9 14-3 15,9-14 1-15,-13 3-9 0,13-3 6 16,0 0-12-16,-23-17 8 0,12 0-2 0,5-4 5 15,-4-7-8-15,4-13-5 0,-2-1 8 0,1-1 3 0,6-8-4 16,2-1-2-16,4-4-9 0,5-21 0 0,-2 26 0 16,3-2 0-16,3 0 0 0,1 2 0 0,2 1 0 15,4 3 0-15,0 4 0 0,5 3 0 0,-1 4 0 16,3 1 0-16,1 4 0 0,-1 2 0 0,-7 10 0 16,2 3 0-16,-4 6 0 0,-3 2 0 0,-2-3 0 15,7 4 0-15,-6 2 0 0,-15 5 0 0,0 0 0 16,29 12-2-16,-23 2-7 0,0 5 2 0,-4 5-5 15,-5 5-9-15,-8 12-8 0,-4 0-10 0,-1 4-17 16,-10-2-16-16,4 0-12 0,-7 7-7 0,-3-9-8 0,-2 4-7 16,1-6 1-16,-4 0-3 0,-2-2 8 0,1-4 5 15,1-2 9-15,3-5 7 0,9-6 10 0,-9 5 4 16,11-10 8-16,4 1 3 0,5-4 9 0,1-2 3 16,3-5 2-16,1 1 7 0,9-6 2 0,-12 10-1 15,12-10 8-15,0 0 1 0,0 0 2 0,23 14 4 16,-23-14 2-16,35 1 1 0,-8-1 6 0,2 0-1 15,5-1 6-15,1-3-2 0,9 8 1 0,0-4-3 0,0 2 5 16,-1-1-2-16,0 10 3 0,6-3-5 0,-19-2-17 16,12 6-30-16,-10-4-54 0,-3 4-70 15,0 0-37-15,-5 1-51 0,-3 2-56 0,-7-1-67 0,0-2-414 16,1 0-870-16,-4-1 385 0</inkml:trace>
          <inkml:trace contextRef="#ctx0" brushRef="#br0" timeOffset="374.9782">11333 11297 297 0,'15'-9'286'0,"-2"-2"-14"0,1 4-9 16,1 1-4-16,1-1-12 0,-2 1-9 0,5 1-17 15,-3 2-21-15,-16 3-16 0,29 3-14 0,-14 4-18 16,2-2-7-16,-2 6-18 0,-6-3-3 0,3 5-16 15,-3 3-7-15,-7 2-12 0,1 6-10 0,-3 1-1 16,-3 4-10-16,-2 2-6 0,-6-4-12 0,-5 10-3 16,-3 0-1-16,-6-2-9 0,0-3-3 0,-4 2-3 15,0-4 0-15,-1-3-1 0,-4 3-7 0,7-10 0 16,-10 5-5-16,9-10 0 0,3 8-6 0,-1-10 2 16,2 3-4-16,-2 0 3 0,12-6-2 0,-2-3 4 15,3 3-8-15,5-7 1 0,8-3-4 0,-14 11 1 0,14-11-3 16,0 0 5-16,0 0-4 0,0 0 1 0,0 0 1 15,0 0-1-15,57-7 8 0,-28 0 2 0,0-3-3 16,13-3-2-16,-4-2-1 0,10 7-12 0,2-5 5 16,-2 1-20-16,2-3-31 0,0-2-36 0,-4 6-44 15,1 0-60-15,-2-4-77 0,-2-2-332 0,0-4-648 16,4 6 287-16</inkml:trace>
          <inkml:trace contextRef="#ctx0" brushRef="#br0" timeOffset="749.9761">11986 10960 394 0,'-19'0'416'0,"19"0"1"0,-29 0-4 16,29 0-14-16,-27 6-26 0,27-6-36 16,-14 4-31-16,14-4-24 0,-10 7-16 0,10-7-18 0,0 0-15 15,0 0-4-15,0 0-18 0,61 2-16 0,-27-4-18 16,11-3-15-16,7 1-12 0,0-3-15 0,4 3-14 16,19-7-10-16,9 3-12 0,-4 1-8 0,2-2-8 15,-23 3-13-15,-1-4-4 0,21 5-6 0,-23 0-9 0,1-1-4 16,-7-2-9-16,-2 1-3 0,-16 7-11 15,1-4-20-15,-11 3-19 0,-3-3-15 0,-8 1-19 16,-11 3-25-16,25-6-29 0,-25 6-44 0,17-9-31 0,-17 9-31 16,0 0-43-16,0 0-50 0,0-10-54 0,0 10-56 15,0 0-274-15,-29-16-744 0,15 7 330 0</inkml:trace>
          <inkml:trace contextRef="#ctx0" brushRef="#br0" timeOffset="1079.0469">12688 10507 112 0,'-15'-12'361'0,"1"1"-11"16,-6 4-11-16,11 3 2 0,9 4-6 16,-19-8-14-16,19 8-25 0,-15-7-6 0,15 7 8 15,0 0-11-15,0 0-13 0,0 0-10 0,2 34-3 0,-2-34-2 16,24 25-20-16,-3-6-16 0,1 0-15 0,13 4-19 16,-9-7-19-16,14 5-11 0,-3-2-18 0,3 2-15 15,-1-4-16-15,1 1-7 0,-2-3-10 0,-9 1-12 16,11-4-7-16,-12 0-10 0,2-3-3 0,-1-1-4 15,1 3-5-15,-2-4-4 0,-9 1-10 0,-1-1-4 16,-1 1 0-16,-2-4-7 0,-15-4 0 0,17 11-5 16,-17-11 1-16,15 7-5 0,-9-1-5 0,-6-6-3 0,2 16 3 15,-2-16-3-15,-10 26 2 0,-3-3 0 0,-4-3-3 16,-9 10-5-16,-3 3 3 0,-5-3-5 0,-3 4-11 16,-1 1-7-16,-5 4-15 0,-4-1-14 0,-11 12-28 15,15-12-32-15,-15 10-41 0,17-11-18 0,2 1-33 16,-1-1-39-16,5 0-57 0,4-6-75 0,9-7-112 15,-2-3-310-15,8-2-855 0,8-4 377 0</inkml:trace>
          <inkml:trace contextRef="#ctx0" brushRef="#br0" timeOffset="1854.8578">13767 11444 364 0,'0'0'451'0,"-22"4"-44"0,22-4-33 0,-18 4-21 16,18-4 5-16,0 0 12 0,0 0 1 0,0 0-12 0,0 0-13 15,76 9-10-15,-22-11-4 0,23-12 16 16,5 6 18-16,11-7 11 0,3 0-13 0,1-2-27 0,2 3-37 16,-1-1-24-16,-8 4-28 0,0 1-27 0,-4-6-26 15,-7 7-23-15,-15 0-39 0,-8 1-42 0,-6 7-41 16,-2-5-32-16,-19 3-29 0,-8 2-18 0,-4-2-16 15,-17 3-17-15,28-1-24 0,-28 1-38 0,0 0-48 16,9 7-38-16,-9-7-45 0,0 0-33 0,0 0-33 16,-43 34-44-16,20-17-69 0,1-1-92 0,-15 7-306 15,3-1-901-15,-1-2 399 0</inkml:trace>
          <inkml:trace contextRef="#ctx0" brushRef="#br0" timeOffset="1370.5447">13815 10864 358 0,'-20'-7'562'0,"20"7"-20"15,0 0-16-15,0 0-14 0,0 0-28 0,0 0-40 0,40-24-46 16,-23 21-42-16,3-1-36 0,7 3-32 0,-2-3-27 15,9 2-27-15,-5 1-29 0,0 1-22 0,0 1-24 16,-2-2-47-16,2 1-51 0,0 0-58 0,-2 3-66 16,0-3-65-16,2-3-63 0,2-2-67 0,-10 5-75 15,6-7-85-15,-9-4-352 0,10 4-834 0,-7-1 369 16</inkml:trace>
          <inkml:trace contextRef="#ctx0" brushRef="#br0" timeOffset="1589.2243">14622 10429 197 0,'-6'-12'449'0,"0"3"25"0,6 9 9 16,-8-15 6-16,8 15-8 0,0-13-28 0,0 13-36 15,0 0-33-15,0 0-25 0,0 0-29 0,0 0-9 16,0 0 17-16,0 0-37 0,0 0-11 0,8 54-30 16,-2-32-27-16,-3 6-20 0,0 3-23 0,5 9-22 15,-3-2-14-15,3 2-6 0,0 1-10 0,-1 2-26 16,1 1-36-16,-3 1-33 0,-4 6-55 0,-1-4-50 15,-6-5-56-15,-2 3-64 0,-5-4-60 0,-2 4-43 16,-5-5-69-16,-3-2-72 0,2-4-78 0,-8-4-382 16,7-6-961-16,-12 4 425 0</inkml:trace>
          <inkml:trace contextRef="#ctx0" brushRef="#br0" timeOffset="2261.0736">14220 11853 201 0,'0'0'356'0,"-34"-3"-11"16,18-2-6-16,16 5-10 0,-19-4-5 15,19 4-14-15,0 0-26 0,-15-7-30 0,15 7-26 0,0 0-20 16,0 0-5-16,0 0-8 0,28-21-9 0,-14 16-9 16,2 3-5-16,5-4 1 0,0 0-1 0,0 5-5 15,3 2-6-15,3 2 0 0,2 0-9 0,-10 2-7 16,2-2-6-16,0 8-13 0,-4-3-9 0,4 6-11 15,-6-1-8-15,-7 0-10 0,5 11-5 0,-9-9-8 16,-2 11-11-16,-7 4-7 0,-3-1-5 0,-5 6-4 16,-1-1-3-16,-2-8-3 0,-11 12-5 0,-2 0-6 15,0-3 0-15,0-2-2 0,-2-1-4 0,-2-4 1 0,-1 0 1 16,4-2 1-16,-6 0 7 0,14-7 7 0,-4 0 6 16,2-4 5-16,2 1 6 0,7-8 0 15,-2 1 1-15,5 1-4 0,4-4 2 0,8-6-3 0,-11 7 15 16,11-7 7-16,0 0 9 0,0 0 7 0,0 0 1 15,0 0-3-15,0 0-8 0,48-3-11 0,-17-1-4 16,10-5-3-16,4 2-9 0,5-7-13 0,6 1 0 16,0 0-5-16,28-6-4 0,-9-1-7 0,10-8-29 15,-1 13-64-15,-4-3-62 0,-2 6-55 0,6-2-78 16,6-2-106-16,-2-2-151 0,-6 0-592 0,11 0-1202 16,-8-5 532-16</inkml:trace>
          <inkml:trace contextRef="#ctx0" brushRef="#br0" timeOffset="2989.3505">15786 10408 4689 0,'-4'-17'155'0,"1"-6"-94"15,2 4 58-15,1 0 26 0,-2 5 39 0,-1-1 24 16,3-1 0-16,0 16-30 0,-2-14-32 0,2 14-17 16,0 0 1-16,0 0 0 0,0 0 27 0,0 0-2 0,0 0 12 15,11 52 10-15,-7-26-3 0,-3 14 6 16,4 0-6-16,-10 4-20 0,8-2-4 0,-6 5-9 16,6 3-61-16,-7-3-80 0,0 3 0 0,1 21 0 0,0-25 0 15,-3 5 0-15,1 2 0 0,5-4 0 16,-8-3 0-16,1 1 0 0,1-4 0 0,-1-3 0 0,4-9 0 15,-2-4 0-15,-3-2 0 0,7-5 0 0,-4-7 0 16,5 3 0-16,-3-7 0 0,3-9 0 0,-5 14 0 16,5-14 0-16,0 14 0 0,0-14 0 0,0 0 0 15,0 0 0-15,0 0 0 0,0 0 0 0,-6-52 0 16,10 23 0-16,-4-11 0 0,-1-7 0 0,2-4 0 16,-2-4 0-16,2-19 0 0,1 2 0 0,-5 0 0 15,3 21 0-15,0 1 0 0,3 2 0 0,-1 4 0 0,1-1 0 16,0 4 0-16,3 2 0 0,2 2 0 0,4 8 0 15,4-7 0-15,-2 10 0 0,2-4 0 0,5 8 0 16,8-8 0-16,5 4 0 0,1 4 0 0,-1-5 0 16,-2 16 0-16,-5-3 0 0,-5 5 0 0,7 4 0 15,-3 2 0-15,1 0 0 0,-8 6 0 0,-19-3 0 16,41 10 0-16,-22-1 0 0,-2 10 0 0,-2-4 0 16,-4 1 0-16,-1 10 0 0,-2 1 0 0,-5 5 0 0,-3-3 0 15,-6 14 0-15,-1-6 0 0,-4 2 0 16,-12 2 0-16,-5-4 0 0,0 3 0 0,-9-1 0 15,-4-4 0-15,-9 1-15 0,-11 13-52 0,14-16 6 0,-2-1 5 16,-1-4 4-16,7-1 6 0,-4-5 7 0,5 0 4 16,6-6 0-16,8-2 4 0,9-2 6 0,5-4 2 15,-2-2-3-15,4 0 2 0,12-6 1 0,-8 12 10 16,8-12 18-16,0 0 14 0,23 14 12 0,-6-7 4 16,7 0 18-16,10 1 19 0,9-4 12 0,6 2 10 15,-3-5 8-15,9 4-26 0,-4 1-76 0,0 1 0 16,-1 2 0-16,-2 2 0 0,-4-2 0 0,-4 0 0 0,-8-1 0 15,-3 0 0-15,0-2 0 0,-2 6 0 0,2-5-138 16,-7 3-93-16,-3-3-45 0,2-2-59 16,-5 6-45-16,0-5-44 0,0 3-64 0,-1-2-91 0,-4-2-311 15,-11-5-965-15,21 4 427 0</inkml:trace>
          <inkml:trace contextRef="#ctx0" brushRef="#br0" timeOffset="3364.3163">16501 11084 112 0,'-3'-25'430'0,"1"12"-2"15,4-1 8-15,-2-4 14 0,6 8 16 0,1-8 26 16,2 7 4-16,6-5-17 0,4 3-28 0,4-1-31 16,-3 1-46-16,-2 3-36 0,3 5-35 0,-2 2-28 0,0 1-36 15,-19 2-22-15,32 5-22 0,-17 3-22 0,-1 3-15 16,-2 6-16-16,-3 7-19 0,-4-1-8 0,-2 8-11 16,-9 10-19-16,-2-2-11 0,-3 0 2 0,-7 6-10 15,-5-1-6-15,-4 0-3 0,-8 2-22 0,-10 15 4 16,5-20 7-16,1 4-6 0,-1-4-1 0,2-3 3 15,1-5 8-15,3-1-5 0,12-11-24 0,2 2-21 16,3-2 0-16,6-4 0 0,1-5 0 0,7 0 0 0,3-3 0 16,0-9 0-16,19 20 0 0,7-10 0 15,17-6 0-15,7 3 0 0,9-10 0 0,28-5 0 16,6-2 0-16,0 0 0 0,6-9 0 0,47-9 0 0,-48 8 0 16,5 1 0-16,36-11 0 0,-41 9 0 0,2 1 0 15,-1 1 0-15,-4 3 0 0,-10 0 0 0,-27 6 0 16,-9-3 0-16,1 2 0 0,-21 7 0 0,0-2 0 15,-8 5 0-15,-2-4 0 0,-19 5 0 0,24-4 0 16,-24 4 0-16,21-7 0 0,-21 7 0 0,11-3 0 16,-11 3 0-16,0 0 0 0,0 0 0 0,0 0 0 15,-27-19-1366-15,8 13-1478 0,19 6 654 0</inkml:trace>
        </inkml:traceGroup>
      </inkml:traceGroup>
    </inkml:traceGroup>
    <inkml:traceGroup>
      <inkml:annotationXML>
        <emma:emma xmlns:emma="http://www.w3.org/2003/04/emma" version="1.0">
          <emma:interpretation id="{DBC7AC02-3E23-49A7-89A7-59B82E38B4D0}" emma:medium="tactile" emma:mode="ink">
            <msink:context xmlns:msink="http://schemas.microsoft.com/ink/2010/main" type="paragraph" rotatedBoundingBox="13363,15580 21754,15522 21765,17193 13375,17252" alignmentLevel="1"/>
          </emma:interpretation>
        </emma:emma>
      </inkml:annotationXML>
      <inkml:traceGroup>
        <inkml:annotationXML>
          <emma:emma xmlns:emma="http://www.w3.org/2003/04/emma" version="1.0">
            <emma:interpretation id="{9F396CEA-F746-4495-A469-64AD1AC5C0A5}" emma:medium="tactile" emma:mode="ink">
              <msink:context xmlns:msink="http://schemas.microsoft.com/ink/2010/main" type="line" rotatedBoundingBox="13363,15580 21754,15522 21765,17193 13375,17252"/>
            </emma:interpretation>
          </emma:emma>
        </inkml:annotationXML>
        <inkml:traceGroup>
          <inkml:annotationXML>
            <emma:emma xmlns:emma="http://www.w3.org/2003/04/emma" version="1.0">
              <emma:interpretation id="{44FFA648-8FF8-48F3-9EB8-DD30046511C4}" emma:medium="tactile" emma:mode="ink">
                <msink:context xmlns:msink="http://schemas.microsoft.com/ink/2010/main" type="inkWord" rotatedBoundingBox="13364,15685 19048,15645 19058,17206 13375,17246"/>
              </emma:interpretation>
              <emma:one-of disjunction-type="recognition" id="oneOf1">
                <emma:interpretation id="interp1" emma:lang="" emma:confidence="1">
                  <emma:literal/>
                </emma:interpretation>
              </emma:one-of>
            </emma:emma>
          </inkml:annotationXML>
          <inkml:trace contextRef="#ctx0" brushRef="#br0" timeOffset="36606.9096">11040 15301 4201 0,'-7'-15'70'0,"-1"0"-45"0,2 2 22 0,6 13 31 15,-10-18 49-15,4 12-16 0,6 6-11 0,0 0-4 16,0 0 10-16,0 0 23 0,0 0 14 0,-23 33 18 16,23-9-1-16,0 4 13 0,4 3 7 0,2 9 7 0,2 2-14 15,-3 6 8-15,5-2 6 0,1 3-6 16,0 0-4-16,-1-1-10 0,-4 4-3 0,-3-1-10 16,4 3-5-16,-6-1-11 0,-1 3-7 0,-6-6-25 0,4 0-3 15,-4-2-17-15,-2-1-86 0,1-5 0 0,-2-5 0 16,-2 3 0-16,3-12 0 0,-2-2 0 0,3-4 0 15,-1-1 0-15,2-7 0 0,0-2 0 0,1-3 0 16,5-9 0-16,-8 16-113 0,8-16-159 0,0 0-82 16,0 0-67-16,0 0-58 0,-15-30-75 0,7 7-446 15,2-6-1083-15,0-1 479 0</inkml:trace>
          <inkml:trace contextRef="#ctx0" brushRef="#br0" timeOffset="37013.1527">10934 15492 299 0,'19'-35'319'16,"4"0"-14"-16,-1 1-18 0,5 1-11 0,2 1-16 0,0-1-9 16,5 3-11-16,1 3-15 0,4 1-18 0,1 4-7 15,-2 2-26-15,-2 1-20 0,-4 9-4 16,-2-2-12-16,-3 6 1 0,-1 5-17 0,-5 1-11 16,0 3-14-16,-2 2-1 0,-3 9-24 0,-1 0 4 0,-3 10-5 15,-4 6-7-15,0 8-1 0,-8 1-8 0,-3 4-2 16,-3-5-5-16,-7 6-6 0,-3-3-5 15,-3 2-6-15,-2 2-1 0,-3-5 11 0,-4-2-22 0,-2 2-1 16,-2-9-5-16,-5 3 5 0,3-4-2 0,-1-6-4 16,6-5 4-16,3 0-2 0,-2-5 1 0,0 1-12 15,1-4 11-15,8-3-7 0,-4 3 5 0,1-4-9 16,7-5 5-16,3 3 16 0,12-5 6 0,-21 5 3 16,21-5 12-16,-10 7 9 0,10-7 5 0,0 0 17 0,0 0 13 15,0 0-6-15,0 0 5 0,0 0 4 16,0 0-2-16,63 0-5 0,-38 2-8 0,4 3-5 15,5 2-2-15,6 7-11 0,-8-1-5 0,5 5-6 0,3-1-6 16,-6 5 3-16,-5-6-12 0,6 12-5 0,-11-6-2 16,3-4-4-16,-4 2-10 0,-1 2-26 0,1-4-38 15,1 5-49-15,-3-7-55 0,-4 2-53 16,3 1-50-16,-6-8-66 0,0 4-68 0,-4-3-415 0,3-4-876 16,-4-2 388-16</inkml:trace>
          <inkml:trace contextRef="#ctx0" brushRef="#br0" timeOffset="37915.8869">12947 15365 154 0,'0'0'434'16,"-16"-4"-19"-16,16 4-24 0,0 0-14 0,-20-3-20 0,20 3-1 15,0 0-3-15,0 0-24 0,0 0-26 0,17 37-13 16,-2-28-20-16,2 3-19 0,6 4-23 0,4 0-18 16,5-2-25-16,0 0-17 0,-3 0-19 0,13 0-3 15,-12-4-19-15,18 6-17 0,-8-2-8 0,5-6-13 16,-14 1-10-16,11 0-8 0,-12-4-7 0,15 0-5 0,-16-2-11 16,0 1 1-16,-8-2-8 0,1-1 0 15,-1 3-6-15,-21-4-4 0,37 0-2 0,-21 1-4 16,-16-1-3-16,22 1-2 0,-22-1 0 0,0 0-6 0,24 0-2 15,-24 0 1-15,12 8-2 0,-12-8-1 16,0 17 0-16,0-17-1 0,-8 21 1 0,1-3-1 16,-7 6 0-16,-1-2-1 0,-9 12-2 0,-1 1-2 0,1 3 0 15,-5-2 0-15,3 2-1 0,-3 7 2 0,-1-6-1 16,-14 19-6-16,22-16-3 0,-4-1-23 0,4 0-40 16,-1-4-59-16,6-10-73 0,5-2-64 0,-2 1-83 15,11-11-111-15,-4 1-388 0,12-8-916 0,-5-8 405 16</inkml:trace>
          <inkml:trace contextRef="#ctx0" brushRef="#br0" timeOffset="37231.8609">11855 16071 3917 0,'3'-12'296'16,"-3"-3"-160"-16,0 15 27 0,3-19 13 0,-3 19 8 15,3-19-4-15,-3 19-12 0,0 0-26 0,2-13-18 16,-2 13-6-16,0 0-10 0,0 0 0 0,0 0 1 16,0 0-4-16,13 33-9 0,-10-16-8 0,-3 2-5 0,2 5-10 15,-2 2-7-15,3 14 4 0,-8-2-20 16,4-1-2-16,-4 4-6 0,-2-2-8 0,-1 1-14 15,5-10-25-15,-7 9-32 0,7-10-42 0,-5 1-55 0,3-4-48 16,-1 0-46-16,3-7-59 0,-4-2-70 0,3-6-89 16,2-2-380-16,2-9-893 0,-6 15 396 0</inkml:trace>
          <inkml:trace contextRef="#ctx0" brushRef="#br0" timeOffset="37556.5449">12301 15834 206 0,'0'0'410'0,"0"0"-12"0,0 0-21 16,0 0-11-16,0 0-3 0,0 0-11 0,0 0-25 15,0 0-17-15,0 0-19 0,0 0-23 0,66 3-8 0,-33-3-12 16,11-3-16 0,5 3-21-16,-4-4-16 0,10 1-11 0,6-1-27 0,-5 3-10 0,2-6-16 15,-2 3-12-15,23-4-12 0,-22 6-12 0,-2-3-10 16,-9 3-9-16,10-5-5 0,-7 4-32 0,-1-3-32 16,-16 3-39-16,-3 3-36 0,0-5-41 0,-9 3-35 15,-2 0-40-15,-3-3-46 0,-15 5-64 0,17-8-70 16,-17 8-86-16,3-10-244 0,-3 10-750 0,0 0 332 15</inkml:trace>
          <inkml:trace contextRef="#ctx0" brushRef="#br0" timeOffset="38603.337">14143 15350 265 0,'9'-16'503'0,"3"5"-16"0,-3-2-11 0,4 6-12 15,0-3-34-15,-13 10-28 0,21-7-38 0,-4 7-29 16,-17 0-24-16,20 14-25 0,-11-4-20 0,-2 7-12 16,4 6-15-16,-3-1-9 0,0 9-19 0,-6-2-10 15,-1 12-15-15,2-3-14 0,-6 1-9 0,3-7-11 16,0 7-9-16,-1-7-3 0,-8 4-14 0,9 3-17 16,-6-9-10-16,0-1-4 0,-4-3-13 0,5-2-20 15,-1 2 2-15,3-7-7 0,-2-1 2 0,3-2-11 16,1-5-4-16,-4 3-5 0,5 2-6 0,0-16 6 15,-5 14-12-15,5-14 7 0,0 0 0 0,-5 8-8 16,5-8-8-16,0 0 4 0,0 0 0 0,0 0-5 0,-5-54-8 16,4 35 11-16,-4-8-1 0,5-13-11 0,0 1 1 15,-2 0-1-15,4-7 0 0,-2 3 3 0,0 1-2 16,0-2-7-16,5 2 5 0,3 2 2 0,0-5-1 16,3 8 4-16,3-2-2 0,4-1-12 0,-2 5 8 15,5 2-5-15,0-2 2 0,0 10-5 0,8-5 0 16,-2 0 6-16,2 5-7 0,6 0 2 0,-8 7 8 15,12-1-5-15,-12 8-3 0,2-7 7 0,0 9-16 16,0 1 5-16,0 6 10 0,-10 0-9 0,10 4 0 16,-13 3 0-16,5 4-5 0,-5 3 2 0,3 7-7 15,-5 2 6-15,-1 4 1 0,-5 3 2 0,-6 3-1 16,1-1-12-16,-6 10-1 0,-5-9-2 0,0 8-2 0,-7-3-3 16,1-3-1-16,-2-6 0 0,-10 9 1 15,5-12 1-15,-8 10-5 0,1-8 3 0,3-7 8 16,-2 0-2-16,-13 3 4 0,3-6 1 0,0 3 1 0,8-6 2 15,1 2 1-15,0-4 3 0,4 1 0 0,3 3 0 16,4-11 2-16,1 6 1 0,1-1 0 0,15-9-2 16,-19 14 1-16,19-14 6 0,-8 9 1 0,8-9 3 15,-2 10 2-15,2-10 18 0,0 0-1 0,21 18 3 16,-6-11-1-16,1-2 7 0,9 6-5 0,-1-3-7 16,-1 3-4-16,4-1 3 0,7 4-3 0,4 1 2 15,-6-4-9-15,9 4-3 0,-13-2-4 0,6-1 1 16,-5 2-17-16,13 5-32 0,-12-6-23 0,-3-1-40 15,2 2-43-15,-1-8-46 0,-9 6-38 0,7-4-36 0,-6-3-18 16,0 1-21-16,-3 1-20 0,-4-4-22 16,-13-3-28-16,29-2-33 0,-29 2-344 0,22-10-822 15,-22 10 365-15</inkml:trace>
          <inkml:trace contextRef="#ctx0" brushRef="#br0" timeOffset="38775.2206">15102 15905 438 0,'0'0'207'0,"7"-14"57"0,-7 14 24 0,6-12 9 15,-6 12 16-15,0 0 5 0,0-14-12 0,0 14-7 16,0 0-13-16,0 0-12 0,0 0 1 0,0 0-6 15,0 0-18-15,0 0-20 0,0 0-10 0,0 0-8 16,2 48-16-16,-4-29-17 0,0 0-11 0,-2 9-14 16,-3 2-13-16,-1-3-14 0,2 1-17 0,1 0-10 15,0-1-12-15,-3 3-21 0,2-4-42 0,-6-2-59 0,4 3-67 16,0-8-68-16,2-3-64 0,-4-1-80 16,5-3-114-16,-4-1-382 0,4-3-875 0,5-8 387 15</inkml:trace>
          <inkml:trace contextRef="#ctx0" brushRef="#br0" timeOffset="39056.4312">15457 15614 91 0,'0'0'531'0,"0"0"-27"0,0 0-12 16,0 0-4-16,0 0-10 0,0 0-32 0,0 0-30 16,49-20-39-16,-26 9-33 0,6 3-37 0,0 0-19 0,4-3-16 15,-2 0-23-15,2 7-22 0,-2-5-30 0,-2 0-3 16,-2 0-34-16,2 4-22 0,-2-2-24 16,-11 4-44-16,2 0-50 0,-18 3-51 0,19-4-55 0,-19 4-60 15,0 0-47-15,27 0-58 0,-27 0-66 0,0 0-85 16,15 7-428-16,-15-7-899 0,0 0 398 0</inkml:trace>
          <inkml:trace contextRef="#ctx0" brushRef="#br0" timeOffset="39634.5495">16233 15291 112 0,'-5'-13'473'0,"5"13"-11"0,0-15-1 16,0 15-6-16,2-15-14 0,-2 15-23 0,13-17-30 15,0 8-32-15,1 0-26 0,1-1-20 0,1 3-14 16,4-1-21-16,8 1-23 0,1 2-25 0,-1 2-25 0,1 2-22 15,0 2-18-15,-2 2-14 0,-6 2-16 0,-1-1-10 16,-3 3-20-16,-2 4-15 0,-1-3-13 0,-6 5-7 16,-1 0-15-16,-4 2-8 0,-2 0-16 0,-5 4-18 15,-3 0-12-15,-4 5-14 0,-4 2-14 0,-2-2-8 16,-6 1-6-16,1-5-8 0,-9 10-6 0,6-11-6 16,-3-2-2-16,4 2-8 0,-3-3 7 0,0 0 4 15,11-7-1-15,-7 5 12 0,4-3 7 0,5-6 12 16,-1 2-9-16,6 0 9 0,9-7 2 0,-18 7 4 15,18-7 5-15,0 0 1 0,0 0 4 0,0 0 2 16,0 0-1-16,0 0 9 0,0 0 8 0,0 0 17 16,0 0 11-16,0 0 11 0,40-34 9 0,-30 28 12 0,7-1 1 15,-2 2 5-15,2 0 2 0,3 2 3 16,-20 3-5-16,37 0-1 0,-17 0-2 0,-20 0-9 16,39 8-10-16,-20-1-2 0,2 0-3 0,-5 5-6 0,10-1 7 15,-12-1-15-15,1 3 0 0,-6-1-1 0,-2 2-7 16,1 0-1-16,-2 3 2 0,-6-3-5 0,-1 1 0 15,-4 3-1-15,-3-3-3 0,1 0-2 0,-7-3-8 16,-2 1-23-16,-3-2-20 0,-6-2-27 0,-2 3-24 16,-2-5-27-16,-1-1-34 0,-2-6-40 0,3-2-24 15,-3 1-36-15,0-6-45 0,3 0-47 0,2-8-82 16,1-1-327-16,-1-5-817 0,4 2 363 0</inkml:trace>
        </inkml:traceGroup>
        <inkml:traceGroup>
          <inkml:annotationXML>
            <emma:emma xmlns:emma="http://www.w3.org/2003/04/emma" version="1.0">
              <emma:interpretation id="{58ED7E53-81E9-4EA7-93C4-AE9C9B46F7A4}" emma:medium="tactile" emma:mode="ink">
                <msink:context xmlns:msink="http://schemas.microsoft.com/ink/2010/main" type="inkWord" rotatedBoundingBox="19364,15538 21754,15522 21765,17193 19376,17210"/>
              </emma:interpretation>
              <emma:one-of disjunction-type="recognition" id="oneOf2">
                <emma:interpretation id="interp2" emma:lang="" emma:confidence="0.5">
                  <emma:literal>,</emma:literal>
                </emma:interpretation>
                <emma:interpretation id="interp3" emma:lang="" emma:confidence="0">
                  <emma:literal>k</emma:literal>
                </emma:interpretation>
                <emma:interpretation id="interp4" emma:lang="" emma:confidence="0">
                  <emma:literal>{</emma:literal>
                </emma:interpretation>
                <emma:interpretation id="interp5" emma:lang="" emma:confidence="0">
                  <emma:literal>K</emma:literal>
                </emma:interpretation>
                <emma:interpretation id="interp6" emma:lang="" emma:confidence="0">
                  <emma:literal>M</emma:literal>
                </emma:interpretation>
              </emma:one-of>
            </emma:emma>
          </inkml:annotationXML>
          <inkml:trace contextRef="#ctx0" brushRef="#br0" timeOffset="40648.875">16913 15049 473 0,'0'0'537'0,"20"0"-16"0,-20 0-18 0,29 9-22 16,-15-1-23-16,2 3-24 0,3 6-27 0,-1 2-29 15,-4 7-29-15,2-2-11 0,-1 11-6 0,-6-4-16 0,1 3-9 16,-3 8 0-16,-7 3-16 0,4-5-23 16,-4-1-13-16,-1 1-20 0,-2 3-14 0,-4-1-17 15,6-2-19-15,-8-3-17 0,8-7-18 0,-6 10-77 0,-1-13-73 16,2 0 0-16,0-3 0 0,-1-3 0 0,1-3 0 16,3-2 0-16,-4-2 0 0,2-6 0 0,5-8 0 15,-6 19 0-15,4-12 0 0,2-7 0 0,0 0 0 16,0 0 0-16,0 0 0 0,0 0 0 0,0 0 0 15,-14-33 0-15,15 7 0 0,-2-1 0 16,2-16 0-16,-1 0 0 0,7-6 0 0,-6 3 0 0,3-2 0 16,-1-3 0-16,3 3 0 0,2 1 0 0,-3 3 0 15,3-4 0-15,0 3 0 0,5 1 0 0,0 7 0 16,8-3 0-16,-7 2 0 0,4 5 0 0,-4 6 0 16,7 1 0-16,0 3 0 0,9-4 0 0,4 1 0 15,-7 7 0-15,2 3 0 0,0 2 0 0,2 4 0 16,1 5 0-16,-2 1 0 0,-1 3 0 0,0 2 0 15,-2 10 0-15,-6-4 0 0,0 12 0 0,3 1 0 0,-8 3 0 16,-3 3 0-16,-2 3 0 0,-8 9 0 16,-3 0 0-16,-3 6 0 0,-10-5 0 0,-3 1 0 0,-8-4 0 15,-1 2 0-15,-1-7 0 0,-6 6 0 0,0-5 0 16,-4-3 0-16,1 3 0 0,-3-4 0 0,-3-2 0 16,-2 1 0-16,0-3 0 0,1-4 0 0,5-1 0 15,2-3 0-15,3-5 0 0,6 1 0 0,2-2 0 16,5-4 0-16,3 3 0 0,5-5 0 0,11-4 0 15,-15 11 0-15,15-11 0 0,2 14 0 0,-2-14 0 16,19 16 0-16,2-6 0 0,9-1 0 0,12 2 0 16,-11-3 0-16,2 2 0 0,12 0 0 0,0 3 0 0,-13-4 0 15,11 1 0-15,-1-4 0 0,-5-1 0 0,-8 3 0 16,6 0 0-16,-7 0-17 0,2-1-341 16,2-3-39-16,-5 4-20 0,-1-2-9 0,-5-2-11 0,0 0-24 15,-2 0-20-15,-19-4 2 0,29-5 13 0,-29 5 42 16,16-6 76-16,-16 6 114 0,13-12 119 0,-13 12 79 15,1-15 57-15,-1 3 37 0,0 12 25 0,-1-22 36 16,2 12 21-16,-1 10 21 0,0-22 35 0,5 13 25 16,-2-2-2-16,-3 11 12 0,20-21-10 0,-12 11 0 15,11-1-4-15,-3 4-14 0,0-4-9 0,2 5-17 16,-1 4-17-16,4-3-14 0,-21 5-15 0,27 2-17 16,-27-2-11-16,23 7 1 0,-15 3-16 0,-2 3-15 0,-1 1 0 15,-3 11-12-15,-4 1-9 0,-3 2 0 0,-4 2-6 16,-11 8-5-16,1 6-3 0,-3 1-2 15,-4-3-2-15,-4-1 0 0,-1 4 10 0,1 0 7 0,-4 0 23 16,-1-4 27-16,-1-3 15 0,1-2 17 0,3-1 15 16,0-4 10-16,9-9 2 0,3 3-117 0,5-5-43 15,1-5 0-15,1 0 0 0,5-3 0 0,0 2 0 16,8-2 0-16,0-12 0 0,16 21 0 0,3-9 0 16,4-2 0-16,10 2 0 0,17-7 0 0,8 0 0 15,25-5 0-15,7-6 0 0,10-1 0 0,42 3 0 16,-41-5 0-16,5 7 0 0,42-5 0 0,-7-1 0 0,-40 8 0 15,-6-5 0-15,-1-1 0 0,-10 2 0 0,-6-7 0 16,-26 6 0-16,-2-2 0 0,-7-1 0 0,-9 2 0 16,-7-1 0-16,-3 2 0 0,-5 2 0 0,-3-1 0 15,-1 0 0-15,-15 4 0 0,22-9 0 0,-22 9 0 16,15-6 0-16,-9-2 0 0,-6 8 0 0,0 0 0 16,-2-19 0-16,2 19 0 0,-33-26-1366 0,10 12-1478 15,-6-2 654-15</inkml:trace>
        </inkml:traceGroup>
      </inkml:traceGroup>
    </inkml:traceGroup>
  </inkml:traceGroup>
</inkml:ink>
</file>

<file path=ppt/ink/ink27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1T05:18:32.839"/>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EBFF70FA-43E8-48FC-9AD5-ADE7D3D100F9}" emma:medium="tactile" emma:mode="ink">
          <msink:context xmlns:msink="http://schemas.microsoft.com/ink/2010/main" type="inkDrawing" rotatedBoundingBox="11770,14981 11945,19204 10702,19256 10526,15033" semanticType="verticalRange" shapeName="Other">
            <msink:sourceLink direction="with" ref="{C33E22C2-9146-4285-966A-8A50855B5FBA}"/>
            <msink:sourceLink direction="with" ref="{53C0AB09-A399-4135-8475-158315904FBB}"/>
          </msink:context>
        </emma:interpretation>
      </emma:emma>
    </inkml:annotationXML>
    <inkml:trace contextRef="#ctx0" brushRef="#br0">64 102 94 0,'-27'0'497'0,"27"0"-12"15,-19-1-11-15,19 1-19 0,0 0-26 0,-21-4-41 16,21 4-35-16,0 0-31 0,0 0-16 0,0 0-10 15,0 0-12-15,0 0-14 0,64 11-28 0,-19-10-14 16,6 1-10-16,4-5-18 0,4-1-9 0,4 1-7 16,20-3-9-16,-7-4-8 0,-14 3-16 0,-4-2-13 15,-2-1-14-15,2 2-12 0,-4-2-3 0,-2 0-12 0,-9 2-2 16,0 3-5-16,-12 1-6 0,-2 1-2 0,-8-3 0 16,-2 6-3-16,-19 0-1 0,27 0-14 15,-27 0-2-15,21 9-9 0,-11-5 0 0,1 10 12 0,0 13 8 16,4 11 14-16,-7 7 11 0,4 8-41 0,1 22-57 15,-5 3 0-15,0 5 0 0,3 7 0 0,-1 41 0 16,1-5 0-16,-1 3 0 0,-2-35 0 0,6 42 0 16,-6 2 0-16,5 9 0 0,2-2 0 0,-9 3 0 15,2 2 0-15,0-6 0 0,-3 5 0 0,3-14 0 16,-16 4 0-16,10-7 0 0,-2-3 0 0,-2-37 0 16,-9 31 0-16,3-37 0 0,6 0 0 0,-11 1 0 15,-1-4 0-15,6 1 0 0,-7-7 0 0,6-5 0 0,-4 0 0 16,0-18 0-16,3-6 0 0,-2 3 0 0,-4-5 0 15,4-2 0-15,4-8 0 0,-4 3 0 16,3-9 0-16,1-6 0 0,2-2 0 0,0 1 0 0,-1-8 0 16,1 7 0-16,1-4 0 0,0-2 0 0,-1-2 0 15,-7 1 0-15,8-3 0 0,-8 3 0 0,0-2 0 16,-7 4 0-16,5-5 0 0,-6 6 0 0,-3-5 0 16,-5 0 0-16,-3-2 0 0,3 0 0 0,-14 2 0 15,-3-2 0-15,-1-2 0 0,-3-4 0 0,-1 2 0 16,-8-7 0-16,4-6 0 0,-24-1 0 0,22-5-177 15,-27-14-1159-15,12-10-1447 0,1-4 640 0</inkml:trace>
  </inkml:traceGroup>
</inkml:ink>
</file>

<file path=ppt/ink/ink27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1T05:17:56.175"/>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0A380BE1-04C3-41D5-BA04-1F19A9BA2E81}" emma:medium="tactile" emma:mode="ink">
          <msink:context xmlns:msink="http://schemas.microsoft.com/ink/2010/main" type="inkDrawing" rotatedBoundingBox="2042,9599 2329,13666 1374,13733 1086,9667" semanticType="verticalRange" shapeName="Other">
            <msink:sourceLink direction="with" ref="{C7D9D482-3EE1-42A4-AF6F-2DCDB83F8322}"/>
            <msink:sourceLink direction="with" ref="{F275292D-DD0A-495F-9352-40CC506133DB}"/>
          </msink:context>
        </emma:interpretation>
      </emma:emma>
    </inkml:annotationXML>
    <inkml:trace contextRef="#ctx0" brushRef="#br0">-1089 9208 287 0,'-5'-10'424'0,"5"10"-4"0,-11-20-6 16,4 8 3-16,-1-2 0 0,7 2 2 0,-4-4-7 15,-3 1-15-15,6 2-27 0,-4-2-14 0,1 3-10 0,5 12-12 16,-8-15 2-16,8 15-9 0,-2-16-14 16,2 16-15-16,-6-9-21 0,6 9-30 0,0 0-22 0,0 0-23 15,-5-13-20-15,5 13-17 0,0 0-13 0,0 0-9 16,0 0 0-16,0 0 5 0,-3 57-128 0,1-27-20 16,2 15 0-16,-3-3 0 0,6 6 0 0,-6 4 0 15,8 4 0-15,-3 18 0 0,-4 3 0 0,4 5 0 16,-2-3 0-16,8 11 0 0,0 39 0 0,-2-42 0 15,-8 39 0-15,4-35 0 0,3 36 0 0,-4-39 0 16,1 8 0-16,1-2 0 0,-3 35 0 0,0-39 0 16,2 3 0-16,4-4 0 0,-4 1 0 0,-2 1 0 15,6-1 0-15,1-4 0 0,1-1 0 0,-3-2 0 16,1-11 0-16,-4 6 0 0,-1-10 0 0,-1-14 0 0,-1 20 0 16,2-20 0-16,6 16 0 0,-3-17 0 0,-2 0 0 15,0-4 0-15,-2-1 0 0,-2 1 0 0,4-3 0 16,-6-1 0-16,4-1 0 0,-4-6 0 0,4-8 0 15,-2 9 0-15,2-11 0 0,2-1 0 0,-7 0 0 16,5-2 0-16,0-6 0 0,-2 0 0 0,2-4 0 16,0 4 0-16,0 0 0 0,-1-5 0 0,2 7 0 15,-1-4 0-15,0-6 0 0,0 0 0 0,0-11 0 0,-3 22 0 16,5-12 0-16,-2-10 0 0,0 17 0 0,0-17 0 16,0 12 0-16,0-12 0 0,0 14 0 15,0-14 0-15,0 0 0 0,0 0 0 0,0 0 0 0,0 0 0 16,-5 15 0-16,5-15 0 0,0 0 0 0,0 0 0 15,0 0 0-15,0 0 0 0,0 0 0 0,6 12 0 16,-6-12 0-16,0 0 0 0,8 6 0 0,-8-6 0 16,15 8 0-16,-15-8 0 0,27 12 0 0,-11-6 0 15,3 0 0-15,10 4 0 0,0-1 0 0,13 4 0 16,3 0 0-16,8-4 0 0,1 7 0 0,2-6 0 16,7 3 0-16,15 0 0 0,7 1 0 0,-22-7-269 0,20-2-418 15,-4-2-520-15,-16 1-1305 0,-2-2 578 0</inkml:trace>
  </inkml:traceGroup>
</inkml:ink>
</file>

<file path=ppt/ink/ink27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1T05:18:25.034"/>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F8AFDDB5-C73F-46C4-AEF3-266231E9C3B5}" emma:medium="tactile" emma:mode="ink">
          <msink:context xmlns:msink="http://schemas.microsoft.com/ink/2010/main" type="inkDrawing" rotatedBoundingBox="2651,14850 2869,18643 1685,18711 1467,14918" semanticType="verticalRange" shapeName="Other">
            <msink:sourceLink direction="with" ref="{C33E22C2-9146-4285-966A-8A50855B5FBA}"/>
            <msink:sourceLink direction="with" ref="{53C0AB09-A399-4135-8475-158315904FBB}"/>
          </msink:context>
        </emma:interpretation>
      </emma:emma>
    </inkml:annotationXML>
    <inkml:trace contextRef="#ctx0" brushRef="#br0">-637 14554 186 0,'-3'-18'364'0,"3"-1"2"0,5-7-15 0,-7 1 3 16,-3 8 18-16,2-8-16 0,-2 0-16 0,4 5-1 16,-6 3-11-16,3 0-10 0,4 0-8 0,-2 3-7 0,-3 0-11 15,4 4-9-15,1 10-22 0,-2-13-27 16,2 13-25-16,-3-13-16 0,3 13-25 0,0 0-11 16,0 0-14-16,0 0-1 0,0 0 7 0,5 55-14 0,-1-15 3 15,0 5 4-15,0 8 4 0,4 18 3 0,-3 3 12 16,5 9 5-16,-10 4-21 0,0 0 5 0,0 42-1 15,0-41 0-15,-5 2-106 0,2 0-43 0,-4 0 0 16,-5 38 0-16,5-42 0 0,-2 5 0 0,2 39 0 16,-1-39 0-16,-5 39 0 0,7-35 0 0,-2 32 0 15,-5-40 0-15,7 3 0 0,1 1 0 0,-2-2 0 16,3-3 0-16,-3 0 0 0,6-1 0 0,-1 1 0 16,-3-1 0-16,5-6 0 0,0-1 0 0,-2-6 0 15,4-1 0-15,-2 1 0 0,0-20 0 0,0 7 0 16,0-10 0-16,0 2 0 0,0-6 0 0,5-3 0 15,-5 1 0-15,0-15 0 0,0 0 0 0,0 3 0 0,-3-8 0 16,6-3 0-16,-3-3 0 0,-3-2 0 16,3 0 0-16,0-4 0 0,0-11 0 0,3 19 0 15,-3-19 0-15,0 14 0 0,0-14 0 0,-5 14 0 0,5-14 0 16,0 0 0-16,-3 14 0 0,3-14 0 0,0 0 0 16,0 0 0-16,0 10 0 0,0-10 0 0,0 0 0 15,0 0 0-15,0 0 0 0,0 0 0 0,0 0 0 16,8 11 0-16,-8-11 0 0,11 5 0 0,-11-5 0 15,21 5 0-15,-3-3 0 0,-18-2 0 0,38 0 0 16,-9-2 0-16,18 5 0 0,-15 0 0 0,17-3 0 16,3 4 0-16,10 1 0 0,-6-5 0 0,31 2 0 15,-29 2 0-15,24-3 0 0,-1-1 0 0,-20 4-273 16,-3-8-96-16,2 3-24 0,-4-5-24 0,-2 0-39 16,-7-3-47-16,1 0-461 0,-6-6-1043 0,-12 1 461 15</inkml:trace>
  </inkml:traceGroup>
</inkml:ink>
</file>

<file path=ppt/ink/ink27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1T05:18:29.780"/>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B83D9A7C-FD6D-47AE-BDBB-DF05B574C2E4}" emma:medium="tactile" emma:mode="ink">
          <msink:context xmlns:msink="http://schemas.microsoft.com/ink/2010/main" type="inkDrawing" rotatedBoundingBox="3364,16951 3505,17794 2919,17892 2778,17050" hotPoints="3471,17456 3111,17816 2752,17456 3111,17097" semanticType="enclosure" shapeName="Circle"/>
        </emma:interpretation>
      </emma:emma>
    </inkml:annotationXML>
    <inkml:trace contextRef="#ctx0" brushRef="#br0">594 16414 99 0,'-10'-15'380'0,"10"15"17"16,0 0-31-16,0 0 5 0,-11-11-11 0,11 11-4 16,0 0-8-16,-8-10-11 0,8 10-11 0,0 0-13 15,0 0-18-15,-18-2-17 0,18 2-19 0,0 0-16 16,-25 19-10-16,12-8-11 0,3-3-11 0,-3 11-14 16,-1 0-8-16,-1 7-14 0,6 1-8 0,-6 2-7 0,4-2-14 15,3 2-11-15,-2 13-12 0,6-16-4 16,-1 15-15-16,3 2-5 0,2-3-9 0,2 1 0 15,4 1-7-15,2-1 0 0,2-3 6 0,0 2-7 0,4-3-6 16,2-2-6-16,-2-9 10 0,12 8-1 0,-10-12 11 16,5-2 7-16,2-1 0 0,1-6-20 15,0-1-77-15,0-4 0 0,3-1 0 0,0-10 0 16,2 3 0-16,0-5 0 0,1-9 0 0,-2-1 0 16,-1-4 0-16,4-9 0 0,-11 7 0 0,8-16 0 15,-3 2 0-15,-5-4 0 0,-8-4 0 0,3 0 0 0,-9-7 0 16,-6 1 0-16,-5 1 0 0,4-2 0 0,-12-2 0 15,3 7 0-15,-6 2 0 0,-3 7 0 16,-2-1 0-16,5 13 0 0,-3 0 0 0,-8 7 0 0,3 3 0 16,-5 9 0-16,0-4 0 0,-5 9 0 0,4 0 0 15,-1 9 0-15,-1 1 0 0,3 3 0 0,-1 3-38 16,2 2-265-16,6-3-46 0,1 7-49 0,0 0-64 16,5-2-83-16,3-6-471 0,7 4-1101 0,4-1 486 15</inkml:trace>
  </inkml:traceGroup>
</inkml:ink>
</file>

<file path=ppt/ink/ink27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1T05:19:26.027"/>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AF89A4AE-C06B-4B69-A4CF-EC27528DC310}" emma:medium="tactile" emma:mode="ink">
          <msink:context xmlns:msink="http://schemas.microsoft.com/ink/2010/main" type="writingRegion" rotatedBoundingBox="-89,644 26545,-522 27322,17232 688,18398"/>
        </emma:interpretation>
      </emma:emma>
    </inkml:annotationXML>
    <inkml:traceGroup>
      <inkml:annotationXML>
        <emma:emma xmlns:emma="http://www.w3.org/2003/04/emma" version="1.0">
          <emma:interpretation id="{D4DEFF92-542B-48A2-BB14-E062324DBEC4}" emma:medium="tactile" emma:mode="ink">
            <msink:context xmlns:msink="http://schemas.microsoft.com/ink/2010/main" type="paragraph" rotatedBoundingBox="1567,532 12490,276 12521,1614 1598,1869" alignmentLevel="2"/>
          </emma:interpretation>
        </emma:emma>
      </inkml:annotationXML>
      <inkml:traceGroup>
        <inkml:annotationXML>
          <emma:emma xmlns:emma="http://www.w3.org/2003/04/emma" version="1.0">
            <emma:interpretation id="{6C4E0657-1A1A-477E-8018-6D384E186F9A}" emma:medium="tactile" emma:mode="ink">
              <msink:context xmlns:msink="http://schemas.microsoft.com/ink/2010/main" type="line" rotatedBoundingBox="1567,532 12490,276 12521,1614 1598,1869">
                <msink:destinationLink direction="with" ref="{29E0B02E-5942-4DEB-B741-BC5FC1569F9D}"/>
                <msink:destinationLink direction="with" ref="{89CFCFBF-C5E2-4768-B8DB-6E35C691C158}"/>
              </msink:context>
            </emma:interpretation>
          </emma:emma>
        </inkml:annotationXML>
        <inkml:traceGroup>
          <inkml:annotationXML>
            <emma:emma xmlns:emma="http://www.w3.org/2003/04/emma" version="1.0">
              <emma:interpretation id="{19A7B61C-4E4A-4F27-AE1E-F2CBFE8202DD}" emma:medium="tactile" emma:mode="ink">
                <msink:context xmlns:msink="http://schemas.microsoft.com/ink/2010/main" type="inkWord" rotatedBoundingBox="1583,1208 2446,1188 2462,1849 1598,1869"/>
              </emma:interpretation>
              <emma:one-of disjunction-type="recognition" id="oneOf0">
                <emma:interpretation id="interp0" emma:lang="" emma:confidence="1">
                  <emma:literal/>
                </emma:interpretation>
              </emma:one-of>
            </emma:emma>
          </inkml:annotationXML>
          <inkml:trace contextRef="#ctx0" brushRef="#br0">148 0 3677 0,'-21'3'84'0,"21"-3"-64"0,-35 2-8 16,17 0 9-16,18-2 7 0,-27 9 8 0,14-8 23 15,13-1-3-15,-21 4 27 0,21-4 5 0,0 0 5 16,-14 5 7-16,14-5-2 0,0 0-6 0,0 15-4 15,0-15 7-15,20 9-5 0,0-4-9 0,4 1-1 16,8 0-13-16,11-2-4 0,2-1-8 0,5-3-6 16,1 3-5-16,-1-3-10 0,0-3-23 0,-1-3-41 0,3 4-37 15,-4-5-43-15,-6 2-51 0,-10 5-39 16,-2-4-71-16,1 2-69 0,-15 4-348 0,-16-2-745 16,21 2 330-16</inkml:trace>
          <inkml:trace contextRef="#ctx0" brushRef="#br0" timeOffset="171.8343">103 550 117 0,'-21'18'330'0,"2"1"-29"15,9-4-30-15,2-2-25 0,3-4-21 0,5-9-17 16,0 17-7-16,7-8-8 0,-7-9-9 0,27 12-8 16,-3-11-17-16,11-6-14 0,9 5-5 0,4-1-18 15,2-5-21-15,6-2-16 0,1-3-27 0,4 10-43 16,2-5-62-16,17-4-66 0,-17 10-71 0,15-7-306 15,-13 2-529-15,13-2 235 0</inkml:trace>
        </inkml:traceGroup>
        <inkml:traceGroup>
          <inkml:annotationXML>
            <emma:emma xmlns:emma="http://www.w3.org/2003/04/emma" version="1.0">
              <emma:interpretation id="{4BCF667A-07EA-4F89-A33E-6962B63C3D47}" emma:medium="tactile" emma:mode="ink">
                <msink:context xmlns:msink="http://schemas.microsoft.com/ink/2010/main" type="inkWord" rotatedBoundingBox="3294,491 4349,467 4375,1557 3320,1581"/>
              </emma:interpretation>
              <emma:one-of disjunction-type="recognition" id="oneOf1">
                <emma:interpretation id="interp1" emma:lang="" emma:confidence="1">
                  <emma:literal/>
                </emma:interpretation>
              </emma:one-of>
            </emma:emma>
          </inkml:annotationXML>
          <inkml:trace contextRef="#ctx0" brushRef="#br0" timeOffset="1738.5838">2771-468 8 0,'-19'-11'433'0,"12"4"-7"0,-1 0 13 16,8 7 12-16,-14-16-1 0,14 16 11 0,-13-9-4 16,13 9-21-16,-14-9-29 0,14 9-36 0,0 0-32 15,-13-4-31-15,13 4-16 0,0 0-9 0,-15 22-10 16,12-3-21-16,-2 5-9 0,-3 4-20 0,3 4-15 0,4 8-22 15,-7 1-21-15,6 3-12 0,-3 1-17 16,2 5-12-16,3-1-12 0,-5 0-19 0,1-1-12 0,4 1-37 16,-2-3-51-16,4-1-46 0,-2 2-55 15,0-2-69-15,-2-4-79 0,4-10-83 0,-4-1-93 16,7-7-116-16,-5-1-441 0,3-5-1072 0,-3-17 474 16</inkml:trace>
          <inkml:trace contextRef="#ctx0" brushRef="#br0" timeOffset="1452.9635">1717-696 172 0,'-7'-8'332'0,"7"8"-15"0,0 0-18 0,0 0-19 16,0 0-26-16,0 0-16 0,0 0-10 0,0 0-26 15,0 0-12-15,28-6 1 0,-28 6-15 0,37 0-14 16,-7-2-10-16,-1 2-21 0,16-2-12 0,-13 1-17 15,11-3-27-15,5 6-39 0,-3-4-49 0,-3 4-67 16,6-4-81-16,-1-1-94 0,-12 8-270 0,13-2-568 0,-3-1 251 16</inkml:trace>
        </inkml:traceGroup>
        <inkml:traceGroup>
          <inkml:annotationXML>
            <emma:emma xmlns:emma="http://www.w3.org/2003/04/emma" version="1.0">
              <emma:interpretation id="{22E7B3A3-3137-4E5F-8D16-B3C120EB18DA}" emma:medium="tactile" emma:mode="ink">
                <msink:context xmlns:msink="http://schemas.microsoft.com/ink/2010/main" type="inkWord" rotatedBoundingBox="6357,664 6913,651 6928,1290 6372,1303"/>
              </emma:interpretation>
              <emma:one-of disjunction-type="recognition" id="oneOf2">
                <emma:interpretation id="interp2" emma:lang="" emma:confidence="1">
                  <emma:literal/>
                </emma:interpretation>
              </emma:one-of>
            </emma:emma>
          </inkml:annotationXML>
          <inkml:trace contextRef="#ctx0" brushRef="#br0" timeOffset="2332.3255">4879-318 3662 0,'0'0'233'16,"-27"-10"-118"-16,27 10-16 0,0 0-32 0,0 0-5 15,-15-9 13-15,15 9 29 0,0 0 23 0,0 0 11 16,0 0 6-16,0 0-4 0,0 0-7 0,0 0-1 16,0 0 0-16,0 0 12 0,0 0-3 0,0 0 2 15,-14 31 3-15,11-19-1 0,4-1-4 0,-1 7-8 16,0-3-5-16,2 4-6 0,-4-4-10 0,4 8-3 0,1-1-7 16,0 2-5-16,2 2-5 0,2-4 14 15,-3-3-18-15,6 0-5 0,-2 0-7 0,0-1-1 16,2 3 3-16,3-2 4 0,1-6 3 0,0 3-10 0,4-6-8 15,-2 3-1-15,0-4 1 0,3 0-2 0,4-7-5 16,-4 2-60-16,0-4 0 0,9-6 0 0,-7 0 0 16,7-6 0-16,0 3 0 0,-1-5 0 0,-3-2 0 15,2 0 0-15,-5-4 0 0,-4-2 0 0,1 0 0 16,-4-1 0-16,-3-3 0 0,-2 0 0 0,0-5 0 16,-6 2 0-16,-3-3 0 0,-3-7 0 0,-6 13 0 15,-1 0 0-15,-3 2 0 0,-1-2 0 0,-15-7 0 0,0 2 0 16,5 10 0-16,-15-3 0 0,10 6 0 0,-9-4 0 15,-2 9 0-15,9 3 0 0,1 4-63 16,1 4-214-16,0-3-45 0,2 5-45 0,0 5-50 0,-2 3-52 16,8-4-77-16,-6 7-409 0,12-4-1036 0,-6 1 459 15</inkml:trace>
        </inkml:traceGroup>
        <inkml:traceGroup>
          <inkml:annotationXML>
            <emma:emma xmlns:emma="http://www.w3.org/2003/04/emma" version="1.0">
              <emma:interpretation id="{0F3BCBD9-B5C3-4EF5-846A-C8EF00A363DE}" emma:medium="tactile" emma:mode="ink">
                <msink:context xmlns:msink="http://schemas.microsoft.com/ink/2010/main" type="inkWord" rotatedBoundingBox="8793,540 9070,533 9092,1510 8816,1516"/>
              </emma:interpretation>
              <emma:one-of disjunction-type="recognition" id="oneOf3">
                <emma:interpretation id="interp3" emma:lang="" emma:confidence="1">
                  <emma:literal/>
                </emma:interpretation>
              </emma:one-of>
            </emma:emma>
          </inkml:annotationXML>
          <inkml:trace contextRef="#ctx0" brushRef="#br0" timeOffset="3082.2685">7298-493 270 0,'0'0'413'0,"0"0"-7"0,0 0 0 0,0 0 4 15,0 0-4-15,0 0-16 0,0 0-22 0,0 0-30 16,0 0-29-16,0 0-31 0,0 0-21 0,0 0-16 15,0 0-14-15,0 0-8 0,0 0-14 0,21-3-13 16,-21 3-10-16,20-6-16 0,-20 6-5 0,24-11-27 16,-10 4-12-16,1-1-11 0,-4-1-12 0,0 2-3 0,0-3-4 15,-1-1 0-15,-4 3-5 0,1-3 0 0,1-1-2 16,-7 3 2-16,-1 9-14 0,-3-24 3 0,-3 16-6 16,6 8-11-16,-15-18-6 0,6 15-2 0,9 3-9 15,-24-9-5-15,8 7-4 0,16 2-10 0,-34 2 2 16,16 3-11-16,-1 6-13 0,4-1-16 0,1 1-27 15,0 2-46-15,-1 5-39 0,2-6-51 0,4 5-54 16,2 6-53-16,1 0-52 0,3-2-63 0,3-4-73 16,-4 9-413-16,8-3-961 0,-3 3 425 0</inkml:trace>
          <inkml:trace contextRef="#ctx0" brushRef="#br0" timeOffset="3347.879">7467 276 322 0,'0'7'365'0,"0"-7"-13"0,2 15 5 16,-2-15 20-16,0 0 11 0,8 8-14 0,-8-8-16 16,0 0-25-16,0 0-35 0,0 0-29 0,12-30-19 0,-12 18-22 15,2-3-20-15,3-3-22 0,-2-1-14 0,2 0-15 16,-4 4-12-16,-4-3-11 0,5 2-10 16,-4-2-13-16,-1 6-8 0,-3 1-9 0,6 11-6 0,-5-18-8 15,5 18-5-15,-11-11-12 0,11 11-10 0,-15-6-1 16,15 6-3-16,0 0-8 0,0 0-4 0,-42 13-5 15,28-2-5-15,6 0-5 0,-2 0-5 0,4 0-15 16,-2 4-24-16,3 1-29 0,5-2-37 0,-2 1-38 16,2-15-39-16,8 20-41 0,1-7-48 0,5 0-66 15,2-2-82-15,-2-7-384 0,11 0-850 0,5-1 377 16</inkml:trace>
        </inkml:traceGroup>
        <inkml:traceGroup>
          <inkml:annotationXML>
            <emma:emma xmlns:emma="http://www.w3.org/2003/04/emma" version="1.0">
              <emma:interpretation id="{65BD7298-4F16-4D72-B9A0-402778194CDA}" emma:medium="tactile" emma:mode="ink">
                <msink:context xmlns:msink="http://schemas.microsoft.com/ink/2010/main" type="inkWord" rotatedBoundingBox="10502,643 12497,596 12517,1420 10521,1467"/>
              </emma:interpretation>
              <emma:one-of disjunction-type="recognition" id="oneOf4">
                <emma:interpretation id="interp4" emma:lang="" emma:confidence="0.5">
                  <emma:literal>2</emma:literal>
                </emma:interpretation>
                <emma:interpretation id="interp5" emma:lang="" emma:confidence="0">
                  <emma:literal>z</emma:literal>
                </emma:interpretation>
                <emma:interpretation id="interp6" emma:lang="" emma:confidence="0">
                  <emma:literal>L</emma:literal>
                </emma:interpretation>
                <emma:interpretation id="interp7" emma:lang="" emma:confidence="0">
                  <emma:literal>Z</emma:literal>
                </emma:interpretation>
                <emma:interpretation id="interp8" emma:lang="" emma:confidence="0">
                  <emma:literal>.</emma:literal>
                </emma:interpretation>
              </emma:one-of>
            </emma:emma>
          </inkml:annotationXML>
          <inkml:trace contextRef="#ctx0" brushRef="#br0" timeOffset="7910.0466">9995-346 375 0,'0'0'373'0,"-14"7"-9"16,14-7-20-16,0 0-5 0,0 0-14 0,0 0 7 15,0 0-9-15,0 0-23 0,-42-13-24 0,42 13-21 16,-8-11-15-16,8 11-11 0,-14-10-5 0,14 10-4 16,-10-5-6-16,10 5-14 0,-11-14-13 0,11 14-11 15,-10-12-17-15,10 12-15 0,-4-18-13 0,4 18-18 0,-7-15-1 16,7 4-15-16,0 11-10 0,7-18-5 0,-3 9-8 15,0-3-9-15,-4 12-3 0,17-24-6 0,-7 15-8 16,1-2-3-16,0 3-5 0,9-3-4 0,-6 3-5 16,2 1-2-16,2 2-6 0,-1-1 1 0,3-2-7 15,-3 7 6-15,4-3-6 0,-21 4 0 0,29 4-3 16,-10 5-3-16,-3-2 1 0,-3 4-2 0,-3 3-1 16,3 9 3-16,-7-5-1 0,5 10 0 0,-6 2-3 15,-2-1-5-15,-3 3 8 0,-5 6-6 0,4 1 6 16,-6 3-4-16,-5-4 1 0,-5 0 6 0,-2-1-10 15,-5-3 1-15,3 5-2 0,-6-2 5 0,-2-2-2 16,0-4-1-16,0-3 2 0,9-3-5 0,-3-3 3 16,-4-2 5-16,3-1 9 0,0 0-1 0,3-5 6 15,-2 4 2-15,9-10 3 0,3 3 1 0,-2-3 3 16,0 0 7-16,13-8-2 0,-14 10 9 0,14-10-5 0,-10 9 7 16,10-9-17-16,0 0 7 0,0 0-6 0,0 0 1 15,0 0-6-15,0 0 1 0,45-1-3 16,-21-8-4-16,5 1 6 0,17-1 4 0,-2-3 0 0,5 1 7 15,8 1 31-15,2-2-6 0,-1 4 13 0,20-8 9 16,-17 7-1-16,-3 0-85 0,1-1 0 0,-2 2 0 16,2-3 0-16,-5 4 0 0,1-1 0 0,-8 0 0 15,-6 2 0-15,-7 2 0 0,-4-1 0 0,-2 1 0 16,-12 0 0-16,3 2 0 0,-19 2 0 0,27-4 0 16,-27 4 0-16,18-3 0 0,-18 3 0 0,0 0 0 15,26-2 0-15,-26 2 0 0,0 0 0 0,0 0 0 16,0 0 0-16,0 0-309 0,0 0-180 0,0 0-97 0,0 0-549 15,0 0-1229-15,0 0 544 0</inkml:trace>
          <inkml:trace contextRef="#ctx0" brushRef="#br0" timeOffset="7300.7011">8981-224 40 0,'0'0'387'16,"0"0"-3"-16,0 0 5 0,-20-6 4 0,20 6-4 15,0 0 0-15,0 0 1 0,0 0-11 0,0 0-14 16,0 0-26-16,0 0-21 0,0 0-15 0,-36 6-19 16,36-6-9-16,0 0-20 0,0 0-21 0,0 0-20 15,0 0-9-15,0 0 0 0,0 0-6 0,0 0-6 16,0 0-13-16,0 0-22 0,85-3-19 0,-54 3-16 16,4 1-6-16,-1-2-18 0,9-3-16 0,0 2-32 15,4 0-44-15,-2-1-49 0,-3 3-54 0,-10-5-63 16,11 3-70-16,-9-2-69 0,-1 8-66 0,-2-5-75 15,-2-7-77-15,0 5-375 0,-13-2-964 0,5-1 426 16</inkml:trace>
        </inkml:traceGroup>
      </inkml:traceGroup>
    </inkml:traceGroup>
    <inkml:traceGroup>
      <inkml:annotationXML>
        <emma:emma xmlns:emma="http://www.w3.org/2003/04/emma" version="1.0">
          <emma:interpretation id="{7A4ED84C-2006-46F3-A156-AAB78B8C0695}" emma:medium="tactile" emma:mode="ink">
            <msink:context xmlns:msink="http://schemas.microsoft.com/ink/2010/main" type="paragraph" rotatedBoundingBox="2734,1738 26744,2547 26564,7865 2555,7056" alignmentLevel="2"/>
          </emma:interpretation>
        </emma:emma>
      </inkml:annotationXML>
      <inkml:traceGroup>
        <inkml:annotationXML>
          <emma:emma xmlns:emma="http://www.w3.org/2003/04/emma" version="1.0">
            <emma:interpretation id="{3A933EBD-6326-42B5-9E9A-712E6CDC595B}" emma:medium="tactile" emma:mode="ink">
              <msink:context xmlns:msink="http://schemas.microsoft.com/ink/2010/main" type="line" rotatedBoundingBox="6744,1873 26744,2547 26640,5608 6641,4934">
                <msink:destinationLink direction="with" ref="{29E0B02E-5942-4DEB-B741-BC5FC1569F9D}"/>
                <msink:destinationLink direction="with" ref="{89CFCFBF-C5E2-4768-B8DB-6E35C691C158}"/>
              </msink:context>
            </emma:interpretation>
          </emma:emma>
        </inkml:annotationXML>
        <inkml:traceGroup>
          <inkml:annotationXML>
            <emma:emma xmlns:emma="http://www.w3.org/2003/04/emma" version="1.0">
              <emma:interpretation id="{3047EC66-5EE9-4120-9F99-AC30EC315283}" emma:medium="tactile" emma:mode="ink">
                <msink:context xmlns:msink="http://schemas.microsoft.com/ink/2010/main" type="inkWord" rotatedBoundingBox="6723,2500 6792,2502 6761,3432 6691,3429"/>
              </emma:interpretation>
              <emma:one-of disjunction-type="recognition" id="oneOf5">
                <emma:interpretation id="interp9" emma:lang="" emma:confidence="1">
                  <emma:literal/>
                </emma:interpretation>
              </emma:one-of>
            </emma:emma>
          </inkml:annotationXML>
          <inkml:trace contextRef="#ctx0" brushRef="#br0" timeOffset="11091.3932">5149 1376 419 0,'1'-16'415'0,"4"3"10"16,-3 1 22-16,-2 12 20 0,4-15 3 0,-4 15-8 16,4-16-26-16,-4 16-27 0,1-8-29 15,-1 8-31-15,0 0-19 0,0 0-13 0,0 0-4 0,0 0-2 16,0 0-9-16,-8 36-14 0,5-10-17 0,-2 3-15 16,2 15-14-16,-3 2-20 0,2-5-4 0,3 10-25 15,-4-3-21-15,3 4-95 0,1-6-77 0,1 1 0 16,-7 0 0-16,7 0 0 0,0-1 0 0,5-2 0 15,-5 2 0-15,3-5 0 0,-1-4 0 0,3-5 0 16,0-4 0-16,-2-5-161 0,2-4-265 0,1-1-113 16,0-2-152-16,-1-4-372 0,5-3-1151 0,-10-9 510 15</inkml:trace>
        </inkml:traceGroup>
        <inkml:traceGroup>
          <inkml:annotationXML>
            <emma:emma xmlns:emma="http://www.w3.org/2003/04/emma" version="1.0">
              <emma:interpretation id="{835E35AB-9154-4129-B4F9-2A74A9BDE9A8}" emma:medium="tactile" emma:mode="ink">
                <msink:context xmlns:msink="http://schemas.microsoft.com/ink/2010/main" type="inkWord" rotatedBoundingBox="8796,2267 9079,2276 9045,3283 8762,3273"/>
              </emma:interpretation>
              <emma:one-of disjunction-type="recognition" id="oneOf6">
                <emma:interpretation id="interp10" emma:lang="" emma:confidence="1">
                  <emma:literal/>
                </emma:interpretation>
              </emma:one-of>
            </emma:emma>
          </inkml:annotationXML>
          <inkml:trace contextRef="#ctx0" brushRef="#br0" timeOffset="11907.1667">7311 1999 274 0,'2'14'429'0,"0"1"-9"0,1-6-12 16,-2 1 3-16,-1-10 27 0,8 16 17 16,-8-16 7-16,0 11-18 15,0-11-22-15,0 0-35 0,0 0-17 0,0 0-48 16,0 0-24-16,0 0-16 0,0 0-6 0,18-27-20 15,-18 27-19-15,3-22-21 0,-1 10-22 0,-4-1-18 16,2-4-13-16,0 17-10 0,0-18-5 0,-3 9-24 16,3 9-10-16,-3-16-16 0,3 16-14 0,-10-9-11 15,10 9-16-15,0 0-57 0,0 0 0 0,0 0 0 16,0 0 0-16,0 0 0 0,-34 16 0 0,34-16 0 0,-8 18 0 16,7-8 0-16,1-10 0 0,0 20 0 0,0-20 0 15,1 19 0-15,1-12 0 0,-2-7 0 16,11 14 0-16,-4-7 0 0,-7-7 0 0,14 6 0 0,-14-6-12 15,0 0-15-15,24 3 3 0,-24-3 1 0,0 0 2 16,23-14-1-16,-12 6 1 0,-11 8-1 0,11-15-26 16,-4 3-5-16,-1 2-12 0,-6-7-6 0,0 3 2 15,-3 0-14-15,-7 2-15 0,7-2-18 0,-8 2-17 16,1 4-25-16,10 8-27 0,-21-11-23 0,8 7-26 16,13 4-41-16,-30-3-33 0,30 3-45 0,-35 7-42 15,22 0-58-15,-3-2-333 0,-4 2-851 0,6-2 376 16</inkml:trace>
          <inkml:trace contextRef="#ctx0" brushRef="#br0" timeOffset="11528.8624">7469 1226 174 0,'0'0'540'0,"0"0"-36"0,0 0-9 0,0 0 17 16,0 0 4-16,0 0 9 0,0 0-9 0,0 0-24 16,0 0-33-16,0 0-37 0,0 0-33 0,0 0-18 15,0 0-21-15,0 0-20 0,0 0-20 0,12-6-19 16,-12 6-20-16,0 0-20 0,0 0-19 0,0 0-14 15,0 0-195-15,4-10-23 0,-4 10 0 0,0 0 0 16,3-19 0-16,0 9 0 0,-3 10 0 0,-3-20 0 16,3 20 0-16,-7-22 0 0,3 11 0 0,-3 3 0 15,-1-3 0-15,8 11 0 0,-14-17 0 0,6 8 0 16,-7 2 0-16,1 0 0 0,14 7 0 0,-32 4 0 16,6 2-16-16,7-2-427 0,-10 11-73 0,6 0-86 0,-10 11-501 15,12-7-1194-15,0 7 528 0</inkml:trace>
        </inkml:traceGroup>
        <inkml:traceGroup>
          <inkml:annotationXML>
            <emma:emma xmlns:emma="http://www.w3.org/2003/04/emma" version="1.0">
              <emma:interpretation id="{4BFA201D-650E-4B32-8C14-01E015857392}" emma:medium="tactile" emma:mode="ink">
                <msink:context xmlns:msink="http://schemas.microsoft.com/ink/2010/main" type="inkWord" rotatedBoundingBox="11109,2451 12565,2501 12535,3415 11078,3366"/>
              </emma:interpretation>
              <emma:one-of disjunction-type="recognition" id="oneOf7">
                <emma:interpretation id="interp11" emma:lang="" emma:confidence="0.5">
                  <emma:literal>-</emma:literal>
                </emma:interpretation>
                <emma:interpretation id="interp12" emma:lang="" emma:confidence="0">
                  <emma:literal>_</emma:literal>
                </emma:interpretation>
                <emma:interpretation id="interp13" emma:lang="" emma:confidence="0">
                  <emma:literal>.</emma:literal>
                </emma:interpretation>
                <emma:interpretation id="interp14" emma:lang="" emma:confidence="0">
                  <emma:literal>,</emma:literal>
                </emma:interpretation>
                <emma:interpretation id="interp15" emma:lang="" emma:confidence="0">
                  <emma:literal>1</emma:literal>
                </emma:interpretation>
              </emma:one-of>
            </emma:emma>
          </inkml:annotationXML>
          <inkml:trace contextRef="#ctx0" brushRef="#br0" timeOffset="13493.437">9872 1541 434 0,'45'-17'483'0,"0"3"-8"15,11-4-17-15,-6 3-21 0,6 3-27 0,0-2-27 16,-5-1-34-16,1 0-34 0,2 6-33 0,-1-4-29 16,8 5-28-16,-2 1-33 0,-1-5-43 0,2 5-56 15,-8-4-72-15,5 1-81 0,-6 0-89 0,-1 3-102 16,-1 0-131-16,-15 2-305 0,-3-6-743 0,-2 3 330 0</inkml:trace>
          <inkml:trace contextRef="#ctx0" brushRef="#br0" timeOffset="13305.9505">9731 1365 42 0,'-7'-12'388'0,"7"12"-21"0,-9-11-14 15,9 11-11-15,0 0 7 0,-15-10-8 0,15 10-20 0,0 0-21 16,-21 0-29-16,21 0-12 0,0 0-11 0,-27 15-12 16,14-4-13-16,0-2-14 0,2 3-16 0,0 3-19 15,0-3-15-15,1 3-14 0,2 4-13 0,0-1-4 16,3-3-17-16,0 3-9 0,2 1-6 0,3-3-7 16,-1-1-11-16,2 4-7 0,4-1-7 0,-2 1-9 15,4-3 0-15,4 2-7 0,-1-4-5 0,7 6-1 16,-1 3 0-16,0-1-8 0,5-4 2 0,0-2-3 15,1 2-1-15,-1 1 3 0,7-5-2 0,-4 6-3 16,-4-5 3-16,6 4-6 0,-5-4-2 0,0 3 0 16,-2-2-2-16,2 0-1 0,-7-6 0 0,1 2-4 15,-2-1 0-15,-2-1-2 0,-6-1-2 0,1 6 0 16,-3-2-1-16,-3-13-4 0,-4 20 0 0,-3-5-1 0,-1-2-1 16,-8 3-13-16,2-4-13 0,-6 0-16 0,-4 0-29 15,-1 2-32-15,-3-1-26 0,3-4-45 16,-3 3-13-16,-4-5-44 0,7-2-4 0,-4 2-27 0,-3-4-23 15,3-1-24-15,-2-7-32 0,4-3-42 0,0 0-279 16,3-2-709-16,3-4 314 0</inkml:trace>
        </inkml:traceGroup>
        <inkml:traceGroup>
          <inkml:annotationXML>
            <emma:emma xmlns:emma="http://www.w3.org/2003/04/emma" version="1.0">
              <emma:interpretation id="{B45A8E59-7D16-4E73-903A-24293E424072}" emma:medium="tactile" emma:mode="ink">
                <msink:context xmlns:msink="http://schemas.microsoft.com/ink/2010/main" type="inkWord" rotatedBoundingBox="21927,2385 26744,2547 26640,5608 21823,5446"/>
              </emma:interpretation>
              <emma:one-of disjunction-type="recognition" id="oneOf8">
                <emma:interpretation id="interp16" emma:lang="" emma:confidence="1">
                  <emma:literal/>
                </emma:interpretation>
              </emma:one-of>
            </emma:emma>
          </inkml:annotationXML>
          <inkml:trace contextRef="#ctx0" brushRef="#br0" timeOffset="527804.1986">20462 1195 270 0,'0'0'318'0,"-27"4"-15"0,27-4-23 0,-21 4-19 0,21-4-24 16,0 0-21-16,-16 3-12 0,16-3-4 0,0 0-3 15,0 0 14-15,39 19-27 0,-12-12-8 0,2-2-8 16,21 3-26-16,-1-2-9 0,7-3-1 0,4 1-17 16,18 1-9-16,-17-4-8 0,0-1-11 0,2-1-4 15,-1-3-9-15,-4 3-10 0,0-1-1 0,-7-2-6 16,-1 0 11-16,0 0-4 0,-8-1 3 0,-9 3 3 16,-7-5 0-16,-7 6 7 0,0-3 0 0,-19 4 6 15,24-5 4-15,-24 5 9 0,20-1 1 0,-20 1-1 16,0 0-7-16,0 0-2 0,0 0-11 0,0 0-7 0,0 0-5 15,9 13-6-15,-9-13-8 0,-27 24-6 16,9-7-5-16,-4 3-6 0,-10 9-1 0,1 2-3 16,-6 3 1-16,1 8-3 0,-6-6-4 0,-1 4-5 0,-14 15-1 15,-4-2-1-15,4-4-2 0,12-13-2 0,-10 17-1 16,-3-4 2-16,14-12-1 0,-14 12 0 0,10-18-1 16,-1 2-2-16,6 5-1 0,-2-1 0 0,4-4-2 15,-1-4 2-15,5 3-2 0,2-6-1 0,6 1 2 16,1-7-3-16,11-4 0 0,6 0 4 0,-4-6-5 15,6 2 1-15,1-4 3 0,3 4 3 0,5-12 9 16,-2 14 1-16,2-14 7 0,10 14 15 0,7-4-3 16,1-4 4-16,11-5 5 0,17 1 0 0,4-5 11 15,3-3 0-15,6-4 4 0,25-4 8 0,-1-1-2 16,-4 3-5-16,-4-6-3 0,-12 10-1 0,-2-1-15 16,21-4-3-16,-25 3-4 0,25-3-10 0,-29 7 1 15,2 2-13-15,-9-4-36 0,-2 4-21 0,-11 1-37 0,-4 0-41 16,-8 3-60-16,0-5-56 0,-5 5-46 0,-16 0-46 15,26-2-67-15,-26 2-81 0,0 0-385 16,22-2-931-16,-22 2 413 0</inkml:trace>
          <inkml:trace contextRef="#ctx0" brushRef="#br0" timeOffset="528272.9147">22206 1992 162 0,'-11'8'352'0,"5"-1"-19"16,6-7-20-16,-12 9-3 0,12-9 16 0,0 0-16 15,0 12 1-15,0-12-15 0,0 0-36 0,57 0-21 16,-29-3-22-16,22-9-23 0,1 1-30 0,2 4-52 16,0-7-59-16,5 2-75 0,-2-2-79 0,0 1-103 15,-3-5-131-15,0-2-214 0,-1-2-594 0,-4 0 263 16</inkml:trace>
          <inkml:trace contextRef="#ctx0" brushRef="#br0" timeOffset="528101.0808">22389 1620 4222 0,'0'0'91'0,"-34"7"-58"0,17-5-2 0,17-2-15 16,-21 2 0-16,21-2-10 0,-18 1 37 0,18-1-16 16,0 0 29-16,0 0-2 0,0 0 22 0,0 0-9 15,0 0-1-15,0 0-2 0,0 0-4 0,98 4-3 16,-50-4-8-16,2-2-8 0,1-1-3 0,1-1-4 15,-1 1-3-15,2-2-4 0,-6-1-10 0,-1 3-33 16,-14 1-21-16,3-1-32 0,-6 3-20 0,0-4-38 16,-10 4-36-16,-19 0-53 0,28 0-42 0,-28 0-36 15,0 0-72-15,16 2-233 0,-16-2-646 0,0 0 285 16</inkml:trace>
          <inkml:trace contextRef="#ctx0" brushRef="#br0" timeOffset="528991.6364">23408 1365 285 0,'-18'2'376'0,"18"-2"-38"0,0 0-24 0,-14 10-12 16,14-10 14-16,0 0 9 0,0 0-1 15,22 17-4-15,-1-13-22 0,8-3-22 0,21-2-14 16,0-3-21-16,4 2-24 0,-1-3-23 0,5 3-24 0,3-3-15 16,19 1-9-16,-22-6-21 0,-1 2-11 0,0 4-13 15,0-1-11-15,-7 2-10 0,-7-1-7 0,-7 1-5 16,-3-2-15-16,-13 3 1 0,-3 0-6 0,-2 0-3 16,-15 2-6-16,21-3-2 0,-21 3-5 0,0 0-5 15,0 0-6-15,0 0-1 0,0 0-5 0,-29 32 2 16,1-17-3-16,-8 7-2 0,-6 4-1 0,-3 4-2 15,-3 4 1-15,-16 8-2 0,-1 3-1 0,16-11 1 16,-12 11-2-16,-3 3 3 0,20-10-4 0,-20 9 6 16,22-9 4-16,1-2 5 0,4 5 13 0,5-4-10 15,1-3 1-15,7 3-1 0,6-10 5 0,10-1-2 16,0 0 0-16,4 1-1 0,4-9 0 0,6 5-1 16,2-8 0-16,10 7 3 0,6-7-2 0,-2-2 0 15,7-4-4-15,5-4-2 0,9-2-1 0,2-3-2 16,3-3 2-16,0-1-4 0,0-7 1 0,-1-1-4 15,-4-1 2-15,5-3-1 0,-9-3-4 0,3-3 0 16,-5 0 3-16,-10 5-1 0,0 3-5 0,-4 0 5 0,-4 4 3 16,-5 4 3-16,-1-4 4 0,-3 3 0 15,-10 7 0-15,16-3 14 0,-16 3-7 0,0 0 8 16,17 26 12-16,-13-2 14 0,-1 17-4 0,-3 12 10 0,0 24 13 16,-3 3-1-16,-1 10 20 0,0 4-10 0,0 35 6 15,4-37-2-15,0 43-3 0,-3-45-11 0,8 1 2 16,-2 44-21-16,-4-43-2 0,1 39 2 0,-4-45-10 15,1-1-4-15,-10-1 4 0,4 0-15 0,-14-7-35 16,2 1 0-16,-6-9 0 0,5-17 0 0,-2-2 0 16,-9 19 0-16,5-31 0 0,-1 0 0 0,-7 0 0 15,1-10 0-15,-2-1 0 0,10-8 0 0,-4-7 0 16,-1-1 0-16,4-9 0 0,-3-2 0 0,31 0 0 16,-51-18 0-16,28 4 0 0,2-8 0 0,2-4 0 15,3-13 0-15,5-8 0 0,0-22 0 0,12-6 0 16,2-6 0-16,18-9 0 0,18-46 0 0,4 6 0 15,13-3 0-15,5-5 0 0,11 1 0 0,12 6 0 0,-4 0 0 16,10 6 0-16,-3 10 0 0,-2 5 0 0,-21 43 0 16,3 2 0-16,1 6 0 0,2 6 0 0,-1 10 0 15,0 4 0-15,-18 14 0 0,4 5 0 0,-5 0 0 16,-4 2-261-16,4 7-157 0,-2 7-140 0,-14 8-601 16,11-4-1257-16,-2 4 556 0</inkml:trace>
        </inkml:traceGroup>
      </inkml:traceGroup>
      <inkml:traceGroup>
        <inkml:annotationXML>
          <emma:emma xmlns:emma="http://www.w3.org/2003/04/emma" version="1.0">
            <emma:interpretation id="{220AB684-5593-408A-BAB6-B4DBB04C064B}" emma:medium="tactile" emma:mode="ink">
              <msink:context xmlns:msink="http://schemas.microsoft.com/ink/2010/main" type="line" rotatedBoundingBox="2592,5930 7662,6085 7627,7213 2557,7058"/>
            </emma:interpretation>
          </emma:emma>
        </inkml:annotationXML>
        <inkml:traceGroup>
          <inkml:annotationXML>
            <emma:emma xmlns:emma="http://www.w3.org/2003/04/emma" version="1.0">
              <emma:interpretation id="{35866056-F0ED-44E4-8C54-9BF20B103F2F}" emma:medium="tactile" emma:mode="ink">
                <msink:context xmlns:msink="http://schemas.microsoft.com/ink/2010/main" type="inkWord" rotatedBoundingBox="2592,5930 7662,6085 7627,7213 2557,7058"/>
              </emma:interpretation>
              <emma:one-of disjunction-type="recognition" id="oneOf9">
                <emma:interpretation id="interp17" emma:lang="" emma:confidence="1">
                  <emma:literal/>
                </emma:interpretation>
              </emma:one-of>
            </emma:emma>
          </inkml:annotationXML>
          <inkml:trace contextRef="#ctx0" brushRef="#br0" timeOffset="17118.1505">2580 5718 67 0,'-16'10'465'0,"3"-3"-36"16,7 4-33-16,6-11-33 0,-7 11 0 0,7-11 0 15,0 0 1-15,28 11-7 0,-8-7-24 0,11-4-25 0,19 0-34 16,-1 0-29-16,8-4-22 0,2 2-26 0,-1 1-34 16,4-4-53-16,-2-1-67 0,1 0-66 0,1-4-70 15,-9 0-72-15,8 4-87 0,-2-10-108 0,-10 3-335 16,4-2-754-16,-4 3 334 0</inkml:trace>
          <inkml:trace contextRef="#ctx0" brushRef="#br0" timeOffset="16915.0714">2586 5374 345 0,'0'0'440'0,"0"0"-38"0,-11 5-24 16,11-5-33-16,0 0 0 0,0 0 7 0,0 0 3 15,0 0-7-15,0 0-33 0,39 10-19 0,-22-10-28 16,12 0-25-16,3-3-25 0,8 3-26 0,7-5-14 16,-2 5-23-16,-2-2-15 0,5-3-23 0,-4 4-29 15,-1-3-43-15,-1-3-55 0,-10 5-60 0,1-4-70 0,-4 4-65 16,0-3-76-16,-11-2-91 0,-4 1-377 0,1 0-809 15,-15 6 359-15</inkml:trace>
          <inkml:trace contextRef="#ctx0" brushRef="#br0" timeOffset="17332.636">3968 5373 97 0,'0'0'517'0,"-18"7"-36"0,18-7-29 16,-14 5-34-16,14-5-21 0,0 0-27 0,0 0-23 15,0 0-16-15,0 0-15 0,0 0-29 0,0 0-26 16,0 0-30-16,0 0-23 0,77-4-22 0,-47 3-23 15,1-3-33-15,2 2-46 0,1-1-62 0,6-2-56 16,4-1-63-16,-3 0-64 0,-5 0-69 0,-9 1-96 16,-3 2-416-16,3-4-803 0,-1-1 354 0</inkml:trace>
          <inkml:trace contextRef="#ctx0" brushRef="#br0" timeOffset="16665.0929">1005 5065 161 0,'0'0'335'0,"0"0"-25"0,0 0-12 0,-7-35-10 0,7 35-1 16,8-17-22-16,-3 7-5 0,1-4-18 0,2 1-17 15,0 0-12-15,7-4-8 0,-1 5-10 0,7-6-6 16,-2 10-10-16,4-8-5 0,1 6-20 0,-5 2-15 15,10 1-6-15,-2 4-11 0,2 2-14 0,-1 5-9 16,0 3-7-16,-4 1-11 0,-1 2-7 0,3 6-4 16,-7 3-3-16,-2 0-4 0,-2 5-4 0,-2 2-3 0,-5 7-7 15,0 5-1-15,-3 5-5 0,-10 0-5 16,-3-2 0-16,1 4-5 0,-10-4-1 0,-3 5-2 0,-2-5-8 16,-4-1 6-16,2 0-5 0,-3 1-1 0,3-9-4 15,-3 0-2-15,1 0-3 0,8-9 2 0,-1-4-5 16,1 2 2-16,1-9-3 0,4 0 3 0,3-3 0 15,-4 1 3-15,7-4-9 0,7-6 0 0,-9 7-1 16,9-7-2-16,0 0 0 0,0 0-7 0,0 0 5 16,9-38 0-16,6 13 0 0,11-5 3 0,-1-7-1 15,4-1 1-15,5 1 2 0,1-8 4 0,13-13 4 16,-1 3 0-16,-7 13 11 0,-3-5-1 0,8-11 2 16,-10 14 1-16,0-1-2 0,-3-1 3 0,-1 5-3 15,-2 1 4-15,-4 5-1 0,-2 2-9 0,-7 7 8 0,-8 3 11 16,3 8 7-16,-3 0 14 0,-5 7 7 0,2-3 8 15,-5 11-11-15,2-12 0 0,-2 12-11 0,0 0-4 16,0 0-3-16,0 0-6 0,-37 50 0 0,14-15-5 16,-2 10-6-16,2-1 0 0,-9 22 4 0,11-14-10 15,-7 16 2-15,8-15-4 0,-2 15-2 0,7-15 2 16,-4 14-4-16,11-20 2 0,2 4-9 0,6-3 7 16,0-2-12-16,6-6-18 0,0 3-23 0,9-5-33 0,-1 0-26 15,7-4-45-15,-5-13-39 0,5-2-41 0,8-1-49 16,-2-7-48-16,2 4-69 0,2-12-105 0,2 2-298 15,1-9-854-15,9-3 378 0</inkml:trace>
          <inkml:trace contextRef="#ctx0" brushRef="#br0" timeOffset="17770.1233">4581 5196 380 0,'0'0'480'0,"5"-21"-37"0,1 2-20 16,2 1-22-16,6-6-7 0,1-1-5 0,1 5-5 15,5-1-7-15,6-9-11 0,3 4-22 0,4 0-27 16,3-1-26-16,0 8-21 0,1 0-19 0,-7 2-15 0,-2 7-31 16,1 1-16-16,4 0-20 0,-4 4-19 15,-1 3-4-15,-8 4-22 0,3 2-10 0,-6 5-20 0,8 9-5 16,-9 1-6-16,-4 0-7 0,2 8-17 0,-7 3 0 15,-4 14-9-15,-7-3-14 0,2 5 0 16,-7-1-4-16,-7 3-2 0,-4-3-15 0,-4 2-6 0,-1-5 4 16,-1 8-14-16,-6-7 0 0,-3 2-3 0,6-4-1 15,-1-1 1-15,0-6 3 0,0 4-1 0,8-13-6 16,0-3 11-16,-1 2-7 0,6-5 7 0,3-7-1 16,5 6 1-16,0-7 0 0,1-2 0 0,3 0 0 0,4-9 18 15,14 11 1-15,-14-11 5 0,29 8 7 16,-2-4 9-16,9-4-19 0,8-4-3 0,11 2 11 15,3-4 7-15,4-1 16 0,20-6 30 0,2-5 33 0,-4-2 27 16,5-2-134-16,-7 1-11 0,1 1 0 0,0-1 0 16,-22 5 0-16,-2-1 0 0,-4 1 0 0,-1 6 0 15,-7-6 0-15,-14 9 0 0,0 4 0 0,-8-4 0 16,-5 2 0-16,2 4 0 0,-2-3 0 0,-16 4 0 16,0 0 0-16,0 0 0 0,0 0-370 0,0 0-134 15,-36 31-80-15,-2-10-539 0,-2 3-1215 0,-10-3 538 16</inkml:trace>
        </inkml:traceGroup>
      </inkml:traceGroup>
    </inkml:traceGroup>
    <inkml:traceGroup>
      <inkml:annotationXML>
        <emma:emma xmlns:emma="http://www.w3.org/2003/04/emma" version="1.0">
          <emma:interpretation id="{D1D00578-A1A1-426C-9272-3428FC3C2085}" emma:medium="tactile" emma:mode="ink">
            <msink:context xmlns:msink="http://schemas.microsoft.com/ink/2010/main" type="paragraph" rotatedBoundingBox="2676,8173 7944,7414 8292,9831 3024,10589" alignmentLevel="2"/>
          </emma:interpretation>
        </emma:emma>
      </inkml:annotationXML>
      <inkml:traceGroup>
        <inkml:annotationXML>
          <emma:emma xmlns:emma="http://www.w3.org/2003/04/emma" version="1.0">
            <emma:interpretation id="{E19F7C8B-3ABE-4FBF-8A2E-B2D61E38C634}" emma:medium="tactile" emma:mode="ink">
              <msink:context xmlns:msink="http://schemas.microsoft.com/ink/2010/main" type="line" rotatedBoundingBox="2676,8173 7944,7414 8292,9831 3024,10589"/>
            </emma:interpretation>
          </emma:emma>
        </inkml:annotationXML>
        <inkml:traceGroup>
          <inkml:annotationXML>
            <emma:emma xmlns:emma="http://www.w3.org/2003/04/emma" version="1.0">
              <emma:interpretation id="{BC78153C-6EC6-40DD-96BB-4934F59C8607}" emma:medium="tactile" emma:mode="ink">
                <msink:context xmlns:msink="http://schemas.microsoft.com/ink/2010/main" type="inkWord" rotatedBoundingBox="2676,8173 7944,7414 8292,9831 3024,10589"/>
              </emma:interpretation>
              <emma:one-of disjunction-type="recognition" id="oneOf10">
                <emma:interpretation id="interp18" emma:lang="" emma:confidence="0.5">
                  <emma:literal>5</emma:literal>
                </emma:interpretation>
                <emma:interpretation id="interp19" emma:lang="" emma:confidence="0.5">
                  <emma:literal>s _</emma:literal>
                </emma:interpretation>
                <emma:interpretation id="interp20" emma:lang="" emma:confidence="0">
                  <emma:literal>S _</emma:literal>
                </emma:interpretation>
                <emma:interpretation id="interp21" emma:lang="" emma:confidence="0">
                  <emma:literal>t</emma:literal>
                </emma:interpretation>
                <emma:interpretation id="interp22" emma:lang="" emma:confidence="0">
                  <emma:literal>G</emma:literal>
                </emma:interpretation>
              </emma:one-of>
            </emma:emma>
          </inkml:annotationXML>
          <inkml:trace contextRef="#ctx0" brushRef="#br0" timeOffset="19568.5186">4794 7300 6155 0,'-8'-14'212'15,"8"14"-160"-15,-6-10-8 0,6 10-34 16,-8-10-2-16,8 10 1 0,0 0 3 0,0 0 11 0,-21-4 10 16,21 4 13-16,0 0 3 0,-23 19-3 0,12-8 9 15,0 4 5-15,-4 0 4 0,-2 5-5 0,6 1 5 16,-1-2-10-16,4 0-2 0,-1-4-8 0,-1 9 2 16,8-10-8-16,-4 5 0 0,6-1-5 0,3 4-5 0,-1-8-1 15,1 2-2-15,7 2 0 0,-1-5-2 0,1 2-3 0,8-1 5 16,4 2-3-16,0-1-3 0,1-3 6 0,9 3 2 15,-16-4-3-15,13 3-1 0,1-1 9 0,-2-3 1 16,-1 1-4-16,0 3-3 0,-3-2-3 0,-3-1-6 16,-5-3 11-16,3 4-2 0,-4 2-3 0,-2-4 4 15,-4-1-6-15,-1 1 6 0,4-1-5 0,-9 3 1 16,2 0 4-16,-4 0-6 0,-1-12-2 0,-3 21-1 16,-8-7 2-16,-4-2-3 0,-6 3-11 0,-1 4-3 15,-5-6-15-15,1-5-13 0,-6 4-21 0,-3-7-23 0,-10-3-28 16,0 3-29-16,-3-5-35 0,3-1-36 15,11-4-38-15,-1-4-46 0,-5-7-51 0,0-2-56 0,4-5-75 16,3-5-484-16,4-4-1023 0,1-5 452 0</inkml:trace>
          <inkml:trace contextRef="#ctx0" brushRef="#br0" timeOffset="19756.0264">4821 7312 340 0,'55'-16'617'0,"3"-4"4"15,20-7 17-15,4 6 15 0,8-1-13 16,-2 4-11-16,5 1-9 0,-3 3-15 0,-2 0-19 0,4 2-20 15,-6 4-28-15,7 1-44 0,1-4-40 0,-9 3-264 16,0 2-190-16,-28 0 0 0,1 0 0 0,-3 3 0 16,-10-1 0-16,-4-1 0 0,-10 3 0 0,-4-4 0 15,-11 4 0-15,3-2 0 0,-19 4 0 0,26-1 0 16,-15-4 0-16,-11 5 0 0,13-7 0 0,-13 7 0 16,0-16-1366-16,0 16-1478 0,0 0 654 0</inkml:trace>
          <inkml:trace contextRef="#ctx0" brushRef="#br0" timeOffset="18707.5291">1409 6944 382 0,'-13'-12'585'16,"13"12"-48"-16,0 0-45 0,-19-5-38 0,19 5-34 15,0 0-20-15,-26 18-23 0,15-6-16 0,-2 1-21 16,-3 9-12-16,2-2-26 0,-1 2-15 0,1 4-24 0,4 0-25 16,-1 0-24-16,4 4-14 0,-1-3-20 15,7-1-18-15,-4 0-10 0,7 4-18 0,2-4-13 0,4 1-13 16,4-3-10-16,-3 2-7 0,6-4-21 0,1-2 7 15,3-1-3-15,2-3-18 0,1 2-1 0,1-4-5 16,4-2 2-16,-1-5-13 0,-1 0 3 0,4-4-15 16,-1 3-1-16,0-9 2 0,0-3 1 0,1-3-3 15,1-2 3-15,-4-5-6 0,3-10-4 0,1-5-2 16,-3 3-2-16,2-9 1 0,-8 6-2 0,-5 1 2 16,3 3-1-16,2-6-6 0,-5 7 12 0,-3 3 2 0,-5-2 11 15,0 0 14-15,0 6-33 0,3-2-15 0,-7 5 0 16,0 1 0-16,1 4 0 0,-5 11 0 0,3-14 0 15,-3 14 0-15,4-12 0 0,-4 12 0 0,0 0 0 16,0 0 0-16,0 0 0 0,-7 63 0 0,1-17 0 16,1 7 0-16,3 22 0 0,-4 1 0 0,6 5 0 15,-2 10 0-15,-1-2 0 0,3 1 0 0,3 3 0 16,-6 35 0-16,6-40 0 0,-6 4 0 0,3 0 0 16,-1 36 0-16,5-35 0 0,-2-6 0 0,-8 1 0 15,4-1 0-15,-4-4 0 0,-4-2 0 0,0-2 0 0,2-25 0 16,-1 18 0-16,-4-18 0 0,3-3 0 0,-1-3 0 15,-3-7 0-15,-1-2 0 0,2-13 0 0,-1-1 0 16,3-9 0-16,-4-1-3 0,2-4-85 0,-1-3 3 16,-4-7-1-16,18-1 3 0,-37-6 3 0,10-6 16 15,-2-1 6-15,5-6-1 0,-11-7 8 0,8-1 9 16,-2-7 3-16,5 1 11 0,-2-8-2 0,8-5 6 16,-1-1 7-16,6-4 6 0,5-22 4 0,2-4 0 0,12-3 1 15,2-5-1-15,7 6 2 0,10-10 0 16,4 3 9-16,18-33 7 0,-6 45 3 0,9 3 25 15,1-2 14-15,4 8 7 0,3 4-1 0,6 5-20 0,-8 4-25 16,10 5-43-16,4 4-80 0,3 1-127 0,-1 9-121 16,-3 0-131-16,3 1-576 0,0-1-1151 0,4 7 509 15</inkml:trace>
          <inkml:trace contextRef="#ctx0" brushRef="#br0" timeOffset="18957.5412">3138 7534 106 0,'0'0'593'0,"0"0"-44"0,0 0-12 16,21 8-5-16,-21-8-18 0,36-2-9 0,-9-2-20 15,2 2-12-15,1-3-49 0,17-3-41 0,2 3-33 0,4-1-36 16,-3 2-27-16,8-7-33 0,-4 4-28 0,-2-1-46 15,-1 0-36-15,-3-1-65 0,-3 2-56 0,-13 5-61 16,-6 1-60-16,-7 1-72 0,-4-3-60 0,-15 3-62 16,0 0-81-16,0 0-70 0,0 0-443 0,0 0-959 15,0 0 423-15</inkml:trace>
          <inkml:trace contextRef="#ctx0" brushRef="#br0" timeOffset="19105.6853">3342 7746 106 0,'-35'21'471'0,"3"-5"-24"16,8-4-21-16,4-2-13 0,6 0-20 0,1-5-8 0,4 0-19 0,9-5-12 15,-10 12 4-15,10-12 2 0,0 0 3 0,0 0-6 16,38 10-26-16,-7-11-13 0,15-5-39 0,6-5-29 16,6 3-29-16,20-3-37 0,-20-3-96 0,3 4-105 0,-2-2-120 15,20-2-126-15,-28 5-144 0,-1-4-534 0,4 2-1020 16,-2-3 451-16</inkml:trace>
        </inkml:traceGroup>
      </inkml:traceGroup>
    </inkml:traceGroup>
    <inkml:traceGroup>
      <inkml:annotationXML>
        <emma:emma xmlns:emma="http://www.w3.org/2003/04/emma" version="1.0">
          <emma:interpretation id="{350B76F9-5840-44FD-9FF7-B3D1991375DE}" emma:medium="tactile" emma:mode="ink">
            <msink:context xmlns:msink="http://schemas.microsoft.com/ink/2010/main" type="paragraph" rotatedBoundingBox="341,11219 24417,9497 24946,16884 869,18606" alignmentLevel="1"/>
          </emma:interpretation>
        </emma:emma>
      </inkml:annotationXML>
      <inkml:traceGroup>
        <inkml:annotationXML>
          <emma:emma xmlns:emma="http://www.w3.org/2003/04/emma" version="1.0">
            <emma:interpretation id="{75686F92-3267-4B21-9557-91C810F5DCF1}" emma:medium="tactile" emma:mode="ink">
              <msink:context xmlns:msink="http://schemas.microsoft.com/ink/2010/main" type="inkBullet" rotatedBoundingBox="372,11189 2564,11093 2649,13027 456,13123"/>
            </emma:interpretation>
            <emma:one-of disjunction-type="recognition" id="oneOf11">
              <emma:interpretation id="interp23" emma:lang="" emma:confidence="1">
                <emma:literal>@</emma:literal>
              </emma:interpretation>
              <emma:interpretation id="interp24" emma:lang="" emma:confidence="0">
                <emma:literal>.</emma:literal>
              </emma:interpretation>
              <emma:interpretation id="interp25" emma:lang="" emma:confidence="0">
                <emma:literal>8</emma:literal>
              </emma:interpretation>
              <emma:interpretation id="interp26" emma:lang="" emma:confidence="0">
                <emma:literal>°</emma:literal>
              </emma:interpretation>
              <emma:interpretation id="interp27" emma:lang="" emma:confidence="0">
                <emma:literal>*</emma:literal>
              </emma:interpretation>
            </emma:one-of>
          </emma:emma>
        </inkml:annotationXML>
        <inkml:trace contextRef="#ctx0" brushRef="#br0" timeOffset="498338.4379">-223 10461 304 0,'-24'3'309'15,"24"-3"-18"-15,0 0-9 0,-34 1-10 0,34-1-12 16,-16 0 10-16,16 0-5 0,0 0-12 0,0 0 0 16,-27-3-12-16,27 3-10 0,0 0-5 0,-14-5-20 15,14 5-15-15,-8-12-8 0,8 12-9 0,0 0-2 16,0 0-12-16,-5-18-8 0,5 18-11 0,0 0-13 0,6-11-7 15,-6 11-14-15,0 0-13 0,8-13-6 0,-8 13-5 16,15-6-8-16,-15 6-10 0,0 0-4 16,27 0-6-16,-27 0-2 0,27 13-7 0,-11-6-5 0,0 2-2 15,4 3-4-15,-4 3-5 0,5 4-7 0,-7 4 3 16,0-5-1-16,1 4-5 0,-4-3 2 0,-3 3-5 16,-8-8-1-16,2 10-2 0,-2-1 0 0,-7 4 6 15,-1-3-3-15,-1 2-2 0,-4-2-1 0,-6 2-2 16,1-2-2-16,-1 1-1 0,-4-3-1 0,1-2-3 15,-1-1 3-15,-4 1-1 0,0-1-4 0,3-2 2 16,0-3 1-16,1-2-2 0,1-4-2 0,-2 4 0 0,6-2 0 16,4-7-1-16,-1 3 1 0,15-6 1 0,-18 7-1 15,18-7-1-15,-11 6 4 0,11-6-8 16,0 0 1-16,0 0 5 0,0 0-5 0,0 0 5 0,0 0-3 16,44 5 0-16,-16-9-1 0,4 1 12 0,13-2-11 15,0-2 0-15,3-1 2 0,2-2-1 0,5-2 0 16,-2 4-1-16,1-7 1 0,-1 4 2 0,2-4-2 15,-4 0 2-15,0-7-5 0,-4 10 4 0,-9-7-2 16,3-2 0-16,-13 5-3 0,-2-4 2 0,-5-1-1 16,0-2 4-16,0 0 5 0,-2-12-6 0,-9 7 1 15,1-10-4-15,-8-8 1 0,-3-1 0 0,-8-3-1 16,-2-2 0-16,-17-13 2 0,-7-1-1 0,5 21 4 0,-19-14-1 16,10 18 2-16,-4-1 13 0,-1 7 8 15,-7 1 8-15,-1 12-4 0,-5-1 2 0,-1 9 2 16,-2 6-1-16,-3 3 1 0,-24 11 2 0,8 14 1 0,-2 5-4 15,-1 8 0-15,6 11 2 0,1 2 2 0,5 17 9 16,5-2 7-16,1 9 6 0,4 4 9 0,8 5 6 16,3 2 5-16,4 5-4 0,-5 34 12 0,20-38 10 15,14 5 5-15,4 0 16 0,11 1 6 0,5-2-10 16,14-1-1-16,5-4-3 0,11-3 0 0,10-9-93 16,5-3-16-16,18-3 0 0,2-9 0 0,4-7 0 15,13-6 0-15,6-7 0 0,3-8 0 0,5-11 0 0,37-4 0 16,-39-11 0-16,46-11 0 0,-47-4 0 15,1-8 0-15,-1-8 0 0,-3-5 0 0,28-27 0 16,-44 21 0-16,-5-10 0 0,-7-2 0 0,2-9 0 0,-8-5 0 16,-11-5 0-16,6-46 0 0,-19-4 0 0,-12-1 0 15,-23 30 0-15,-4-45 0 0,-20 4 0 0,3 52 0 16,-4-2 0-16,-18 7 0 0,-9 5 0 0,-3 6 0 16,-11 8 0-16,-5 6 0 0,-10 10 0 0,-6 2 0 15,-3 11 0-15,-15 5 0 0,2 5 0 0,-37 6 0 16,40 10 0-16,-1 4 0 0,7 4 0 0,-1 5 0 15,3 3 0-15,13 0 0 0,21 0 0 0,3 3 0 16,5 5 0-16,6 0 0 0,4 1 0 0,17-4 0 0,7-2-390 16,1 5-197-16,5 5-109 0,8-10-391 15,1-2-1177-15,9 0 521 0</inkml:trace>
      </inkml:traceGroup>
      <inkml:traceGroup>
        <inkml:annotationXML>
          <emma:emma xmlns:emma="http://www.w3.org/2003/04/emma" version="1.0">
            <emma:interpretation id="{400CE66D-10B2-44B2-8CF0-99E141F2FCD1}" emma:medium="tactile" emma:mode="ink">
              <msink:context xmlns:msink="http://schemas.microsoft.com/ink/2010/main" type="line" rotatedBoundingBox="4257,11115 23501,10272 23613,12828 4369,13671"/>
            </emma:interpretation>
          </emma:emma>
        </inkml:annotationXML>
        <inkml:traceGroup>
          <inkml:annotationXML>
            <emma:emma xmlns:emma="http://www.w3.org/2003/04/emma" version="1.0">
              <emma:interpretation id="{A430CD83-8B9F-457B-9C94-78C8D3EE2FEA}" emma:medium="tactile" emma:mode="ink">
                <msink:context xmlns:msink="http://schemas.microsoft.com/ink/2010/main" type="inkWord" rotatedBoundingBox="4267,11356 10709,11074 10810,13389 4369,13671"/>
              </emma:interpretation>
              <emma:one-of disjunction-type="recognition" id="oneOf12">
                <emma:interpretation id="interp28" emma:lang="" emma:confidence="1">
                  <emma:literal/>
                </emma:interpretation>
              </emma:one-of>
            </emma:emma>
          </inkml:annotationXML>
          <inkml:trace contextRef="#ctx0" brushRef="#br0" timeOffset="504072.4015">4157 10636 12 0,'0'0'412'0,"-16"-2"-18"0,16 2-7 0,0 0-2 0,-18-8-18 16,18 8-16-16,0 0-32 0,0 0-28 0,0 0-25 15,0 0-23-15,0 0-21 0,0 0-6 0,0 0-16 16,0 0-14-16,73-2-14 0,-44 2-16 0,4 2-19 16,1-2-14-16,8 2-8 0,3-2-13 0,-2 1-12 15,0-1-8-15,7 4-8 0,-5-3-7 0,3-1-11 16,-13 0-5-16,9 2-26 0,-14-2-30 0,4 0-33 15,-4-2-43-15,-6 1-42 0,-6 1-37 0,-18 0-40 0,27 0-57 16,-27 0-82-16,13-7-378 0,-13 7-776 16,0 0 344-16</inkml:trace>
          <inkml:trace contextRef="#ctx0" brushRef="#br0" timeOffset="504291.1716">4292 10379 394 0,'-8'-7'402'15,"8"7"-17"-15,-15-14-9 0,15 14-13 0,-11-9-14 16,11 9-20-16,-8-12-29 0,8 12-26 0,0 0-23 16,0 0-24-16,0 0-7 0,0 0-17 0,0 0-19 15,0 0-12-15,8 42-15 0,0-18-10 0,-1 0-12 0,-7 6-15 16,6-3-9-16,-1 17-15 0,-2-3-12 0,4 1-4 16,-7-3-10-16,1 4-9 0,-2 2-33 0,1 0-49 15,0-2-54-15,0-2-73 0,0-4-72 0,-5 4-87 16,3-15-117-16,2 0-297 0,-3-8-781 0,0-1 347 15</inkml:trace>
          <inkml:trace contextRef="#ctx0" brushRef="#br0" timeOffset="500744.5459">2785 10457 343 0,'0'0'328'0,"0"0"-17"0,-33-11-19 15,21 8-9-15,12 3-8 0,-19-9 3 0,10 2-15 16,9 7-7-16,-15-11-22 0,15 11-18 0,-3-13-24 16,3 13-8-16,0-21-10 0,0 21-14 0,8-19-13 15,0 11-18-15,-2 1-5 0,9-4-12 0,-6 3-6 16,4-3-8-16,2 6-11 0,-2-3-9 0,6 2-7 15,-2 3-6-15,-17 3-7 0,33 0-3 0,-33 0-10 16,38 8 0-16,-19-2-7 0,5 7-2 0,-4-3-3 0,-4 8-2 16,5 1-4-16,-2 2-2 0,-3 1-4 0,-2 1-1 15,-6-1 1-15,-1 3 0 0,1 1-3 16,-8 0-3-16,0-6 5 0,0 6-6 0,-3 1-1 0,-7-2-5 16,0 1 2-16,-3-2-1 0,-1-2 0 0,-2 3-1 15,-3-5-2-15,1 3-4 0,5-9 2 0,-3 5 0 16,-1-9-3-16,5 3 2 0,-1-2 8 0,1-4-4 15,2 0 2-15,10-7-3 0,-18 12-1 0,18-12 0 16,0 0-1-16,-11 1 3 0,11-1-5 0,0 0 1 16,0 0 3-16,0-32-1 0,5 15 4 0,1 1 1 15,9-3 2-15,6-7 0 0,4-2-4 0,-2 3 2 16,4-3 4-16,5 0 3 0,0-2 3 0,4 4 2 16,-4-3 10-16,3 1 6 0,-1-2 1 0,-2-3 7 15,3 3 1-15,-1-4 0 0,-5 5 3 0,-1-1 7 0,-2-1-1 16,-8 9 4-16,-4-1-3 0,-1 0 2 0,0 5-1 15,1-3 7-15,-6 4 1 0,0 6 0 0,-3 0 4 16,-2-1 1-16,-3 12-4 0,-3-21 3 0,3 21-7 16,-3-12-5-16,3 12-7 0,-8-8-5 0,8 8-5 15,0 0-1-15,0 0-7 0,-37 16-5 0,18 5-2 16,4-9-4-16,-1 11-4 0,2 3-1 0,4 4-3 16,-3 0-1-16,1 6-3 0,5 2-2 0,-2-7-1 15,4 0-3-15,3 9 1 0,4-2 2 0,-1-7-3 16,4-2 1-16,0 1-3 0,5-2-2 0,1 0 0 15,0 1 1-15,3-7-4 0,4 1 1 0,0 2 0 16,3-4-5-16,-1 2-1 0,5-8-13 0,2 6-11 0,-2-2-31 16,4-6-27-16,0 0-30 0,0-1-29 0,0 0-42 15,0-5-47-15,1-3-43 0,-2 2-54 0,1-4-66 16,-2 3-79-16,-13-5-329 0,-14 0-876 0,40-5 388 16</inkml:trace>
          <inkml:trace contextRef="#ctx0" brushRef="#br0" timeOffset="504900.4771">4680 10495 5668 0,'18'-19'84'0,"-9"5"-58"0,4 3-27 0,-5 5-4 16,-8 6-1-16,16-11 3 0,-16 11 3 15,12-8 6-15,-12 8 10 0,0 0 4 0,0 0 3 16,30 27-2-16,-20-12 0 0,-1 1 1 0,1-2 18 0,-2 5-6 16,5 7 2-16,-4-3-6 0,4 0 2 0,0 2-4 15,2-3-4-15,-1 1 0 0,0-4-7 0,6 1 2 16,-3-1-4-16,-5-6 1 0,2 4-1 0,2 0-1 16,3-5-1-16,-3 0-1 0,0-6-2 0,4 2 1 0,-1-1 0 15,3-6-2-15,-4 2 1 0,-18-3 2 16,42-7 0-16,-17-5-2 0,-1 1 1 0,4-8-2 15,-6-3 3-15,5-9-4 0,-6 8 6 0,-5-12-5 0,0 8-1 16,4-10 0-16,-11 2-2 0,4-6 3 0,-5 12 1 16,-3 3 7-16,1 2 9 0,-4 0 5 0,4 0 7 15,-4 5 10-15,-2 3 11 0,3 6-3 0,-1 1 6 16,-2 9-5-16,0 0-9 0,-2-18-1 0,2 18-9 16,0 0-5-16,0 0-4 0,-11 41 2 0,11-15-4 15,-5 3-6-15,4 12-2 0,1 6 1 0,0 3-6 16,0 2 3-16,4 1 6 0,0 23-6 0,2 2-1 15,-1-4 3-15,1-1 3 0,1 5 3 0,-4-7-3 16,3 6-3-16,-4-23-2 0,4 21 2 0,-1-21-4 16,-3 20-2-16,-2 0-1 0,-2-17-1 0,-3-4-1 0,-1 0 1 15,-2 3-2-15,-2-8-4 0,-9 4-4 0,6-6 11 16,-3-1-11-16,2-3 1 0,-2-2-6 16,-4-6-14-16,6-8 1 0,-1-2-2 0,-1-3 1 0,5-9 1 15,-2 3 1-15,4-4-12 0,-1-4-10 0,-1-3-6 16,11-4-10-16,0 0-11 0,0 0-4 0,-42-11 7 15,33-4 12-15,-3-3-8 0,1-8 10 0,0 0 5 16,1-13 10-16,4 1 2 0,-1-6 0 0,6 3 6 16,1-2 4-16,1-4 3 0,7-1 1 0,5 1 5 15,-3-3-3-15,9 2 2 0,-3 0-4 0,11-1 6 16,1 1-14-16,1 5-22 0,-1-1-33 0,6-1-49 16,-2 0-37-16,4 4-54 0,-1 3-23 0,-6 3-75 15,0-2-45-15,3 0-85 0,-8 4-309 0,-2 2-819 16,-3 9 363-16</inkml:trace>
          <inkml:trace contextRef="#ctx0" brushRef="#br0" timeOffset="505166.0826">5899 10667 335 0,'0'0'434'0,"0"-14"-33"16,0 14-16-16,0 0 1 0,9-12-1 0,-9 12-20 16,8-7-30-16,-8 7-28 0,0 0-31 0,27-5-26 15,-27 5-18-15,22-1-28 0,-22 1-19 0,39 0-21 16,-22 1-13-16,12 3-19 0,-1-3-13 0,2-1-13 16,-3 2-35-16,1-1-52 0,-4 3-66 0,5-5-58 15,1-2-75-15,-8 3-88 0,-1-3-112 0,-3-2-331 16,1-5-770-16,-1 2 342 0</inkml:trace>
          <inkml:trace contextRef="#ctx0" brushRef="#br0" timeOffset="505900.4071">6570 10277 247 0,'0'0'389'0,"0"0"-36"0,0 0-30 0,0 0-5 15,0 0 0-15,0 0-17 0,0 0-33 0,0 0-22 16,50 15-22-16,-21-18-21 0,6-1-21 0,8-2-14 16,-1 4-16-16,0-5-20 0,3 0-6 0,-4-2-16 0,-5 5-15 15,5-3-13-15,-9 1 0 0,-3 0-5 16,3 0-15-16,-11 2-4 0,-3 0-6 0,1-2-5 0,-3 1-8 16,-16 5 3-16,20-4-5 0,-20 4-7 0,0 0 8 15,0 0-4-15,0 0-7 0,0 0 6 0,0 0-3 16,0 0-8-16,-13 33 3 0,-2-18-5 0,-4 4-3 15,-3 3 1-15,-6 11-6 0,-2-1-3 0,2 1-2 16,0 2 3-16,5-2 0 0,-4 0-3 0,4-2 0 16,7-4 3-16,-1 1 3 0,9-2-11 0,-2 0-5 15,-1-1-1-15,8 0 11 0,3 1 3 0,0-7-4 0,3-4 3 16,6 3-1-16,3 0 9 0,1-5 7 16,1 0 0-16,5-3 1 0,-1-4-1 0,3 1 2 15,6-1 0-15,-6-6-4 0,1 3-6 0,6-6 4 0,2-3 2 16,-1-1 2-16,-2 0 4 0,1-3 0 0,-3-5 6 15,1 0 6-15,-4-5 4 0,4 1-3 0,-4-2 3 16,-4 0 6-16,0 0 4 0,3-1 5 0,-4 1-4 16,1 4-8-16,1-2 2 0,-6 5-6 0,0 3-3 15,-5 2-4-15,0-1 0 0,0 2-4 0,-8 8-6 16,0 0-5-16,14-7-1 0,-14 7 1 0,0 0-3 16,0 0-2-16,12 29 0 0,-6-4-2 0,-6 6 0 0,-2 0-4 15,2 14 3-15,2 3 5 0,0 4 0 16,-2 20-1-16,0 0-1 0,-2-19-2 0,2 25-1 0,0-6 4 15,-5 3-3-15,5-23 0 0,-6 20-2 0,-2 2-4 16,1-19 3-16,-1 19-1 0,0-19 0 0,2-2-4 16,-2-3-3-16,-2 5 1 0,-1-2 1 0,-2-1-2 15,2-7-5-15,-10 2 8 0,3-4-9 0,2 0-3 16,-6-5 1-16,3-2-10 0,-4-2-14 0,2-8-1 16,0-3-1-16,-1-4-11 0,3-1 0 0,-5-3-6 15,0-3-14-15,4-5-3 0,1 4 8 0,-3-6 3 16,1-5-15-16,0 2-7 0,21-2 6 0,-39-9-1 0,20-3 5 15,3 3 4-15,-3-9 6 0,3-3 9 0,3-3 13 16,5-4 25-16,3-4 12 0,4-14 23 0,7 9 8 16,7-8 6-16,3 3 9 0,3-9 37 0,10 5 18 15,16-19 25-15,1-1 34 0,14-6 56 0,6 2 35 16,-10 1 6-16,1 0-19 0,-7 3-30 0,2 1-38 16,-9-3-62-16,5-5-99 0,2 1-95 0,-9 8-109 15,3 4-121-15,-20 19-101 0,3 0-117 0,-12 2-489 16,-3 13-1104-16,1 4 489 0</inkml:trace>
          <inkml:trace contextRef="#ctx0" brushRef="#br0" timeOffset="506494.1141">8205 10702 335 0,'-18'12'359'15,"5"-2"0"-15,7 1 3 0,4-3 2 0,2-8 12 16,10 14-1-16,1-6-12 0,9 1-9 0,13-8-14 0,15 4-19 15,-1-5-25-15,7-4-31 0,3 2-22 16,2-3-28-16,-1 4-23 0,-1-10-20 0,3 9-24 16,-2-4-52-16,-5 0-73 0,-1 1-74 0,1-4-71 0,-3 1-82 15,-7-2-98-15,6 1-117 0,-19 5-325 0,13-6-805 16,6 0 356-16</inkml:trace>
          <inkml:trace contextRef="#ctx0" brushRef="#br0" timeOffset="506306.6312">8389 10445 472 0,'0'0'434'16,"-9"8"-33"-16,9-8-20 0,0 0-6 0,0 0-6 15,0 0-20-15,0 0-26 0,0 0-25 0,0 0-27 16,67-2-29-16,-38 2-22 0,18 0-25 0,-4 1-19 16,0-2-17-16,2 1-16 0,5-5-15 0,-5 4-22 15,9-6-45-15,-4 7-41 0,-2-4-70 0,-4 1-58 16,-14-1-57-16,1 2-69 0,-12 1-74 0,2 1-107 15,-21 0-226-15,19-5-694 0,-19 5 307 0</inkml:trace>
        </inkml:traceGroup>
        <inkml:traceGroup>
          <inkml:annotationXML>
            <emma:emma xmlns:emma="http://www.w3.org/2003/04/emma" version="1.0">
              <emma:interpretation id="{3263E731-50EE-44D2-836A-34AD9F9A31DF}" emma:medium="tactile" emma:mode="ink">
                <msink:context xmlns:msink="http://schemas.microsoft.com/ink/2010/main" type="inkWord" rotatedBoundingBox="11574,10794 12851,10738 12915,12199 11638,12255"/>
              </emma:interpretation>
              <emma:one-of disjunction-type="recognition" id="oneOf13">
                <emma:interpretation id="interp29" emma:lang="" emma:confidence="1">
                  <emma:literal/>
                </emma:interpretation>
              </emma:one-of>
            </emma:emma>
          </inkml:annotationXML>
          <inkml:trace contextRef="#ctx0" brushRef="#br0" timeOffset="506962.8584">9994 9688 6025 0,'0'0'339'0,"0"0"-244"16,0 0-45-16,0 0-12 0,0 0-12 0,0 0 10 15,0 0 5-15,0 0 8 0,51 2 6 0,-51-2 12 16,50 12-1-16,-20-4-11 0,14 3-9 0,4 1-1 15,3-2-11-15,2 1-2 0,2-3-4 0,1 4 1 16,-2-5-3-16,6 0 0 0,-6 2-6 0,-2-4-4 16,-1 0 1-16,-5-1-5 0,-10-1 5 0,-4-3-3 0,0 0-2 15,-3-2 1-15,-3-2-3 0,-6-2 1 0,1 1 2 16,-3-4-2-16,1-6 5 0,-1 2 5 0,-4-6 0 16,2-5 1-16,-1 3 11 0,-4-3 0 0,-1 2 3 15,-1-1 11-15,-2 4 3 0,-1 4 1 0,-3-3 8 16,-1 10-3-16,1-3-6 0,-3 11-2 0,0 0-2 15,5-15-3-15,-5 15-9 0,0 0 0 0,0 0-4 0,0 0-8 16,0 0-1-16,-19 37-2 0,7 4 2 16,0-2-17-16,-1 10-4 0,3 3 0 0,-9 15 0 0,4 5 0 15,1-2 0-15,-1 1 0 0,1 3 0 0,0-1 0 16,1 0 0-16,-2-18 0 0,1 17 0 0,-2-1 0 16,1-19 0-16,3 1 0 0,-3-1 0 0,2-2 0 15,-1-3 0-15,-2 3 0 0,1-9 0 0,3 4 0 16,-3-7 0-16,9-11 0 0,-2-5 0 0,1-4 0 15,-1-2 0-15,3-1-87 0,-3-1-138 0,0-5-55 16,2-1-36-16,6-8-21 0,-21 9-27 0,21-9-31 0,-21 0-37 16,21 0-45-16,-30-22-403 0,12 0-953 0,-8-12 422 15</inkml:trace>
          <inkml:trace contextRef="#ctx0" brushRef="#br0" timeOffset="507165.934">10303 10589 325 0,'-24'-16'392'15,"2"5"-9"-15,3 0-20 0,3 3-14 0,3 0-16 16,3 4-25-16,10 4-8 0,-16-14 3 0,16 14 1 15,-9-11 9-15,9 11 3 0,0 0-14 0,22-11-15 16,-1 6-14-16,6-1-20 0,16-2-8 0,9-4 4 0,4 1-1 16,8 4-11-16,20-8-15 0,-4 3-8 15,-23 3-19-15,22-7-17 0,-23 8-15 0,0-8-19 16,-4 11-26-16,-1-4-5 0,-1 2-30 0,-4 0-40 0,1 2-57 16,-13 1-44-16,-4 3-61 0,-1-6-62 0,-5 5-64 15,-5 1-59-15,1-3-62 0,-20 4-77 0,28-1-105 16,-28 1-332-16,0 0-953 0,0 0 422 0</inkml:trace>
        </inkml:traceGroup>
        <inkml:traceGroup>
          <inkml:annotationXML>
            <emma:emma xmlns:emma="http://www.w3.org/2003/04/emma" version="1.0">
              <emma:interpretation id="{9BE7387E-BC6D-4C72-BB5B-CDAE575813E4}" emma:medium="tactile" emma:mode="ink">
                <msink:context xmlns:msink="http://schemas.microsoft.com/ink/2010/main" type="inkWord" rotatedBoundingBox="15965,10710 23506,10380 23598,12481 16057,12811"/>
              </emma:interpretation>
              <emma:one-of disjunction-type="recognition" id="oneOf14">
                <emma:interpretation id="interp30" emma:lang="" emma:confidence="1">
                  <emma:literal/>
                </emma:interpretation>
              </emma:one-of>
            </emma:emma>
          </inkml:annotationXML>
          <inkml:trace contextRef="#ctx0" brushRef="#br0" timeOffset="535991.245">15492 9976 267 0,'0'0'355'0,"0"0"-20"16,0 0-7-16,0 0-6 0,0 0-4 0,34 12-9 0,-18-8-9 16,-16-4-17-16,48-4-6 0,-13 3-12 15,13-5-8-15,-1-2-2 0,9 0 4 0,-5 0-12 16,5 0-25-16,-1 1-14 0,1-4-24 0,-1 1-11 0,-1-2-21 15,-2 3-12-15,2 0-18 0,-4 1-12 0,-5 3-16 16,-2 0-19-16,-14-2-25 0,0-2-29 0,-8 8-34 16,-2-1-37-16,-3 0-42 0,-2-5-44 0,-14 7-52 15,18-9-41-15,-18 9-44 0,0 0-45 0,0 0-65 16,0 0-325-16,0 0-767 0,0 0 339 0</inkml:trace>
          <inkml:trace contextRef="#ctx0" brushRef="#br0" timeOffset="536206.9175">15904 9553 118 0,'0'0'396'15,"-13"-10"-40"-15,13 10-27 0,0 0-33 0,0 0-2 16,0 0-17-16,0 0-8 0,0 0-8 0,0 0 8 16,15 54-6-16,-2-27-15 0,-5 13-15 0,3 3-6 15,2 0-16-15,-5 6-17 0,1-1-24 0,-2-1-11 16,1 1-16-16,0 2-17 0,0-3-13 0,-2-2-14 15,6-2-23-15,-9 3-33 0,3-1-31 0,1-5-44 0,-1-14-39 16,0 1-48-16,-4-1-39 0,-2-7-58 0,0 0-69 16,5-3-94-16,-5-10-275 15,0-6-708-15,0 0 313 0</inkml:trace>
          <inkml:trace contextRef="#ctx0" brushRef="#br0" timeOffset="535710.0302">14517 9920 3081 0,'0'0'206'0,"0"0"-120"16,0 0-55-16,0 0 11 0,-31-29 23 0,26 21-1 16,5 8 5-16,-9-12 5 0,7 1 12 0,2 11 0 15,-6-20 3-15,6 6 5 0,4 0-7 0,0 1-7 16,2-6-13-16,7 1 7 0,1-3 5 0,1 1-1 15,4 1 5-15,2-2-2 0,1 2-13 0,2 2 10 16,-1 1-11-16,7 2-1 0,-4 0-2 0,1 6-4 16,2 1-1-16,0-1-8 0,-2 5 5 0,-3 2 3 0,4 5-4 15,1 8-3-15,-12-2-5 0,4 5 0 0,-3 5-9 16,-4 3-4-16,-3 7 0 0,-3-2-6 0,-8 15-4 16,-4-2 2-16,-6 4-9 0,-1 0 0 0,-7 0-3 15,-8 0-7-15,2-5-8 0,-9 6-8 0,-1-4-7 16,-3-3-4-16,0-3 7 0,0 1-14 0,0-6 16 15,-1-3-8-15,-1-2 8 0,6-1-1 0,5-4 1 16,6-5-3-16,-1-2 8 0,4-4-5 0,5-4 7 16,6-3-1-16,8-3-6 0,-15 7 7 0,15-7-10 15,0 0 7-15,0 0-4 0,2-30 9 0,14 8 6 16,3-3 8-16,13-6 0 0,-1-2 1 0,9-2 1 0,-5-4 0 16,4-2-4-16,17-11 0 0,-14 12 1 0,10-13-1 15,-11 12 0-15,-3 0-4 0,2-1 2 0,-3 5 0 16,-3-8 0-16,-4 7 1 0,-2 4 9 0,-4-3 2 15,-4 7 8-15,-5 7 13 0,-4 5 8 0,-1 3 7 16,-4 0 10-16,-1 3 3 0,0 5 1 0,-5 7-3 16,6-18-7-16,-6 18-9 0,0 0-3 0,0 0-7 15,0 0-7-15,0 0-1 0,-30 50-4 0,10-12-4 0,4 5-2 16,0 2-4-16,-1 4 1 0,2-1-3 16,7 7-2-16,-1-5-1 0,-3 3-1 0,11-4-4 0,-6 3-3 15,7-5 0-15,0-4 2 0,7 2-8 0,-6-6-2 16,6-11-6-16,4 3-8 0,-3-7-15 0,7-1-22 15,-1-2-29-15,2-2-35 0,-2-8-28 0,12-3-41 16,0-6-24-16,1 3-28 0,2-2-26 0,-2-10-29 16,-6 5-40-16,10-10-51 0,-6-4-331 0,-2-2-772 15,1-3 342-15</inkml:trace>
          <inkml:trace contextRef="#ctx0" brushRef="#br0" timeOffset="536863.792">16565 9722 335 0,'0'0'470'16,"10"-7"-34"-16,-10 7-17 0,0 0-16 0,0 0-8 15,22 32-4-15,-15-17-18 0,-2 3-26 0,-2 1-24 16,2 0-28-16,-2 8-28 0,2-1-26 0,3 0-18 16,-5-6-25-16,0 5-15 0,2-6-17 0,-2-4-18 15,0 4-17-15,1-1-8 0,2-5-14 0,-1 5-9 16,0-10-9-16,1 6-13 0,0-6-2 0,-6-8-9 0,18 13-7 15,-7-8-3-15,-11-5-6 0,20 1-4 0,-20-1-2 16,27-9-8-16,-27 9-4 0,29-14-1 16,-8-4-7-16,-4-2-3 0,4-1-1 0,-2-3-6 0,-1-1 2 15,0 2 3-15,-4-3-6 0,1 3 3 0,-4-1-3 16,2 3-3-16,-7 2 13 0,2 4 1 0,-2-1 5 16,6 2 7-16,-9 6 18 0,3 1-11 0,-6 7-5 15,5-12-7-15,-5 12-8 0,0 0 0 0,0 0-2 16,0 0 10-16,0 57 3 0,-3-15-3 0,1 3 8 15,-3 3 14-15,4 25-11 0,-2-19 2 0,-2 22-6 16,3 0 2-16,-1 4 8 0,6-3-7 0,-3 3-10 0,7 1 10 16,-6-7 3-16,6 4-9 0,-6-4-13 15,7 4-1-15,-8-4 6 0,7-19-7 0,-2 1-2 0,-5-8 0 16,1 2-4-16,1 5 4 0,-5-10-4 0,-1-3-4 16,-4-2-4-16,8-13-6 0,-13 3 7 0,5-4 4 15,0-6-4-15,2-1-4 0,-2-1 4 0,3-5-6 16,0-4 4-16,-1 2-2 0,-5-3-2 0,11-8-1 15,-18 7 0-15,18-7-12 0,-26-2 0 0,26 2-7 16,-28-7 14-16,10 1-7 0,2-5-4 0,1 2-4 16,1-1 4-16,-5-8 3 0,4 5-5 0,2-3 4 0,1-1 5 15,-3-2-12-15,2 2 7 0,5-6 4 0,2 0-3 16,4-2 5-16,1-2 6 0,1-3-11 0,8 1 6 16,1-13-10-16,6 4 6 0,10-3-12 0,-1-2 9 15,-1-4-17-15,9 5 3 0,-5-3-15 0,-1 3-13 16,6-2-11-16,-3-5-10 0,1 5-9 0,-1-3-10 15,-1 1-4-15,-1-1-8 0,-3 6-5 0,-3-3-7 16,4 5-1-16,0 1 1 0,-11 10-2 0,0 2-23 0,-1 3-13 16,2-1-25-16,-6 9-24 0,-2-1-20 0,-1 2-31 15,1 4-40-15,-6-2-47 0,6 0-80 0,-7 12-300 16,0-15-783-16,0 15 346 0</inkml:trace>
          <inkml:trace contextRef="#ctx0" brushRef="#br0" timeOffset="537176.2832">17568 10096 135 0,'-14'7'506'0,"14"-7"-27"15,0 0-37-15,0 0-22 0,-15 3-16 0,15-3-28 16,0 0-30-16,0 0-27 0,0 0-28 0,0 0-27 16,0 0-27-16,0 0-21 0,63 2-22 0,-36-6-18 15,3 1-18-15,4-1-18 0,-2 3-21 0,10-3-46 16,-7-1-61-16,9-2-79 0,-1 1-69 0,-1 3-66 15,-13-2-85-15,14-3-96 0,-8 1-323 0,-6 0-764 16,5 0 339-16</inkml:trace>
          <inkml:trace contextRef="#ctx0" brushRef="#br0" timeOffset="537755.3605">18279 9700 298 0,'0'0'403'0,"0"0"-26"0,-19 7-22 0,19-7-14 0,0 0-14 16,0 0 1-16,-4 9-19 0,4-9-21 16,0 0-13-16,24 13-26 0,-4-8-20 0,0-3-21 0,9 2-13 15,0-4-12-15,2 0-1 0,2-4-7 0,11 3-5 16,-3-1-12-16,-8-5-11 0,0 2-11 0,-2-1-10 15,1 1-9-15,-3-2-11 0,0 2-5 0,-4 2-7 16,-1-2-9-16,-6-1-5 0,1 3-7 0,-19 3-5 16,24-4-7-16,-24 4-4 0,21-5-7 0,-21 5-4 15,0 0-3-15,0 0-7 0,0 0 0 0,21 11-2 16,-21-11-4-16,0 17 2 0,0-17-4 0,-13 26-2 0,-1-5-4 16,-2 5-3-16,-5 5 0 0,-3 5-1 15,-4-1-5-15,0-3 0 0,-6 1-5 0,2 2 2 16,0 3 0-16,-4-4-4 0,0-1 1 0,0-1 0 0,-1-6-2 15,7 2-1-15,3 4 1 0,-1 1-1 0,1-2 0 16,11-9-3-16,-5-1 1 0,5 3 4 0,-3-5-4 16,11-4 1-16,-2 3-3 0,-1-5 1 0,3 3-4 15,-3-6 2-15,7 1-1 0,4-11 4 0,-4 15 1 16,4-4 5-16,0-11 4 0,0 0 10 0,11 11 6 16,-11-11 11-16,18 4 1 0,-18-4 2 0,35-2-2 15,-9-4 0-15,1 0-4 0,3-1-1 0,9-5 3 0,2-2 17 16,6 2 34-16,6-3 26 0,-3-2 25 0,6 1-3 15,-3 2-4-15,3-1-16 0,-3 1-10 16,0-3-39-16,-2 8-68 0,-8-3 0 0,-1 1 0 0,-13 4 0 16,6-1 0-16,-7 0 0 0,-9 4 0 0,-1-3-60 15,-7 5-106-15,-11 2-47 0,0 0-50 0,25-9-63 16,-25 9-62-16,0 0-67 0,7-11-83 0,-7 11-426 16,0 0-1044-16,0 0 462 0</inkml:trace>
          <inkml:trace contextRef="#ctx0" brushRef="#br0" timeOffset="538348.0934">19545 10044 10 0,'-16'12'559'0,"3"-2"-45"0,2 4-30 15,1-5 0-15,10 1 0 0,0-10-7 0,10 20-23 16,1-9-8-16,10-3-22 0,6 3-39 0,11 0-40 15,11-4-35-15,0 1-31 0,3 0-34 0,4-6-34 16,-2-2-49-16,-1 0-52 0,2-6-54 0,-2 2-66 16,-5 1-75-16,-3-3-78 0,3-4-64 0,-6-4-69 0,-12 6-72 15,-1-7-85-15,-3 0-354 0,-2 0-873 0,-3-1 387 16</inkml:trace>
          <inkml:trace contextRef="#ctx0" brushRef="#br0" timeOffset="538144.9539">19636 9657 153 0,'-14'1'505'0,"14"-1"-8"0,0 0-11 0,0 0-11 16,0 0-18-16,0 0-31 0,0 0-37 15,0 0-33-15,0 0-30 0,0 0-22 0,0 0-31 0,0 0-26 16,0 0-26-16,0 0-21 0,72-1-23 0,-40 1-13 16,13-2-17-16,0-2-15 0,4 1-18 0,0 1-9 15,2-3-15-15,-1 0-14 0,-2 1-24 0,2-1-36 16,-6 0-40-16,-8 3-53 0,5-5-51 0,-10 2-47 16,-2 2-53-16,-8-1-51 0,-7 3-66 0,1-5-69 15,-15 6-373-15,0 0-852 0,11-7 378 0</inkml:trace>
          <inkml:trace contextRef="#ctx0" brushRef="#br0" timeOffset="538870.7483">20743 9282 493 0,'0'0'575'0,"-14"-11"-41"0,14 11-33 0,0 0-8 0,0 0-4 16,0 0-28-16,0 0-26 0,35-8-33 0,-35 8-43 15,50 11-30-15,-7-2-36 0,5-3-24 0,2 1-29 0,1 5-21 16,4-8-21-16,-2 4-26 0,-4-3-13 0,3 0-23 16,-2-1-16-16,-9-1-10 0,-4 1-14 0,-5-4-8 15,-1 0-6-15,-4-3-12 0,-5 2-8 0,-6-1 4 16,-16 2-4-16,33-12-9 0,-17 5-3 0,-4 0 1 16,-2-3-6-16,-4 1 7 0,2-4-3 0,-8 13 5 15,9-21 2-15,-3 9 2 0,-1 1-3 0,-5 11 4 0,0-20-4 16,0 20-14-16,3-13-41 0,-3 13 0 15,3-10 0-15,-3 10 0 0,0 0 0 0,0 0 0 0,0 0 0 16,0 0 0-16,0 0 0 0,0 0 0 0,-17 51 0 16,13-22 0-16,-4 12 0 0,-1 2 0 0,1 6 0 15,-2 6 0-15,-4 20 0 0,-2 0 0 0,-2 0 0 16,2 2 0-16,1-3 0 0,-5 1 0 0,0 0 0 16,4-3 0-16,-3 2 0 0,0-5 0 0,3-17 0 15,4 2 0-15,-7 16 0 0,5-25 0 0,-2 5 0 16,1-8 0-16,1 1 0 0,3-13 0 0,1-4 0 15,2 0 0-15,0-7 0 0,3-4 0 0,0-3 0 0,4-2 0 16,1-10 0-16,-10 17 0 0,10-17-220 0,-11 4-71 16,11-4-42-16,0 0-44 0,0 0-39 0,-18-42-48 15,12 15-63-15,-2-3-401 16,-2-8-1004-16,2-4 444 0</inkml:trace>
          <inkml:trace contextRef="#ctx0" brushRef="#br0" timeOffset="539088.5185">20934 10119 50 0,'-8'-7'459'15,"8"7"-18"-15,-13-13-12 0,13 13-18 0,-6-12-14 16,6 12 4-16,0 0 13 0,0 0 18 0,27-17 8 16,-6 8 3-16,11 0 4 0,16-3 6 0,8-2 7 15,21-1 0-15,-1-4 22 0,5 2-21 0,-21 7-41 16,1-3-42-16,-3 0-65 0,-1 0-313 0,-1 0 0 0,-6 0 0 16,-5 1 0-16,-2 3 0 0,-9-2 0 0,-5 0 0 15,-2 7 0-15,-11-4 0 0,0 3 0 16,2 1 0-16,-18 4 0 0,19-6 0 0,-19 6 0 0,20-4 0 15,-20 4 0-15,16-3 0 0,-16 3 0 0,0 0-190 16,0 0-202-16,0 0-59 0,0 0-74 0,0 0-103 16,0 0-374-16,0 0-1084 0,0 0 481 0</inkml:trace>
        </inkml:traceGroup>
      </inkml:traceGroup>
      <inkml:traceGroup>
        <inkml:annotationXML>
          <emma:emma xmlns:emma="http://www.w3.org/2003/04/emma" version="1.0">
            <emma:interpretation id="{DB398D6C-A8D5-4A10-8576-286D229CFA8A}" emma:medium="tactile" emma:mode="ink">
              <msink:context xmlns:msink="http://schemas.microsoft.com/ink/2010/main" type="line" rotatedBoundingBox="3943,13449 23225,12070 23415,14725 4133,16104"/>
            </emma:interpretation>
          </emma:emma>
        </inkml:annotationXML>
        <inkml:traceGroup>
          <inkml:annotationXML>
            <emma:emma xmlns:emma="http://www.w3.org/2003/04/emma" version="1.0">
              <emma:interpretation id="{57AA8A81-8CFB-4C8A-9A57-3B03B62EE460}" emma:medium="tactile" emma:mode="ink">
                <msink:context xmlns:msink="http://schemas.microsoft.com/ink/2010/main" type="inkWord" rotatedBoundingBox="3943,13449 12396,12844 12586,15499 4133,16104"/>
              </emma:interpretation>
              <emma:one-of disjunction-type="recognition" id="oneOf15">
                <emma:interpretation id="interp31" emma:lang="" emma:confidence="1">
                  <emma:literal/>
                </emma:interpretation>
              </emma:one-of>
            </emma:emma>
          </inkml:annotationXML>
          <inkml:trace contextRef="#ctx0" brushRef="#br0" timeOffset="509799.7197">5887 12751 242 0,'0'0'374'0,"0"0"-16"0,-16 14-6 0,16-14 4 16,0 0 2-16,0 0 10 0,0 0 1 0,0 0-15 16,37 1-25-16,-17 3-20 0,14-8-22 15,11 3-19-15,-2 1-24 16,4 0-25-16,3-3-27 0,-1-1-16 0,-2 4-20 16,3-4-18-16,-2 6-26 0,0-2-33 0,-3 2-46 15,-15-4-43-15,6 2-60 0,-8 0-32 0,1 2-26 0,-8-2-36 16,-2 1-46-16,-19-1-49 0,21 6-59 0,-21-6-70 15,0 0-283-15,0 0-727 0,0 0 322 16</inkml:trace>
          <inkml:trace contextRef="#ctx0" brushRef="#br0" timeOffset="510005.0547">6179 12495 259 0,'-18'-11'399'16,"18"11"-18"-16,-11-10-18 0,11 10-13 0,-10-5-13 15,10 5-27-15,0 0-25 0,0 0-13 0,0 0-10 16,0 0-22-16,0 0-10 0,-5 34-18 0,5-19-15 16,5 5-26-16,-3 6-13 0,-2 2-12 0,5 4-11 15,-2 7-21-15,-2 2-8 0,3 1-9 0,-3 4-13 16,1 6-23-16,3 0-51 0,-5-2-77 0,1-4-67 16,-1 6-69-16,-8 0-98 0,8-3-128 0,-8-8-246 15,-5-4-730-15,5-9 324 0</inkml:trace>
          <inkml:trace contextRef="#ctx0" brushRef="#br0" timeOffset="510505.0257">6697 12605 232 0,'-7'-8'350'16,"7"8"-30"-16,-6-19-20 0,4 8-15 0,2 11-10 0,10-23-21 15,-2 10-15-15,5 0-17 0,0-2-19 0,3 4-12 16,6-4-8-16,-3 6 5 0,4-5 1 16,3 3 3-16,-2 1 0 0,1 3-10 0,-1-2-12 0,-3 4-15 15,-1-2-12-15,-3 4-10 0,-17 3-13 0,34 2-12 16,-34-2-1-16,30 5-17 0,-23 2-4 0,7 0-5 15,-3-1-9-15,-3 8-4 0,0 2-11 0,-1 2-2 16,-4 5-6-16,2-1-4 0,-3 1-6 0,-4 8-1 16,-3-7-6-16,-3 1-4 0,-2 6-2 0,-9 7-4 15,0-5-2-15,3-8 3 0,-13 13-4 0,2-6-3 16,4-10-1-16,-7 8-1 0,-4-3-6 0,0 3 4 16,-2-4 5-16,11-7-10 0,0-3 0 0,2 5 3 15,2-4 2-15,-1-3-1 0,9 0 2 0,4-5 11 16,1-1 9-16,1-1 27 0,7-7 24 0,-6 18 10 15,6-18 8-15,0 0 5 0,8 14 9 0,-8-14 1 0,25 8 6 16,-7-8 2-16,11 5-10 0,0-3-11 0,0-4 3 16,4-3-16-16,11 3-2 0,-1-5-16 15,-9 2-12-15,7-7-10 0,0-2-24 0,0-1-34 0,1-4-46 16,-5 7-55-16,-5 0-69 0,-6-1-73 0,15-9-52 16,-18 1-66-16,2 6-87 0,-4-10-98 0,-3-14-340 15,0-1-967-15,-9-5 428 0</inkml:trace>
          <inkml:trace contextRef="#ctx0" brushRef="#br0" timeOffset="511233.2629">7334 12358 224 0,'0'0'350'0,"0"0"-15"16,0 0 0-16,0 0-1 0,0 0 8 15,0 0 0-15,0 0-8 0,0 0-27 0,50 16-10 0,-30-18-20 16,9 1-19-16,2-3-17 0,12 2-16 0,2-5-11 0,2-1-23 0,-6-1-21 15,-7 7-13-15,9-7-14 0,-12 3-16 0,-1 1-13 16,-3-2-10-16,-6 0-9 0,-1 3-6 0,-4 1-4 0,-16 3 2 16,20-4-1-16,-20 4 1 0,17-6-10 15,-17 6-6-15,0 0-4 0,0 0-9 0,0 0-5 16,-15 32-9-16,2-18-2 0,-4 10 1 0,-11 9-10 0,11-7-4 16,-11 7-1-16,1 3-1 0,0 0-6 0,4-1 2 15,4 0-3-15,5-8 2 0,2 3-1 0,0-3 0 16,-1-1 8-16,3-3 1 0,4 1 1 0,1-7 3 15,5 2-6-15,0-1 1 0,0 5 2 0,5-7 2 16,1-7 4-16,2 4-2 0,0-6-4 0,7 0-8 16,1-1 3-16,5-1-2 0,-2-5 3 0,-19 0-13 15,51-11 5-15,-24 4-7 0,1-1 7 0,-4-6-7 16,5 2 3-16,-2-7-5 0,8-7-1 0,-4-1-4 16,2-1 4-16,-2-2-5 0,-2 1 3 0,3-4 0 15,-3 6-1-15,-12 6 2 0,7-3-4 0,-6 7 7 16,-2-2-7-16,-1 7 3 0,-3-2-2 0,3 3-2 0,-7 3 2 15,-2 0-6-15,-6 8-2 0,13-6-10 0,-13 6 10 16,0 0 2-16,0 0-1 0,2 40-1 0,-2-13 9 16,-2 17-10-16,-4-3 3 0,-1 4 1 0,1 24 3 15,-2 5 8-15,0 4 2 0,5 1-6 0,-4 1 2 16,2 5 0-16,-1-3 2 0,0 6-2 0,2 6-2 16,1-11 6-16,-5-4-2 0,-3-1-4 0,-2-2-5 15,7 0-1-15,-15 0-22 0,-7-7-22 0,6 0-28 16,-7 0-30-16,-6-4-23 0,14-16-13 0,-8-5-24 15,-1 2-12-15,-7-1 3 0,6-5 12 0,-2-2 3 16,-3-9 12-16,-2-1 3 0,7-4 9 0,2-7-3 16,2-2-1-16,-3-4 5 0,-4-4 11 0,3-6 13 15,-2-5 7-15,4-3 0 0,0-4 20 0,7-6 5 0,-6-2 13 16,6-16 13-16,3-8 12 0,4 2 37 0,9-8 15 16,1 1 12-16,8-24 8 0,4 15 15 15,2-21 10-15,15-1 25 0,7 8 21 0,9-5 29 0,-2 13 32 16,7-12 37-16,11 1 39 0,9 0 34 0,4 2 14 15,22-22-7-15,-38 29-22 0,3 2-26 0,-1 0-32 16,-2 5-62-16,-4-2-81 0,6 7-77 0,-15 12-94 16,-5 0-100-16,9 3-118 0,-11 5-115 0,4 3-134 15,-10-1-385-15,-6 12-1039 0,-8 5 460 0</inkml:trace>
          <inkml:trace contextRef="#ctx0" brushRef="#br0" timeOffset="511699.0861">9105 12487 339 0,'-43'12'337'15,"12"-4"-19"-15,4-1-11 0,4 8-12 0,11-7-2 16,-1-5 10-16,13-3 2 0,-19 5 0 0,19-5-2 16,-10 12 0-16,10-12-14 0,0 0-15 0,0 0-25 0,35 14-22 15,-14-14-18-15,14 2-19 0,9-5-24 0,-1 3-17 16,5-3-19-16,2-1-39 0,-2 1-64 0,-1 0-76 15,2-4-77-15,-2-2-78 0,-15 8-93 0,14-6-120 16,-17 3-303-16,2 0-779 0,-2 0 345 0</inkml:trace>
          <inkml:trace contextRef="#ctx0" brushRef="#br0" timeOffset="511527.2239">9055 12398 352 0,'0'0'616'15,"0"0"-61"-15,-24 0-50 0,24 0-36 0,0 0-19 16,0 0-12-16,0 0-15 0,0 0-30 0,0 0-33 0,0 0-34 16,0 0-35-16,77-8-27 0,-33 4-24 0,0 2-26 15,3 1-22-15,0-4-20 0,-1-2-25 0,-1 3-32 16,3 2-49-16,-5-3-77 0,-2 5-66 0,-8-1-77 16,3 0-71-16,-9 0-62 0,-6 1-58 0,-5-4-68 15,-16 4-80-15,22-3-272 0,-22 3-827 0,0 0 367 16</inkml:trace>
          <inkml:trace contextRef="#ctx0" brushRef="#br0" timeOffset="512319.3178">10132 12218 188 0,'0'0'339'15,"0"0"-33"-15,8-25-24 0,-8 25-16 0,17-17 0 16,-2 8 1-16,-1 0-11 0,2-1-4 0,13 1-8 16,-3-3 5-16,0 2 2 0,6 5-1 0,-2-2 2 0,4 1 1 15,-4-3-3-15,1 6-9 0,1-2-11 16,-3 2-21-16,1-1-29 0,-2 4-16 0,-9 4-17 16,-2-1-12-16,-17-3-13 0,33 7-14 0,-19-2-7 0,-3 7-9 15,0-3-9-15,-4 7-6 0,-6-1-9 0,-1 4-7 16,-1 0-8-16,-12 3-6 0,5 1-3 0,-6 3-1 15,-1-2-7-15,-4 1-3 0,0-3 1 0,-12 4-11 16,10-4-1-16,0-1-5 0,-1-4-14 0,0 3-12 16,7-7-14-16,-12 0-5 0,9-3-8 0,0 0-9 15,-2-2 1-15,5 1 3 0,1-7 3 0,14-2 1 16,-15 6 0-16,15-6-4 0,0 0-5 0,-16 3 6 16,16-3 2-16,0 0 4 0,0 0 5 0,0 0 1 15,0 0 3-15,29-28-2 0,-13 21 10 0,3 0 2 16,-1-3 8-16,9 3 10 0,-6 2 21 0,8-4 17 15,5 4 35-15,-4 1 20 0,6 3 17 0,7 2 8 0,-9-1 4 16,7 5-6-16,-9 2-13 0,-4 7-11 0,1-6-9 16,-4 5-4-16,-1 3-15 0,-9 0-7 0,1 5-1 15,-3 3-9-15,-2 6-7 0,-8-3 1 0,-5 3-9 16,-4 13-1-16,-2-15-1 0,-11 6 4 0,-4 3-15 16,-6-5 3-16,-1 1-15 0,-10-5-3 0,-4-2-4 15,-4-2-3-15,3-2-15 0,2 1-4 0,-7-4-14 16,2-2-15-16,5-5-14 0,-7 0-25 0,0 0-34 15,4-5-48-15,12-1-54 0,1-5-44 0,2-1-51 16,-3 0-51-16,9-1-68 0,5-5-84 0,1-1-277 16,3-8-864-16,3 3 382 0</inkml:trace>
          <inkml:trace contextRef="#ctx0" brushRef="#br0" timeOffset="508324.7638">2424 12424 76 0,'0'0'298'16,"-27"-15"-16"-16,27 15-4 0,0 0-10 0,7-23-8 15,-7 23-17-15,14-15-8 0,-8 8-19 0,1-7-13 0,6 3-14 16,1-1-6-16,2 4-20 0,-1 1-8 0,-1 0-14 15,5 2-18-15,-3-2-6 0,-1 3-7 0,-15 4-12 16,30-4-7-16,-30 4-4 0,31 3 14 0,-20 3-24 16,2 1 0-16,-5 4-17 0,5 1 13 0,-5 3-21 15,0-1-4-15,-3 5 9 0,-5 2-12 0,0 5-14 16,-5 0 3-16,-3 0-9 0,-2 2 1 0,-1-2-7 16,-5 12 1-16,1-12 0 0,3 1-9 0,-5-1-8 15,-3-4-3-15,0 1-9 0,-1 1-7 0,5-3-3 16,-3-1 1-16,5-6 7 0,-1-3 2 0,4 2-3 15,-2-3 4-15,0-6 3 0,7 3-6 0,6-7-4 16,-16 7 21-16,16-7 5 0,0 0-8 0,0 0 11 16,0 0 9-16,-5-33-4 0,15 18 15 0,1-3-3 15,7-6-1-15,4 0 1 0,5-9-4 0,5 0 4 16,2 4-3-16,1-2 8 0,1-3 4 0,1 2 8 0,0-2 5 0,-1 3 6 0,-2-3 9 16,0 4 11-16,-4-5-3 0,-1 7 2 0,-8 8-7 15,-5-1-1-15,2 1 1 0,-7 5 5 0,0 0 1 16,-4 8 2-16,-4 2 5 0,-3 5 4 0,6-15-7 15,-6 15-6-15,0 0-10 0,0 0-8 0,0 0-3 16,0 0-5-16,0 0-6 0,-56 20-5 0,34-1-2 16,-7 12-4-16,5 1-6 0,-4 3-3 0,3-3 2 15,2 2-6-15,7 4-1 0,-5-4-2 0,5 1 0 16,5-6-4-16,3 9 2 0,2-8-2 0,4-2-1 16,5-1-1-16,4 4 0 0,-1-5-6 0,2-1 3 0,7-6-6 15,2 6 5-15,-1-4-6 0,5 2-1 0,2-6-15 16,-1-1-10-16,1 1-23 0,-4-8-28 15,5-1-51-15,3-1-43 0,0-7-49 0,1 1-45 0,-11 0-60 16,3 1-61-16,-20-2-74 0,36-2-297 0,-21 1-820 16,-15 1 364-16</inkml:trace>
          <inkml:trace contextRef="#ctx0" brushRef="#br0" timeOffset="508840.4111">3530 12625 270 0,'0'0'419'0,"0"0"-28"0,0 0-4 0,0 0 8 0,0 0 4 15,0 0-5-15,0 0-18 0,0 0-25 0,77 2-36 16,-35-5-32-16,4 3-28 0,4-5-23 0,6 4-38 15,0-1-19-15,-3-3-22 0,8 2-25 0,-8-1-48 16,3 0-56-16,-1 3-67 0,1-6-65 0,-8 4-73 16,-2-1-65-16,-15 1-81 0,-2 0-102 0,-7-3-220 15,-2 3-701-15,-6-1 311 0</inkml:trace>
          <inkml:trace contextRef="#ctx0" brushRef="#br0" timeOffset="509576.6182">4558 12384 3868 0,'0'0'262'16,"0"0"-146"-16,0 0-83 0,0 0-15 0,0 0 4 15,0 0 3-15,0 0 32 0,0 0 13 0,0 0 6 16,0 0-2-16,2 39 2 0,-2-29 1 0,0 7-1 15,0-3 9-15,0 0-7 0,3 3-3 0,-1-5-8 16,-1 5 1-16,6-3-5 0,-1-1-11 0,1 0 2 16,1 5 0-16,4-3 0 0,-2-1-8 0,1-1-3 0,0-3-1 15,4 0-3-15,-2 2-5 0,1 0-2 0,5-5 3 16,5 1-4-16,-3-2-2 0,-6 0 1 16,6-4-5-16,-21-2 1 0,35-3-1 15,-14-4 0-15,1 3 0 0,-3-3-3 0,6-7 0 0,0-4-5 0,-1-1 3 16,-3-2-1-16,-2-1 0 0,-1 0 2 0,1-5 9 15,5-3 1-15,-9 5 19 0,-2 1 28 0,-1 3 19 16,-2 5 2-16,0-1-7 0,-2 3-5 0,-2 4 8 16,-3 1-15-16,-3 9-10 0,7-14-4 0,-7 14-11 0,0 0-7 15,0 0-6-15,0 0-1 0,0 0-1 16,0 0-6-16,-2 44-4 0,-3-17-3 0,-3 10-6 16,4 8 3-16,0 1-7 0,-2 2-2 0,4 8-3 0,-1 21 5 15,2 8 2-15,-1-7 4 0,4 10-8 0,4 2 1 16,-4-5 1-16,9-1 0 0,-2 1-4 15,-1 1-2-15,2 0 0 0,-2-5-1 0,-2-3-1 0,-2-5 3 16,0 1-5-16,-2-18 1 0,-4 15-2 0,2-20 1 16,-4 1-7-16,0-5 3 0,-2-1 1 0,-5-1-6 15,-4-5 4-15,7 2-10 0,0-12 8 0,-3 0-3 16,3-6 3-16,-6-2-3 0,6-3-11 0,-5-5-3 16,5 2-1-16,-5-2-11 0,-2-6 0 0,1 3-8 15,6-7-11-15,8-4-7 0,-29 3-8 0,29-3 0 16,-32-16 2-16,14 6 6 0,6-6 9 0,-4-5 5 15,-1-5 6-15,0 0 11 0,12-12 11 0,-6-4 10 0,1-6 11 16,-1 0 7-16,9-10 1 0,4-17 2 16,4 23 4-16,7-27 3 0,3 11 9 0,5-6-7 15,0 23-3-15,6-23-4 0,4 6-12 0,4 5 7 0,-5 12-13 16,19-11-22-16,-20 15-30 0,1 2-36 0,5-2-40 16,-6 6-47-16,5-5-42 0,1 7-36 0,-1 4-36 15,-5 0-45-15,-2 3-56 0,3-2-50 0,-9 13-368 16,2 4-874-16,-1-2 387 0</inkml:trace>
        </inkml:traceGroup>
        <inkml:traceGroup>
          <inkml:annotationXML>
            <emma:emma xmlns:emma="http://www.w3.org/2003/04/emma" version="1.0">
              <emma:interpretation id="{31044B65-A531-4574-82EB-E626292325D4}" emma:medium="tactile" emma:mode="ink">
                <msink:context xmlns:msink="http://schemas.microsoft.com/ink/2010/main" type="inkWord" rotatedBoundingBox="16192,12665 23232,12161 23377,14190 16337,14693"/>
              </emma:interpretation>
              <emma:one-of disjunction-type="recognition" id="oneOf16">
                <emma:interpretation id="interp32" emma:lang="" emma:confidence="1">
                  <emma:literal/>
                </emma:interpretation>
              </emma:one-of>
            </emma:emma>
          </inkml:annotationXML>
          <inkml:trace contextRef="#ctx0" brushRef="#br0" timeOffset="540510.2942">14679 11661 223 0,'0'0'317'0,"0"0"-16"0,-24 0-9 0,24 0-16 16,0 0-9-16,0 0-15 0,0 0-4 15,-28-4-12-15,28 4-12 0,-6-10-10 0,6 10 10 16,0 0-1-16,0-18-6 0,0 18-3 0,5-19-5 0,3 6-8 16,0-1-4-16,3 0-5 0,0-2-13 0,4 5-10 15,10-8-6-15,-2 1 3 0,6 4-17 0,-2 1-15 16,3 0-13-16,10 0-13 0,-9 7-10 0,3-2-14 16,-2 8-5-16,9 2-7 0,-7 3-8 0,-7 5-8 15,12 2-4-15,-10 3-2 0,-7 4-6 0,4 3-7 16,-10 1-3-16,3 2-2 0,-9 2-3 0,-4 4-4 15,-1 6 1-15,-10-10-6 0,-3 15-1 0,0-6-4 0,-11 1 0 16,5 2-3-16,-7-2-3 0,-5-4 0 16,-1-6 0-16,1 6-3 0,-3 0-2 0,-1-7 0 15,-6 1-14-15,11-8-3 0,-1-1-2 0,0-1 5 0,2-6 3 16,2 2 0-16,4-6 2 0,4 2-1 0,1-6 1 16,13-3 1-16,-16 7-2 0,16-7 0 0,0 0 1 15,0 0 0-15,0 0 1 0,6-29-1 0,9 11 2 16,6-2 1-16,1-1 2 0,15-5-2 0,-13 3-3 15,8-6-3-15,5-1 4 0,3 1 0 0,-6 0-1 16,-2-2 6-16,0-1-8 0,0 3 7 0,-1-3-1 16,1-5 1-16,-2 4 1 0,-1 2 3 0,-3-2 0 15,4 2-2-15,-14 9 5 0,2-4 1 0,-4 2 0 16,-4 8 5-16,1 0-1 0,-1 0 4 0,-2 5 13 16,-2 3 2-16,-6 8 2 0,2-14-5 0,-2 14-3 15,0 0-4-15,0 0 2 0,0 0 0 0,0 0-5 0,-47 39-1 16,28-15 1-16,-2 13-4 0,-1-2 3 15,-6 7 5-15,6 0-2 0,1 3-3 0,7-2-2 16,-1 6-3-16,2-4 1 0,5-4-2 0,8-2 0 0,0-7-5 16,7 6-2-16,1-7-6 0,3-2-14 0,3-5-24 15,11 8-15-15,-11-12-18 0,7-4-24 0,0 3-27 16,6-9-56-16,2-1-21 0,1-3-29 0,2-6-39 16,1-1-31-16,2-4-49 0,7-8-54 0,-15 6-370 15,0-8-835-15,-1 3 370 0</inkml:trace>
          <inkml:trace contextRef="#ctx0" brushRef="#br0" timeOffset="540751.6706">15784 11853 64 0,'0'0'431'16,"0"0"-14"-16,0 0-16 0,0 0-4 0,0 0 18 15,0 0-4-15,0 0-11 0,34-18-10 0,-12 17-8 16,7-2-5-16,5 0-20 0,11-2-10 0,6-4-26 0,4 0-32 16,-4 0-31-16,5 0-25 0,0 0-23 0,0 7-29 15,-3-3-40-15,2-3-59 0,-7 1-51 0,-16 1-65 16,-3 1-74-16,3-3-86 0,-10 4-81 0,-6-3-90 16,-1 0-102-16,-7 2-382 0,-8 5-920 0,18-15 407 15</inkml:trace>
          <inkml:trace contextRef="#ctx0" brushRef="#br0" timeOffset="541423.4746">16554 11523 482 0,'0'0'455'0,"0"0"-28"0,-14 4-19 15,14-4-4-15,0 0 4 0,8 22-11 0,-4-9-21 16,4 1-17-16,1 1-29 0,-3 0-18 0,7 8-16 15,-7-4-13-15,1-1-11 0,1 2-21 0,-5-4-7 16,10 7-13-16,-5-4-30 0,0 6-13 0,-2-4-11 16,2 4-20-16,2-1-10 0,-5-7-17 0,7 6-15 15,-4-7-8-15,4 2-17 0,-3-4 1 0,3 3-15 16,-1-6-1-16,3 2-10 0,2-3-9 0,0 4 0 0,-3-6-10 16,5-5-4-16,-4 2 0 0,7-3-7 15,2-2-5-15,-23 0 1 0,41-10-2 0,-18 2-3 16,-1-3-10-16,5-4-6 0,-4-2 5 0,4 0-4 0,-4-2 3 15,2-5-5-15,-2 3-1 0,4-13-2 0,0 2 8 16,-6 8-1-16,-2 2-7 0,1-4 20 16,-1 2 10-16,-3 1 15 0,-2 2-42 0,-6 6-9 0,4-3 0 15,-4 5 0-15,-2 3 0 0,-1 1 0 0,-5 9 0 16,6-18 0-16,-6 18 0 0,7-10 0 0,-7 10 0 16,0 0 0-16,0 0 0 0,0 0 0 0,-3 44 0 15,-1-17 0-15,1 16 0 0,0-3 0 0,1 8 0 0,-1 5 0 16,3 2 0-16,0 18 0 0,0 2 0 15,0-2 0-15,2-1 0 0,-1-15 0 0,4 12 0 16,-8 4 0-16,3-18 0 0,-2 18 0 0,-4-21 0 0,6 5 0 16,-3-3 0-16,-1-2 0 0,3 4 0 0,-6-4 0 15,-1 0 0-15,2-3 0 0,-2 3 0 0,0-9 0 16,0 1 0-16,-3-2 0 0,3-6 0 0,1-8 0 16,4-9 0-16,-3 6 0 0,-1-9 0 0,1 2 0 15,-1-3 0-15,-1 0 0 0,2-3 0 0,0-4 0 16,6-8 0-16,-15 14 0 0,7-10 0 0,8-4 0 15,-21 5 0-15,21-5 0 0,0 0 0 0,0 0 0 16,-43-17 0-16,33 8 0 0,-3-7 0 0,-6-3 0 16,11 2 0-16,-5-7 0 0,5 0 0 0,2-2 0 15,4-5 0-15,-1 2 0 0,8-16 0 0,1 1 0 0,9-1 0 16,-1-1 0-16,7-3 0 0,5-3 0 0,1 3 0 16,16-19 0-16,-4 9 0 0,-4 9 0 0,2 7-9 15,-2-3-78-15,9-15-20 0,-9 20-20 0,-1 4-24 16,-4 3-39-16,5 1-44 0,-6 0-47 0,0 2-43 15,-3 10-47-15,-5-3-48 0,9 0-88 0,-14 2-391 16,5 3-972-16,0 1 431 0</inkml:trace>
          <inkml:trace contextRef="#ctx0" brushRef="#br0" timeOffset="541798.4408">17966 11887 348 0,'-24'4'493'0,"24"-4"-19"0,-19 6-4 0,19-6-15 0,0 0-19 16,-16 4-24-16,16-4-34 0,0 0-26 15,0 0-10-15,0 0-28 0,0 0-18 0,0 0-17 0,28 17-20 16,-10-14-9-16,11-3-13 0,0 0-13 0,14-3-9 16,5 2-16-16,4-2-10 0,2-3-11 0,2 0-21 15,-3-1-22-15,3-1-11 0,1 0-18 0,-6 2-29 16,-1-2-12-16,-2 0-28 0,-3 1-18 0,-13-1-29 16,0 3-16-16,-11-1-28 0,-2 5-31 0,-5-5-41 15,-14 6-40-15,21-3-40 0,-21 3-29 0,15-6-45 16,-15 6-41-16,0 0-53 0,0 0-46 0,0 0-70 15,0 0-299-15,0 0-853 0,-48-7 379 0</inkml:trace>
          <inkml:trace contextRef="#ctx0" brushRef="#br0" timeOffset="542017.1738">18181 11624 4 0,'-15'-8'489'0,"1"-2"0"16,4 2-7-16,10 8-16 0,-19-8-17 0,19 8-18 15,-13-6-29-15,13 6-27 0,0 0-18 0,0 0-16 16,0 0-2-16,0 0-26 0,7 32-19 0,-1-17-23 16,1 3-18-16,1 9-22 0,-2-1-15 0,2 13-25 15,-6-9-14-15,7 10-24 0,-6 5-10 0,5-2-18 0,-4 2-13 16,-1 1-13-16,-3 0-23 0,2 0-45 0,-2 0-51 16,-2-5-46-16,0 2-64 0,4-7-72 0,0-5-69 15,1-3-79-15,-8-2-100 0,5 0-130 0,2-9-294 16,4-3-946-16,-3-7 419 0</inkml:trace>
          <inkml:trace contextRef="#ctx0" brushRef="#br0" timeOffset="542604.5383">18710 11794 341 0,'-14'-16'488'0,"3"1"-39"15,3 3-35-15,1-1-31 0,4-2-26 0,3 1-26 16,6-5-21-16,1 3-33 0,4 3-24 0,4-1-26 0,4-4-23 16,5 2-16-16,0 5-25 0,2-1-18 0,-2-2-11 15,3 9-6-15,-3-1-10 0,3-2-8 0,-6 3-7 16,-2 3-11-16,-1 1-1 0,-18 1-7 0,35 1-4 15,-35-1-9-15,23 3-8 0,-10 8-5 0,-5-3-3 16,-2 10-9-16,2-2-1 0,-5 9-3 0,-3 1-2 16,-3 3-6-16,-3-1-3 0,1 2-4 0,-8 8 6 15,-1 1-6-15,-6 1-4 0,-1 0 0 0,-1-2-3 16,-5 1 0-16,3-1-1 0,-5-6-6 0,2 2-2 16,-4-3 0-16,10-9 0 0,-4 0-1 0,2-3-4 15,1-2 2-15,1-4 3 0,1-2-3 0,4-3 1 16,-3-4-1-16,5 3 1 0,3-3 0 0,11-4 0 15,-21 8 8-15,21-8 1 0,-15 5 6 0,15-5 4 0,0 0 2 16,0 0-1-16,0 0-1 0,0 0-1 0,0 0 2 16,0 0-4-16,0 0-4 0,0 0-3 0,45-24-1 15,-22 22-1-15,5-5-3 0,1 1-5 0,5 3 0 16,9-6-7-16,-11 3-5 0,12 2-8 0,-12 0-23 16,3-1-33-16,-3-2-38 0,8 3-48 0,-6-3-46 15,-5-4-36-15,0 3-62 0,-2 5-55 0,4-9-67 16,-12 1-373-16,-2 4-857 0,1-6 380 0</inkml:trace>
          <inkml:trace contextRef="#ctx0" brushRef="#br0" timeOffset="543099.9593">19362 11542 223 0,'-18'-4'526'0,"18"4"-10"0,0 0-18 0,0 0-16 16,-22-4-22-16,22 4-24 0,0 0-19 0,0 0-36 16,0 0-31-16,0 0-30 0,0 0-34 0,80-10-28 15,-53 6-18-15,2 0-19 0,1-2-27 0,4 1-21 16,-3 4-15-16,1-5-18 0,-2 1-16 0,2 2-10 0,-3-5-9 16,0 2-9-1,-3-3-13-15,1 2-1 0,-6 4-6 0,-5 1-2 0,5-3-4 0,-7 3 4 16,-14 2-3-16,21-8-5 0,-21 8-10 0,21-2-6 15,-21 2 0-15,0 0-8 0,14-1-6 0,-14 1 2 16,0 0-13-16,0 0 7 0,15 13-2 0,-15-13-4 16,0 15-4-16,-7-1 16 0,7 4-18 0,-8 8-5 0,-1-4-4 15,-4 4 9-15,-6 9-3 0,4-6-7 16,-2 3-1-16,-4 5 0 0,-2 0 1 0,-2-2-6 16,2 0-2-16,1 4 1 0,-4-1 3 0,4-1 1 0,1 0-4 15,-3 1 1-15,-5-4-4 0,9-1 8 0,-2 0 7 16,1-8-16-16,0 0 6 0,2-2 9 0,5 0-17 15,6-5 10-15,0-3 8 0,0 0-1 0,0 0-3 16,1-7 2-16,2 4-18 0,5-12 2 0,-8 14-1 16,8-14 2-16,-8 11 22 0,8-11-20 0,0 0 2 15,0 0-1-15,16 8 2 0,-16-8 0 0,0 0 15 16,0 0-20-16,40-7 6 0,-22 2 0 0,1-1-2 0,12-3 0 16,-2-1-7-16,4 2 4 0,9-4 19 15,1 1-16-15,-14-4-5 0,13 4-2 0,3-1-6 16,-3 5-31-16,-14-1-28 0,6-3-39 0,-5 3-54 0,0 1-73 15,-2-1-52-15,-1-1-56 0,-5 4-56 0,0 3-64 16,-2-4-90-16,-5-1-343 0,-1 1-970 0,2-1 430 16</inkml:trace>
          <inkml:trace contextRef="#ctx0" brushRef="#br0" timeOffset="543365.5954">20308 11692 475 0,'0'0'501'0,"-25"-6"-17"16,25 6-12-16,-18-5-22 0,18 5-32 0,0 0-27 15,0 0-24-15,0 0-24 0,0 0-24 0,0 0-25 0,55-10-30 16,-25 8-25-16,12 0-19 0,3-3-17 15,-10 1-19-15,-3 1-25 0,13-1-18 0,-10 2-8 16,-4-7-47-16,1 7-29 0,-2-4-38 0,-1 3-37 0,0-2-48 16,-8 4-39-16,-5-5-32 0,5 2-36 0,-21 4-35 15,21-3-31-15,-21 3-48 0,16-6-59 0,-16 6-65 16,0 0-295-16,0 0-763 0,0 0 338 0</inkml:trace>
          <inkml:trace contextRef="#ctx0" brushRef="#br0" timeOffset="543537.4472">20385 11869 413 0,'0'0'428'0,"0"0"-7"0,-5 13 9 0,5-13 9 16,0 0-11-16,0 0-13 0,47 5-20 0,-18-10-25 16,5 3-32-16,12-2-34 0,-12 0-31 0,11 1-42 15,-2-3-59-15,0 0-80 0,-9 3-88 0,8-4-101 16,-12 2-119-16,-9 2-115 0,0 1-421 0,0-4-814 15,-5 3 360-15</inkml:trace>
          <inkml:trace contextRef="#ctx0" brushRef="#br0" timeOffset="544146.759">21114 11438 201 0,'-7'-9'517'0,"1"-2"-21"0,6 11-25 0,-2-18-9 16,2 6-17-16,0 12-29 0,15-19-23 0,-1 7-26 0,7 1-29 15,8 3-18-15,0 1-17 0,4 0-18 0,-2 1-19 16,4 5-13-16,-4 2-34 0,1 0-24 0,-3-1-17 15,-8 6-18-15,-1 0-19 0,-2 1-15 0,-4 1-10 16,-1 9-14-16,-5-3-8 0,-3 0-12 0,-5 7-8 16,-1 4-9-16,-4 3 0 0,-3-7-7 0,-4 3-5 15,1 0-10-15,-3-1-4 0,-1 3-9 0,-2-5-9 16,2-1-10-16,-2-1-15 0,2-4-10 0,-2 1-17 16,4-4-12-16,-2-3-9 0,-1-2-12 0,7 3-7 15,-3-4-8-15,12-6 3 0,-20 5 3 0,20-5 6 16,0 0 5-16,-29 0 6 0,29 0 7 0,0 0 13 15,-23-11 13-15,23 11 15 0,-8-10 8 0,8 10 13 16,0 0-2-16,5-21 2 0,-5 21 3 0,10-17-2 16,-4 11 3-16,-6 6 0 0,22-15 8 0,-5 10 10 0,2 2 4 15,2-1 17-15,1 2 14 0,7 2 22 0,0 6 16 16,6-1 19-16,7 2-13 0,-12 1-2 0,-1 6 0 16,0-2-2-16,0 2-9 0,0 5-6 0,-3-1-10 15,2 11-12-15,-12-7-7 0,-3 3-3 0,0 1-53 16,-5 1-10-16,-6 1 0 0,-4 1 0 0,-11 8 0 15,4-8 0-15,-11 3 0 0,-4 1 0 0,-8 0 0 16,-3-3 0-16,-4-3 0 0,-9-1 0 0,3-7 0 16,-4-2 0-16,1 0 0 0,1-6 0 0,-6-2-46 15,7 4-166-15,-4-8-66 0,3-1-62 0,-2-2-77 16,-3-4-109-16,10-2-536 0,10-4-1151 0,-8-7 509 0</inkml:trace>
        </inkml:traceGroup>
      </inkml:traceGroup>
      <inkml:traceGroup>
        <inkml:annotationXML>
          <emma:emma xmlns:emma="http://www.w3.org/2003/04/emma" version="1.0">
            <emma:interpretation id="{A4CEE137-2F7C-4778-8C24-499EB5769122}" emma:medium="tactile" emma:mode="ink">
              <msink:context xmlns:msink="http://schemas.microsoft.com/ink/2010/main" type="line" rotatedBoundingBox="3624,15316 24715,13706 24952,16805 3860,18415"/>
            </emma:interpretation>
          </emma:emma>
        </inkml:annotationXML>
        <inkml:traceGroup>
          <inkml:annotationXML>
            <emma:emma xmlns:emma="http://www.w3.org/2003/04/emma" version="1.0">
              <emma:interpretation id="{5AB04F94-DFEA-4B9C-9F51-75CBD1356907}" emma:medium="tactile" emma:mode="ink">
                <msink:context xmlns:msink="http://schemas.microsoft.com/ink/2010/main" type="inkWord" rotatedBoundingBox="3624,15316 7067,15053 7263,17618 3820,17881"/>
              </emma:interpretation>
              <emma:one-of disjunction-type="recognition" id="oneOf17">
                <emma:interpretation id="interp33" emma:lang="" emma:confidence="1">
                  <emma:literal/>
                </emma:interpretation>
              </emma:one-of>
            </emma:emma>
          </inkml:annotationXML>
          <inkml:trace contextRef="#ctx0" brushRef="#br0" timeOffset="514037.9389">2319 14256 3350 0,'0'0'204'0,"0"0"-125"15,-31-9-12-15,31 9 37 0,-14-11 34 0,7 3 11 16,-2-2-14-16,9 10-6 0,-12-18-7 0,11 10-3 16,1 8-2-16,-7-18-7 0,7 18-6 0,2-14-10 15,-2 14-6-15,6-19-9 0,6 12-7 0,-1-5-8 0,2 4-5 16,6 0-5-16,-3 2-6 0,6-3-5 0,-1 7-2 15,0 2-8-15,2-5 0 0,4 9-6 16,-5-3 0-16,-1 5-8 0,0-1 0 0,-5 2-4 0,-2 3 4 16,1 2-15-16,-2 3 0 0,-5 3 2 0,-3 1-4 15,-2 7-2-15,0 1 6 0,-9 1-4 0,-6 0-1 16,-4 6 1-16,2-4-6 0,-5 4 0 0,-7 3-1 16,0-8-2-16,-6 2 1 0,0 0 1 0,3-5-1 15,-6 0 1-15,0-2 6 0,-1 0-2 0,11-6 1 16,-3-1 0-16,3-2-1 0,2-1 2 0,9-3-1 15,-1-3 0-15,1-1 3 0,4 2-3 0,10-9 0 16,-14 9 6-16,14-9-6 0,0 0 10 0,0 0 13 16,0 0 5-16,0 0-2 0,0 0 0 0,0 0-7 15,51-14 1-15,-33 8-3 0,9-2 0 0,5 4-4 16,-3-3 1-16,2 2-1 0,-1-3-5 0,4 2-4 0,-4 5-6 16,4-5-16-16,-5 1-26 0,-2 4-27 15,0-1-35-15,-1-3-37 0,-3 3-35 0,-3-2-39 0,0 1-42 16,0 3-59-16,-20 0-81 0,28-3-308 15,-28 3-765-15,24-2 338 0</inkml:trace>
          <inkml:trace contextRef="#ctx0" brushRef="#br0" timeOffset="514670.3435">2850 14383 5745 0,'0'0'92'0,"0"0"-68"15,0 0-21-15,38-8 3 0,-19 2-5 0,2 2 2 16,-3 1-5-16,9 0 4 0,0-2-4 0,-3 1 0 16,5 4 0-16,-1 4 2 0,-1-1-5 0,0 5 5 15,-3 0-2-15,-3-1 2 0,2 5-5 0,-9-2 0 16,-1 7-4-16,1 3 10 0,-6 4 1 0,-3 0-4 15,-5 2-2-15,-5 2 2 0,-1 3 1 0,-4-4-2 16,-9 8-1-16,-2 0 4 0,-1 0-3 0,1-10-1 16,-3 4 1-16,-2-9 3 0,4 2 4 0,-1-2-6 15,-4-1 1-15,11-7-3 0,-3-3 9 0,3 2-11 16,-1-3 4-16,0-1-7 0,7-3-4 0,10-4 5 16,-17 8-5-16,17-8 3 0,0 0 0 0,0 0 4 0,0 0-2 15,4-40 3-15,4 26-3 0,12-7 5 16,-3-2 1-16,12-10 8 0,-2 2-4 0,2-2 12 15,5-5 18-15,0 1 18 0,-2 1 31 0,-3-3 15 0,0 1-1 16,3 1-3-16,-8-1-9 0,5 4-10 0,-2 4-4 16,-3 0-6-16,-8 5-3 0,0 4-9 0,-3-4 0 15,1 3-7-15,-4 7-9 0,-2 3-1 0,0-5-3 16,-2 8-3-16,1 1 1 0,-7 8 1 0,8-11-2 16,-8 11 8-16,6-8-8 0,-6 8-5 0,0 0-3 15,0 0-3-15,0 0 0 0,0 0-8 0,-33 34 2 16,21-11 1-16,-5 3-2 0,1 13 4 0,-5 2-3 15,0 3-8-15,5 1 1 0,0 0-3 0,5-2 4 16,3 2 0-16,1-2-3 0,4 0 1 0,6-2-1 16,-3-2-1-16,7-7 0 0,1-2-1 0,11 3 2 15,-5-7 3-15,2 0 0 0,13 2 3 0,7-3-3 16,-9-10-3-16,2 3 0 0,1-5-4 0,13 6-12 0,4-8-24 16,-2 3-38-16,-5-6-44 0,-8-1-51 0,2-7-56 15,-4 0-48-15,2-3-57 0,-6 3-76 16,5-5-79-16,-12 1-349 0,0-4-903 0,-3-1 399 0</inkml:trace>
          <inkml:trace contextRef="#ctx0" brushRef="#br0" timeOffset="515185.8985">4252 14587 373 0,'-15'11'424'0,"15"-11"-23"16,0 0-14-16,0 0-11 0,0 0 7 0,0 0-5 15,0 0-11-15,0 0-20 0,50 7-23 0,-19-11-12 0,13 1-30 16,6-8-20-16,-3 6-29 0,2-2-17 16,1-1-22-16,5 1-22 0,-2 0-11 0,4 1-26 15,1-1-31-15,-3-1-45 0,-4 3-51 0,-4 3-57 0,-2-4-53 16,-12 3-54-16,-9-1-48 0,-3 3-42 0,-8-2-53 15,-13 3-58-15,0 0-72 0,13-8-247 0,-13 8-733 16,0 0 324-16</inkml:trace>
          <inkml:trace contextRef="#ctx0" brushRef="#br0" timeOffset="515400.3698">4374 14300 15 0,'-15'-6'405'0,"15"6"-47"0,-16-8-27 0,16 8-30 15,0 0-22-15,-19-4 0 0,19 4 5 0,0 0 0 16,-6 25-20-16,6-9-29 0,0 8-22 0,4 3-15 16,-2 1-8-1,1 17-19-15,-1 1-6 0,-1-1-28 0,6 0-17 0,-6 4-10 0,3-2-8 16,-3-1-10-16,4 3-23 0,-2 2-45 0,-3-8-52 16,7-1-50-16,-6 2-56 0,-1-2-80 0,5-4-86 15,-3-10-346-15,3-7-699 0,-2-6 310 0</inkml:trace>
          <inkml:trace contextRef="#ctx0" brushRef="#br0" timeOffset="516019.2888">4935 14482 70 0,'8'-11'516'0,"0"1"-67"15,-8 10-43-15,12-7-43 0,-12 7-28 0,0 0-19 0,0 0-23 16,0 0-8-16,9 31-11 0,-9-17-16 0,0 3-8 15,0 5-11-15,2 4-2 0,3 0-9 0,-1-3-11 16,4 1-18-16,-1-1-15 0,2 1-19 0,-2-5-12 16,1-4-13-16,0 4-13 0,6-4-10 0,1-2-10 15,2 0-13-15,1 0-4 0,3-3-1 0,0 1-17 16,8-3-7-16,-4-1-10 0,1-3-4 0,-5-1-2 16,1-3-7-16,2-2-3 0,-3-3-2 0,3-3-1 15,-8-1-2-15,4-1-3 0,0-6-3 0,-3-3-3 16,-3-3-1-16,4-4 5 0,-4 0 1 0,-4-4 13 15,3 3-1-15,-1 2-1 0,-7 2 12 0,2 5-4 16,-1-1 12-16,2 7-18 0,-2-6-3 0,-4 7-3 16,3 2 3-16,-5 9-7 0,6-14-5 0,-6 14-3 0,3-11 1 15,-3 11-10-15,0 0-2 0,0 0 2 0,-9 51-3 16,9-19 1-16,-7 12-2 0,4 1-3 0,-3 7-1 16,1 2 1-16,5 26 0 0,-6 0 2 0,6 3-2 15,0 0-3-15,3 4 10 0,-3 3-6 0,-3 0-8 16,7-1 4-16,-5-3 1 0,1 7-8 0,-5-8 2 15,0-6-6-15,4-1-12 0,-6-6-12 0,-1-14-7 16,-6 12-10-16,1-19 1 0,3 0-5 0,-3 0 4 16,-1-9 2-16,-5-1-1 0,3-4 0 0,1-11 6 15,1 1 5-15,-1-12 6 0,-1 4-9 0,5-7-3 16,1-4-7-16,-1-2-1 0,11-6 2 0,-29 5 1 0,29-5 6 16,-24-11 12-16,11 3 15 0,5-4 18 0,-4-6 10 15,5-6 7-15,1-5 13 0,3-2 0 0,1-13 7 16,4 2-6-16,-1-7-2 0,6-3 0 0,-1 0-7 15,2 0-5-15,13-24-9 0,-7 23-14 0,6-22-22 16,2 7-26-16,-6 17-21 0,3-18-29 0,-4 16-22 16,6 1-35-16,-4 6-36 0,10-20-8 0,-6 24-19 15,0 1-29-15,2 6-40 0,-9 7-35 0,5-7-30 16,7 2-54-16,-12 10-318 0,4 4-785 0,3-3 347 16</inkml:trace>
        </inkml:traceGroup>
        <inkml:traceGroup>
          <inkml:annotationXML>
            <emma:emma xmlns:emma="http://www.w3.org/2003/04/emma" version="1.0">
              <emma:interpretation id="{8AE853F0-B81F-48A7-A129-C83D0F284A58}" emma:medium="tactile" emma:mode="ink">
                <msink:context xmlns:msink="http://schemas.microsoft.com/ink/2010/main" type="inkWord" rotatedBoundingBox="7660,15660 12109,15320 12296,17771 7847,18111"/>
              </emma:interpretation>
              <emma:one-of disjunction-type="recognition" id="oneOf18">
                <emma:interpretation id="interp34" emma:lang="" emma:confidence="1">
                  <emma:literal/>
                </emma:interpretation>
              </emma:one-of>
            </emma:emma>
          </inkml:annotationXML>
          <inkml:trace contextRef="#ctx0" brushRef="#br0" timeOffset="516228.3682">6100 14782 436 0,'0'0'512'0,"0"0"-27"0,0 0-7 0,0 0 6 15,0 0 3-15,21 4-11 0,0-9-42 0,8-6-35 16,-1 3-37-16,16-2-28 0,-1 1-46 0,4-1-25 15,-1 1-28-15,2-4-25 0,-4 6-25 0,5-5-27 0,-4 7-35 0,-3-3-42 0,-7 6-46 16,-1-6-50-16,-4 4-54 0,-1-1-57 0,-1-2-54 16,-6 1-43-16,-4 5-48 0,-2-1-58 15,-16 2-68-15,0 0-413 16,9-12-876-16,-9 12 387 0</inkml:trace>
          <inkml:trace contextRef="#ctx0" brushRef="#br0" timeOffset="516431.4777">6206 14470 329 0,'-16'-4'431'16,"16"4"-9"-16,-19-7-28 0,19 7-13 0,-20-5-16 16,20 5-13-16,0 0-31 0,-16-3-17 0,16 3-8 15,0 0-14-15,0 0-20 0,0 0-24 0,20 36-18 16,-11-20-22-16,-1 6-21 0,3 2-11 0,-3 6-14 16,-3 9-14-16,0 2-17 0,0 4-5 0,1-5-19 0,-4 2-6 15,3-1-9-15,-8 2-7 0,1-1-12 0,2-4-8 16,-2 3-45-16,1-10-61 0,1-1-69 0,0-4-63 15,3 1-66-15,-6 4-74 0,6-10-97 0,-3 2-379 16,0-9-865-16,0-14 382 0</inkml:trace>
          <inkml:trace contextRef="#ctx0" brushRef="#br0" timeOffset="517163.7777">6756 14499 232 0,'0'0'484'0,"15"-10"-49"0,-15 10-27 0,21-7-13 16,-21 7-1-16,27-5-6 0,-11 1-24 15,5 2-25-15,4-3-35 0,6 2-24 0,-4-5-30 16,4 5-25-16,12-4-23 0,-14 6-17 0,3-4-19 0,-2 1-22 16,-1 1-9-16,-8-1-17 0,0 1-15 0,-5-1-5 15,-16 4-9-15,29-1-12 0,-29 1-10 0,16-1-15 16,-16 1-6-16,0 0-4 0,0 0-2 0,3 21-8 15,-9-6-4-15,-10 8-4 0,-4-1-1 16,-7 12 5-16,-3 0-14 0,1 7-4 0,-3 3-2 0,3-5-1 0,-3 6-3 16,-2-4 0-16,10 1 0 0,-2-4-2 0,4 2-4 0,3-6 4 15,9-9 0-15,-1 0-4 0,9-7 7 0,1-1-1 16,1 0 0-16,8-6 3 0,1 1-1 0,4-3 2 16,8-3 6-16,1-4-6 0,10-7-1 0,0 3 1 15,4-5 0-15,7-5 3 0,-1 1-1 0,3-4 8 16,4 0-3-16,-15-1 4 0,3-9 4 0,3-2 6 15,-16 12 10-15,10-11 11 0,-10 4 6 0,3-8 10 16,-6 7 9-16,2 0 10 0,-6 4 9 0,-1 0-9 16,-8 3 1-16,-1 7-6 0,-2 2-3 0,4 0-4 15,-9 7-5-15,8-13-10 0,-8 13-7 0,0 0 0 16,0 0-5-16,0 0-8 0,11 29 5 0,-9-1-8 16,0 15 1-16,-2 0-9 0,0 2 5 0,1 2-1 15,-1 26 3-15,5-19-12 0,-5 24 6 0,2 1-6 0,2-4 1 16,-4 8 12-16,4-9-19 0,0 8-5 0,-2-5 1 15,3 8 1-15,-5-7-2 0,-5 2-10 16,2-10 2-16,-2 6-5 0,-3-23-6 0,2 1-19 0,-12 19-10 16,4-20-13-16,-3 0-18 0,1 1-11 0,-8-4-14 15,-3-1-2-15,0-3-14 0,-2 3-1 0,0-6-7 16,-1 0-6-16,-2-5-1 0,1 2-2 0,-3-8 2 16,13-7 15-16,-15 1-1 0,12-11 11 0,-5 1 4 15,3-4 12-15,5-3 4 0,0-6 11 0,0-3 4 16,21 0 13-16,-37-9 12 0,23 1 20 0,0-3 18 15,6-6 15-15,1-12 15 0,7-15 7 0,0-1 0 16,13-27-4-16,6 0-8 0,4-10-11 0,7 3-8 16,14-42-7-16,-11 34-2 0,19-37-5 0,7-1 6 15,-11 42 13-15,-1 1 5 0,22-36 26 0,-21 40 26 16,8 4 6-16,-5 5-6 0,4 7-13 0,-4 8-37 16,-8 20-59-16,-6-3-79 0,7-2-71 0,5 10-74 0,1 3-73 15,0 1-99-15,0 1-409 0,-1 5-915 0,-1 0 405 16</inkml:trace>
          <inkml:trace contextRef="#ctx0" brushRef="#br0" timeOffset="517633.7721">8619 14871 4378 0,'-51'19'401'0,"-1"-4"-310"0,4 1-13 16,19-8-6-16,4 2 12 0,8-5 23 0,3 2 30 15,6 0 23-15,8-7 10 0,-8 11 9 0,8-11-2 0,0 0-3 16,32 13-9-16,13-11-12 0,2-4-15 16,9 3-21-16,3-11 0 0,23 3-21 0,-2-8 1 0,5 3-20 0,-26 4-21 15,27-6-31-15,-29 2-49 0,-1 5-58 0,2-1-67 16,-2-2-81-16,0 1-58 0,1 2-80 0,-9 1-101 16,5 5-472-16,-2-5-1017 0,2 6 451 0</inkml:trace>
          <inkml:trace contextRef="#ctx0" brushRef="#br0" timeOffset="517441.7743">8773 14660 456 0,'0'0'591'0,"0"0"-43"16,0 0-23-16,0 0 4 0,0 0 4 0,0 0-12 0,0 0-20 16,0 0-37-16,64-1-44 0,-32-4-43 0,16 4-34 15,-3-5-36-15,5 3-43 0,3-1-27 0,1-2-62 16,1 0-67-16,-2-2-93 0,-3 1-77 0,-2 0-89 15,2-1-99-15,-10 0-80 0,-11 4-92 0,-7 3-102 16,-6-2-339-16,-3-4-934 0,-13 7 413 0</inkml:trace>
          <inkml:trace contextRef="#ctx0" brushRef="#br0" timeOffset="518191.1011">10517 14380 220 0,'-7'-12'523'0,"1"-2"-44"0,3 2-35 16,-5 1-15-16,-3-3-10 0,3 2-8 0,-5 2-30 16,3 1-21-16,-6 2-28 0,2 0-34 15,-1 2-30-15,15 5-26 0,-38 0-16 0,15 5-12 0,2 1-12 16,-3 2-11-16,-1 0-22 0,2 7-17 0,-4-1-15 16,4 3-6-16,7 4-18 0,-6-2-7 0,4 3-15 15,4 1-10-15,1-1-2 0,3 1-8 0,4 0-11 16,4 0-4-16,-2 3-4 0,8-4-9 0,0 1-4 15,2-5 4-15,0 1-16 0,2 0 5 16,5-4-5-16,0-1 2 0,3 1-6 0,-1-6-4 0,2 0-6 16,1-3-2-16,3-2-1 0,-2-2-7 0,-19-2-1 15,38-2 1-15,-18-3-6 0,1-6 6 0,-4 0-3 16,2-5 0-16,2-5 0 0,-5 2 3 0,0-7 0 16,-3 2 4-16,2-5-4 0,-2 1 4 0,-4 2 15 15,2 1 19-15,-4 2 16 0,-1 4 6 0,4 0 16 0,-4 5 28 16,-3-2 17-16,2 7 5 0,-5 9-4 0,5-20 5 15,-5 20-100-15,3-12-30 0,-3 12 0 16,0 0 0-16,0 0 0 0,0 0 0 0,0 0 0 0,15 58 0 16,-12-11 0-16,-3 6 0 0,3 20 0 0,-3 1 0 15,0 2 0-15,-6 1 0 0,3 6 0 0,-2-2 0 16,0 5 0-16,2-1 0 0,-4 1 0 0,-2-5 0 16,-3-1 0-16,-2-8 0 0,1 1 0 0,5-19 0 15,-5-1 0-15,4-3 0 0,1-3 0 0,-4-5 0 0,4-3 0 16,0-13 0-16,5-8 0 0,-3-2 0 15,1-2 0-15,5-3 0 0,0-11 0 0,-5 13 0 16,5-13 0-16,0 0 0 0,0 0-392 0,0 0-909 0,-10-39-1407 16,12 14 623-16</inkml:trace>
        </inkml:traceGroup>
        <inkml:traceGroup>
          <inkml:annotationXML>
            <emma:emma xmlns:emma="http://www.w3.org/2003/04/emma" version="1.0">
              <emma:interpretation id="{69C91E48-2344-4C07-B7A5-CC63EA7055DE}" emma:medium="tactile" emma:mode="ink">
                <msink:context xmlns:msink="http://schemas.microsoft.com/ink/2010/main" type="inkWord" rotatedBoundingBox="16600,14533 23476,14008 23646,16236 16770,16761"/>
              </emma:interpretation>
              <emma:one-of disjunction-type="recognition" id="oneOf19">
                <emma:interpretation id="interp35" emma:lang="" emma:confidence="1">
                  <emma:literal/>
                </emma:interpretation>
              </emma:one-of>
            </emma:emma>
          </inkml:annotationXML>
          <inkml:trace contextRef="#ctx0" brushRef="#br0" timeOffset="546098.9996">17260 13722 69 0,'0'0'446'15,"0"0"-21"-15,0 0-20 0,0 0-30 0,-16-4-15 16,16 4-2-16,0 0-17 0,0 0-15 0,0 0-16 16,82-2-17-16,-34-10-15 0,3 5 0 0,10-6-12 15,-1-1-1-15,18 0-26 0,-22 2-28 0,2 0-24 16,-2 2-27-16,-3-5-34 0,0 5-33 0,-10-2-45 15,1 0-44-15,-15 4-40 0,-7-2-38 16,-1 2-51-16,-5 1-26 0,2 0-32 0,-18 7-38 0,9-9-41 16,-9 9-58-16,8-8-71 0,-8 8-293 0,0 0-740 15,0 0 328-15</inkml:trace>
          <inkml:trace contextRef="#ctx0" brushRef="#br0" timeOffset="546350.4161">17488 13274 390 0,'-16'-7'413'0,"3"0"-12"15,13 7-14-15,-21-9-22 0,21 9-33 0,-13-5-36 16,13 5-8-16,0 0-11 0,0 0-8 0,0 0 4 16,3 42-7-16,2-18-6 0,2 4-9 0,6 10-6 15,1 0-17-15,-3 5-19 0,-1-1-20 0,-1 4-16 16,3-1-17-16,-4 1-16 0,3-2-16 0,0-1-10 15,0 2-9-15,-7-2-17 0,13 3-9 0,-14-5-31 0,4-8-31 16,-6-4-40-16,6 2-47 0,-7-2-53 0,8-3-43 16,-2-9-63-16,-1 1-64 0,-2-1-70 0,4-2-92 15,-7-8-323-15,0-7-841 0,14 11 373 0</inkml:trace>
          <inkml:trace contextRef="#ctx0" brushRef="#br0" timeOffset="545302.9628">15038 13537 112 0,'0'0'451'0,"0"0"-12"0,0 0-17 0,0 0 1 15,-10-45-9-15,10 45-25 0,4-19-32 0,-4 19-36 16,3-16-32-16,0 4-30 0,7 4-23 0,-4-3-21 16,2-1-26-16,0 5-20 0,-2-2-13 0,7-1-18 15,-3 1-13-15,11 1-13 0,-10-1-11 0,0 2-10 0,7 0-8 16,-2 3-7-16,-2-2-6 0,1 1 0 0,-1-3-5 16,1 4 2-16,-15 4-4 0,25-7-7 0,-13 3-4 15,-12 4-3-15,27-3 2 0,-27 3-3 0,35 3-6 16,-14-1 1-16,-5 5-5 0,3 2-4 0,4 7-4 15,2 1-1-15,-2 3-3 0,-2 4-3 0,-4 1-2 16,11 8 2-16,-6-1-6 0,-7-3 0 0,-1 9-2 16,-3-8-3-16,-9 0-2 0,3-1-2 0,-5 2 1 15,-10-2 0-15,2 1 0 0,-6-3 0 0,-1 10-2 16,-6-12-2-16,-8 3 1 0,7-2-1 0,-5 1 3 16,3-5-1-16,1-3-4 0,-4-2 1 0,1 0 0 15,-3 0-2-15,7-1 0 0,6-8 2 0,-3 4-1 0,4-1 1 16,-1-3-1-16,8-2 2 0,8-6-3 0,-14 12-3 15,14-12 2-15,-13 8 2 0,13-8-3 0,0 0 3 16,-11 6 2-16,11-6 5 0,0 0 12 0,0 0 8 16,0 0 4-16,0 0 1 0,38-26-3 0,-14 13 2 15,-6 1-4-15,6-1 0 0,13-8 3 0,4 2 2 16,3 1-2-16,-1-6-3 0,8 6-3 0,-2 2-2 16,5 2-3-16,-1 2-2 0,-10-6-7 0,10 10-7 15,0-6-5-15,-5 7-19 0,-4-8-24 0,-3 6-34 16,-8 6-36-16,-6-8-52 0,2 3-49 0,-10 0-52 15,2 1-51-15,-5 1-58 0,0-1-76 0,-8 1-407 16,-8 6-928-16,11-13 411 0</inkml:trace>
          <inkml:trace contextRef="#ctx0" brushRef="#br0" timeOffset="545849.7664">16166 13533 110 0,'-3'-13'374'0,"3"13"-19"0,4-14-23 0,-4 14-25 16,8-16-21-16,5 2-24 0,2 9-16 0,-1-3-28 15,7 1-22-15,-5-2-18 0,11 2-21 0,2 1-10 16,-5 3-15-16,-3 5-14 0,-21-2-16 0,43 4-3 16,-12 3-10-16,-13 1-15 0,7-1-3 0,-7 5 0 0,-4-1-10 15,-1 2 0-15,0 3-6 0,1 5-9 16,-6 1 2-16,0 4-3 0,-3-2-3 0,-5 1-5 15,4 2-9-15,-4-1-4 0,-4 3 3 0,-1-1 5 0,-3 0-8 16,2-1-1-16,0-3-10 0,-4 1 0 0,-3 1 3 16,0-3-3-16,5-4-8 0,0-1 4 0,-5-3 6 15,5-1-4-15,-1-1-3 0,-1-6 11 0,10-7-12 16,-9 15 3-16,9-15-5 0,-10 8-1 0,10-8 0 16,0 0 1-16,0 0-2 0,0 0-1 0,0 0-3 15,2-45 3-15,6 23-5 0,1-4 3 0,4-5-12 16,3-6 1-16,3 2-4 0,2-3 0 0,-5-4-7 15,3 9 2-15,2-3-3 0,-5 2 6 0,4-4-2 16,-9 12 4-16,2-4-6 0,-5 2 9 0,1 1 0 16,-4-1 1-16,5 2 10 0,-1 12-1 0,-4-3 13 15,-2 3-7-15,-1 6 26 0,-2 8-7 0,5-18-4 0,-5 18 0 16,0 0 6-16,0 0-5 0,-13-7 3 0,13 7 1 16,0 0 2-16,-30 30 3 0,15-9 5 0,1 3 3 15,-6 16 1-15,9-6 0 0,0 4-2 0,3 5-3 16,1-4-7-16,4 3 0 0,3 2-5 0,3-5-3 15,9 5-2-15,2-5-6 0,-3-10-14 0,4 9-17 16,6-1-10-16,4-8-18 0,-2-6-11 0,1-1-34 16,3-8-27-16,2 2-40 0,-2-3-50 0,1-1-68 15,-1-8-62-15,-1-1-264 0,1-4-653 0,2-3 290 16</inkml:trace>
          <inkml:trace contextRef="#ctx0" brushRef="#br0" timeOffset="547069.1207">18250 13419 484 0,'0'0'449'0,"0"0"-27"0,0 0-22 16,0 0-9-16,0 0-12 0,24 34-16 0,-21-16-18 15,0 1-25-15,4 2-18 0,-2 4-13 0,-2-2-19 16,5 3-13-16,-3-1-18 0,-2-6-14 0,2 4-19 15,1-4-18-15,-3 2-18 0,4-4-11 0,-1-3-22 16,1 0-7-16,1-5-16 0,-2 3-11 0,7 0-11 16,0-3-8-16,-2-3-8 0,-11-6-6 0,35 0-8 15,-35 0-5-15,37-6-4 0,-11-5-7 0,-10 1-6 0,6-6-12 16,4-3-3-16,-5-5-6 0,3-5-5 16,0-3-6-16,-6-7-5 0,1-1 0 0,-5 1-1 15,-1 2 1-15,-8 7-2 0,5 1 3 0,-6 2 1 0,3 1 9 16,-1 3 2-16,-4 4 7 0,3 4 11 0,-4 0 6 15,-1 4 4-15,5-1 1 0,-5 12-14 0,0 0-1 16,2-11-1-16,-2 11 4 0,0 0-1 0,0 0 1 16,-7 64 10-16,6-20 8 0,-6 4 16 0,7 4 3 15,0 3 6-15,-3 23 3 0,0 1 4 0,1-4 11 16,2 4-6-16,-5-3-15 0,4 3-47 0,-2-1-26 16,-1 0 0-16,-4 5 0 0,5-7 0 0,-7 0 0 15,7 2 0-15,-5-1 0 0,3-22 0 0,-7 15 0 0,4-17 0 16,-5-1 0-16,5 1 0 0,-2-4 0 0,4 0 0 15,-2-4 0-15,-4-2 0 0,4-5 0 0,-1-2 0 16,2-8 0-16,-1 3 0 0,-3-2 0 0,8-10 0 16,-7 5 0-16,7-5 0 0,-3-3 0 0,1 1 0 15,0-6 0-15,0-5 0 0,5-6 0 0,-9 16 0 16,9-16 0-16,-7 5 0 0,7-5 0 0,0 0 0 16,0 0 0-16,0 0 0 0,0 0 0 0,-32-28 0 15,24 11 0-15,2 0 0 0,-2-8 0 0,1 2 0 16,7-9 0-16,-1-7 0 0,-1-1 0 0,2-2 0 15,3 1 0-15,4 3 0 0,1-3 0 0,0-1 0 16,1 1 0-16,6 1 0 0,2-2 0 0,3-3 0 16,-3 3 0-16,4-2-30 0,0 2-78 0,5-3-14 15,-2 1-25-15,-2-2-34 0,2 0-37 0,0 3-29 0,2-4-32 16,-4 6-23-16,-4-4-27 0,0 7-29 0,-1 0-21 16,-4 3-20-16,8-3-23 0,-11 16-357 0,-4-2-843 15,2-1 373-15</inkml:trace>
          <inkml:trace contextRef="#ctx0" brushRef="#br0" timeOffset="547337.9313">19214 13585 55 0,'-30'0'502'16,"30"0"-11"-16,0 0-18 0,0 0-10 0,0 0-17 15,-18-5-27-15,18 5-33 0,0 0-30 0,0 0-28 16,0 0-19-16,0 0-18 0,50-9-16 0,-21 3-12 16,4 0-16-16,17-3-9 0,0-2-9 0,3 4-22 15,4-1-21-15,0 0-18 0,-3 1-24 0,-2-2-29 16,-3 3-38-16,-1 2-47 0,-9-4-42 0,-10 2-47 15,-2 5-50-15,-8-2-39 0,-1 2-31 0,0-6-37 16,-18 7-23-16,17-5-25 0,-17 5-36 0,0 0-35 0,11-10-40 16,-11 10-44-16,0 0-256 0,0 0-729 15,0 0 323-15</inkml:trace>
          <inkml:trace contextRef="#ctx0" brushRef="#br0" timeOffset="547572.2821">19493 13217 168 0,'-14'-4'430'0,"-2"-4"-7"0,16 8-11 0,-19-9-16 16,19 9-29-16,-15-8-30 0,15 8-27 0,0 0-18 16,0 0-9-16,0 0-10 0,-13 28 0 0,13-12-13 15,0 12-13-15,5 0-12 0,-3 13-14 0,4 4-13 16,-1 0-18-16,3 4-17 0,-5 0-16 0,4-4-15 16,-9 6-17-16,8-5-9 0,4 4-19 0,-4-6-7 0,-4-1-17 15,4 0-24-15,-2-1-32 0,-1-6-34 16,-6-5-41-16,3-2-44 0,3-5-58 0,-3-5-41 15,0-5-48-15,-3 3-66 0,-1 1-70 0,8-8-97 0,-4-10-251 16,0 0-794-16,0 0 352 0</inkml:trace>
          <inkml:trace contextRef="#ctx0" brushRef="#br0" timeOffset="548150.3679">20077 13299 518 0,'0'0'510'15,"0"0"-46"-15,0 0-41 0,0 0-30 0,0 0-10 0,0 0-13 16,16-3-15-16,-16 3-29 0,0 0-34 0,50 4-29 16,-21-2-25-16,6-4-25 0,9 2-20 0,-1-1-21 15,-11 1-15-15,13-6-16 0,-15 1-15 0,4 5-13 16,-3-4-11-16,-3-3-8 0,3 4-13 0,-13 3-8 15,-18 0-5-15,33-5-6 0,-33 5-8 0,16 0-2 16,-16 0-9-16,0 0-4 0,0 0-2 0,20 11-4 16,-20-11-2-16,-5 16-2 0,3 0-6 0,-6 0 2 15,-5 8-5-15,0-2 0 0,-9 16-2 0,-2-5-6 16,-7 5-1-16,1 0 3 0,-5 0-5 0,4 2 2 16,-6-1-2-16,2 5 0 0,-4-6-2 0,6-4 4 15,-6 3-5-15,10-6 5 0,-6 6-7 0,6-4 2 16,5-1-1-16,-2-7 0 0,4 7 1 0,6-8-1 15,3-7-2-15,3-7-1 0,4 6 1 0,-2-2 2 16,5-4 1-16,3-10 0 0,0 18 3 0,0-18 2 0,8 12 1 16,1-5 1-16,-9-7-2 0,20 12 1 0,-1-11 2 15,2 1 1-15,-21-2-2 0,48-8 2 0,-19 2 0 16,1 2 7-16,15-7-1 0,0-1 2 0,2 1 14 16,2 3 14-16,0-6-4 0,2 9-3 0,7-6-9 15,-4 6-4-15,-1-4-10 0,2 1-25 0,-10 2-36 16,1 0-49-16,-11 6-52 0,-2 0-56 0,-1-3-54 15,-3 0-55-15,-12 2-63 0,-17 1-71 0,26-5-95 16,-26 5-269-16,0 0-870 0,22-7 385 0</inkml:trace>
          <inkml:trace contextRef="#ctx0" brushRef="#br0" timeOffset="548541.9842">21305 13725 242 0,'-13'7'426'0,"5"3"-22"0,8-10 1 0,-8 12 7 0,8-12 7 15,0 0-16-15,0 0-27 0,35 11-29 0,-4-13-31 16,2-3-26-16,14 0-20 0,6-4-19 16,-4 0-15-16,4-4-13 0,4 2-25 0,-3-3-22 0,-6 2-40 15,-1 4-63-15,-17 1-87 0,2 1-79 0,-3-2-80 16,-8 4-93-16,-2 1-119 0,-1 1-394 0,-18 2-844 15,24-2 374-15</inkml:trace>
          <inkml:trace contextRef="#ctx0" brushRef="#br0" timeOffset="548369.1375">21353 13509 4463 0,'0'0'384'0,"0"0"-214"0,0 0-46 0,0 0-35 15,0 0-10-15,0 0 10 0,0 0 34 0,0 0-12 16,0 0-13-16,75-19-13 0,-32 11-7 0,1-1-9 15,-3 0-10-15,3 1-15 0,6-3-18 0,-9 6-28 16,-10-2-30-16,1 0-41 0,-8 0-38 0,5 2-35 16,-8-2-29-16,-4-1-20 0,-2 2-24 0,-1 1-21 15,-3-2-17-15,-11 7-15 0,0 0-23 0,15-10-43 16,-15 10-285-16,0 0-675 0,0 0 299 0</inkml:trace>
        </inkml:traceGroup>
        <inkml:traceGroup>
          <inkml:annotationXML>
            <emma:emma xmlns:emma="http://www.w3.org/2003/04/emma" version="1.0">
              <emma:interpretation id="{53106306-4189-401D-9125-EEB51D241082}" emma:medium="tactile" emma:mode="ink">
                <msink:context xmlns:msink="http://schemas.microsoft.com/ink/2010/main" type="inkWord" rotatedBoundingBox="24094,14256 24753,14205 24890,15995 24231,16045"/>
              </emma:interpretation>
              <emma:one-of disjunction-type="recognition" id="oneOf20">
                <emma:interpretation id="interp36" emma:lang="" emma:confidence="0.5">
                  <emma:literal>9</emma:literal>
                </emma:interpretation>
                <emma:interpretation id="interp37" emma:lang="" emma:confidence="0">
                  <emma:literal>q</emma:literal>
                </emma:interpretation>
                <emma:interpretation id="interp38" emma:lang="" emma:confidence="0">
                  <emma:literal>g</emma:literal>
                </emma:interpretation>
                <emma:interpretation id="interp39" emma:lang="" emma:confidence="0">
                  <emma:literal>7</emma:literal>
                </emma:interpretation>
                <emma:interpretation id="interp40" emma:lang="" emma:confidence="0">
                  <emma:literal>,</emma:literal>
                </emma:interpretation>
              </emma:one-of>
            </emma:emma>
          </inkml:annotationXML>
          <inkml:trace contextRef="#ctx0" brushRef="#br0" timeOffset="549160.6619">22976 13226 33 0,'-1'-19'434'16,"2"-1"-34"-16,-1 4-12 0,0-2 10 0,-1 1-6 16,1 1-33-16,-5-1-12 0,-3-1-14 0,2 8-9 15,4-2-12-15,2 12-16 0,-13-20-22 0,3 13-23 16,10 7-22-16,-32-11-10 15,13 10-14-15,-7 2-9 0,-4 10-12 0,1 1-9 0,0 3-10 16,0 4-11-16,-4 3-9 0,-1 4-9 0,3 3-8 16,11-9-7-16,-1 2-10 0,5 3-13 0,-2-3-15 15,4 4-4-15,6-1-9 0,1-2-6 0,7-4 4 0,-1 1-20 16,2-1-6-16,4-1-2 0,3-2-1 16,0 1-5-16,0-6-4 0,8-1-9 0,-5 4-2 15,9-8-6-15,-4-2 0 0,3 3-3 0,-3-7-1 0,13-1 0 16,-2-6-6-16,-3-2-3 0,3-4 0 0,1 0 0 15,1-6-5-15,-4 2 1 0,4-13 3 0,2 1 0 16,-7-2-4-16,-3 8 3 0,-1-3 3 0,6-6 4 16,-8 6 12-16,3 2 18 0,-4 0 20 0,1-1 10 15,-5 5 11-15,0 0 11 0,-4 2 6 0,-1 2 12 16,3 4-1-16,-3 3-39 0,-8 9-65 0,8-15 0 16,-8 15 0-16,8-6 0 0,-8 6 0 0,0 0 0 0,12 40 0 15,-4 2 0-15,-2 4 0 0,-3 24 0 0,-1 9 0 16,3 0 0-16,-5 10 0 0,1 0 0 15,-1 37 0-15,0-32 0 0,-3-3 0 0,-2 1 0 0,2 1 0 16,-3-7 0-16,-1 1 0 0,-1-3 0 0,-5-8 0 16,1 1 0-16,4-24 0 0,1-4 0 0,-2 2 0 15,-3-8 0-15,9-1 0 0,-2-14 0 0,-1-4 0 16,6-2 0-16,-2-10 0 0,1-1 0 0,1-11 0 16,-5 15 0-16,5-15 0 0,0 0 0 0,0 0 0 15,0 0 0-15,0 0-36 0,22-45-604 0,-17 21-110 16,3-12-378-16,-1-7-1221 0,1-1 540 0</inkml:trace>
        </inkml:traceGroup>
      </inkml:traceGroup>
    </inkml:traceGroup>
  </inkml:traceGroup>
</inkml:ink>
</file>

<file path=ppt/ink/ink27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1T05:19:26.949"/>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29E0B02E-5942-4DEB-B741-BC5FC1569F9D}" emma:medium="tactile" emma:mode="ink">
          <msink:context xmlns:msink="http://schemas.microsoft.com/ink/2010/main" type="inkDrawing" rotatedBoundingBox="3835,577 3878,4326 3315,4332 3272,584" semanticType="verticalRange" shapeName="Other">
            <msink:sourceLink direction="with" ref="{6C4E0657-1A1A-477E-8018-6D384E186F9A}"/>
            <msink:sourceLink direction="with" ref="{3A933EBD-6326-42B5-9E9A-712E6CDC595B}"/>
          </msink:context>
        </emma:interpretation>
      </emma:emma>
    </inkml:annotationXML>
    <inkml:trace contextRef="#ctx0" brushRef="#br0">110 263 352 0,'-1'-25'395'0,"-4"-1"-9"0,3 2-15 0,-1 0 0 0,0 0 5 16,1 8 7-16,2-2 1 0,-4-1-17 0,2 4-9 15,2 0-11-15,2 3-25 0,-2 12-11 0,-2-19-31 16,2 19-10-16,-2-14-31 0,2 14-23 0,0 0-18 16,-6-12-19-16,6 12-17 0,0 0-16 0,0 0 11 15,-13 45-11-15,5-7-3 0,2 5 9 0,-2 9 5 16,0 19-7-16,1 3 2 0,6 7-2 0,-4-1-1 16,3 3-6-16,2 3-4 0,0 8 0 0,2 33-138 15,-2-40-1-15,5 3 0 0,-10 39 0 0,5-32 0 0,-2 38 0 16,4-42 0-16,-9 36 0 0,20-5 0 15,-18-31 0-15,4 32 0 0,-2-39 0 0,4 3 0 16,-1-2 0-16,-6-5 0 0,12 5 0 0,-6-8 0 0,-6 3 0 16,6 0 0-16,-2-8 0 0,-4-1 0 0,7-2 0 15,-2-14 0-15,1-2 0 0,1 14 0 0,-2-17 0 16,1-2 0-16,-2-3 0 0,4-1 0 0,-2-4 0 16,1-1 0-16,-1-3 0 0,2-8 0 0,-2-1 0 15,5-2 0-15,-5-8 0 0,0 1 0 0,1-3 0 16,3 2 0-16,-1-4 0 0,2-1 0 0,-9-3 0 15,4-11 0-15,4 24 0 0,-3-16 0 0,-1-8 0 16,5 18 0-16,-5-18 0 0,-3 14 0 0,3-14 0 16,0 0 0-16,3 13 0 0,-3-13 0 0,0 0 0 15,-5 13 0-15,5-13 0 0,0 0 0 0,0 0 0 16,0 0 0-16,-1 12 0 0,1-12 0 0,0 0 0 0,0 0 0 16,0 14 0-16,0-14 0 0,0 0 0 0,0 0 0 15,0 0 0-15,-5 12 0 0,5-12 0 0,0 0 0 16,0 0 0-16,0 0 0 0,-8 8 0 0,8-8 0 15,0 0 0-15,0 0 0 0,-7 12 0 0,7-12 0 16,0 0 0-16,0 0 0 0,0 0 0 0,0 0 0 16,0 0 0-16,0 0 0 0,-9 9 0 0,9-9 0 15,0 0 0-15,0 0 0 0,0 0 0 0,0 0 0 16,0 0 0-16,0 0 0 0,0 0 0 0,29 10 0 16,-29-10 0-16,37 0 0 0,-18 0 0 0,6 3-26 15,3 3-212-15,5-6-43 0,14 5-42 0,1-10-37 0,2 2-37 16,0 3-50-16,4-7-65 0,-14 3-423 0,15-3-1012 15,-7-4 448-15</inkml:trace>
  </inkml:traceGroup>
</inkml:ink>
</file>

<file path=ppt/ink/ink27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1T05:19:36.703"/>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0ACA778C-C74E-4E04-AFB0-BB5E5D7FE8BD}" emma:medium="tactile" emma:mode="ink">
          <msink:context xmlns:msink="http://schemas.microsoft.com/ink/2010/main" type="inkDrawing" rotatedBoundingBox="4479,2445 4733,3153 4239,3330 3985,2622" hotPoints="4534,3257 4153,3023 4245,2585 4626,2819" semanticType="enclosure" shapeName="Ellipse"/>
        </emma:interpretation>
      </emma:emma>
    </inkml:annotationXML>
    <inkml:trace contextRef="#ctx0" brushRef="#br0">2753 1327 157 0,'-8'-7'367'0,"8"7"-2"0,0 0-2 0,-14-11-11 15,14 11-2-15,-13-5-18 0,13 5-21 16,0 0-17-16,0 0-13 0,0 0-13 0,-43 18-14 15,30-8-5-15,3 5-6 0,-4 5-14 0,1 0-10 0,-1 4-13 16,-1 1-11-16,1 2-7 0,4 1-14 0,-4 7-20 16,2-5-9-16,4 7-11 0,7 1-15 0,-4-7-3 15,5-2-13-15,-2 4-13 0,4 5-6 0,0-12-13 16,9 3-3-16,-3-3-4 0,6-2-7 0,-1 3-3 16,5-4-5-16,6 2-3 0,0-10-3 0,5 2-2 15,-2 1-1-15,0-8 2 0,2 1-7 0,-2-3 6 16,2-3-3-16,2-3 4 0,-4-2 3 0,0 0-3 15,2-7 6-15,-11 5-1 0,3-4 1 0,-5-5 14 16,3 3-14-16,-3-6-3 0,-2-1-4 0,-1-1 1 16,-5-3-3-16,4-4 0 0,-4-5-2 0,-5-2-8 15,0 2-2-15,-8-12-7 0,-3 0 5 0,0-3-5 16,-6 2-8-16,-6 0-2 0,4 2-5 0,-4 3-13 16,-3 2-10-16,4 11-9 0,-4-3-7 0,4 8-13 0,-3-1-17 15,-1 4-17-15,1 3-10 0,1 4-19 0,0 7-29 16,0 1-41-16,21 0-41 0,-35 9-35 0,22 2-49 15,-1 4-66-15,4 1-83 0,-3 6-446 0,10-3-975 16,5-4 431-16</inkml:trace>
  </inkml:traceGroup>
</inkml:ink>
</file>

<file path=ppt/ink/ink27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1T05:19:40.349"/>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89CFCFBF-C5E2-4768-B8DB-6E35C691C158}" emma:medium="tactile" emma:mode="ink">
          <msink:context xmlns:msink="http://schemas.microsoft.com/ink/2010/main" type="inkDrawing" rotatedBoundingBox="14116,361 14296,4755 12751,4818 12571,424" semanticType="verticalRange" shapeName="Other">
            <msink:sourceLink direction="with" ref="{6C4E0657-1A1A-477E-8018-6D384E186F9A}"/>
            <msink:sourceLink direction="with" ref="{3A933EBD-6326-42B5-9E9A-712E6CDC595B}"/>
          </msink:context>
        </emma:interpretation>
      </emma:emma>
    </inkml:annotationXML>
    <inkml:trace contextRef="#ctx0" brushRef="#br0">348 82 124 0,'-15'-6'369'16,"15"6"-4"-16,-12-5-20 0,12 5-14 0,0 0-16 16,0 0-25-16,-8-10-18 0,8 10-23 0,0 0-5 15,0 0 6-15,0 0-11 0,54-4-7 0,-22 4-14 16,13-1-6-16,2 1-13 0,2 0-9 0,8-4 11 0,-6 4-11 15,7-3-17-15,-2 0-15 0,-2 0-16 0,-2-1-10 16,2 0-13-16,-7 3-12 0,1 1-9 16,-14 0-9-16,-2-3-5 0,1 2-7 0,-4 1-7 15,-6 0-5-15,-2 0-3 0,-1 1-6 0,-2 2 3 0,1 0-11 16,-19-3 0-16,23 13 9 0,-10-2 13 16,-4 4 3-16,7 8 7 0,-6 6 9 0,3 14 11 15,-4 4-1-15,-1 28 12 0,0 8-16 0,-3 3 21 0,3 50-2 16,0-5 6-16,-1 6-1 0,-1 1 5 0,-1 5-2 15,-2 6 0-15,8 6 4 0,-1 8-94 0,-2 0-32 16,5 6 0-16,-5-2 0 0,6-3 0 0,-1-13 0 16,-6 4 0-16,-1-1 0 0,2-12 0 0,-6-13 0 15,-2 2 0-15,0-41 0 0,0 4 0 0,0-5 0 16,-2 1 0-16,-4-4 0 0,-1-6 0 0,4-4 0 16,-3-1 0-16,-2-20 0 0,-2-1 0 0,5 2 0 15,-1-1 0-15,1-6 0 0,-3 1 0 0,0-9 0 16,3-10 0-16,5-3 0 0,0 0 0 0,-3-4 0 15,0-7 0-15,-1 1 0 0,4-3 0 0,0-5 0 0,0-10 0 16,4 16 0-16,-4-16 0 0,-2 13 0 16,2-13 0-16,0 0 0 0,-2 11 0 0,2-11 0 15,0 0 0-15,0 0 0 0,0 18 0 0,0-18 0 0,0 0 0 16,0 0 0-16,0 0 0 0,0 0 0 0,0 0 0 16,0 0 0-16,-11 8 0 0,11-8 0 0,-43-4 0 15,12 1 0-15,-23-2 0 0,-6-2 0 0,-29-7 0 16,-4 1 0-16,-44-9 0 0,44 11 0 0,8-7 0 15,-11 4 0-15,-4 1 0 0,9-6 0 0,8-2 0 16,2 7 0-16,-2-2-372 0,9-4-932 0,18-3-1412 16,8 3 625-16</inkml:trace>
  </inkml:traceGroup>
</inkml:ink>
</file>

<file path=ppt/ink/ink27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3T08:04:36.132"/>
    </inkml:context>
    <inkml:brush xml:id="br0">
      <inkml:brushProperty name="width" value="0.06667" units="cm"/>
      <inkml:brushProperty name="height" value="0.06667" units="cm"/>
      <inkml:brushProperty name="color" value="#FF0000"/>
      <inkml:brushProperty name="fitToCurve" value="1"/>
    </inkml:brush>
  </inkml:definitions>
  <inkml:trace contextRef="#ctx0" brushRef="#br0">1 23 6 0,'0'0'398'0,"0"0"13"0,0 0 15 15,0 0-3-15,-14 7 5 0,14-7-4 0,0 0-4 16,0 0-10-16,0 0-9 0,0 0-25 0,0 0-17 16,0 0-27-16,0 0-20 0,0 0-35 0,0 0-27 15,0 0-10-15,0 0-36 0,0 0-17 0,0 0-22 16,0 0-8-16,0 0-23 0,0 0-24 0,0 0-9 16,0 0-27-16,0 0-43 0,0 0-45 0,0 0-65 15,0 0-93-15,0 0-84 0,0 0-88 0,0 0-99 16,0 0-105-16,0 0-319 0,-2-30-939 0,2 30 415 0</inkml:trace>
</inkml:ink>
</file>

<file path=ppt/ink/ink28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3T08:04:39.929"/>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9D577D49-2113-4455-9B35-5FE044950150}" emma:medium="tactile" emma:mode="ink">
          <msink:context xmlns:msink="http://schemas.microsoft.com/ink/2010/main" type="writingRegion" rotatedBoundingBox="83,-362 32488,-382 32497,13948 91,13967"/>
        </emma:interpretation>
      </emma:emma>
    </inkml:annotationXML>
    <inkml:traceGroup>
      <inkml:annotationXML>
        <emma:emma xmlns:emma="http://www.w3.org/2003/04/emma" version="1.0">
          <emma:interpretation id="{2DD688A7-3448-4249-97D7-9FC2FB77BCCB}" emma:medium="tactile" emma:mode="ink">
            <msink:context xmlns:msink="http://schemas.microsoft.com/ink/2010/main" type="paragraph" rotatedBoundingBox="83,-362 32488,-382 32491,3275 85,3294" alignmentLevel="1"/>
          </emma:interpretation>
        </emma:emma>
      </inkml:annotationXML>
      <inkml:traceGroup>
        <inkml:annotationXML>
          <emma:emma xmlns:emma="http://www.w3.org/2003/04/emma" version="1.0">
            <emma:interpretation id="{D5BE7553-3A77-420B-B3DD-B87C86B90A21}" emma:medium="tactile" emma:mode="ink">
              <msink:context xmlns:msink="http://schemas.microsoft.com/ink/2010/main" type="line" rotatedBoundingBox="83,-362 32488,-382 32491,3275 85,3294"/>
            </emma:interpretation>
          </emma:emma>
        </inkml:annotationXML>
        <inkml:traceGroup>
          <inkml:annotationXML>
            <emma:emma xmlns:emma="http://www.w3.org/2003/04/emma" version="1.0">
              <emma:interpretation id="{FA31DC43-6AEF-422C-BF9B-5C914C4ECBB3}" emma:medium="tactile" emma:mode="ink">
                <msink:context xmlns:msink="http://schemas.microsoft.com/ink/2010/main" type="inkWord" rotatedBoundingBox="83,-362 7381,-367 7383,2021 84,2025"/>
              </emma:interpretation>
              <emma:one-of disjunction-type="recognition" id="oneOf0">
                <emma:interpretation id="interp0" emma:lang="" emma:confidence="1">
                  <emma:literal/>
                </emma:interpretation>
              </emma:one-of>
            </emma:emma>
          </inkml:annotationXML>
          <inkml:trace contextRef="#ctx0" brushRef="#br0">2558 1112 272 0,'-16'7'344'0,"1"-2"-17"0,3 1-18 0,-3 0-13 0,15-6 0 15,-22 7 2-15,22-7-2 0,-15 3-21 0,15-3-19 16,0 0-21-16,0 0-16 0,0 0-13 0,0 0-6 16,0 0-9-16,-29-17-7 0,29 2-4 0,0 1 1 15,7-11-10-15,-4 0-2 0,7-1-8 0,-1 0-1 16,-1-3-6-16,5-9-10 0,2-3-6 0,-1 4-9 16,0-5-10-16,1 1-7 0,4-4-9 0,-3-2-11 15,-1 0-8-15,-1 6-7 0,0-8-5 0,-7 4-11 16,1 1 2-16,3 6 1 0,-8 7-8 0,-3 3-2 15,-1-3-8-15,-6 3 2 0,7 1-6 0,-4 1 1 16,-6 10-5-16,3-1-4 0,-7 3-3 0,1 3 0 16,-1 1-6-16,-2 4-6 0,16 6 2 0,-42 1-6 15,13 6 2-15,-9 7-1 0,-2 2 4 0,4 6-9 16,1 9 0-16,6-4-5 0,0 2 0 0,8 10-1 16,4-1-6-16,2 2 4 0,10-3 2 0,5 4-4 0,5 0 0 15,10-1 0-15,2-5-5 0,4-1 5 0,8-1 6 16,0-1-4-16,11 1-3 0,-5-3 5 0,4-1-6 15,-4-2 4-15,0-4-2 0,1 1-2 0,-3 2-1 16,-10-9 3-16,-1 1 0 0,-1-1-5 0,-5 4 7 16,-3-9-5-16,0 3 4 0,-3-2-3 0,-2 4-1 15,-4-3 2-15,-2 0-1 0,0-1 2 0,-4 5 10 16,0-6-15-16,-4 3 5 0,-2-3 0 0,-7 6-3 16,3-6 3-16,-3 0-4 0,-6-3-4 0,-3 4-11 15,-1-2-5-15,1-1-10 0,3-5-9 0,-11 1-7 16,8 0-26-16,-4-4-13 0,-1-2-23 0,1-1-25 15,5 0-36-15,-4-7-21 0,-2-1-13 0,8-5-23 16,-1 7-10-16,6-6-19 0,-2 4-26 0,7-7-27 0,-1 6-25 16,3-7-32-16,4 5-312 0,-1-6-737 15,6 4 325-15</inkml:trace>
          <inkml:trace contextRef="#ctx0" brushRef="#br0" timeOffset="1015.56">2912 856 267 0,'17'21'298'16,"-3"0"4"-16,-1 0-8 0,3 3 0 0,-3-2-2 15,-5 4-9-15,5-3-2 0,-5-1-10 0,3 1-19 16,-3-6-3-16,0 1-7 0,-2 0-10 0,2-3-11 16,-1 1-10-16,1 0-6 0,0-6-4 0,0 4-16 15,-2-7-15-15,5 0-8 0,-11-7-11 0,16 12-4 0,-16-12-13 16,23 1-12-16,-23-1-12 0,0 0-10 15,35-15-10-15,-20 6-10 0,-4-5-9 0,0 4-5 16,2-9-3-16,0-2-8 0,-5 0-6 0,1-3-8 0,1 3-3 16,-5 2-1-16,0-4-3 0,1-2-2 15,-6 1-6-15,0-2-1 0,-6 7-3 0,4 4-3 16,-3-4-1-16,-4 7-1 0,-3-6 0 0,4 6-1 0,-6 2-3 16,1 1 0-16,-3 3 5 0,-3 0 9 0,3 3-7 15,-12-3 8-15,6 8-3 0,22-2 12 0,-43 4-2 16,22-1 6-16,0 3-2 0,0 2 3 0,3 2-5 15,-1 2-6-15,5-5 0 0,1 4-6 0,5-1-1 16,0-3-3-16,1 2-1 0,7-9-3 0,0 17 1 16,0-17-5-16,12 17 2 0,-3-13-4 0,7 2 0 15,2-4 4-15,3-2-4 0,8-2-1 0,0-3 1 16,0 0-1-16,1-6 9 0,10-6-11 0,-11 2-5 16,0-2 3-16,3-11-1 0,0-1 4 0,3-8-8 15,-4-3 6-15,-1-10 3 0,10-13 5 0,-3-8-3 16,-8 1 0-16,-2-7-7 0,-4-5 1 0,-2-2 7 15,-7-3-10-15,5-40 6 0,-12 42-7 0,-4-4 4 0,2 6-3 16,-3 3-3-16,-9 9 6 0,1 17 6 0,-2 7 0 16,0-2 21-16,-5 5 23 0,3 5 2 15,-1 11 11-15,3 9 13 0,-2 2 2 0,-1 1 2 0,1 9-8 16,-1 1-6-16,11 6-8 0,0 0-3 0,-37 19 8 16,21 6-35-16,-3 13-34 0,6 5 0 0,4 9 0 15,-1 21 0-15,5 1 0 0,5 5 0 0,7-4 0 16,-6-2 0-16,6 0 0 0,2-2 0 0,4 2 0 15,6-5 0-15,-6-17 0 0,-3 3 0 0,9 3 0 16,-8-4 0-16,7 15 0 0,-2-15 0 0,-2-2 0 16,2-3 0-16,-3-2 0 0,2-1 0 0,4-4 0 15,-5-4 0-15,-12-7 0 0,6-3 0 0,5-2 0 16,-5-1 0-16,-3-7 0 0,3-3 0 0,0 0 0 0,-7-7 0 16,-1-7 0-16,12 15 0 0,-12-15 0 15,9 4 0-15,-9-4 0 0,0 0 0 0,35-19 0 16,-20 8 0-16,-1-4 0 0,6-4 0 0,-4 0 0 0,3-3 0 15,-3 2 0-15,0-2 0 0,3-3 0 0,-4 2 0 16,-1 0 0-16,1 2 0 0,-7 7 0 0,3 0 0 16,-5 0 0-16,-3 8 0 0,4-4 0 0,-7 10 0 15,6-10 0-15,-6 10 0 0,0 0 0 0,0 0 0 16,0 0 0-16,0 0 0 0,0 0 0 0,-13 33 0 16,10-12 0-16,-3 5 0 0,1 2 0 0,-1 2 0 15,-1-1 0-15,6 2 0 0,-1-2 0 0,4 2 0 16,-1 6 0-16,4-5 0 0,1-4 0 0,1-2 0 15,1-2 0-15,0-5 0 0,1-2 0 0,4-5 0 16,2 3 0-16,2-5 0 0,1-4 0 0,-2-3 0 16,5-3 0-16,-21 0 0 0,50-9 0 0,-23 3 0 15,2-9 0-15,-7-1 0 0,4-2 0 0,-4-5 0 0,1 2 0 16,-2-3 0-16,-7-2 0 0,1-2 0 16,-4 0 0-16,-2-11 0 0,-4-1 0 0,-2 2 0 15,-9-5 0-15,-2 1 0 0,-2 13 0 0,-1 1 0 0,-3-9 0 16,-4 2 0-16,-1 7 0 0,3 1 0 0,-3 4 0 15,-1 2 0-15,4 5-52 0,2 5-122 0,-1 3-17 16,1 0-29-16,14 8-29 0,-21-1-32 0,21 1-22 16,-21 12-13-16,18 0-23 0,-3 1-19 0,1 5-22 15,5 0-21-15,5 1-27 0,-4 7-323 0,6 0-811 16,5 0 359-16</inkml:trace>
          <inkml:trace contextRef="#ctx0" brushRef="#br0" timeOffset="1373.9001">4355 611 88 0,'27'6'199'0,"-6"-4"-9"0,3-2 10 15,-3 0 6-15,8-2 9 0,-2 1 1 0,0-5 1 0,-3 0 3 16,4-5 2-16,0 4 6 0,3-5-14 16,-1 2 6-16,-4-4 11 15,3-2-2-15,-2-3-2 0,9 0-6 0,-8 0 4 0,-7 2-4 0,5 0-11 0,-2-5 3 16,-8 6-19-16,2-3-7 0,-9 5-4 16,-1-1-12-16,0 0-11 0,-3 4-13 0,-3 2 5 15,1-5-20-15,-3 14-8 0,2-15-1 0,-2 15-4 0,-8-13-11 16,8 13-15-16,-21-6-11 0,21 6-3 0,0 0-2 15,-42 7-7-15,18 9-1 0,3 0-1 0,0 2 1 16,2-3-4-16,-2 6 2 0,5-1-1 0,-3 5 1 16,4 1-9-16,3 2 5 0,2-2-3 0,2 4-3 15,3 1 1-15,5 7-1 0,5-9 12 0,1 0 0 16,4-3-2-16,4 1-6 0,6-1 4 0,-4-3-6 16,5-1-1-16,1-2-14 0,5-2 4 0,-1-3-4 15,-2 0-5-15,3-5-2 0,-3 2-10 0,-3-7 0 16,0 2-2-16,2-5-10 0,-6 3-15 0,-17-5 0 15,34 1 0-15,-34-1-58 0,32-7-42 0,-24 1-30 16,6 0-52-16,-14 6-67 0,25-19-63 0,-14 7-72 16,-3-3-66-16,0-3-86 0,-2 3-429 0,1-4-1046 15,2-3 462-15</inkml:trace>
          <inkml:trace contextRef="#ctx0" brushRef="#br0" timeOffset="2764.4158">5558 923 284 0,'0'0'321'0,"2"12"-13"0,-2-12-8 16,6 14-6-16,-6-14-12 0,8 11 7 0,-8-11-4 15,13 13-9-15,-13-13-4 0,14 9-8 0,-6-6-7 16,-8-3-4-16,20 2-6 0,-20-2-7 0,0 0-11 16,29-2-11-16,-29 2-9 0,22-5-16 0,-12-2-8 15,4-3 3-15,-1 0-20 0,1-4-4 0,1-2-20 16,1-2 3-16,-3-5-24 0,1-8-6 0,1-4-17 16,-1-6 2-16,-1-4-15 0,-4-7-8 0,1 0-14 15,-7-7-1-15,-1-16-10 0,-2 4-1 0,-2 18-10 16,-4 4-4-16,-2 1 2 0,1 3 4 0,-1 4-4 15,-6 3 8-15,9 11 6 0,0 2 1 0,-1 6 9 16,-1 6 11-16,1-1 3 0,0 7-6 0,6 7-11 16,-7-14-7-16,7 14-8 0,0 0-4 0,0 0 0 15,-32 22-5-15,21-3 1 0,3 6 4 0,0 2-5 0,0 4-2 16,-3 13-3-16,3 4 1 0,1-2-10 0,-2 3 3 16,2-1-2-16,1 4-4 0,4-3 5 0,4-6-4 15,-1 4-10-15,7-5-12 0,-1 0 0 0,1-2 0 16,8 2 0-16,-2-5 0 0,4-2 0 0,1-10 0 15,-3 1 0-15,7-6 0 0,-2 1 0 0,4-6 0 16,-1 2 0-16,2-4 0 0,0-3 0 0,-6-3 0 16,3-4 0-16,4-3 0 0,0-5 0 0,-4 2 0 15,4-8 0-15,2-3 0 0,-2-3 0 0,1-1 0 16,1-12 0-16,-4-1 0 0,4-2 0 0,-2-5 0 16,-6-3 0-16,-2-4 0 0,4 0 0 0,-7-7 0 15,2-24 0-15,-4 1 0 0,-11 0 0 0,-3 1 0 16,-3 20 0-16,-2 2 0 0,-3 2 0 0,-3 4 0 15,3 3 0-15,-3 2 0 0,-1 15 0 0,6 0 0 16,-2 14 0-16,2-6 0 0,-2 5 0 0,3 6 0 16,5 7 0-16,-10-12 0 0,10 12 0 0,0 0 0 0,0 0 0 15,-27 32 0-15,17-9 0 0,2 8 0 0,-1 8 0 16,4-1 0-16,0 7 0 0,-1-1 0 16,2 6 0-16,4 2 0 0,-3 1 0 0,3-4 0 0,7 3 0 15,-1-3 0-15,2 4 0 0,0-7 0 0,5-1 0 16,8-1 0-16,0-4 0 0,-5-2 0 0,4 1 0 15,6-2 0-15,-8-11 0 0,3-3 0 0,0 2 0 16,-2-6 0-16,0 0 0 0,2-5 0 0,-3-7 0 16,-2 2 0-16,0-5 0 0,1 0 0 0,-17-4 0 15,36-2 0-15,-36 2 0 0,32-14 0 0,-13 6 0 16,-3-5 0-16,-2 1 0 0,4-2 0 0,-7-1 0 16,2-1 0-16,0 1 0 0,-3-3 0 0,-2 3 0 0,-2-1 0 15,5 1 0-15,-3 1 0 0,-6 1 0 0,3 3 0 16,-5 10 0-16,6-19 0 0,-4 11 0 15,-2 8 0-15,1-11 0 0,-1 11 0 0,0 0 0 0,0 0 0 16,0 0 0-16,0 0 0 0,0 0 0 0,0 0 0 16,0 0 0-16,0 0 0 0,-27 32 0 0,25-16 0 15,2 0 0-15,0 2 0 0,5 1 0 0,3 5 0 16,2-5 0-16,4-2 0 0,7 1 0 0,0 1 0 16,1-7 0-16,6-2 0 0,1 0 0 0,0-8 0 15,-1 3 0-15,6-6 0 0,-7-3 0 0,-1 2 0 16,1-6 0-16,2-1 0 0,-3-1 0 0,-4-7 0 15,-2 1 0-15,-1-1 0 0,0-4 0 0,-3 2 0 16,2 0 0-16,-7-7 0 0,0 7 0 0,-3-4-14 16,-1 1-8-16,-7 3-2 0,1 0 7 0,-2 0-2 15,-4 4 6-15,-2 1-4 0,4-3 5 0,-2 8-11 16,5 9 17-16,-8-12-3 0,8 12-5 0,0 0 2 16,0 0 1-16,0 0-5 0,-35 15 1 0,27-1 8 0,3 3-6 15,-3 9-2-15,5 0 3 0,3 2 4 0,2 0-1 16,-1 2-1-16,7 0-6 0,3 0-11 15,-2-3-13-15,-1-1-21 0,6 0-25 0,-1-5-29 0,-4-5-33 16,4 2-33-16,2-2-38 0,-4-2-45 0,-1-6-37 16,-4 3-31-16,0-3-35 0,-6-8-38 0,0 0-55 15,0 0-349-15,0 0-876 0,0 0 388 0</inkml:trace>
          <inkml:trace contextRef="#ctx0" brushRef="#br0" timeOffset="3014.3986">5804 439 193 0,'-58'8'440'0,"8"-2"5"15,7 1-18-15,14-5-24 0,8 0-28 16,5 3-20-16,16-5-32 0,-21 3-19 0,21-3-13 16,0 0-8-16,0 0-13 0,0 0-19 0,0 0-24 0,63-10-20 15,-20-1-21-15,7-2-17 0,3-4-20 0,3 2-16 16,0 4-11-16,18-10-18 0,-18 5-27 0,23-3-52 15,-20 6-49-15,18-5-62 0,0-4-53 0,-21 8-50 16,2-2-46-16,25-1-10 0,-3 5 24 0,1-2-13 16,9 0-50-16,-1 2-43 0,3 3-303 0,1-1-681 15,6 3 301-15</inkml:trace>
          <inkml:trace contextRef="#ctx0" brushRef="#br0" timeOffset="-968.6793">637 903 198 0,'0'0'303'0,"-17"-16"-16"0,6 8-11 0,3-3-8 16,8 11-4-16,-15-19-7 0,10 7 1 0,1-3-4 0,-1 1 5 16,-2-2 0-16,7 4 8 0,-1-3-17 15,-1-3-11-15,4 4-7 0,-2-1-10 0,1-3-4 16,4 5-11-16,2-2-19 0,-3 0-15 0,3 1-18 0,1 6-9 16,1 0-13-16,3 1-12 0,-12 7-14 0,27-13-11 15,-19 10-15-15,-8 3-2 0,29-5-8 0,-10 5-8 16,-19 0-6-16,34 9-7 0,-20 1-5 0,2-2-4 15,-3 4-7-15,-2 2 0 0,1 0-3 0,-4 3 2 16,-2 1-8-16,-4 7 1 0,-2-6-4 16,-4 9-1-16,-7 2 3 0,3-3-7 0,-8 8 3 0,-5 3-3 15,2-12-6-15,-4 8-3 0,-4-5 5 0,6-3 0 16,-1-3-1-16,1-2 3 0,-1 1 0 0,1-2-1 16,0 0 1-16,5-6 5 0,-5 5-2 0,11-7-4 15,-1-2 0-15,5 1-5 0,-4 1 1 0,4-5 6 16,6-7-8-16,-7 14-2 0,7-14 1 0,2 13 1 15,-2-13 1-15,0 0 4 0,14 13 3 0,-1-8 6 16,-13-5 5-16,29 0 4 0,-29 0 0 0,40-6-1 16,-16 0 1-16,3-5-3 0,1 2 1 0,1-4-2 15,-2-2-1-15,10-12 1 0,-13 9 5 0,1-1 0 0,6-15-6 16,-2 7 0-16,6-3 14 0,-6-4-12 0,2-1-8 16,-4-3-1-16,-5-7-2 0,6 6 1 15,-9-6-4-15,-2 1 3 0,1-5 0 0,-7-23-7 0,-6 16 2 16,-5 0-2-16,-6 3-6 0,-10-3 4 0,-5 6-4 15,-6-1 4-15,-2 9 2 0,-7 4-7 0,-7 3 3 16,1 7-9-16,-1 5 6 0,-4 3-2 0,-5 8 0 16,0 7-6-16,-1 5 6 0,-1 5-1 0,-1 7 2 15,-19 9-1-15,18 5 7 0,-10 15-7 0,4 8 6 16,4 6 4-16,10 6 1 0,5 4 4 0,11 5 7 16,-1 0 1-16,11 8-1 0,8 3-3 0,7 2 7 15,6-1 3-15,9-2-5 0,0-2 6 0,14-3-5 16,5 3 3-16,5-9 9 0,2-2-7 0,8-7 3 0,-2-19-6 15,16 13 7-15,-5-21-5 0,15 11-5 16,5-8 13-16,-13-20 3 0,19 4-2 0,-20-9 4 16,6-7-4-16,-4-4-4 0,20-7-16 0,-17-3-19 0,-2-7 0 15,15-9 0-15,-20 2 0 0,12-12 0 0,-3-9 0 16,-19 8 0-16,-3-4 0 0,8-14 0 0,-2-9 0 16,-10 3 0-16,-7-4 0 0,-4-13 0 0,-13 2 0 15,-7-7 0-15,-9-3 0 0,-3-4 0 0,-22-37 0 16,-2 43 0-16,-8-1 0 0,-6 4 0 0,-5 0 0 15,-7 11 0-15,-6 6 0 0,-3 9 0 0,0 11 0 16,-6 7 0-16,15 16 0 0,-4 5 0 0,-22 5 0 16,19 6 0-16,-17 11 0 0,-6 3 0 0,5 11 0 15,0 10-189-15,-4 4-104 0,12 3-58 0,5 4-39 16,3 1-49-16,23-2-68 0,6-2-91 0,6 3-306 16,10-3-980-16,11-10 434 0</inkml:trace>
        </inkml:traceGroup>
        <inkml:traceGroup>
          <inkml:annotationXML>
            <emma:emma xmlns:emma="http://www.w3.org/2003/04/emma" version="1.0">
              <emma:interpretation id="{B246D592-312B-4328-AE98-BB128F41AF16}" emma:medium="tactile" emma:mode="ink">
                <msink:context xmlns:msink="http://schemas.microsoft.com/ink/2010/main" type="inkWord" rotatedBoundingBox="8039,247 11427,245 11428,2724 8041,2726"/>
              </emma:interpretation>
              <emma:one-of disjunction-type="recognition" id="oneOf1">
                <emma:interpretation id="interp1" emma:lang="" emma:confidence="1">
                  <emma:literal/>
                </emma:interpretation>
              </emma:one-of>
            </emma:emma>
          </inkml:annotationXML>
          <inkml:trace contextRef="#ctx0" brushRef="#br0" timeOffset="5704.2881">9418 350 472 0,'-56'3'527'0,"8"-2"-20"0,19-1-28 16,10 3-44-16,19-3-29 0,-29 0-23 0,29 0-13 15,0 0-24-15,0 0-25 0,0 0-24 0,48-23-21 0,0 14-25 16,8-8-23-16,20 3-22 0,10 0-25 0,-2 5-20 16,6-1-28-16,-1 1-26 0,11 1-81 15,43-9-83-15,-42 7-84 0,53-8-81 0,-53 10-90 0,50-5-111 16,-12 1-404-16,14-11-895 0,-12 13 397 0</inkml:trace>
          <inkml:trace contextRef="#ctx0" brushRef="#br0" timeOffset="4295.5915">8074 931 189 0,'0'0'312'0,"0"0"-2"0,0 0-1 15,0 0-1-15,0 0-8 0,0 0 2 0,0 0-1 16,0 0 2-16,0 0-13 0,0 0-5 16,0 0-6-16,0 0-11 0,0 0-12 0,32-26 0 0,-32 26-6 15,6-11-11-15,-6 11-12 0,3-19-8 0,-1 5-10 16,3-2-9-16,-4-3-21 0,6-3-18 0,-7-4-18 16,6-1 10-16,-1-3 7 0,3-11-9 0,2-1-10 15,-4-4-3-15,9 0-16 0,-9-2-12 0,4 1-9 16,2-4-7-16,-5 9-17 0,1 0-2 0,-5 12-8 15,-1 4-9-15,-1 5-2 0,-1 2-12 0,-3 0 4 16,3 3 10-16,-3 6-13 0,-4 0-8 0,7 10-1 16,-16-14-4-16,7 10-21 0,9 4 13 0,0 0 12 15,-56 15-19-15,30-2-3 0,4 6 3 0,-3 2-7 16,-3 10 1-16,4 5-8 0,1 1 4 0,13-10 12 16,-2 11-11-16,5-9 4 0,6 13-8 0,4 1 0 15,0-7-4-15,7 2 0 0,4 1 1 0,1-4-11 16,-1-6-6-16,7 3-10 0,-2-7-11 0,-1 0-13 15,6-4 7-15,-7 0-24 0,-2-2 25 0,-1-2-10 16,-6-3-6-16,2-2-2 0,-2 2-6 0,-5-6-2 16,2 3-3-16,-5-11-2 0,-2 15-11 0,2-15-6 0,-11 14-6 15,3-7-11-15,8-7-11 0,-21 10-4 0,8-4-4 16,13-6 1-16,-30 3 2 0,30-3-15 16,-31-2 9-16,31 2-7 0,-32-8-7 0,18 0-1 0,0-1 11 15,-1 0 6-15,5-2 12 0,4 3 17 0,6 8 4 16,-11-19 10-16,9 11 12 0,2 8 9 0,2-23 17 15,3 14 14-15,1-3 14 0,2 1 12 0,6 2 20 16,1-1 18-16,1 0 13 0,3 4 4 0,2 0 11 16,0 1-4-16,-5-2 10 0,5 6-1 0,-2 0-6 15,-19 1-3-15,32-5-5 0,-32 5 2 0,23 0 4 16,-23 0 1-16,24 3 0 0,-24-3-5 0,17 2-3 16,-17-2-5-16,21 1-1 0,-21-1 1 0,0 0-2 15,32-1-2-15,-32 1-1 0,18-6-2 0,-4-1-7 16,1-4-4-16,-1 6 1 0,1-3-3 0,-1-5 0 15,-3 5 8-15,-1-4 4 0,1 0 3 0,-1 1 10 16,-2-3 2-16,-2 2 8 0,1 5 8 0,-7 7 5 16,8-15 6-16,-8 15 0 0,1-12-12 0,-1 12 1 0,0 0-21 15,0 0 3-15,0 0-3 0,0 0-7 0,0 0 3 16,0 0 2-16,-1 58 9 0,-2-21 13 16,-1 8 4-16,11 4 3 0,-7 0 7 0,6 6-5 0,2 23-8 15,5-3 16-15,3 2 2 0,2 1-2 0,-1 1-9 16,4 3-13-16,-6 4 2 0,7-6-19 0,-4-2 12 15,-2 2-8-15,-3 0-35 0,-4-2-14 0,-1-5 0 16,-8-19 0-16,3-3 0 0,-3-1 0 0,-3-2 0 16,-3 1 0-16,3-8 0 0,-4-11 0 0,-1-1 0 15,2-1 0-15,-1-13 0 0,1 3 0 0,-2-2 0 16,2-6 0-16,-2-2 0 0,8-8 0 0,-21 8 0 16,8-5 0-16,13-3 0 0,0 0 0 0,-44-13 0 15,27 1 0-15,-1 0 0 0,1-6 0 0,-1-1 0 0,7-6 0 16,-1-1 0-16,0-2 0 0,7-2 0 15,0-7 0-15,0-9 0 0,5 2 0 0,7-2 0 16,-1-2 0-16,7-1 0 0,1-5 0 0,7-22 0 0,8-1 0 16,1 3 0-16,-1-2 0 0,10-1 0 0,-9-3 0 15,12-3 0-15,1 4 0 0,9-38 0 0,-9 34 0 16,0-1 0-16,-7 5 0 0,-7 1 0 0,6 9 0 16,-8 4 0-16,-6 18 0 0,-8 2 0 0,-2 3 0 15,-5 13 0-15,2 1 0 0,-4 2 0 0,-3 7 0 16,-1 4 0-16,-1 4 0 0,-4-3 0 0,5 14 0 15,-8-13 0-15,8 13 0 0,-19-3 0 0,19 3 0 16,-37 8 0-16,17-1 0 0,4 4 0 0,-4 4 0 16,-3 4 0-16,7-2 0 0,-3 4 0 0,6-1 0 15,2 1 0-15,-1-3 0 0,6-1 0 0,3 4 0 16,-2-7 0-16,3 5 0 0,4-2 0 0,3 1 0 16,-2 0 0-16,5-4 0 0,5 3 0 0,-2-5 0 0,-1 4 0 15,3-6 0-15,-4 6 0 0,4-6 0 16,2 6 0-16,-1-6 0 0,2 4 0 0,-2-1 0 15,1 1 0-15,-2 2-57 0,-2-2 5 0,-1 0 6 16,-4 3-3-16,0-3-2 0,1 1-6 0,-4 0-5 0,-5 1-4 16,1-2-7-16,-4 4-14 0,3-5-9 0,-4 5-11 15,-2-5-16-15,0 0-15 0,-10-1-17 0,9 0-23 16,-6-3-39-16,1-1-39 0,1-1-32 0,-1-2-30 16,14-5-34-16,-28 7-53 0,28-7-44 0,-37-3-303 15,23-2-814-15,14 5 360 0</inkml:trace>
          <inkml:trace contextRef="#ctx0" brushRef="#br0" timeOffset="5485.5693">9001 1164 168 0,'13'7'354'0,"1"-3"-12"16,6 0 0-16,-4 0 26 0,0 0-4 0,-16-4-4 0,41 0-10 0,-12 0-19 15,0-4-19-15,-8 0-14 0,0-1-19 0,8-2-10 16,-7-5-17-16,-1-1-5 0,1-2-18 0,-1-2-12 15,-8-4-13-15,2-6-13 0,4-10-14 0,-10-4-14 16,6-8-14-16,-4-3-20 0,-6-20-9 0,1-6-12 0,2 4-12 16,-3 0-9-16,-5-3-7 0,2 7-11 15,3 16-9-15,-5-3-3 0,1 5-4 0,-1 3-5 16,0 0 0-16,0 5-7 0,-1-1-1 0,-4 6 0 16,3 11-3-16,-4 2-3 0,-2 0 10 0,3 8 7 0,3 4 1 15,-4 0 8-15,4 5-5 0,2 9-7 0,-8-14-5 16,8 14-10-16,0 0 1 0,0 0-7 15,0 0 1-15,-41 35-5 0,31-10 3 0,-1 4-2 0,3 9-9 16,3 3 2-16,-3 4 2 0,8 4-5 0,0 23 3 16,5-19 3-16,-4 18-4 0,4-16 2 0,5 2-4 15,4-3 2-15,7 15-4 0,-7-13-1 0,6-3-3 16,4 11 4-16,-3-14-2 0,1-3-2 0,1-5-3 16,-3 0 4-16,9-7-3 0,-3-2-1 0,-5-8 12 15,0-3-13-15,-4-6-1 0,1-1-4 0,0-7 12 16,-4 1-11-16,5-5 1 0,-3 1-2 0,-16-5 8 15,36-9-6-15,-17 2 15 0,-3-3-14 0,6-8 0 16,-1-2 0-16,-5-3-6 0,4-1 2 0,0-9 0 16,-5 5 1-16,-1 1 1 0,-1-11-2 0,-3 7 2 15,-2 2 1-15,-2-1 2 0,1 0-2 0,-7 1-4 16,4 3 5-16,-4-1-7 0,0 11 3 0,-3 1 0 16,2-3 3-16,-1 3 3 0,-3 8-1 0,5 7-4 15,-14-12 0-15,14 12 2 0,0 0-1 0,0 0-5 16,-44 15 6-16,32 3-4 0,-3 2 7 0,1 5-2 15,3 2-4-15,-7 7 9 0,10-4-5 0,-2 0 4 16,4-1-8-16,1-2 19 0,3 3-17 0,2-3-1 0,2-2-5 16,4-6 2-16,2-2 2 0,-1 0 8 0,4-1-15 15,-1-5-6-15,4-2 2 0,1 0 2 16,1-7-4-16,3 0-16 0,-19-2-13 0,42-4-9 0,-22-5-2 16,5-4 8-16,-5-5-10 0,1 5 17 0,5-5-7 15,-8-1 5-15,2 0 1 0,1-2 6 0,-1 1 1 16,-3-1 5-16,-2-2 8 0,4 1 7 0,-3 3 10 15,-2 3 30-15,-1 1-1 0,-5 1 15 0,0 2 11 16,0 1 5-16,2 3 3 0,-5-2 6 0,-5 10-6 16,11-9-3-16,-11 9-2 0,8-8-4 0,-8 8-5 15,0 0-5-15,0 0 4 0,0 0-8 0,0 0-1 16,0 0-6-16,14 20 5 0,-14-20-4 0,8 26-4 16,-3-9-26-16,-10 3 0 0,12 3 0 0,-1 2 0 15,-4-6 0-15,6 5 0 0,3 2 0 0,-1-5 0 16,3-1 0-16,1-1 0 0,-4-3 0 0,1-1 0 15,2 3 0-15,-2-10 0 0,2 4 0 0,1-3 0 16,-3-4 0-16,-11-5 0 0,18 6 0 0,-18-6 0 0,26 0 0 16,-26 0-1-16,25-11-34 0,-9 3 3 0,-1-2-2 15,-1-3 6-15,1-3 2 0,-4 1-4 16,3 1 8-16,4-7 0 0,-8-1 6 0,9-1-3 0,-6 3 9 16,-2 6-8-16,0-4 23 0,-1 3-5 0,-2 1 26 15,0-2 9-15,3 1 26 0,-3 1 0 0,0 2 1 16,-5 4-19-16,-3 8-43 0,10-15 0 0,-10 15 0 15,6-9 0-15,-6 9 0 0,0 0 0 0,0 0 0 16,0 0 0-16,0 0 0 0,29 25 0 0,-21-12 0 16,-1 2 0-16,6 5 0 0,-7-1 0 0,5 4 0 15,0-7 0-15,-1 3 0 0,1 0 0 0,1-4 0 16,0 1 0-16,0-2 0 0,-1-1 0 0,3-4 0 16,1-2 0-16,-1-2 0 0,1 4 0 0,-15-9 0 15,27 0 0-15,-27 0 0 0,32-11 0 0,-16 5 0 16,0-4 0-16,-1-1 0 0,-3 0 0 0,-2-2-15 15,3-6-11-15,1 6 0 0,-3-3 8 0,1-2 0 16,-1 4 4-16,-1-2-2 0,1 1-3 0,-5 1 13 0,-1 2-2 16,0 5-7-16,-5 7 2 0,8-16 1 0,-8 16 5 15,11-10-9-15,-11 10 8 0,0 0-3 16,0 0 1-16,0 0 1 0,0 0 7 0,0 0 2 0,24 30-4 16,-17-16 3-16,-1 0-5 0,0 1 7 0,2 2-5 15,-1-3 2-15,1 1-17 0,0-2-18 16,-2-1-27-16,1-5-35 0,-1 5-32 0,-6-12-34 0,10 14-42 15,-4-8-41-15,-6-6-48 0,0 0-46 0,5 11-65 16,-5-11-92-16,0 0-400 0,0 0-974 0,0 0 432 16</inkml:trace>
        </inkml:traceGroup>
        <inkml:traceGroup>
          <inkml:annotationXML>
            <emma:emma xmlns:emma="http://www.w3.org/2003/04/emma" version="1.0">
              <emma:interpretation id="{5B0F351D-F802-4802-81EC-04FA4B3B78AA}" emma:medium="tactile" emma:mode="ink">
                <msink:context xmlns:msink="http://schemas.microsoft.com/ink/2010/main" type="inkWord" rotatedBoundingBox="11979,100 16996,97 16998,3284 11981,3287"/>
              </emma:interpretation>
              <emma:one-of disjunction-type="recognition" id="oneOf2">
                <emma:interpretation id="interp2" emma:lang="" emma:confidence="1">
                  <emma:literal/>
                </emma:interpretation>
              </emma:one-of>
            </emma:emma>
          </inkml:annotationXML>
          <inkml:trace contextRef="#ctx0" brushRef="#br0" timeOffset="8780.9802">14552 400 266 0,'0'0'350'16,"0"0"5"-16,0 0-15 0,-1-20-11 0,1 20 2 15,0 0-20-15,-2-19-20 0,2 19-22 0,2-20-8 0,-1 5 0 16,1-3-19-16,1 4-19 0,-1-5-22 0,-2 4-4 16,4-6-15-16,-4 2-13 0,4-5-3 0,0 6-6 15,-2 1-15-15,3-2-14 0,1 2-1 0,-3 0-3 16,2 3-11-16,5-1-7 0,-2-1-8 0,5 3 0 16,1 0 1-16,2 0 11 0,10-2 16 0,-4 3 15 15,18-7-6-15,1 11 0 0,-8 1 1 16,11-5 1-16,-1 5-21 0,-11 5-13 0,0 2-13 0,3 2-3 15,-4 5-13-15,-1 3-6 0,-6 3-7 0,0 0-11 16,1 5 0-16,-9 4 2 0,0 1-17 0,-5 3-9 16,-3 5-19-16,-7-4-16 0,-1 5-17 0,-3-1-10 15,-2 13-18-15,-9-10-13 0,1 3-8 0,-9-1-11 16,2-10-14-16,4 0 3 0,-4-2-8 0,-3-2-5 16,2-2-5-16,5-2-4 0,2-4-16 0,-5-4 11 15,2 4 8-15,5-5 13 0,-3-2 5 0,2-4 12 16,13-3 8-16,-16 11 5 0,16-11 15 0,-14 4 1 15,14-4 8-15,0 0 6 0,0 0 18 0,0 0 8 16,0 0 17-16,0 0 12 0,0 0 10 0,0 0-5 0,0 0 9 16,34-32 12-16,-18 20 3 0,6 0 16 15,1-4 17-15,4-2 15 0,8-4 26 0,2-10 29 16,5-4 36-16,20-8 34 0,-2-2 23 0,-17 12-2 0,0-3-15 16,5 2-22-16,-11-2-18 0,-1 3-21 0,-8-2-74 15,5 1-88-15,-8 2 0 0,-1-2 0 0,-6 9 0 16,-12 0 0-16,9 0 0 0,-15 2 0 0,8 3 0 15,-5 3 0-15,-6-1 0 0,1 4 0 0,-3 4 0 16,5 11 0-16,-16-15 0 0,8 11 0 0,8 4 0 16,-29 3 0-16,29-3 0 0,-35 11 0 0,19 1 0 15,2 2 0-15,-4 5 0 0,4-3 0 0,-1 6 0 16,1 3 0-16,7 2 0 0,-1-1 0 0,8-2 0 16,-3 7 0-16,6-2 0 0,-3 1 0 0,8-2 0 15,-1 3 0-15,1-4 0 0,0 3 0 0,5 8 0 16,-5-2 0-16,3-8 0 0,-2 0 0 0,0-1 0 15,2 3 0-15,-3-1 0 0,-7-3 0 0,3-9 0 16,-3 4-96-16,1-1-10 0,-2-4-18 0,0 3-13 0,-2-2-15 16,-4-1-19-16,-1-1-23 0,-2-1-26 15,1 2-40-15,-4-8-35 0,-2 5-37 0,-2-5-55 16,-2 0-66-16,2 0-425 0,-5-6-950 0,7 3 420 16</inkml:trace>
          <inkml:trace contextRef="#ctx0" brushRef="#br0" timeOffset="9944.2108">15893 876 463 0,'0'0'577'15,"0"0"-36"-15,13 6-53 0,-13-6-46 0,0 0-42 16,0 0-33-16,52-18-30 0,-32 10-29 0,8-4-19 15,-4-2-22-15,-2 0-18 0,4-3-21 0,-5-4-18 16,-4 0-14-16,3-6-9 0,-1-9-4 0,-3-2-24 16,0-8-22-16,-8-7-11 0,-2 3-12 0,1-23-14 0,-7 15-6 15,-2-13-16-15,-4 15-2 0,-1-1-11 16,-1 4-9-16,0 2-1 0,0 5 26 0,-3 5-4 16,3 11-4-16,-2 7-3 0,6 8-1 0,-3 0-1 0,1 4-13 15,-2 6-5-15,8 5 0 0,0 0-11 0,0 0-9 16,0 0 3-16,-39 30 12 0,28-6-14 0,5 6-7 15,-2 8-1-15,1 11-6 0,4 1 9 0,0 19-3 16,1 6 4-16,2-22 7 0,7 26 6 0,-6-25-4 16,6 17 13-16,-6-16 0 0,6 1-2 0,1 13-4 15,-5-15-1-15,3 3-5 0,-6-9 0 0,0-2-3 16,4-1-6-16,-1-1-16 0,-2-5-12 0,-1-7 0 16,0-7 0-16,0 1 0 0,0-10 0 0,0 1 0 15,0 1 0-15,0-10 0 0,0-8 0 0,2 15 0 16,-2-15 0-16,0 0 0 0,0 0 0 0,0 0 0 15,0 0 0-15,0 0 0 0,0 0 0 0,0 0 0 16,-16-39 0-16,11 20 0 0,5-6-16 0,-2 1 0 0,1 4 2 16,4-10 3-16,-3 3-6 0,6 1 13 0,-1-2-1 15,-1 3 1-15,4 2 6 0,4 0-8 16,0-1 14-16,2 1 4 0,-3 8-1 0,9-5 6 0,-1 2 4 16,-2 3 1-16,9 0-22 0,-2 4 0 0,-5 0 0 15,5 3 0-15,-3 4 0 0,2 3 0 0,-2-2 0 16,-21 3 0-16,43 4 0 0,-24 3 0 0,0 1 0 15,-4 5 0-15,-1-3 0 0,-2 9 0 0,-6-1 0 16,2 2 0-16,-5 1 0 0,-3 2 0 0,-5-5 0 16,-1 6 0-16,-8-3 0 0,-1 2 0 0,1-6 0 15,-7 0 0-15,6-5 0 0,-2 1-23 0,-1-4-175 16,-6 1-29-16,5-2-23 0,-4-4-14 0,4-3-19 16,19-1-7-16,-32-3 2 0,32 3 3 0,-32-10 19 0,22 3 17 15,10 7 26-15,-11-11 24 0,11 11 23 16,-3-17 22-16,3 8 24 0,0 9 33 0,0 0 24 15,14-20 20-15,-7 13 30 0,-7 7 17 0,24-7 24 16,-7 0 25-16,-2 3 15 0,2 3 18 0,-17 1 22 0,41-6 16 16,-19 1 9-16,-3 4 5 0,1 1 1 15,0-1-6-15,4-4-5 0,-4 4-8 0,1-3-7 16,6 1-9-16,-6-3-10 0,0 0-7 0,1-1-7 0,-1-5-6 16,-2 3-8-16,4-3-6 0,-3-3-2 0,-8-1-5 15,2 2-2-15,4-8 2 0,-5-1 9 0,-4 1 3 16,-1-2 11-16,-3 6 12 0,1 0 15 0,-4 3 22 15,0 3-10-15,-1 4 16 0,-1 8-16 0,3-18 0 16,-3 18-21-16,0 0-3 0,7-8-12 0,-7 8-6 16,0 0-7-16,0 0-6 0,-3 48 8 0,6-20-5 15,-1 18 20-15,-1 5 8 0,4 2 7 0,-3 20 7 16,-2 1 0-16,4-3-90 0,0 0-5 0,-4 3 0 16,3 5 0-16,-6 8 0 0,3-4 0 0,0 2 0 15,-2 1 0-15,2 4 0 0,2 0 0 0,-2 0 0 16,0-4 0-16,-8-3 0 0,8-4 0 0,-5 1 0 15,-5-6 0-15,8-3 0 0,-4-18 0 0,-7 4 0 16,5-6 0-16,2 0 0 0,-7-4 0 0,7-2 0 16,2-5 0-16,-4-2 0 15,4-10 0-15,-9-4 0 0,11-3 0 0,-4-3 0 16,2 1 0-16,-2-3 0 0,1-4 0 0,-3 2 0 0,2-6 0 16,6-8 0-16,-10 13 0 0,10-13 0 0,-19 8 0 15,19-8 0-15,-16 0 0 0,16 0 0 16,0 0 0-16,-34-2 0 0,34 2 0 0,-21-8 0 0,12 0 0 15,-4-3 0-15,0-1 0 0,3-2 0 0,-1 0 0 16,3-10 0-16,5-2 0 0,0-1 0 0,1-15 0 16,4-6 0-16,4-9 0 0,2-20 0 0,7-7 0 15,12-43 0-15,-1-11 0 0,2-5 0 0,3-7 0 16,9-9 0-16,0-2 0 0,-6 11 0 0,1 9 0 16,-4 16 0-16,-11 45 0 0,0 2 0 0,-4 0 0 15,1 9 0-15,-5 14 0 0,2 2 0 0,-8 1-210 16,1 0-413-16,1 2-604 0,5-6-1329 0,-5 8 589 15</inkml:trace>
          <inkml:trace contextRef="#ctx0" brushRef="#br0" timeOffset="6954.1823">11968 566 65 0,'0'0'444'0,"0"0"-23"0,0 0-19 15,0 0-10-15,0 0-5 0,22 13-1 0,-22-13 0 16,0 14-10-16,0-14-16 0,-2 23-19 0,2-13-19 15,0-10-15-15,-4 24-17 0,2-9-8 0,2 0-18 16,-5 0-11-16,5 0-37 0,3-2-33 0,-1 3 2 16,3 0-18-16,-4 2-10 0,3-1-17 0,5-4-6 15,-1 6-18-15,2-4-12 0,1-3-10 0,-1 3-6 16,4-3-10-16,1 1-12 0,-1-1-2 0,2-5-1 0,2-2-13 16,-2-3 2-16,-16-2-8 0,30-4 1 15,-11-2-9-15,-4-3-11 0,-1-4-3 0,7-6-10 16,-2-4-7-16,-2-6-19 0,-9 0 2 0,3 1 4 15,-3-10 3-15,-5 8-1 0,2-1-2 0,-10 5 0 16,2-13 2-16,-4 7 2 0,-1 4-1 0,-3 2 3 16,-3-2-2-16,-1 6 13 0,-2 6-9 0,-4-4-3 0,1 11 2 15,1-2 3-15,0 3 2 0,-7 3-6 0,5 5 11 16,-7 1-7-16,0 3 12 0,6 0 2 16,-1 7 0-16,4 1 5 0,3 2-12 0,2-2 0 15,-1 4-1-15,2-2-2 0,5 4 6 0,2-3-9 0,-2 2-11 16,13-1 14-16,-2 0 1 0,5-1 0 0,5-3 3 15,1-2-8-15,2 2 7 0,12-5-6 0,4-3 7 16,0-3-7-16,0-7 3 0,13 0 0 0,-2 1-8 16,0-10 13-16,-3 2-5 0,5-7 1 0,-3-5-16 15,0-1 14-15,-7-1-3 0,2-3 6 0,-2-9-2 16,-6 2-13-16,2-5 11 0,-2-2 10 0,-2 1 0 16,-5-7-11-16,-6 0 3 0,-1-1 1 0,-6 5 0 15,-5-6-1-15,-6 4 8 0,2 6-19 0,-6 3 43 16,4 10 8-16,-4 6-4 0,-2 5-11 0,1 5-31 15,-1 0 0-15,2 8 0 0,6 5 0 0,-20-7 0 16,20 7 0-16,0 0 0 0,-32 30 0 0,18-8 0 16,-1 15 0-16,-2 8 0 0,7 3 0 0,-3 6 0 0,7 18 0 15,3 10 0-15,0 2 0 0,6 1 0 0,2 3 0 16,4 8 0-16,9 28 0 0,-1-37 0 0,6 39 0 16,-5-37 0-16,2-1 0 0,-7 3 0 0,8-2 0 15,0 40 0-15,-3-43 0 0,-6-1 0 0,3 6 0 16,-4-2 0-16,-6-5 0 0,0 0 0 0,-4-7 0 15,3 1 0-15,-9-23 0 0,6 14 0 0,-4-19 0 16,0 1 0-16,-2-6 0 0,-1-2 0 0,1 0 0 16,2-4 0-16,3-9 0 0,-7-1 0 0,2 1 0 0,5-4 0 15,0-7 0-15,-1 0 0 0,1-4 0 16,-2 0 0-16,-1 1 0 0,3-5 0 0,0-11 0 16,-3 19 0-16,0-9 0 0,3-10 0 0,3 17 0 0,-3-17 0 15,-3 10 0-15,3-10 0 0,0 0 0 0,-2 15 0 16,2-15 0-16,0 0 0 0,0 0 0 15,0 0 0-15,0 0 0 0,5 10 0 0,-5-10 0 0,0 0 0 16,0 0 0-16,0 0 0 0,0 0 0 0,35-29 0 16,-20 14 0-16,-1 0 0 0,4-5 0 0,1-6 0 15,2 5 0-15,6-19 0 0,-3-1 0 0,-8-4 0 16,8-6 0-16,5-17 0 0,-11-3 0 0,-4-4 0 16,-6 22 0-16,-3-27 0 0,-11 3 0 0,-7 6 0 15,-11-8 0-15,-2 7 0 0,-6 7 0 0,-2-1 0 16,4 19 0-16,-7 2 0 0,-13-15 0 0,10 24 0 15,-3 3 0-15,1 0 0 0,-1 7 0 0,-1 2 0 16,7 5 0-16,5 4 0 0,7 2 0 0,-1 4 0 0,5 1 0 16,7-1 0-16,4 3 0 0,10 6 0 0,-13-11 0 15,13 11 0-15,0-22 0 0,12 13 0 16,4-12 0-16,4 2 0 0,13-5 0 0,5-2 0 0,-1 1 0 16,6-2 0-16,5 1 0 0,7 0-74 0,22-5-176 15,14-2-39-15,41-8-39 0,-37 15-46 0,1 3-55 16,43-4-69-16,1 1-70 0,-36 8-330 0,39-8-971 15,-47 7 430-15</inkml:trace>
          <inkml:trace contextRef="#ctx0" brushRef="#br0" timeOffset="8016.6178">13838 400 3367 0,'0'-26'208'0,"-1"9"-128"16,-4-2 51-16,5 3 73 0,0 0 27 0,-2 7-12 16,-4-2-8-16,6 11-18 0,-8-12-9 0,0 5 4 15,8 7-1-15,0 0-3 0,-29 0 4 0,29 0 5 16,-34 13 9-16,13 1-25 0,-1 4-8 0,-1 1-6 16,3 0-16-16,-1 7-5 0,1 0-24 0,0-1-8 15,5 1-12-15,4 2-12 0,0-2-11 0,3 1-7 16,6-1-7-16,2 0-6 0,6 0-7 0,-2 0-9 15,8-5-9-15,5 3-18 0,0-8-20 0,1 2-28 16,3-5-18-16,4 1-14 0,-2-6-13 0,-2-2-10 16,0-5-1-16,-4-2 8 0,-17 1 4 0,35-6 8 0,-18 3 11 15,-5-6 0-15,3 2 10 0,-1-1 6 16,-7 0 6-16,4-2 3 0,-11 10 5 0,9-16 3 16,-4 8 5-16,-5 8 8 0,2-18 8 0,-2 18 6 15,0 0 6-15,-11-16 4 0,11 16 0 0,-18-6 0 0,18 6 0 16,-27 3 9-16,27-3 9 0,-39 11 5 15,14 0 2-15,4 1-3 0,-3 3-2 0,1 1 3 16,-1 2-1-16,3 2-2 0,2 2-1 0,1 3-1 0,6-3 0 16,0 4-8-16,4-2-2 0,2 2 1 0,6-7 0 15,6 5 4-15,2 2-13 0,4-4 1 0,7-1-1 16,3-3 0-16,6-2-2 0,0-1-5 0,3-7-9 16,14-1-16-16,-13 1-24 0,2-4-19 0,-2-2-24 15,14-4-20-15,-14-3-9 0,2-3-13 0,8-5-11 16,-9 1 0-16,1-7 4 0,-7 4 12 0,1-4 3 15,2-9 20-15,-1-1 6 0,-10 3 8 0,10-7 10 16,-3-4 10-16,-2 2 11 0,-2-4 17 0,-1 3 20 16,-2-2 28-16,-9 10 16 0,4 1 24 0,-7-3 15 0,-1 3 15 15,-1 2 14-15,0 1 20 0,-2 6 10 0,-1 3 2 16,-2 0-17-16,0 4 20 0,0 11-1 16,-2-19-8-16,2 19-11 0,-11-13-16 0,11 13-6 0,-23-6-16 15,23 6 28-15,-28 4-21 0,28-4-1 0,-37 10-3 16,16-1 7-16,-5 6-18 0,4 1-3 15,-1 3-5-15,2-2-4 0,7 1-9 0,1-1 1 0,2 5 2 16,0 0-6-16,3-4-7 0,3 1-3 0,3-3 3 16,2 5-7-16,0-1-3 0,7-4 2 0,1 3 0 15,0-1-6-15,5-4-3 0,1-1 0 0,7-3 0 16,-2-2 0-16,2-1 7 0,-2-3-10 0,7-4-2 16,-2-1-7-16,8-5-1 0,-11-1 3 0,3-2 4 15,-3-1 1-15,1-4-4 0,-1-4-3 0,-5 0 20 16,3-1-17-16,-4-5-5 0,-2 5 4 0,-4-2-2 15,-2 3 1-15,1 2 3 0,-3-3-13 0,-2 5 31 16,2-1 1-16,-4 4 7 0,4 0 12 0,-5 11 9 0,2-15-9 16,-2 15-7-16,0 0-4 0,4-8-1 15,-4 8-23-15,0 0-6 0,0 0 0 0,0 0 0 16,-12 55 0-16,10-24 0 0,-3 10 0 0,-1 8 0 0,3 22 0 16,-2 4 0-16,5 0 0 0,-2 1 0 0,4-4 0 15,-1 6 0-15,3 0 0 0,2-2 0 0,2 3 0 16,-2 1 0-16,-1-9 0 0,5-17 0 0,-4 3 0 15,-1-4 0-15,5-5 0 0,-10-5 0 0,3-3 0 16,-3-9 0-16,1-3 0 0,-1-11 0 0,0 2 0 16,0-5 0-16,-1-6-18 0,1-8-283 0,0 0-59 15,0 0-55-15,0 0-56 0,0 0-68 0,-7-46-476 16,4 6-1099-16,0-2 486 0</inkml:trace>
        </inkml:traceGroup>
        <inkml:traceGroup>
          <inkml:annotationXML>
            <emma:emma xmlns:emma="http://www.w3.org/2003/04/emma" version="1.0">
              <emma:interpretation id="{5D2C71E1-BA00-4C8E-9E38-A7EE026EF4CF}" emma:medium="tactile" emma:mode="ink">
                <msink:context xmlns:msink="http://schemas.microsoft.com/ink/2010/main" type="inkWord" rotatedBoundingBox="17575,133 25082,129 25083,2857 17577,2862"/>
              </emma:interpretation>
            </emma:emma>
          </inkml:annotationXML>
          <inkml:trace contextRef="#ctx0" brushRef="#br0" timeOffset="13596.6978">21310 522 294 0,'0'-15'398'16,"5"0"-14"-16,-2 2-33 0,10-2-21 0,7-3-24 16,3 0-17-16,6 3-17 0,17-3 8 0,4-1-6 0,3 4-15 15,5 0-17-15,0 1-25 0,-1 7-19 16,3 7-21-16,-6-9-19 0,6 1-15 0,-8 8-10 16,-7 0-21-16,0-2-8 0,-13 4-9 0,-3 3-9 0,0 1-10 15,-8 0-9-15,-3 0-7 0,-4 1-2 0,-3 1-2 16,2-4-11-16,0 7-5 0,-3 0 0 0,-2 4-4 15,1-2 1-15,-4 6 8 0,2 1 5 0,-7 7 10 16,4-4 8-16,-4 7 6 0,-4-3 11 0,-3 5 8 16,6-5 7-16,-12 13 9 0,5-2 5 0,0-10 2 15,-5 12 5-15,2-2-5 0,6-9-4 0,-3 2-7 16,1-4-2-16,1 2-4 0,6-3-5 0,-2 1-4 16,2-6-22-16,2-2-2 0,-1-2 1 0,3 2-4 15,2-3-7-15,-3 2-2 0,5-2 9 0,-1 0-4 16,-1-5 5-16,1 0 4 0,1-6-1 0,4 2 4 15,-2 1-17-15,-10-8-54 0,21 3 0 0,-21-3 0 16,29-3 0-16,-12-5 0 0,1 1 0 0,-2-1 0 16,-1-7 0-16,1 0 0 0,1-4 0 0,-4-2 0 15,-3-4 0-15,3-4 0 0,-9-8 0 0,0-5 0 16,-4 1 0-16,-7-4 0 0,-1 0 0 0,-6 4 0 0,-1-1 0 16,1 2 0-16,-7 2 0 0,0 11 0 0,3 2 0 15,-1 3 0-15,3 1 0 0,2 7 0 0,-4 0-11 16,10 13-189-16,8 1-36 0,-21-5-44 0,21 5-35 15,-21-3-37-15,21 3-33 0,-14 15-47 0,9-3-41 16,5 2-76-16,-3 5-278 0,8-4-895 0,4 9 396 16</inkml:trace>
          <inkml:trace contextRef="#ctx0" brushRef="#br0" timeOffset="13112.3463">21908 446 20 0,'0'0'499'0,"-8"-25"6"0,2 13-6 16,-1-4-13-16,7 2-14 0,0 14-12 0,-5-21-13 0,4 9-6 15,1 12-24-15,-2-19-1 0,2 19-11 16,-1-14-13-16,1 14-18 0,-4-8-24 0,4 8-32 16,0 0-34-16,0 0-25 0,0 0-36 0,0 0-18 0,0 0-13 15,0 0-3-15,-22 27-3 0,16-6-34 0,-2 5-152 16,-5 8 0-16,5 6 0 0,-2 5 0 16,4-3 0-16,-2 3 0 0,3 6 0 0,2-3 0 0,-1 1 0 15,4 1 0-15,0 4 0 0,0-4 0 0,0 3 0 16,0 2 0-16,0-2 0 0,0-5 0 0,0 4 0 15,0-2 0-15,0-5 0 0,0 0 0 0,0 0 0 16,0-5 0-16,0 3 0 0,0-12 0 0,0-3 0 16,-3-1 0-16,3-3 0 0,-5 0 0 0,4-5 0 15,-4-3 0-15,3-1 0 0,1-1 0 0,-2-3 0 16,3-11 0-16,-4 14 0 0,4-14 0 0,-8 16 0 16,8-16 0-16,-11 9 0 0,11-9 0 0,-10 7 0 0,10-7 0 15,-22 2 0-15,22-2 0 0,-24 0 0 16,24 0 0-16,-29-3 0 0,11-8 0 0,4 10 0 15,-5-5 0-15,-1-2 0 0,4-4 0 0,-1 2 0 0,-2-12 0 16,-1 6 0-16,3-7 0 0,-1-3-374 0,4-2-74 16,-1-7-30-16,-1-3-41 0,3-4-38 0,-3-3-413 15,3-3-1049-15,5-1 464 0</inkml:trace>
          <inkml:trace contextRef="#ctx0" brushRef="#br0" timeOffset="14096.6821">22458 1003 181 0,'5'8'298'16,"-2"5"-4"-16,1-1-15 0,4 1-12 0,1-2-7 15,-1-2-9-15,4 0-11 0,-3 2-16 0,4 0-4 0,1-7-6 16,-1 2-6-16,-3 3-6 0,-10-9 2 0,21 4-1 16,-21-4-3-16,22 0 2 0,-22 0 12 15,0 0 4-15,29-8-8 0,-29 8 0 0,18-8-6 0,-12 1-1 16,-6 7-1-16,15-16-8 0,-11 7-18 0,6-6-3 16,-5 3-14-16,0-4-2 0,1-2 0 0,-4-1-15 15,4-8-4-15,-6 1-5 0,0-3-16 0,0-1-9 16,0-11 1-16,2 11-12 0,-7-1-16 0,2 2 0 15,0 2 0-15,-2 1-8 0,0 7-3 0,0 3-3 16,-5-10-9-16,2 14-6 0,0-2-2 0,2 6-11 16,-4 1-1-16,10 7-7 0,-19-11-7 0,19 11-3 15,-21 0-1-15,21 0-5 0,0 0 0 0,-29 11-1 16,21-7-7-16,8-4-4 0,-12 15-19 0,8-7-8 16,4-8-14-16,-3 19-6 0,3-10-2 0,0-9 4 15,13 19-1-15,-5-7-7 0,3-1 2 0,4-3-1 16,1-3 2-16,3 1 2 0,-3 4-2 0,5-4 1 0,0-3 5 15,0 3 3-15,-4 0 1 0,4-5 5 0,-2 3 5 16,-3-1 0-16,4 2-1 0,-4-3 7 16,0 3 2-16,-16-5 3 0,30 9 1 0,-19-5 0 0,4 2-1 15,-1 3 5-15,-2-1 3 0,-3 3-1 0,-1 1 4 16,-1 2-3-16,-1-2 2 0,2 3 6 0,-8 3-1 16,3-3-5-16,-1 4 3 0,-1 0-2 0,-1 6-1 15,0-5 1-15,0-2-20 0,0 1-43 0,0 0-42 16,2-4-36-16,3 3-50 0,3-3-32 0,-2 1-30 15,6-5-26-15,-1 1-34 0,3-2-35 0,4-1-42 16,-1-5-51-16,3-2-270 0,10-1-775 0,-4-4 344 16</inkml:trace>
          <inkml:trace contextRef="#ctx0" brushRef="#br0" timeOffset="14627.8947">23537 790 41 0,'-7'-13'437'0,"4"2"28"16,-3 2 8-16,6 9-21 0,-13-18-23 0,3 9-21 15,10 9-19-15,-14-7-9 0,14 7-19 0,-23-3-14 16,23 3-5-16,-32 0-18 0,32 0-5 0,-38 9 11 16,18-2-11-16,-7 8-14 0,3-4-9 0,-2 4-21 15,-3 1-21-15,7 6-19 0,1 0-20 0,0-2-20 16,4 5-22-16,-1-2-17 0,4 2-17 0,-1-1-12 16,12-5-122-16,-4 0-5 0,3 0 0 0,4 2 0 15,0-3 0-15,4 1 0 0,5-1 0 0,0-4 0 16,4-1 0-16,-2-1 0 0,0-4 0 0,7 3 0 15,0-8 0-15,3-3 0 0,-21 0 0 0,43-7 0 16,-14-4 0-16,-2 0 0 0,2-7 0 0,6-8 0 16,-6-6 0-16,0-1 0 0,-3-7 0 0,-4-8 0 0,1-3 0 15,2-21 0-15,-7-2 0 0,-2-1 0 0,0-8 0 16,-6 2 0-16,-9 0 0 0,-2 1 0 0,2 1 0 16,-2 3 0-16,1 22 0 0,-7 1 0 0,1 6 0 15,-2 1 0-15,0 5 0 0,-3 0 0 0,2 17 0 16,8 8 0-16,-6-3 0 0,4 6 0 0,0 1 0 15,-3 3 0-15,6 9 0 0,0 0 0 0,-5-12 0 16,5 12 0-16,0 0 0 0,-11 30 0 0,6-1 0 16,2 10 0-16,-2 5 0 0,3 7 0 0,1 3 0 15,4 22 0-15,2-5 0 0,3 5 0 0,-7-3 0 16,9-1 0-16,-2 2 0 0,3-5 0 0,4 2 0 16,-4-14 0-16,5 13 0 0,-3-16 0 0,3 20 0 15,-4-25 0-15,5 0 0 0,0 1 0 0,-6-2 0 16,2-1 0-16,2-8 0 0,2-1 0 0,-2-1 0 15,-1-15 0-15,-3 1 0 0,1-4 0 0,2-7 0 0,1 3-195 16,-3-9-106-16,4 1-39 0,5-2-30 0,2-10-27 16,-23 5-35-16,45-13-31 0,-18-2-44 0,-1-1-358 15,-9-6-936-15,6 1 415 0</inkml:trace>
          <inkml:trace contextRef="#ctx0" brushRef="#br0" timeOffset="15424.8827">24263 894 60 0,'2'-23'263'0,"3"4"9"16,-4 2 3-16,4-2 11 0,-2-1 0 0,-3 1-6 15,0 0-6-15,5 1 12 0,-5 7 16 0,0-5 8 16,0 16 4-16,-5-18 0 0,-3 8-7 0,8 10-10 16,-12-14-11-16,4 8-8 0,8 6-10 0,-26-8-6 0,7 8-8 15,19 0-5-15,-37 7 0 0,17 0-9 16,-2 5-1-16,-4 2-12 0,4-4-6 0,-1 8-21 16,1 2-23-16,1 1-10 0,2 3-14 0,1 2-12 0,4 0-15 15,1 0-14-15,3 0-8 0,1 2-13 0,5 0-70 16,0 1-21-16,4-5 0 0,0 2 0 15,1 0 0-15,4-6 0 0,3 1 0 0,0-6 0 0,5 3 0 16,-5-2 0-16,6-6 0 0,-1 3 0 0,2-2 0 16,-1-9 0-16,1 3 0 0,-15-5 0 0,36 0 0 15,-36 0 0-15,39-11 0 0,-21 3 0 0,7-6 0 16,-7 3 0-16,3-8 0 0,1 0 0 0,-3-1 0 16,1-1 0-16,5-8 0 0,-10 3 0 0,-1-12 0 15,-2 2 0-15,-3-4 0 0,-6 9 0 0,-1-10 0 16,-7 0 0-16,-1 11 0 0,1 0 0 0,-6 3 0 15,3-3 0-15,-5 4 0 0,-2 5 0 0,-1 1 0 0,0 8 0 16,2-1 0-16,-2 5 0 0,1 0 0 0,-1 8 0 16,16 0-1-16,-29-3-92 0,29 3-13 15,-20 6-15-15,20-6-9 0,-10 15-14 0,5-6-4 0,5-9-6 16,2 17 4-16,-2-17-6 0,13 19 2 0,-2-8-4 16,3-3-3-16,4 0 8 0,0 0 17 0,-1 0-14 15,12-5 6-15,-8 3 17 0,1-4 12 0,-1 0 15 16,7-2-5-16,-1 1 23 0,2 1 8 0,-2 0 7 15,-6-2 7-15,1 0 7 0,-22 0 17 0,44 3 16 16,-27-2 26-16,4 2 4 0,-6 0 16 0,5 2 14 16,-2 2 12-16,0 1 9 0,-4 5 0 0,1 0 13 15,-1 3 2-15,-3-2 8 0,-1 5 8 0,-2 7 4 16,0-2 2-16,-2 2 2 0,1 0 0 0,-7 2 1 16,0-3 10-16,0 3-11 0,-3-1-5 0,-1-4-5 15,4-5-8-15,-1 2-1 0,-1-2 0 0,-3 4-5 16,-1-4-4-16,3-5-5 0,-2-4-1 0,5-9-3 0,-3 17 0 15,-1-8-2-15,4-9 2 0,-9 10 0 0,9-10 2 16,0 0-3-16,0 0-14 0,0 0 0 16,0 0-1-16,0 0-8 0,0 0-4 0,-19-38 3 0,19 18-12 15,0-5 0-15,4-1-15 0,-2 3 8 0,6-6-1 16,-2 2-16-16,2-1 7 0,-1 0-8 0,4 1-2 16,-1 1-9-16,4 0 5 0,1 3-5 0,-4 4 1 15,-2 2 3-15,1 2-6 0,6-1 3 0,-5 6 8 16,4 1-11-16,2 5 8 0,-2 0-3 0,-15 4 1 15,26 1-5-15,-9 6 4 0,-2 4-2 0,1 0 0 16,-2 4 1-16,2 7 5 0,-3 4-14 0,1 12 5 16,-2-11 2-16,-9 5-4 0,3-1-6 0,2 7-2 15,-3 3-6-15,-3-14-10 0,-2-2-11 0,5 2-20 16,-2 3-18-16,-5-3-28 0,1-8-28 0,-3 0-33 16,3-5-45-16,1 1-43 0,-7-4-53 0,1 3-54 15,6-14-81-15,-11 16-437 0,4-11-964 0,7-5 427 0</inkml:trace>
          <inkml:trace contextRef="#ctx0" brushRef="#br0" timeOffset="12378.0232">18233 69 273 0,'-13'-16'516'0,"0"5"-24"0,3-1-19 0,-3 3-23 15,-3 4-12-15,-3 3-11 0,-10 2-18 0,-1 2-19 16,-10 12 3-16,0 5-5 0,1 4-21 0,-1-1-14 15,0 7-20-15,-2 9-11 0,-1-2-22 0,4 6-6 0,-14 18-16 16,18-14-11-16,0 0-18 0,-4 18-20 16,10-18-20-16,2 3-21 0,9 2-35 0,1 0-153 15,2 1 0-15,9-4 0 0,6 3 0 0,5-2 0 0,3 0 0 16,5-4 0-16,4-6 0 0,9 0 0 0,3-7 0 16,1-1 0-16,4-8 0 0,1-3 0 0,-7-4 0 15,4-7 0-15,0 0 0 0,-7-6 0 0,4-6 0 16,3-1 0-16,-8-7 0 0,-1-2 0 0,-2-3 0 15,0-4 0-15,-1-2 0 0,-5 0 0 0,3-5 0 16,-1-10 0-16,2 5 0 0,-12 2 0 0,2 1 0 16,-2 3 0-16,-5 2 0 0,4-1 0 0,2 10 0 15,-5-4 0-15,-1 4 0 0,-1 4 0 0,-1 11 0 16,5-15 0-16,-5 15 0 0,3-12 0 0,-3 12 0 16,0 0 0-16,0 0 0 0,0 0 0 0,0 0 0 15,0 0 0-15,0 58 0 0,-3-18 0 0,3-1 0 16,0 6 0-16,-3 2 0 0,1 0 0 0,2 26 0 15,-1-19 0-15,1 17 0 0,1 4 0 0,-1 8 0 0,8-5 0 16,-8-1 0-16,5 1 0 0,-6 0 0 16,1-6 0-16,3 2 0 0,2-3 0 0,-5-15 0 15,0-1 0-15,0-3 0 0,1-1 0 0,-2-2 0 0,1 0 0 16,-4-8 0-16,3 0 0 0,1-11 0 0,0 0 0 16,-3-3 0-16,-1-1 0 0,4-7 0 15,-3-5 0-15,-2 1 0 0,4-3 0 0,1-12 0 0,-5 19 0 16,5-19 0-16,-6 18 0 0,6-18 0 0,-8 8 0 15,8-8 0-15,0 0 0 0,0 0 0 0,-15 4 0 16,15-4 0-16,0 0 0 0,0 0 0 0,-27-24 0 16,22 14 0-16,-1-5 0 0,1 0 0 0,2-11 0 15,-1-7 0-15,3-6 0 0,2-10 0 0,3-4 0 16,5-24 0-16,-1-2 0 0,7-4 0 0,-3-45 0 16,1 37 0-16,8-43 0 0,-10 46 0 0,4 7 0 15,2-1 0-15,1 7 0 0,0 19 0 0,-1 5 0 16,3 4 0-16,4-3 0 0,3 8 0 0,-8-2 0 0,7 7 0 15,0 8-212-15,-2-6-134 0,-3 13-20 16,1-1-17-16,-1 4-13 0,5 4-14 0,-10-4-4 16,4 1-7-16,1 3 12 0,-1-3 9 0,-4 6 23 0,-4-3 39 15,3 6 33-15,-4-3 56 0,2 3 54 0,-2-2 47 16,-3 3 46-16,0-2 47 0,0 2 32 0,-8 8 25 16,11-15 23-16,-6 7 24 0,-5 8 27 15,10-14 17-15,-7 6 16 0,-3 8 17 0,8-12 21 0,-8 12 18 16,8-11 10-16,-8 11 14 0,3-12 5 0,-3 12-1 15,0 0-8-15,0 0-3 0,0 0-7 0,-11-19-2 16,11 19 10-16,-11-7 5 0,11 7-2 16,0 0-2-16,-40 7 0 0,40-7-8 0,-36 10-3 0,16-4-3 0,4 2 5 0,-4 4-8 15,3-3-15-15,-4 10-7 0,6-5-13 0,-4 5-17 16,3 1-22-16,3-5 5 0,5 10-32 0,-5-1 12 16,7-2-11-16,3-3 7 0,3 1-18 0,-5 1-5 15,11 3-5-15,-4-3-6 0,9-6-10 0,-3 4 2 16,0-3-3-16,0-1-10 0,7-1-21 0,-4 0-16 15,5-5 3-15,0-2-11 0,-2-1 0 0,6-4-12 16,-4 2-7-16,-16-4 3 0,35-11 4 0,-20 4-10 16,2-1 4-16,-1-6 0 0,-1 2 0 0,-3-5 4 15,0 3 3-15,2-10 7 0,-7 6 2 0,-1 1 10 16,2-2-1-16,-3 2 4 0,-4 1 24 0,4 0 17 16,-5 1 11-16,2 1 20 0,-2 1 10 0,0 13 12 0,0-22 10 15,0 15 10-15,0 7 7 0,-3-16 4 0,3 16-2 16,-10-9-96-16,10 9-12 0,0 0 0 0,-14-6 0 15,14 6 0-15,0 0 0 0,0 0 0 0,-33 22 0 16,25-9 0-16,-3 1 0 0,5 3 0 0,-1 0 0 16,1 2 0-16,4 4 0 0,2-2 0 0,-1 3 0 15,2-7 0-15,6 1 0 0,1 0 0 0,3-2 0 16,0 1 0-16,4-5 0 0,-1 1 0 0,4-5 0 16,-1 0 0-16,4-5 0 0,0 2 0 0,0-4 0 15,-21-1 0-15,43-12 0 0,-20 4 0 0,2-4 0 16,0-2-90-16,-1-5-35 0,-2 0 8 0,-4 0 6 15,1-5 17-15,0-1 7 0,-4-1 11 0,-1 3 4 16,-3 0 13-16,1 5 15 0,-4-6 32 0,-2 7 18 0,0 2 28 16,-2-3 21-16,2 6 24 0,-1-3 16 0,-2 4 10 15,-3 11 19-15,0-20 14 0,0 13 10 16,0 7-45-16,0 0-103 0,0-19 0 0,0 19 0 0,0 0 0 16,0 0 0-16,0 0 0 0,0 0 0 0,0 0 0 15,0 0 0-15,0 0 0 0,-38 36 0 0,31-20 0 16,2-1 0-16,5 8 0 0,-1 3 0 0,1-1 0 15,0 1 0-15,8 0 0 0,-2 0 0 0,2 0 0 16,7 0 0-16,2-5 0 0,1-1 0 0,-5-2 0 16,6-1 0-16,-1 0 0 0,-1-3 0 0,1-5 0 15,3-2 0-15,-7-1 0 0,5-5 0 0,-1-1 0 16,-18 0 0-16,34-7 0 0,-25 4 0 0,9-5 0 16,-2-2 0-16,-1-2 0 0,-3 1 0 0,3-4 0 15,-7-3 0-15,1-2 0 0,4-4 0 0,-5-1 0 16,-1 3 0-16,4-4 0 0,-8 2 0 0,2 0 0 15,-2 6 0-15,0-1 0 0,1 2 0 0,-1-2 0 0,-3 2 0 16,1 5 0-16,1-2 0 0,-2 14 0 0,0-17 0 16,0 17 0-16,5-18 0 0,-5 18 0 15,0-12 0-15,0 12 0 0,0 0 0 0,0 0 0 0,0 0 0 16,0 0 0-16,0 0 0 0,0 0 0 0,0 0 0 16,-11 42 0-16,11-20 0 0,0 4 0 0,3 0 0 15,0 1 0 1,3 3 0-16,1-3 0 0,3 3 0 0,10 4 0 15,-7-8 0-15,3-1 0 0,2-5 0 0,0-1 0 0,-6-3 0 16,3-3 0-16,1-2 0 0,2-2 0 16,-1 0 0-16,1-4 0 0,-2-2 0 0,0-1 0 0,-16-2 0 15,35-2 0-15,-19-5 0 0,-3-3 0 16,6 1 0-16,-3-2 0 0,5-5 0 0,-2-3 0 16,2-4 0-16,-6 1 0 0,1-3 0 0,0-9 0 0,-3 4 0 15,0-6 0-15,-4-2 0 0,-1 0 0 0,-1 2 0 16,-6 7 0-16,2-1 0 0,-7 4 0 0,4 7 0 15,-2 5 0-15,-3-1 0 0,-3 1 0 0,5 5 0 16,3 9 0-16,-11-11 0 0,11 11 0 0,0 0 0 16,-21-3 0-16,21 3 0 0,0 0 0 0,-23 25 0 15,17-12 0-15,0 1 0 0,2 5 0 0,0 0 0 16,4 7 0-16,1-4 0 0,4 5 0 0,0-1 0 16,0-2 0-16,4 1 0 0,-1-3 0 0,7 0 0 15,-6-3 0-15,3-5-50 0,-3 2 1 0,6-1 5 16,-1-3 15-16,0 2-7 0,1-2 6 0,-1-5-1 15,4 1 4-15,0-1 10 0,-4-1 6 0,5 0 2 16,-4-3-9-16,-15-3 16 0,35 4 3 0,-19-4 15 16,-16 0 2-16,37-5 7 0,-18-3 17 0,2-1 5 0,2-7 10 15,2 2 14-15,1-5 5 0,9-8-76 0,-12 5 0 16,10-10 0-16,3 1 0 0,-6 4 0 16,-6-8 0-16,-6 9 0 0,4-8 0 0,-9 8 0 0,-5-4 0 15,5 8 0-15,-7-3 0 0,-4 6 0 0,0 6 0 16,-2 0 0-16,0 3 0 0,0 10 0 0,-2-17 0 15,2 17 0-15,-6-9 0 0,6 9 0 0,0 0 0 16,0 0 0-16,0 0 0 0,0 0 0 0,0 0 0 16,0 0 0-16,-42 26 0 0,40-17 0 0,2-9 0 15,0 19 0-15,0-7 0 0,5 7 0 0,-2-4 0 16,4 4 0-16,-1-1 0 0,5 4 0 0,1-1 0 16,-4-4 0-16,6 5 0 0,-1 0 0 0,-2-5 0 15,4 7 0-15,-9-4 0 0,4-4 0 0,-4 1 0 16,0 1 0-16,-6-1 0 0,4 2 0 0,-4-5 0 15,0 4 0-15,-7-2 0 0,2-3 0 0,-4 2 0 16,1-4-51-16,-8 4-43 0,1-3-15 0,-1-1-23 0,-8 2-17 16,2-2-39-16,-7 0-28 0,0-1-41 0,0-7-41 15,-6 0-62-15,-10 1-73 0,2-8-110 16,-7-2-351-16,3-4-968 0,6-5 429 0</inkml:trace>
        </inkml:traceGroup>
        <inkml:traceGroup>
          <inkml:annotationXML>
            <emma:emma xmlns:emma="http://www.w3.org/2003/04/emma" version="1.0">
              <emma:interpretation id="{D7119495-816F-47EB-8F43-FF3427355741}" emma:medium="tactile" emma:mode="ink">
                <msink:context xmlns:msink="http://schemas.microsoft.com/ink/2010/main" type="inkWord" rotatedBoundingBox="25614,185 32489,181 32490,2268 25615,2272"/>
              </emma:interpretation>
              <emma:one-of disjunction-type="recognition" id="oneOf3">
                <emma:interpretation id="interp3" emma:lang="" emma:confidence="1">
                  <emma:literal/>
                </emma:interpretation>
              </emma:one-of>
            </emma:emma>
          </inkml:annotationXML>
          <inkml:trace contextRef="#ctx0" brushRef="#br0" timeOffset="19614.9749">29261 610 328 0,'-14'-17'516'0,"6"14"-19"0,8 3-28 15,-17-7-24-15,17 7-22 0,-12-9-20 0,12 9-16 16,0 0-23-16,-24-3-17 0,24 3-16 0,0 0-29 16,-36 8-4-16,17-1-4 0,-2 4-16 0,5 1-4 15,-3-4-19-15,-4 10-14 0,3-4-19 0,-3 2-26 16,4 2-16-16,3 1-22 0,0 4-15 0,3 0-17 16,0 0-12-16,5 2-13 0,2-2-7 0,6 0-12 0,3-2-8 15,6 5-13-15,6-4 0 0,-1 2-8 0,7-5-16 16,-2-3-17-16,4 1-14 0,-2 1-19 15,-4-12-6-15,11 6-2 0,-9-10-7 0,-1 5 2 0,1-7 1 16,-19 0-1-16,37-8 11 0,-21 2-2 0,1-2 3 16,-1 1 3-16,-4-7-2 0,5-7-2 0,-2 7 14 15,-1-5 0-15,-3 0-1 0,-1-3 1 0,-2-1-1 16,0 1 2-16,-3 6 15 0,-3-2 18 0,2-1 9 16,-4 4 15-16,-1-2 5 0,-2 2-10 0,-1-1-52 15,0 8 0-15,4 8 0 0,-8-18 0 0,8 18 0 16,-7-10 0-16,7 10 0 0,-8-10 0 0,8 10 0 15,0 0 0-15,0 0 0 0,0 0 0 0,0 0 0 16,0 0 0-16,-37 19 0 0,31-8 0 0,1 2 0 16,3 6 0-16,-2-2 0 0,0 7 0 0,6-5 0 15,0-2 0-15,4 2 0 0,0 0 0 0,2 0 0 16,5-1 0-16,-2-3 0 0,6-3 0 0,3 0 0 0,-2-2 0 16,3-4 0-16,6-1 0 0,0-5 0 15,-3-1 0-15,5-5 0 0,-1 1 0 0,1-7 0 16,-1-4 0-16,-2-4 0 0,6-11 0 0,2 2 0 0,-4-8 0 15,-4 3 0-15,1-7 0 0,-6-1 0 0,-2-7 0 16,1 1 0-16,-4-23 0 0,-2 18 0 0,4-20 0 16,-15 19 0-16,3-17 0 0,-6 0 0 0,0 20 0 15,-6-5 0-15,-2 8 0 0,0 3 0 0,-2 7 0 16,1-2 0-16,1 17 0 0,1 4 0 0,1 6 0 16,4 3 0-16,2 10 0 0,-8-16 0 0,8 16 0 15,-13-2 0-15,13 2 0 0,-17 22 0 0,5 1 0 16,-2 7 0-16,0 9 0 0,7 6 0 0,-2 5 0 15,1 3 0-15,8 3 0 0,1 16 0 0,1 1 0 16,9-5 0-16,-3-16 0 0,5 2 0 0,1 0 0 16,4 2 0-16,-4-4 0 0,9-4 0 0,2-3 0 15,-4-3 0-15,2 0 0 0,1-3 0 0,6-3 0 0,-10-12 0 16,5-4 0-16,-4-1 0 0,0-1 0 16,3-2 0-16,-10-5 0 0,7-3 0 0,-1-5 0 15,2 1 0-15,5-6 0 0,-27 2 0 0,47-7 0 0,-23-5 0 16,2 2 0-16,-2-8 0 0,-2 3 0 0,1-9 0 15,5-4 0-15,-7 4 0 0,3-8 0 0,-4-3 0 16,-4-2 0-16,-5 7 0 0,0 1 0 0,-4 0 0 16,2 1 0-16,-4 4 0 0,0 7 0 0,-5-2 0 15,1 3 0-15,-2 6 0 0,1 10 0 0,-5-18 0 16,5 18 0-16,0 0 0 0,0 0 0 0,0 0 0 16,0 0 0-16,0 0 0 0,-35 46 0 0,27-19 0 15,0 0 0-15,1 11 0 0,7-9 0 0,-6 9 0 16,3-8 0-16,3 1 0 0,1-2 0 0,1-3 0 15,3-3 0-15,-4-4 0 0,4-5-79 0,5 2-304 16,-4-8-33-16,1-1-33 0,-7-7-30 0,16 6-36 16,-16-6-45-16,0 0-325 0,27-21-959 0,-19 4 424 15</inkml:trace>
          <inkml:trace contextRef="#ctx0" brushRef="#br0" timeOffset="16612.2652">25714 930 124 0,'0'0'391'0,"-12"5"-28"0,12-5-39 16,0 0-32-16,0 0-20 0,0 0-15 0,0 0-12 16,0 0-22-16,0 0-13 0,0 0-11 15,0 0 0-15,0 0-20 0,0 0-14 0,0 0-10 0,26-27-9 16,-16 13-10-16,-1-2-14 0,-1 1-4 0,-1-6-1 15,-1-2-6-15,2 0-6 0,-3-2-3 0,-2 2-6 16,1-4 6-16,0 3 9 0,-4 7 0 0,0-4 4 16,0 5 1-16,0 1 5 0,-3-2-3 0,-2 3 2 15,-1 2-2-15,4 1 2 0,2 11-6 0,-13-17-7 16,7 12-7-16,6 5-2 0,-19-6-12 0,19 6-5 16,0 0 0-16,-47 11 0 0,31-3-4 0,0 1-2 15,-1 3 3-15,2 3-3 0,-6 3-6 0,4 1-8 16,2 0 4-16,4-1 3 0,1 4-18 0,-1 1 5 15,5 1-6-15,4-6-4 0,0 9 2 0,4-4-7 16,0 3 2-16,7 0-11 0,-1 0-4 0,4-1 1 16,7 0-9-16,-3 1 5 0,3-3 2 0,2 2-2 0,1-3-2 15,4-2-6-15,-2-2 1 0,2-3-2 16,-2-3-7-16,-2-2 5 0,-2-1-1 0,-4-3-1 16,6-3 4-16,-22-3-6 0,39-3 1 0,-22-3 3 0,4-4 2 15,-5 1-12-15,11-8 11 0,-4-4-1 0,-9-2-5 16,14-9 5-16,-6-8-7 0,-1 2 1 0,-3-7 4 15,-2-2-4-15,-2-2 4 0,2-7 1 0,-5 3 6 16,1-26-2-16,-3 25-9 0,-7 2 8 0,-4-5 15 16,-1-1 2-16,0 5 17 0,0 6 3 0,1 1 1 15,-1 4-41-15,-2 12-12 0,-2 3 0 0,4 1 0 16,-2 11 0-16,-1 1 0 0,0 2 0 0,4 1 0 16,2 11 0-16,-8-10 0 0,8 10 0 0,0 0 0 0,0 0 0 15,-32 25 0-15,24-8 0 0,-7 7 0 16,3 3 0-16,-3 11 0 0,7 2 0 0,-1 4 0 15,-3 2 0-15,9 3 0 0,-2-1 0 0,10 0 0 0,-2 0 0 16,7 3 0-16,-7-3 0 0,10 1 0 0,0-1 0 16,3-1 0-16,6 1 0 0,-1-3 0 0,2-5 0 15,-3 3 0-15,3-7 0 0,3-1 0 0,1-3 0 16,-9-12 0-16,-2 0 0 0,3-2 0 0,-3-6 0 16,3-2 0-16,-3 1 0 0,2-5 0 0,-1-3 0 15,-17-3 0-15,33-1 0 0,-33 1 0 0,28-14 0 16,-12 2 0-16,7 0 0 0,-1-3 0 0,-9 2 0 15,-2-3 0-15,7-7 0 0,-3 1 0 0,-4 0 0 0,-2-4 0 16,-1 1 0-16,0-3 0 0,-1 4 0 0,-4-2 0 16,2 4 0-16,-2 3 0 0,-3 1 0 15,0 4 0-15,-3 1 0 0,3 13 0 0,-2-14 0 0,2 14 0 16,-1-14 0-16,1 14 0 0,0 0 0 0,0 0 0 16,0 0 0-16,0 0 0 0,-20 28 0 0,14-3 0 15,4 3 0-15,-1-1 0 0,0 2 0 0,1 12 0 16,4-15 0-16,1 5 0 0,2-5 0 0,0 1 0 15,1-2 0-15,-3-6 0 0,7-3 0 0,-2 2 0 16,-5-6-27-16,4-1-292 0,1-8-54 0,-8-3-49 16,0 0-59-16,0 0-46 0,33-15-76 0,-25-3-304 15,0-1-982-15,4-8 434 0</inkml:trace>
          <inkml:trace contextRef="#ctx0" brushRef="#br0" timeOffset="16877.8811">26545 472 295 0,'-19'-2'353'0,"19"2"-12"0,-36 2-17 16,36-2-16-16,-24 5-25 0,15 2 4 0,9-7-15 16,-15 12-10-16,12-3-19 0,3-9-18 0,-5 17-20 15,5-17-2-15,0 12-14 0,0-12-13 0,7 18-16 16,-7-18-10-16,14 12-10 0,-14-12-9 0,13 3-13 16,-13-3-8-16,0 0-9 0,27-1-7 0,-27 1-8 15,0 0-14-15,24-13-2 0,-13 6-7 0,-11 7-8 16,18-19-3-16,-12 7-10 0,1 4-5 0,-2-3-8 15,-2-1-19-15,-3 12-16 0,8-15-26 0,-5 4-24 16,-3 11-26-16,3-19-32 0,-3 19-17 0,0-12-21 16,0 12-24-16,0 0-35 0,0 0-46 0,-6-14-49 0,6 14-45 15,0 0-251-15,0 0-653 0,0 0 289 0</inkml:trace>
          <inkml:trace contextRef="#ctx0" brushRef="#br0" timeOffset="17721.5705">26912 930 118 0,'0'10'357'16,"3"6"-25"-16,1-2-24 0,-3 0-21 0,2 0-16 15,1-4-10-15,0-1-16 0,0 3-14 0,-4-12-19 16,9 12 0-16,-9-12 2 0,7 14 12 0,-7-14 15 16,5 7 25-16,-5-7 16 0,0 0 13 0,0 0 7 15,0 0-19-15,0 0-12 0,0 0-7 0,0 0-17 16,0 0-14-16,0 0-2 0,0 0-29 0,0-37-7 15,0 37-1-15,0-24-3 0,0 5-16 0,0 0-13 16,0 2-10-16,3-8-13 0,5 0-8 0,-5 0-16 16,3 3-5-16,2-2-13 0,2-1-9 0,0 2-37 0,-2 4-51 15,6-6 0-15,-7 9 0 0,7-4 0 0,-3 3 0 16,-1 2 0-16,6 2 0 0,-3-1 0 16,1 7 0-16,-6 2 0 0,5-1 0 0,-13 6 0 0,21-8 0 15,-21 8 0-15,0 0 0 0,30 7 0 0,-18 2 0 16,-3 5 0-16,4 0 0 0,0 8 0 0,-5-3 0 15,2 7 0-15,-2 0 0 0,1 2 0 0,-4 2 0 16,1-2 0-16,-1 1 0 0,-3 1 0 0,3-4 0 16,-2-4 0-16,3 4 0 0,-3-7 0 0,1 0 0 15,-3-3 0-15,6-2 0 0,-7-6 0 0,0-8 0 16,6 19 0-16,-4-12 0 0,-2-7 0 0,0 0 0 16,9 14 0-16,-9-14 0 0,0 0 0 0,0 0 0 0,0 0 0 15,37-15 0-15,-27 2 0 0,-4 0 0 16,6-1 0-16,-4-4 0 0,1-4 0 0,4-1 0 15,0-1 0-15,-4 2 0 0,-1-4 0 0,0 2 0 0,-1-1 0 16,4 3 0-16,-1-1 0 0,-2 4 0 0,-2-4 0 16,5 5 0-16,-3 3 0 0,0 0 0 15,-1 7 0-15,-1 0 0 0,1-2 0 0,-7 10 0 0,9-15 0 16,-9 15 0-16,0 0 0 0,7-7 0 0,-7 7 0 16,0 0 0-16,0 0 0 0,19 25 0 0,-16-10 0 15,-1 4 0-15,4 4 0 0,-1-1 0 0,-2 5 0 16,9-1 0-16,-11 0 0 0,7-1 0 0,-1-1 0 15,5-2 0-15,-5 2 0 0,1-4 0 0,0-1 0 16,-3-6 0-16,4 3 0 0,-1-7 0 0,-1 3 0 16,4-5 0-16,-1-2 0 0,-10-5 0 0,25 10 0 15,-9-6 0-15,-16-4 0 0,31-5 0 0,-12-2 0 16,-1 0 0-16,3 0 0 0,-1-8 0 0,1 2 0 0,0-8 0 16,2 4 0-16,-6 0 0 0,-1-7 0 15,-3 3 0-15,5-2 0 0,-5 5 0 0,-5-1 0 0,-2-4 0 16,2 5 0-16,-2-1 0 0,-1 4 0 0,-2 0 0 15,1-3 0-15,-1 6 0 0,-2 1 0 0,-1 11 0 16,5-15 0-16,-5 15 0 0,-1-11 0 0,1 11 0 16,0 0 0-16,0 0 0 0,0 0 0 0,0 0 0 15,0 0 0-15,0 0 0 0,-13 33 0 0,8-17 0 16,2 3 0-16,-2 2 0 0,5 3 0 0,-2 4 0 16,1-4 0-16,-2 3 0 0,3-2 0 0,3-6 0 15,-3-2 0-15,3 0 0 0,2-5 0 0,-2-1 0 16,-3-11 0-16,6 14-37 0,-6-14-247 0,12 4-60 0,-12-4-50 15,0 0-52-15,0 0-52 0,21-34-51 16,-18 15-392-16,-2-7-1017 0,6-1 451 0</inkml:trace>
          <inkml:trace contextRef="#ctx0" brushRef="#br0" timeOffset="18005.709">27987 293 369 0,'-14'-12'364'0,"-6"10"-10"0,3-3-16 0,17 5-15 16,-26 0-10-16,26 0 8 0,-24 8-6 0,10 3-3 15,7-3 4-15,-4 3-13 0,5 2-9 0,-2 1-18 16,1 4-7-16,1-1-14 0,6 0-18 0,3-3-13 16,-2 2-14-16,1 1-14 0,3-4-8 0,1 0-10 0,1-5-16 15,-4 1-12-15,-3-9-1 0,14 14 1 0,-14-14-4 16,18 6-8-16,-18-6 5 0,18 0-6 0,-18 0-4 16,0 0-14-16,29-9-7 0,-29 9-19 0,17-10 8 15,-12 1-19-15,5 2 6 0,-10 7-6 0,11-16-12 0,-6 5-8 16,-4 0-3-16,-1 11-8 0,0-22-42 15,0 14-9-15,0 8 0 0,-8-24 0 0,2 11 0 16,-4 0-40-16,-3 0-85 0,1 3-37 0,-14-7-63 0,2 6-72 16,8 1-57-16,-3 4-95 0,-4 0-99 0,-6 2-451 15,12 1-1081-15,-1-2 478 0</inkml:trace>
          <inkml:trace contextRef="#ctx0" brushRef="#br0" timeOffset="18630.6687">28308 609 3 0,'0'0'315'0,"0"0"-20"16,0 0-10-16,0 0-20 0,0 0 2 0,0 0-9 15,0 0-15-15,0 0-9 0,30 19-7 0,-30-19-4 16,15 14 3-16,-10-7-2 0,-5-7-14 0,3 16 3 16,2-6-7-16,-5-10-4 0,1 22-4 0,-1-15-5 15,0-7-18-15,-3 24-6 0,0-13 0 0,3-11-5 16,-3 20-12-16,-2-9-5 0,3 0-7 0,2-11-8 16,-5 15-7-16,5-15-4 0,-8 15-3 0,8-15-1 15,-1 8 3-15,1-8 0 0,0 0 15 0,-7 11 9 0,7-11 5 16,0 0 12-16,0 0-1 0,0 0-6 15,0 0-21-15,0 0-9 0,0 0-11 0,0 0-18 16,-1-49 1-16,1 27-21 0,3-1-3 0,2-2-3 0,1 1-9 16,-3-1-6-16,4-2-1 0,4 2-14 15,-3-2-7-15,5 1-15 0,1 3-17 0,2 3 0 16,-3 6 0-16,3-2 0 0,-3 4 0 0,-2 0 0 0,4 2 0 16,3 4 0-16,-4-2 0 0,-4 4 0 0,-10 4 0 15,25 0 0-15,-25 0 0 0,31 12 0 0,-15-1 0 16,-3 4 0-16,1 7 0 0,-1 0 0 0,1 2 0 15,-4 3-16-15,3-1-58 0,1 2-20 0,-1 9-13 16,-3-8-19-16,-6 0-26 0,3 1-32 0,-1 1-35 16,-2-3-45-16,-1-1-48 0,-6-1-46 0,-1 3-63 15,6-10-98-15,-4-1-373 0,2-5-964 0,0-1 427 16</inkml:trace>
          <inkml:trace contextRef="#ctx0" brushRef="#br0" timeOffset="20674.3359">29696 447 106 0,'-79'13'490'0,"26"-1"-4"0,7-5 6 0,14 0-22 15,4-1-28-15,7-3-28 0,12-2-27 16,9-1-31-16,0 0-26 0,0 0-28 0,0 0-30 31,0 0-29-31,70-8-25 0,-10-3-22 0,20 3-49 0,10-8-60 16,-2 2-59-16,5 3-52 0,44-11-22 0,-40 14-17 15,41-11 11-15,-41 8 13 0,5 1-6 0,39-7 0 0,-46 10 6 0,-7-1 5 0,-4-10 5 0,-2 18 1 32,-25-2 1-32,-8 1 11 0,-16 1 20 0,-1-4 23 15,-11 4 29-15,-21 0 35 0,24 5 41 0,-24-5 28 16,0 0 27-16,5 10 15 0,-5-10 11 0,0 0 6 16,-26 25 9-16,10-8-11 0,-5-1-7 0,1 3-5 15,-1-2-6-15,0 2-9 0,-2 3-11 0,7 0-13 16,-3 3-7-16,-2-4-13 0,12 5-124 0,-4 0-22 0,-2 1 0 0,9-1 0 0,-2 0 0 0,2-1 0 15,-1 2 0-15,7-4 0 0,0 1 0 0,5-7 0 16,0 2 0-16,-2-1 0 0,5-5 0 0,0 1 0 0,3-3 0 16,-1-1 0-16,4 0 0 0,1-3 0 0,-1 0 0 15,7-4 0-15,-3 2 0 0,-18-5 0 16,38-1 0-16,-17-3 0 0,0 1 0 0,-2-5 0 16,5-8 0-16,-1 2 0 0,2-4 0 0,-7-1 0 0,1 0 0 15,-3-7 0-15,-1-1 0 0,-1-11 0 0,-6-2 0 16,-1 1 0-16,-4 0 0 0,-8-2 0 0,-5-1 0 15,-1 3 0-15,-3 1 0 0,-7 0 0 0,0 17 0 16,-8-13 0-16,0 15 0 0,-3-1 0 0,-8 2 0 16,-2 4 0-16,-1 2 0 0,11 3 0 0,0 5 0 15,1-1 0-15,-1 4 0 0,8-1 0 0,5 2 0 16,19 0 0-16,-26 2 0 0,26-2 0 0,-17 6 0 16,17-6-65-16,0 0-13 0,0 0 4 0,0 0 6 15,28 25 10-15,0-20 3 0,1 2 6 0,6-5 6 16,8 7-1-16,1-6 4 0,5 3-2 0,1-5-4 15,-2 0 10-15,-3 3 1 0,5-1 4 0,0 5 3 16,-2-4 1-16,-3 3 9 0,1 4-5 0,-1-4 3 16,-3 5 11-16,-4-2 12 0,-6 6 15 0,-3-1 6 15,-1 1 8-15,-4 6 3 0,-4-1 5 0,-4 5 4 16,4 2-1-16,-7-1-5 0,-2 11 4 0,-5 3-4 16,-4-11 15-16,-2 11-7 0,0-4 13 0,-5-7 3 0,-6 7 0 15,-2-10 4-15,3-1-1 0,-6-1-3 16,-3-6-5-16,0 0-57 0,4-6 0 0,-1-2 0 0,2-2 0 15,-2 3 0-15,-2-9 0 0,2-3 0 0,16 0 0 16,-34-3 0-16,20-3 0 0,0-1 0 0,2-5 0 16,-1-3 0-16,2-4 0 0,6-11 0 0,7 1 0 15,-2-2 0-15,2-10 0 0,6-4 0 0,3-4 0 16,0 4 0-16,7 4 0 0,-1-4 0 0,8 10 0 16,-3-2 0-16,-6 11 0 0,5 10 0 0,0-3 0 15,0 1 0-15,3 8 0 0,0 0 0 0,1 7 0 16,4-1 0-16,15 8 0 0,5 9 0 0,1 5 0 15,5 11 0-15,15 16 0 0,-4 13 0 0,-2 8 0 16,-6 6 0-16,-8 11 0 0,-7 3 0 0,-8 1 0 16,-12 0 0-16,-10 1 0 0,-12-5 0 0,-9-2 0 15,-10-1 0-15,-6 3 0 0,-6-16 0 0,-9 5 0 0,-14-8 0 16,-4-5-6-16,-9 2-544 0,-5-1-162 0,-6-9-443 16,-4-5-1249-16,-5-8 553 0</inkml:trace>
          <inkml:trace contextRef="#ctx0" brushRef="#br0" timeOffset="19783.773">30536 527 126 0,'-6'-19'396'0,"-2"-3"36"0,2 5 7 16,-2-1 12-16,-5 3-3 0,6 4-13 0,4 3-14 0,3 8-17 15,-11-18-17-15,11 18-21 0,-5-15-41 0,5 15-22 16,-3-10-27-16,3 10-19 0,0 0-26 0,21-16-22 0,-10 12-22 0,5-2-18 0,0 0-20 31,-2-1-13-31,4 4-18 0,0-2-45 0,-4 0-55 16,1-2-58-16,-15 7-60 0,21-9-66 0,-13 3-86 16,-8 6-84-16,9-14-90 0,-9 14-94 0,0-18-300 15,0 18-887-15,0 0 392 0</inkml:trace>
        </inkml:traceGroup>
      </inkml:traceGroup>
    </inkml:traceGroup>
    <inkml:traceGroup>
      <inkml:annotationXML>
        <emma:emma xmlns:emma="http://www.w3.org/2003/04/emma" version="1.0">
          <emma:interpretation id="{096CCC52-2B0E-49DA-9068-545BC598848C}" emma:medium="tactile" emma:mode="ink">
            <msink:context xmlns:msink="http://schemas.microsoft.com/ink/2010/main" type="paragraph" rotatedBoundingBox="2819,3189 10030,2964 10102,5274 2892,5499" alignmentLevel="1"/>
          </emma:interpretation>
        </emma:emma>
      </inkml:annotationXML>
      <inkml:traceGroup>
        <inkml:annotationXML>
          <emma:emma xmlns:emma="http://www.w3.org/2003/04/emma" version="1.0">
            <emma:interpretation id="{1FEF1B13-6D5A-49C7-8AF9-9546D23EF864}" emma:medium="tactile" emma:mode="ink">
              <msink:context xmlns:msink="http://schemas.microsoft.com/ink/2010/main" type="line" rotatedBoundingBox="2819,3189 10030,2964 10102,5274 2892,5499"/>
            </emma:interpretation>
          </emma:emma>
        </inkml:annotationXML>
        <inkml:traceGroup>
          <inkml:annotationXML>
            <emma:emma xmlns:emma="http://www.w3.org/2003/04/emma" version="1.0">
              <emma:interpretation id="{5848AFE7-D021-4C9A-96CF-A593BAC7007E}" emma:medium="tactile" emma:mode="ink">
                <msink:context xmlns:msink="http://schemas.microsoft.com/ink/2010/main" type="inkWord" rotatedBoundingBox="2819,3189 10030,2964 10102,5274 2892,5499"/>
              </emma:interpretation>
              <emma:one-of disjunction-type="recognition" id="oneOf4">
                <emma:interpretation id="interp4" emma:lang="" emma:confidence="1">
                  <emma:literal/>
                </emma:interpretation>
              </emma:one-of>
            </emma:emma>
          </inkml:annotationXML>
          <inkml:trace contextRef="#ctx0" brushRef="#br0" timeOffset="46888.6704">8780 2805 99 0,'0'0'434'0,"-8"-12"-28"0,8 12-19 16,1-11 13-16,-1 11-1 0,13-18-17 0,-13 18-25 0,14-9-28 15,-2 5-20-15,9 0-18 0,-2 1-30 0,8 2-16 16,0-2-17-16,2 3-14 0,7-2-17 0,-3 4-12 15,7-6-18-15,-6 6-11 0,1 3-13 0,9-3-12 16,-1 0-9-16,-9 1-6 0,-4-2-12 0,4 3-9 16,-12-2-11-16,7 0 1 0,0-2 0 0,-8 0-3 15,-21 0 5-15,30 0 3 0,-30 0 4 0,28 0 15 16,-28 0 5-16,19-5-6 0,-19 5 0 0,16-16 10 16,-10 9-8-16,-6 7-4 0,2-21 1 0,-2 14 2 0,0 7-4 15,0-20-8-15,0 20 3 0,-8-18 10 16,8 18-84-16,-5-14-26 0,5 14 0 0,-8-8 0 15,8 8 0-15,-6-11 0 0,6 11 0 0,0 0 0 0,0 0 0 16,0 0 0-16,-32 29 0 0,14-6 0 0,2 12 0 16,1 5 0-16,1 1 0 0,4 7 0 0,-1 1 0 15,-3 8 0-15,6 14 0 0,-5 1 0 0,-3 1 0 16,5-1 0-16,1 0 0 0,0-16 0 0,1-7 0 16,7 4 0-16,-6 3 0 0,-1-4 0 0,4 2 0 15,-2-7 0-15,1-2 0 0,3 4 0 0,-2-7 0 16,-2-1 0-16,4-15 0 0,-2 0 0 0,5-7 0 15,-1-3 0-15,-2-6 0 0,3-10 0 0,-4 15 0 16,4-15 0-16,-1 8 0 0,1-8 0 0,0 0 0 16,0 0 0-16,0 0 0 0,-13-55-172 0,5 29-279 15,3-1-32-15,-8-11-35 0,5-6-34 0,-6 8-451 0,-1-4-1086 16,1-1 480-16</inkml:trace>
          <inkml:trace contextRef="#ctx0" brushRef="#br0" timeOffset="47076.1557">8993 3487 1202 0,'-14'-16'107'0,"-1"3"55"0,1 0 23 16,-1 2 10-16,7 4 18 0,-3 0 6 0,11 7 4 0,-16-12 16 15,16 12 12-15,-6-8 4 0,6 8-1 0,0 0-4 16,0 0-2-16,17-14-3 0,1 7-15 0,11 0-6 16,-2 2-7-16,15-3-1 0,3-3-1 0,9 0-16 15,6-2 7-15,25-7 7 0,-2 10-15 0,-1-9-13 16,-5 4-18-16,-19 5-4 0,-2 1-27 0,0-1-18 16,-3-1-21-16,-7 0-29 0,-14 4-51 0,12-1-50 15,-17 3-57-15,-11-1-57 0,-1 3-63 0,2-4-47 16,-7 2-44-16,-10 5-60 0,14-7-71 0,-14 7-449 15,0 0-955-15,7-8 422 0</inkml:trace>
          <inkml:trace contextRef="#ctx0" brushRef="#br0" timeOffset="42002.7273">3747 3434 154 0,'0'0'349'0,"0"0"-9"0,0 0-10 16,0 0-1-16,0 0-13 0,0 0-14 0,0 0-18 0,0 0-18 15,-8-19-11-15,8 19-20 0,24-7-16 0,-7 6-22 16,1-2-14-16,3-1-14 0,0 0-15 0,3 2-19 16,8-3-7-16,-3 4-12 0,3-1-16 0,2-3-9 15,9 1-8-15,-9 1-6 0,-4-1-14 0,5-3-7 16,7 6-3-16,-8-5-3 0,-2 1-8 0,2 3 1 15,1-1-17-15,-6 0-15 0,-8 1-29 0,-1-5-35 16,-2 2-37-16,-3 0-29 0,-15 5-35 0,17-6-43 16,-17 6-57-16,0 0-54 0,3-12-78 0,-3 12-211 15,0 0-645-15,0 0 285 0</inkml:trace>
          <inkml:trace contextRef="#ctx0" brushRef="#br0" timeOffset="42252.7049">3926 3081 92 0,'7'-11'296'0,"-7"11"-4"0,9-12 3 0,-9 12 5 16,13-7-4-16,-13 7-9 0,0 0 1 0,0 0 2 16,0 0-3-16,0 0 0 0,36 15 10 15,-28-4-3-15,0 4-2 0,-2-3-11 0,0 7-14 0,1 0-19 16,-2 6-15-16,-2 2-23 0,-1 0-14 0,-2-1-19 15,4 4-19-15,-10-1-10 0,6-1-21 0,0 0-9 16,0 3-15-16,-2-9-19 0,-3 8-30 0,5-7-39 16,0 2-51-16,4 1-60 0,-1-12-79 0,-1 3-53 15,2-5-67-15,-2 5-75 0,4-3-88 0,1-5-318 16,-7-9-841-16,13 13 373 0</inkml:trace>
          <inkml:trace contextRef="#ctx0" brushRef="#br0" timeOffset="42940.1622">4576 3112 273 0,'7'-10'472'0,"1"1"-14"0,-2-1-17 0,-6 10-7 16,14-12 2-16,-14 12-9 0,12-5-12 0,-12 5-15 15,0 0-15-15,0 0-13 0,0 0-11 0,17 18-15 0,-17-18-16 16,7 19-17-16,-6-7-18 0,4 3-18 0,-3 2-24 15,4-1-23-15,-4 1-18 0,3 1-16 0,3 0-21 16,-8-2-19-16,11 1-14 0,-3 0-15 0,0-1-11 16,0 0-11-16,0-3-61 0,6 0-44 0,-1-1 0 15,2 0 0-15,4-1 0 0,-1-3 0 0,1-1 0 16,-3-2 0-16,0-3 0 0,3-1 0 0,-19-1 0 16,37-3 0-16,-16-4 0 0,-2-2 0 0,-1 1 0 15,1-3 0-15,0-8 0 0,-1 0 0 0,1-1 0 0,-4 0 0 16,-6-5 0-16,3-1 0 0,-4 5 0 15,-2-5 0-15,-4 5 0 0,-1 0 0 0,4 3 0 16,-5 3 0-16,0-1 0 0,2 2 0 0,-2 14 0 0,0-16 0 16,0 16 0-16,0-14 0 0,0 14 0 0,0 0 0 15,0 0 0-15,0 0 0 0,0 0 0 16,-2 48 0-16,2-18 0 0,0 13 0 0,0 1 0 0,0 8 0 16,-2 1 0-16,4 3 0 0,-2 18 0 0,2 2 0 15,2-4 0-15,0 4 0 0,-6 5 0 0,8 9 0 16,-1-2 0-16,-2-3 0 0,-3 1 0 0,7-3 0 15,-7 3 0-15,0-3 0 0,0-5 0 0,0 0 0 16,-7-5 0-16,4-18 0 0,-2 0 0 0,-1-3 0 16,-2 0 0-16,0-5 0 0,-3-5 0 0,3-1 0 15,-7-10 0-15,7-5 0 0,2 0 0 0,-1 0 0 16,1-11 0-16,-2-3 0 0,0-3 0 0,8 1 0 16,0-10 0-16,-14 15 0 0,14-15 0 0,-28 3 0 15,28-3 0-15,0 0 0 0,-37-9 0 0,23-1 0 16,1-1 0-16,-1-1 0 0,-7-3 0 0,6-5 0 0,4 0 0 15,-2-6 0-15,0 2 0 0,5-6 0 0,-1-7 0 16,4-4 0-16,-1 0 0 0,1-5 0 0,8-3 0 16,-1-1 0-16,6-5 0 0,4-16 0 0,11 0 0 15,-1 0 0-15,12 2 0 0,0-2 0 0,4 2 0 16,-2 7 0-16,4 1 0 0,-15 18 0 0,7 0 0 16,-1 1 0-16,-2-1 0 0,0 7-174 0,0 3-75 15,-7 0-51-15,4 0-52 0,-10 11-56 0,-2-2-72 16,1 3-96-16,-4-5-366 0,-5 7-1021 0,-1 5 451 15</inkml:trace>
          <inkml:trace contextRef="#ctx0" brushRef="#br0" timeOffset="43330.7241">5560 3253 349 0,'0'0'367'0,"0"0"-1"0,-29 0 3 0,29 0 7 0,0 0-23 16,-27 0-13-16,27 0-24 0,0 0-24 0,0 0-27 16,-21 3-14-16,21-3-15 0,0 0-20 15,0 0-10-15,0 0-8 0,0 0-14 0,0 0-10 0,0 0-23 16,0 0-16-16,0 0-14 0,77 2-8 0,-50-2-13 16,-1-2-11-16,6 0-6 0,-2 2-18 0,2-1-19 15,-1 1-37-15,-1-3-43 0,-1 0-44 0,3-2-48 16,-6 4-25-16,3 0-22 0,-2-5-43 0,-8 3-51 15,-1-1-64-15,1 1-84 0,-3-1-249 0,-16 4-718 16,32-11 318-16</inkml:trace>
          <inkml:trace contextRef="#ctx0" brushRef="#br0" timeOffset="44586.6759">6139 2950 309 0,'0'0'331'16,"0"0"4"-16,0 0 4 0,0 0-6 0,0 0-20 15,0 0-11-15,0 0-13 0,51-1-8 0,-32 1-17 16,-19 0-10-16,44-4 1 0,-14 6-17 0,2-4-8 16,-1 0-16-16,2-3-16 0,3 3-12 0,-4 1-16 15,11-6-14-15,2 0-14 0,-13 6-15 0,-3-2-11 16,5-3-13-16,-13 5-12 0,-1 0-8 0,-2-3-6 0,-18 4-8 15,26-3-10-15,-26 3-2 0,16-4-6 0,-16 4-3 16,0 0-7-16,0 0-1 0,27 3-4 16,-27-3-3-16,0 0-8 0,0 0 2 0,0 0-5 0,0 0 0 15,0 0 1-15,-30 30-5 0,15-18 3 0,-1 0 1 16,0 1 8-16,-5 6 1 0,-1 1 2 0,1-1 4 16,-3 2 3-16,3 0 2 0,-8 7 9 0,7-3-10 15,1-4 0-15,2 4 3 0,-4 6-1 0,4-7-2 16,4 0-2-16,1-3-1 0,1 4-4 0,8-3 1 15,-1-6-3-15,3 3-1 0,8 0 0 0,-4-1-3 16,6-4 1-16,4 0 11 0,0-1-13 0,7-1-7 16,-1 1 4-16,1-5-3 0,0-1-2 0,-1 0 3 15,6-2-10-15,2-3 0 0,3 1-1 0,-1-1 0 16,-5-4-2-16,-2-3-1 0,4 0 4 0,-3-1-7 16,4-2 3-16,-7 0-1 0,1-2 2 0,-3 0-1 15,-1-3-5-15,-1 1-7 0,-3-2 18 0,-1 0-11 16,-4 2-3-16,2-2 2 0,-3 5 1 0,-2-6-3 15,4 8-1-15,-7 7 7 0,5-19-2 0,-5 19 4 16,1-11 2-16,-1 11 4 0,0 0 0 0,2-15-3 16,-2 15-6-16,0 0 11 0,0 0 2 0,0-11-13 0,0 11 1 15,0 0-3-15,0 0 5 0,0 0-3 0,0 0 1 16,0 0 8-16,0 0-13 0,0 0-1 0,0 0 4 16,0 0-1-16,0 0 0 0,0 0 3 0,5-12 3 15,-5 12 2-15,0 0 0 0,0 0 6 0,0 0 2 16,0 0 5-16,0 0 0 0,0 0 6 0,0 0-3 15,0 0 6-15,0 0-1 0,0 0-4 0,0 0-3 16,0 0-6-16,0 0 5 0,0 0-6 0,0 0 6 16,0 0-7-16,0 0-1 0,0 0-1 0,0 0-7 15,0 0 13-15,0 0-10 0,0 0-1 0,0 0-3 16,0 0 3-16,0 0 2 0,0 0-13 0,0 0 2 16,0 0 4-16,0 0 6 0,0 0-6 0,0 0-6 15,0 0 5-15,0 0-10 0,0 0 5 0,0 0 7 0,0 0 4 16,0 0-12-16,0 0 4 0,0 0-2 15,0 0 2-15,0 0 4 0,0 0-2 0,0 0-4 16,0 0-16-16,0 0 14 0,0 0 7 0,0 0 7 0,0 0-8 16,0 0-3-16,0 0 3 0,0 0-8 0,0 0 7 15,0 0-2-15,0 0-5 0,0 0 3 0,0 0 0 16,0 0-1-16,0 0-4 0,0 0 6 0,0 0 3 16,0 0-4-16,0 0 6 0,0 0-4 0,0 0 8 15,0 0-4-15,0 0 3 0,0 0-3 0,0 0-3 16,0 0-4-16,0 0-1 0,0 0 1 0,0 0 2 15,0 0 0-15,0 0 1 0,0 0 1 0,0 0-2 16,0 0 10-16,0 0-7 0,0 0-2 0,0 0-1 16,0 0 2-16,0 0 1 0,0 0-1 0,-7-14-2 0,7 14 0 15,0 0 0-15,0 0 0 0,0 0 0 16,0 0 0-16,0 0 0 0,0 0 0 0,0 0 0 16,0 0 0-16,0 0 0 0,0 0 0 0,0 0 0 0,-3 40 0 15,3-19 0 1,0 2 0-16,3 4 0 0,-3 3 0 0,0 9 0 0,2 1 0 15,-2 5 0-15,0 0 0 0,0-2 0 0,3 4 0 16,-1-1 0-16,-1 5 0 0,2 21 0 0,-3-18 0 0,0 18 0 16,-3-18 0-16,2-1 0 0,-6 3 0 0,1-3 0 15,-1 3 0-15,-2-3 0 0,-2-1 0 16,2 0 0-16,0-7 0 0,-4 0 0 0,-1-3 0 0,-1-5 0 16,6-7 0-16,-3-7 0 0,-1 0 0 0,5-5 0 15,0-1 0-15,0-3 0 0,-4-3 0 0,4-4 0 16,8-7 0-16,-15 11 0 0,15-11 0 0,-16 4 0 15,16-4 0-15,0 0 0 0,-26-13 0 0,17 1 0 16,-4-3 0-16,5-5 0 0,-5-5 0 0,7-3 0 16,-2-12 0-16,1-2 0 0,6 0 0 0,1-5 0 15,1-1 0-15,4-4 0 0,3-21 0 0,-6 20 0 16,9-22 0-16,3 4 0 0,2 18 0 0,7-15 0 16,-2 17 0-16,16-15 0 0,6 4 0 0,10 1 0 15,0 6 0-15,5 7 0 0,-12 12 0 0,-1 6 0 16,0 1 0-16,1 1 0 0,-9 7-161 0,7 1-184 15,-17 6-144-15,2 3-158 0,0-1-445 0,0 5-1182 0,-9 3 522 16</inkml:trace>
          <inkml:trace contextRef="#ctx0" brushRef="#br0" timeOffset="45033.2178">7700 3439 325 0,'-27'14'329'0,"11"-2"-1"0,3-3-1 0,-2 1 14 0,9-3 15 15,6-7 14-15,-7 15 4 0,7-15-10 0,13 13-22 16,2-8-26-16,12 2-31 0,0-3-27 0,5 3-22 15,17-4-27-15,0 2-19 0,1-4-20 0,3-1-15 16,5-4-14-16,4 0-5 0,1-3-6 0,-7 4-5 0,-3-2-19 0,1 3-11 0,-9-4-10 16,-11 3-11-16,-2 3-5 0,-5-4-26 0,-6 3-41 15,-5 1-55-15,-16 0-60 0,28-3-67 0,-28 3-62 16,0 0-78-16,20-3-89 0,-20 3-419 0,0 0-896 16,0 0 397-16</inkml:trace>
          <inkml:trace contextRef="#ctx0" brushRef="#br0" timeOffset="44834.4513">7766 3240 127 0,'0'0'514'0,"0"0"-22"0,-50 0-25 15,50 0-3-15,0 0 4 0,0 0-10 0,0 0-30 16,48-13-33-16,-27 10-38 0,9-1-42 16,1-1-24-16,11 2-31 0,-1-4-21 0,3 3-30 0,-1-1-31 15,-8 3-68-15,-6-3-71 0,0 2-84 0,-2-1-79 16,-4 4-72-16,-4-2-55 0,-19 2-68 0,0 0-54 15,27 0-61-15,-27 0-245 0,0 0-734 0,0 0 325 16</inkml:trace>
          <inkml:trace contextRef="#ctx0" brushRef="#br0" timeOffset="41643.35">2912 3284 149 0,'0'0'284'0,"-33"0"-11"0,33 0-6 16,-36-5-3-16,20 3-8 0,2-3-4 0,14 5-14 15,-27-6-1-15,17 1 2 0,10 5-14 0,-14-7-25 16,14 7-15-16,-8-12-13 0,8 12-16 0,-5-14-14 0,5 14-9 15,5-15-10-15,1 0-4 0,2 3-7 16,0 5-2-16,0-5 2 0,7 1-3 0,1-3 2 16,-2 2-1-16,10-2 3 0,-8 7 2 0,0-2 3 0,3 3-6 15,-3 1 0-15,13-1 2 0,-11 1-12 0,-18 5-7 16,40 5-6-16,-21-3-5 0,2 7 0 16,-3-1-7-16,1 2-3 0,2 8-8 0,-2 0-8 0,-1 1 0 15,-7 1-6-15,-1 2-4 0,-5 4-5 0,-4 0-7 16,-6 0 4-16,-3 1-6 0,0-4-4 0,-6 8-5 15,-5-5-2-15,-7 2-4 0,-3 2-4 0,8-8-4 16,-12 6-3-16,-3-6-4 0,7-1-4 0,0-6-1 16,2 1-2-16,3-6-2 0,-3 3 2 0,8-6 4 15,3-3-10-15,1 1 0 0,15-5 1 0,-19 4-1 16,19-4-1-16,0 0-4 0,0 0 4 0,0 0 6 16,5-31-7-16,9 19 1 0,10-10 2 0,-3 0 1 15,13-4 2-15,-1-2 0 0,3-2-1 0,1 1 4 0,-5-2-1 16,3-1 1-16,4 0-1 0,-4 0 4 0,-3-2-4 15,2 0 0-15,-4 0 1 0,2 1 3 16,0 4 3-16,-11 5 7 0,0 1 16 0,-2 0 0 0,-3 4 5 16,-6 3 1-16,1 2 2 0,-3-1 12 0,0 8 3 15,-8 7-1-15,5-14-4 0,-5 14-1 0,0 0-4 16,0 0-4-16,0 0-5 0,0 0-1 0,0 0 3 16,-39 45 0-16,23-21 14 0,2 4-10 0,-4 5 0 15,-3 5-3-15,2-3 6 0,3 2-11 0,8-8 5 16,-6 8 1-16,1 1-5 0,6-9-1 0,1-1-3 15,0-2-1-15,4-3-8 0,2 6 2 0,0-5-2 16,2-7-2-16,6 7-3 0,-2-6-2 0,2-2-14 16,3 0-20-16,-1-2-31 0,3 4-43 0,0-7-47 0,1 1-69 15,2-3-40-15,5 0-44 0,0-4-44 16,-4 2-54-16,16-11-71 0,-13 4-381 0,-20 0-919 16,45-1 406-16</inkml:trace>
        </inkml:traceGroup>
      </inkml:traceGroup>
    </inkml:traceGroup>
    <inkml:traceGroup>
      <inkml:annotationXML>
        <emma:emma xmlns:emma="http://www.w3.org/2003/04/emma" version="1.0">
          <emma:interpretation id="{21892C5E-A796-41CE-8BB3-509B90834EA9}" emma:medium="tactile" emma:mode="ink">
            <msink:context xmlns:msink="http://schemas.microsoft.com/ink/2010/main" type="paragraph" rotatedBoundingBox="2339,4722 9865,4653 9886,6936 2360,7005" alignmentLevel="1"/>
          </emma:interpretation>
        </emma:emma>
      </inkml:annotationXML>
      <inkml:traceGroup>
        <inkml:annotationXML>
          <emma:emma xmlns:emma="http://www.w3.org/2003/04/emma" version="1.0">
            <emma:interpretation id="{BC0084F7-348F-4FB8-849E-58C40BF73C43}" emma:medium="tactile" emma:mode="ink">
              <msink:context xmlns:msink="http://schemas.microsoft.com/ink/2010/main" type="line" rotatedBoundingBox="2339,4722 9865,4653 9886,6936 2360,7005"/>
            </emma:interpretation>
          </emma:emma>
        </inkml:annotationXML>
        <inkml:traceGroup>
          <inkml:annotationXML>
            <emma:emma xmlns:emma="http://www.w3.org/2003/04/emma" version="1.0">
              <emma:interpretation id="{2DE20ED0-8C61-44C1-BFE3-EB518FF4874E}" emma:medium="tactile" emma:mode="ink">
                <msink:context xmlns:msink="http://schemas.microsoft.com/ink/2010/main" type="inkWord" rotatedBoundingBox="2339,4746 4839,4723 4860,6982 2360,7005"/>
              </emma:interpretation>
              <emma:one-of disjunction-type="recognition" id="oneOf5">
                <emma:interpretation id="interp5" emma:lang="" emma:confidence="1">
                  <emma:literal/>
                </emma:interpretation>
              </emma:one-of>
            </emma:emma>
          </inkml:annotationXML>
          <inkml:trace contextRef="#ctx0" brushRef="#br0" timeOffset="50077.5458">4013 4533 177 0,'0'0'479'16,"-6"-10"-32"-16,6 10-13 0,0 0-3 0,0 0 14 0,0 0 3 15,0 0-7-15,-8-10-51 0,8 10-31 0,0 0-20 16,0 0-18-16,0 0-12 0,0 0-19 0,0 0-6 16,-2 34-22-16,2-34-4 0,0 24-17 0,-2-13-19 15,-1 1-13-15,3 0-17 0,0 5-16 0,0-6-16 16,0 6-16-16,3-2-11 0,-1 3-13 0,6-3-11 16,-6 3-6-16,9-3-13 0,-3 0-11 0,0 1-5 15,5-5-49-15,3 3-25 0,5 1 0 0,-5-3 0 16,3-4 0-16,2-1 0 0,1-3 0 0,-6 4 0 0,12-7 0 15,-1-1 0-15,-5 2 0 0,-22-2 0 16,42-15 0-16,-23 8 0 0,2-9 0 0,-2 1 0 16,1-3 0-16,-4-1 0 0,1-4 0 0,-2-3 0 0,-1 4 0 15,-4-3 0-15,1 0 0 0,-1 0 0 0,-4 10 0 16,1-4 0-16,-4 7 0 0,2-4 0 16,-5 16 0-16,4-15 0 0,0 8 0 0,-4 7 0 0,0 0 0 15,6-13 0-15,-6 13 0 0,0 0 0 0,0 0 0 16,0 40 0-16,-5-12 0 0,5 10 0 0,-1 3 0 15,1 6 0-15,0 6 0 0,0 3 0 0,-4 15 0 16,4 1 0-16,2 13 0 0,0-5 0 0,-1 4 0 16,-1-3 0-16,0-1 0 0,3 0 0 0,-6 7 0 15,3-4 0-15,-1-1 0 0,1-3 0 0,0 0 0 16,0-6 0-16,-4-18 0 0,0 16 0 0,5-15 0 16,-2-3 0-16,-6 1 0 0,-1-7 0 0,2-2 0 0,-1-3 0 15,1-2 0-15,-2-2 0 0,1-8 0 16,4 0 0-16,-2-7 0 0,2-4 0 0,-8 3 0 15,3-6 0-15,-2-2 0 0,1-2 0 0,-1-1 0 0,2-1 0 16,-3-3 0-16,0 0 0 0,11-7 0 0,-24 7 0 16,24-7 0-16,-29 0 0 0,29 0 0 0,-32-9 0 15,12 2 0-15,4-3 0 0,-9-4 0 0,4-7 0 16,3 2 0-16,-1-1 0 0,4-5 0 0,-5-16 0 16,5-6 0-16,5-6 0 0,4-2 0 0,4-20 0 15,4 1 0-15,4-7 0 0,6-3 0 0,7 5 0 16,3-5 0-16,6 2 0 0,1 0 0 0,6 3 0 15,2-2 0-15,-2 4 0 0,7 0 0 0,1 5 0 16,0 8 0-16,4 0 0 0,-13 23 0 0,4-1 0 16,-6 2 0-16,2 4 0 0,-5 3 0 0,-7 11 0 15,-1-1-347-15,-2 2-115 0,-4 2-95 0,-2 7-118 0,-2-5-350 16,-5 8-1111-16,1 1 491 0</inkml:trace>
          <inkml:trace contextRef="#ctx0" brushRef="#br0" timeOffset="49280.7273">3177 4755 435 0,'0'0'472'0,"0"0"-4"0,0 0-16 0,0 0 0 15,0 0 1-15,0 0-17 16,0 0-22-16,0 0-21 0,0 0-29 0,0 0-10 0,0 0-16 0,0 0-17 0,21-4-22 15,6-1-25-15,-3-2-26 0,12 0-20 0,7-4-34 16,5 1-15-16,-3 5-18 0,-2-4-15 0,-1-1-17 16,1 8-33-16,-14-4-53 0,5-1-51 0,0 1-47 15,-4 1-60-15,-9 3-70 0,3-3-80 0,-3 2-65 16,-2 2-74-16,-19 1-79 0,23-6-435 0,-23 6-994 16,20-2 440-16</inkml:trace>
          <inkml:trace contextRef="#ctx0" brushRef="#br0" timeOffset="48997.9329">2261 4541 178 0,'0'0'325'0,"-3"-9"-7"16,3 9 5-16,6-18-12 0,-6 18-12 0,7-18-12 16,-1 9-11-16,4-1-20 0,4-1-9 0,-1-1-21 15,3 1 5-15,3 0-10 0,1 3-8 0,-3-2-12 16,4 3-12-16,-2 2-12 0,-1 3-5 0,1 0-9 15,-19 2-19-15,37 2-13 0,-18 4-3 0,-3-2-1 16,-1 7-11-16,-1 0-9 0,4 2-5 0,-4-3-7 16,-4 6-4-16,1-1-9 0,-6-1-8 0,1 5-6 15,1-1-4-15,-5-1-6 0,-2 2-5 0,-2 5-7 16,0 2-3-16,-6-3-5 0,0 0-4 0,-3-1 1 0,1 1-8 16,-2-1 1-16,-3 0-6 0,-1-2 1 0,3-6-2 15,-4 0-6-15,-1 3-4 0,7-6-4 0,-4 3-2 16,1-9-2-16,3 5 0 0,-4-2 0 0,4-2-1 15,11-6 1-15,-21 5-1 0,21-5-1 0,-14 5-1 16,14-5-2-16,0 0 5 0,0 0-4 0,0 0-2 16,0 0-1-16,-18-17 3 0,18 17-2 0,0 0 5 15,11-25-1-15,2 14-6 0,2 0 4 0,-1-2-1 16,2 0 3-16,3-6-3 0,4 3-1 0,-2-6 1 16,-1 6 0-16,3-2 1 0,-2-3 2 0,1 2 1 15,-1-1 0-15,0 1 4 0,-2 0 3 0,-1 1 2 16,-5 1 3-16,-1 3 9 0,1 0 2 0,-3 1 3 0,0 2 7 15,-6 1 3-15,3 3 7 0,-7 7 0 16,8-16 3-16,-8 16 3 0,5-8-6 0,-5 8 1 16,0 0-2-16,0 0-4 0,0 0-9 0,0 0 1 0,0 0-8 15,0 0 0-15,-40 24-1 0,27-9-5 0,3 3 1 16,-9 4-3-16,4-1-2 0,4 4 2 16,-2-3 0-16,0 2-3 0,-1 1-1 0,8-2-2 0,2-1-4 15,0-3-1-15,4 3 3 0,0-5 2 0,0 1-10 16,4 1-5-16,1 2-8 0,5-6-8 0,1 3-22 15,2-8-29-15,0 4-30 0,1-5-35 0,2 0-44 16,5-2-45-16,2 5-43 0,4-8-41 0,2 0-40 16,-2 0-49-16,2-8-80 0,-2 0-296 0,0 0-839 15,-4 0 370-15</inkml:trace>
        </inkml:traceGroup>
        <inkml:traceGroup>
          <inkml:annotationXML>
            <emma:emma xmlns:emma="http://www.w3.org/2003/04/emma" version="1.0">
              <emma:interpretation id="{79E2114A-AEBA-40C0-93F9-A1F6E4045457}" emma:medium="tactile" emma:mode="ink">
                <msink:context xmlns:msink="http://schemas.microsoft.com/ink/2010/main" type="inkWord" rotatedBoundingBox="5232,4696 9865,4653 9874,5641 5241,5684"/>
              </emma:interpretation>
              <emma:one-of disjunction-type="recognition" id="oneOf6">
                <emma:interpretation id="interp6" emma:lang="" emma:confidence="1">
                  <emma:literal/>
                </emma:interpretation>
              </emma:one-of>
            </emma:emma>
          </inkml:annotationXML>
          <inkml:trace contextRef="#ctx0" brushRef="#br0" timeOffset="55012.7507">9197 4628 381 0,'-7'-5'452'0,"7"5"-21"16,-11-10-6-16,11 10 8 0,-13-17-4 0,12 10-25 0,-3-7-19 16,-7 3-23-16,11-4-19 0,0 15-26 0,5-28-26 15,-3 13-25-15,6 1-19 0,0-4-13 0,5 5-13 16,-1 0-14-16,3-2-16 0,6 3-15 0,1-3-20 16,-6 4-11-16,11 3-13 0,-4 2-10 0,3 5-11 15,-6-3-11-15,9 4-11 0,-6 5 2 0,-1 4-14 16,-1-4-6-16,2 9-5 0,-1 3-9 0,-3 4-4 15,-3 3-1-15,-3 0-7 0,-5 6-4 0,-1-6-6 16,-6 3-2-16,-1 2 4 0,-3-1-11 0,-5 0-12 16,-3-1-3-16,-7 14-16 0,-8-11-7 0,7-5-8 15,-3-2-4-15,1 0-6 0,-3-4-2 0,-2 3 0 16,4-3-8-16,-1-3 5 0,2 2-2 0,5-7 3 0,2-2-2 16,1-3-1-16,3-1 1 0,10-5-1 0,-14 9-2 15,14-9 2-15,0 0 1 0,0 0 3 0,0 0 2 16,0 0 4-16,0 0 2 0,0 0 2 0,0 0 5 15,38-35 3-15,-22 26-3 0,9-3 2 0,-8 5 4 16,2-3 1-16,2 1 1 0,3 2 3 0,-3 2 6 16,8-4 4-16,0 1 10 0,-8 7 6 0,1 1 8 15,1 0 9-15,4 1 6 0,0 9-3 0,-6-3-1 16,2 2 3-16,2 3-4 0,-2 2 2 0,-6 1-6 16,1 0 1-16,-2 7-4 0,-6 1 1 0,-4-5-4 15,1 1-2-15,-4 0-7 0,-6 4 0 0,-4 3-1 0,-1 0-3 16,-5-3-2-16,-4-1-8 0,-6 0-8 15,-9 2-11-15,-6-3-10 0,-3-2-14 0,3-5-17 16,-5 3-18-16,-1-10-24 0,-2 0-23 0,-1 0-27 0,1-2-25 16,-4-5-22-16,0-7-27 0,7-2-29 0,0 2-31 15,-2 4-41-15,-3-5-49 0,6-8-63 16,3 3-352-16,6 5-851 0,5-4 377 0</inkml:trace>
          <inkml:trace contextRef="#ctx0" brushRef="#br0" timeOffset="51311.7219">5234 4661 382 0,'0'0'369'0,"0"0"6"0,-22-2-18 15,22 2 12-15,0 0 0 0,-23-1-8 0,23 1-16 16,0 0-20-16,-19-5-15 0,19 5-23 0,0 0-21 0,0 0-20 16,0 0-16-16,-18-2-13 0,18 2-4 15,0 0-20-15,0 0-11 0,0 0-15 0,0 0-9 16,50-16-17-16,-21 14-13 0,1-3-14 0,6 5-8 0,10-3-12 15,-3 1-12-15,4-3-4 0,-1 5-10 0,4-3-8 16,-5 1-6-16,-2-3-7 0,-9 3 2 16,1 1-12-16,-3-2-1 0,-4-2-7 0,1 4 2 0,-8 1-16 15,-21 0-14-15,35 0-25 0,-35 0-22 0,21 1-33 16,-21-1-35-16,0 0-41 0,21 0-49 0,-21 0-54 16,0 0-41-16,0 0-49 0,0 0-32 0,0 0-35 15,0 0-347-15,0 0-825 0,0 0 366 0</inkml:trace>
          <inkml:trace contextRef="#ctx0" brushRef="#br0" timeOffset="51546.0798">5589 4428 173 0,'-13'-11'372'0,"5"-3"-2"16,0 5 22-16,1-1 1 0,7 10 18 0,-13-15 17 16,7 11-7-16,6 4-19 0,-8-10-31 15,8 10-33-15,0 0-35 0,0 0-28 0,-8-9-21 0,8 9-21 16,0 0-3-16,0 0-22 0,0 0-13 0,0 0-12 15,-6 44-17-15,6-27-11 0,3 8-18 0,-3 2-6 16,1 1-16-16,-1 3-11 0,-1 0-8 0,1 6-11 16,0 4-11-16,1-3-9 0,-1 1-8 0,0 0-12 15,2-12-24-15,-2 0-39 0,0 1-27 0,0 0-74 16,-3-1-69-16,4-7-79 0,3 0-71 0,-4 5-79 16,4-8-105-16,-2-3-360 0,-2-2-955 0,0-12 423 15</inkml:trace>
          <inkml:trace contextRef="#ctx0" brushRef="#br0" timeOffset="52088.7928">6054 4803 287 0,'0'0'402'0,"-29"-12"-24"0,21 5-36 16,-7-3-14-16,6-1-6 0,-2 0-18 0,3-2-11 15,0 6-3-15,1-8-21 0,1 4-27 0,-1-4-21 16,7 2-18-16,0 13-10 0,-1-20-20 0,2 8-3 16,-1 12-3-16,7-23-9 0,-2 6-11 0,3 5-10 0,1-2-5 15,4 2-7-15,0 3-7 0,1-5-6 16,-1 6-2-16,3-4-6 0,0 0-8 0,3 5-6 15,-2 0-3-15,2 1-5 0,2 1-1 0,-2-2-3 0,0 7-1 16,-19 0-2-16,37 4-6 0,-18-2-3 16,-3 4 0-16,4 5-7 0,-4-2-5 0,4 11-1 15,-5-4 8-15,-1 6-18 0,1 3-1 0,-9 2-5 0,-1 1-6 16,-3 0 1-16,-7-1-6 0,-2 4 0 0,-2-2-6 16,-4 8 3-16,-10-6-6 0,3 9 9 0,-8-9-10 15,-1-4-2-15,1 3-3 0,-8-2-1 0,6-1-5 16,-1-3 0-16,6-8 0 0,-3 1-5 0,6 0-4 15,-5-6 1-15,9-2-3 0,-1 3 5 0,3-5-1 16,8-1 2-16,8-6-4 0,-21 10 4 0,10-4 4 16,11-6-10-16,0 0 5 0,-16 4-1 0,16-4-2 15,0 0 10-15,0 0 1 0,0 0-2 0,0 0 7 0,0 0-4 16,36 6 3-16,-36-6 1 0,0 0-3 0,55-7 6 16,-33 4 6-16,7-6-16 0,-3 3 4 15,5-1-3-15,2 3-1 0,-2-7-2 0,10-2-17 0,-10 6-41 16,3-5-48-16,-4 5-54 0,13-6-81 0,-14 2-61 15,0-1-54-15,-2-4-66 0,10-6-66 0,-9 8-381 16,-3-10-937-16,-6 6 414 0</inkml:trace>
          <inkml:trace contextRef="#ctx0" brushRef="#br0" timeOffset="52541.8923">6668 4590 359 0,'0'0'385'0,"0"0"-14"0,-8-12-36 15,8 12-13-15,0 0 17 0,0 0 25 0,0 0 5 0,0 0-5 16,0 0-4-16,28-7-35 0,-28 7-26 0,33-3-21 16,-9 1-11-16,5 0-16 0,3-3-4 15,8 3-14-15,-6-3-17 0,8 2-18 0,-1-2-18 0,-8 1-17 16,2 1-12-16,-1-3-12 0,9 1-11 0,-14 0-19 16,-8 3-8-16,-1 1-8 0,3-3-11 0,-23 4-5 15,27-1-2-15,-27 1-11 0,0 0-6 0,23 0-1 16,-23 0-2-16,0 0-4 0,8 17-11 0,-8-17 4 15,-8 24-10-15,-4-10 2 0,1 8-6 0,-6 1-3 16,-1-1 10-16,-9 8-18 0,-1 4-3 0,-2-4-3 16,-4-1-3-16,-1 5-1 0,0-4-12 0,-2-4 6 15,5-3-6-15,-10 6 2 0,8-4-4 0,1 3-1 16,4 2 3-16,6-14 1 0,2 6-3 0,4 0 7 16,-4-3 0-16,8 1-13 0,3-2 9 0,6-11 0 15,2 9 2-15,-1-6-1 0,6 6-2 0,0-5 0 0,4 1 3 16,1 2 2-16,-8-14-7 0,25 12 5 0,-9-3 1 15,5-6 6-15,6 1-4 0,1 2 2 16,-3-3-1-16,9-2-1 0,9-4-5 0,-14-1 5 0,3-1 10 16,12-2-13-16,1-4 12 0,-2-1 3 0,-9 2-8 15,-4 2 1-15,-1 1 3 0,-2 5-8 0,2-4-27 16,-10-2-42-16,-1 5-60 0,-4-1-72 0,-14 4-78 16,23-1-61-16,-23 1-93 0,0 0-111 0,13-6-431 15,-13 6-1052-15,0 0 465 0</inkml:trace>
          <inkml:trace contextRef="#ctx0" brushRef="#br0" timeOffset="53062.0319">7849 4936 273 0,'-26'14'470'0,"12"-7"-16"15,0 0-11-15,4 1 1 0,-1-3 10 0,11-5 1 0,-10 14-12 0,10-14-20 16,2 12-32-16,-2-12-32 0,21 14-28 0,-7-14-30 16,15 7-30-16,0-2-28 0,6-3-4 0,8-4-50 15,7-2-12-15,5 3-19 0,-2-1-17 0,3 4-9 16,-2-9-25-16,-2 0-39 0,-1 2-55 0,-8-2-78 16,-14 4-100-16,-2-2-95 0,-4 3-113 0,-2-3-142 0,-7 2-419 15,-14 3-1012-15,26-4 449 0</inkml:trace>
          <inkml:trace contextRef="#ctx0" brushRef="#br0" timeOffset="52854.3918">7937 4772 3942 0,'-22'2'285'16,"22"-2"-94"-16,0 0-17 0,-24 3-11 0,24-3-39 15,0 0 3-15,-18 2 24 0,18-2 25 0,0 0-4 0,0 0 2 16,0 0 9-16,0 0-21 0,0 0-6 0,0 0-13 16,0 0-17-16,77-7-10 0,-43 5-6 0,-2-2-11 15,11 0-10-15,-1-2-12 0,6 1-4 0,-3-3-16 16,-11 5-21-16,7-1-33 0,-8 0-56 0,-6 1-66 15,2-5-70-15,-4 4-49 0,-7 0-78 0,-4 1-58 16,-14 3-77-16,15-8-445 0,-15 8-968 0,6-8 428 16</inkml:trace>
        </inkml:traceGroup>
      </inkml:traceGroup>
    </inkml:traceGroup>
    <inkml:traceGroup>
      <inkml:annotationXML>
        <emma:emma xmlns:emma="http://www.w3.org/2003/04/emma" version="1.0">
          <emma:interpretation id="{5527B660-1D3D-455C-92A6-17FCC5F0D2B4}" emma:medium="tactile" emma:mode="ink">
            <msink:context xmlns:msink="http://schemas.microsoft.com/ink/2010/main" type="paragraph" rotatedBoundingBox="2078,6295 10098,6000 10178,8199 2159,8494" alignmentLevel="1"/>
          </emma:interpretation>
        </emma:emma>
      </inkml:annotationXML>
      <inkml:traceGroup>
        <inkml:annotationXML>
          <emma:emma xmlns:emma="http://www.w3.org/2003/04/emma" version="1.0">
            <emma:interpretation id="{72AE618F-5A13-467C-92B2-516B46594655}" emma:medium="tactile" emma:mode="ink">
              <msink:context xmlns:msink="http://schemas.microsoft.com/ink/2010/main" type="line" rotatedBoundingBox="2078,6295 10098,6000 10178,8199 2159,8494"/>
            </emma:interpretation>
          </emma:emma>
        </inkml:annotationXML>
        <inkml:traceGroup>
          <inkml:annotationXML>
            <emma:emma xmlns:emma="http://www.w3.org/2003/04/emma" version="1.0">
              <emma:interpretation id="{C303697F-40EC-48D7-8105-2B88F6316D0D}" emma:medium="tactile" emma:mode="ink">
                <msink:context xmlns:msink="http://schemas.microsoft.com/ink/2010/main" type="inkWord" rotatedBoundingBox="2078,6295 8588,6056 8669,8254 2159,8494"/>
              </emma:interpretation>
              <emma:one-of disjunction-type="recognition" id="oneOf7">
                <emma:interpretation id="interp7" emma:lang="" emma:confidence="1">
                  <emma:literal/>
                </emma:interpretation>
              </emma:one-of>
            </emma:emma>
          </inkml:annotationXML>
          <inkml:trace contextRef="#ctx0" brushRef="#br0" timeOffset="58423.7864">4090 5979 113 0,'0'0'418'0,"-14"-12"-14"0,14 12-25 0,-13-10-10 0,13 10-18 16,-8-7-1-16,8 7 1 0,0 0-14 0,0 0-29 15,-10-9-19-15,10 9-10 0,0 0-10 0,0 0-12 16,0 0-14-16,0 0-6 0,0 0-6 0,10 37-10 15,-4-20-7-15,2 6-15 0,-1 2-10 0,1 10-7 0,-4-5-13 16,-2 2-17-16,0 6-8 0,4 6-8 16,-1-3-15-16,5 2-15 0,-6 1-13 0,0-2-5 15,5-2-15-15,-6-2-6 0,4-7-23 0,-1-1-25 0,-3-2-41 16,2-1-52-16,0 1-64 0,-3 0-74 0,1-3-66 16,2-8-69-16,-1 3-82 0,0-7-112 0,2 2-353 15,-4-7-968-15,-2-8 429 0</inkml:trace>
          <inkml:trace contextRef="#ctx0" brushRef="#br0" timeOffset="57077.0125">2336 6120 183 0,'-11'3'283'0,"11"-3"-10"0,0 0-11 16,0 0-13-16,-27 0-11 0,27 0-15 0,0 0-23 16,0 0-7-16,0 0-12 0,-27-6-18 0,27 6-10 15,0 0-9-15,-15-4-12 0,15 4 3 0,0 0 11 0,-19-7 13 16,19 7-27-16,0 0-3 0,-5-12-7 16,5 12-12-16,-6-11 1 0,6 11 5 0,-11-11 5 0,11 11 4 15,-7-10-7-15,7 10 5 0,-8-17-7 0,8 17 8 16,-8-11-3-16,8 11 0 0,-2-15-8 0,2 15-2 15,0-11-5-15,0 11-7 0,4-13-8 0,-4 13-6 16,9-16-6-16,-9 16-7 0,8-9-9 0,-8 9-6 16,15-13-6-16,-6 8-7 0,6 1-1 0,-15 4-5 15,21-4-3-15,-21 4-2 0,29-4-4 0,-15 1 0 16,-14 3 3-16,29 7-5 0,-16-1 1 0,1 1-3 0,-1 3-6 16,1 2 3-16,-4-1-2 0,1 4 0 15,-3 8-3-15,0-6-2 0,-3 2 1 0,-2 7-2 16,-3 1 0-16,-3-2-3 0,0 3 1 0,1 1 1 0,-7-5-1 15,-2 5-3-15,1-1-4 0,-5 0 4 0,-4-5-3 16,-2 11 2-16,-8-5-1 0,7-5-3 0,0-5-4 16,-3 0 0-16,3-1-4 0,0-3-6 0,-1 3-2 15,4-5-4-15,3-2 4 0,0-1-1 0,-4-3 4 16,6 5-5-16,0-5 5 0,-1 0-1 0,15-7 1 16,-21 7 2-16,12-3 5 0,9-4-1 0,0 0 4 15,-21 8 0-15,21-8 4 0,0 0 0 0,0 0 0 0,0 0 2 16,0 0-2-16,0 0 1 0,0 0-1 0,0 0 3 15,0 0 2-15,0 0 0 0,0 0 3 0,0 0 9 16,30-28 2-16,-15 19 7 0,4 1 0 0,5 5 8 16,-3-2-2-16,9-2-2 0,2-4 4 0,-1 4-6 15,-2 4-5-15,0-2-3 0,-2 1 1 0,2 2-4 0,0-3-9 16,0 4 5-16,-8-2-9 0,-1 0-13 0,0 0-20 16,-3-1-33-16,-17 4-39 0,34-1-45 0,-34 1-38 15,24-4-47-15,-13 1-47 0,-11 3-58 0,0 0-81 16,23-8-454-16,-23 8-936 0,8-6 415 0</inkml:trace>
          <inkml:trace contextRef="#ctx0" brushRef="#br0" timeOffset="57733.1822">2681 6154 292 0,'0'0'364'0,"18"-14"-19"16,-5 1-6-16,1 3 15 0,2 1 11 0,7-5 2 0,4 0-17 16,2 6-11-16,0-1-14 0,5 2-16 0,-4 1-18 15,4 5-23-15,-4 1-19 0,-1 4-24 0,-2 0-21 16,2 3-18-16,-3 7-20 0,-2-3-11 0,-10 2-18 15,1 2-12-15,-2 0-11 0,-4 9-12 0,1-2-11 16,-7 7-8-16,-1-2-4 0,-2 0-13 0,-3 1-4 16,-2 2-7-16,-6-3-4 0,-1 1-6 0,-2-1-4 15,-7 4-2-15,7-5-11 0,-7-2 2 0,3-1-4 16,-3-2 0-16,2-2-2 0,3-8-8 0,-2 5-5 16,4-7-2-16,3 1-2 0,3-3-4 0,-4-1-3 15,12-6 3-15,-16 8-9 0,16-8-2 0,0 0-1 0,0 0 2 16,0 0 0-16,0 0 0 0,-14-27-4 15,14 27 5-15,9-33-2 0,3 14 1 0,-3-6-1 16,6 1 0-16,1-2-1 0,5-8 4 0,1-6-2 0,2 9-2 16,-1-3 4-16,4 1 1 0,-9 7-6 0,9-7 4 15,-6 9 5-15,3-6 2 0,-5 4 2 0,2 2 10 16,-2 3 3-16,-1-1 0 0,-4 3 8 0,-1 2 4 16,-3 3-1-16,1 2-2 0,-5 2 12 0,-2 2 0 15,-4 8 5-15,11-15 1 0,-11 15-3 0,0 0-2 16,1-9-7-16,-1 9-3 0,0 0 0 0,0 0-11 15,0 0 15-15,-35 26-13 0,21-12 0 0,-1 5-7 0,-1 2-2 16,2 1 3-16,-7 14-1 0,2-3-1 0,3 2 2 16,1 3-2-16,4 2 4 0,3-4 2 0,0 3-1 15,6-9 0-15,-1 3 0 0,3-3 0 0,3 0 1 16,0 7-1-16,4-6 4 0,1-2-9 0,5-3-2 16,-2 0 0-16,5 0 2 0,0-2-3 0,5-3-4 15,0 0-4-15,3-3-19 0,3-2-28 0,-6-1-33 16,-5-4-36-16,5 0-54 0,-2-4-48 0,2-3-44 15,8 4-52-15,0-5-51 0,-7-3-64 0,-1 0-87 16,6-6-306-16,2 1-890 0,-5-3 394 0</inkml:trace>
          <inkml:trace contextRef="#ctx0" brushRef="#br0" timeOffset="58166.6101">3856 6367 205 0,'-11'-2'401'0,"11"2"3"16,-24-4-20-16,24 4-13 0,-17-6-7 0,17 6-11 15,0 0-8-15,-22-1-19 0,22 1-27 0,0 0-24 16,0 0-30-16,-13-8-17 0,13 8-12 0,0 0-8 0,0 0-4 16,0 0-8-16,0 0-14 0,0 0-17 0,64-5-15 15,-35 3-13-15,5 1-14 0,-4-2-14 0,15-1-11 16,-3 1-4-16,5 4-10 0,-2-10-10 0,4 8 1 15,-1-5-3-15,2 8-3 0,-5-2 1 0,5-6-5 16,-17 6-4-16,0-1-9 0,-5-6-8 0,0 2-4 16,1-1 2-16,-10 5-10 0,-3-2-16 0,-16 3-28 15,21-4-37 1,-21 4-45-16,19-11-44 0,-19 11-53 0,10-8-49 0,-10 8-46 0,0 0-49 16,-2-14-52-16,2 14-66 0,-18-14-330 0,9 6-847 15,9 8 376-15</inkml:trace>
          <inkml:trace contextRef="#ctx0" brushRef="#br0" timeOffset="59189.333">4669 6121 321 0,'0'0'470'16,"0"0"-32"-16,0 0-16 0,0 0-14 0,15 26 2 15,-15-15-5-15,0-11-17 0,6 24-21 0,-1-7-25 16,-3-1-17-16,-1 3-12 0,4-1-27 0,-3 0-23 0,-2 1-14 16,1 1-13-16,2 0-20 0,1-3 1 0,0-2-37 15,-2 4-17-15,4 0-10 0,-4-5-10 0,4 0-7 16,6-2-10-16,-4 2-12 0,0-1-3 0,1-9-14 15,6 7-1-15,4-6-19 0,-3-2-4 0,3 0-8 16,10-3 5-16,-2-4-4 0,1-3-27 0,1 0 2 16,-1-7-6-16,-3 4-4 0,0-8 0 0,-1-1-17 15,-3-2-3-15,0-6-8 0,1-7-4 0,-1 0-6 16,-1-2 4-16,-4 1 5 0,-10 8 0 0,0 3-5 16,2 0 0-16,-6 6 5 0,3 5 9 0,-4-1 3 0,1 5 6 15,-2 9 3-15,3-15 1 0,-3 15 8 0,0 0-1 16,2-13 1-16,-2 13 3 0,0 0-7 15,0 0-27-15,0 0-1 0,-8 45 0 0,5-19 0 0,1 6 0 16,-4 14 0-16,4 3 0 0,2 3 0 0,-2 3 0 16,2-1 0-16,2 19 0 0,-4 4 0 0,4-3 0 15,-2 0 0-15,0-1 0 0,0-1 0 0,0 1 0 16,0-18 0-16,0 21 0 0,0-6 0 0,0-17 0 16,2 3 0-16,-2-2 0 0,0 1 0 0,0 19 0 15,0-23 0-15,3-3 0 0,-8 0 0 0,0-4 0 16,4-1 0-16,1-1 0 0,-2-4 0 0,-3-9 0 0,4 2 0 15,-6-3 0-15,1-2 0 0,-1-2 0 0,-1 1 0 16,5-8 0-16,-3 0 0 0,-2-2 0 0,1 0 0 16,1-2 0-16,-2-1 0 0,0-3 0 0,1-2 0 15,7-7 0-15,-19 12 0 0,6-9 0 0,13-3 0 16,-21 4 0-16,21-4 0 0,-28-2 0 0,28 2 0 16,-33-9 0-16,21-1 0 0,-4-2 0 0,1-4 0 0,-4-5 0 15,3-11 0-15,-2-9 0 0,4-4 0 0,4-2 0 16,-1-3 0-16,9-23 0 0,1-3 0 15,2-4 0-15,11 1 0 0,5-4 0 0,9 2 0 0,3 5 0 16,6 0 0-16,4 2 0 0,1 3 0 0,3 2-7 16,-1 3-79-16,-10 17 10 0,18-11 8 0,-2 3 5 15,1-6 8-15,-10 21 7 0,11-17 0 0,-10 17 9 16,-2 2-7-16,1 2-19 0,-7 4-33 0,2-2-45 0,-6 7-49 16,-7 9-52-16,0 1-45 0,-5 6-38 15,-1 1-44-15,-3 2-63 0,-2 2-58 0,-5 0-342 16,-5 8-903-16,0 0 400 0</inkml:trace>
          <inkml:trace contextRef="#ctx0" brushRef="#br0" timeOffset="60033.0216">5625 6121 303 0,'-14'4'416'16,"14"-4"-4"-16,0 0-3 0,-18 3-10 0,18-3 1 15,0 0 4-15,0 0-13 0,0 0-26 0,0 0-26 16,0 0-26-16,0 0-22 0,0 0-13 0,0 0-11 0,0 0-16 16,0 0-16-16,0 0-15 0,53 4-20 0,-24-4-11 15,0-2-21-15,3-1-21 0,0 3-14 16,4 0-7-16,-3-2-13 0,11 0-14 0,-3-1-5 0,-10 0-11 15,2 2-7-15,0-2-7 0,0-4-13 0,-2 2-10 16,-2 1-23-16,-9 1-28 0,1-1-42 0,-3 2-39 16,0-3-46-16,-18 5-39 0,20-7-50 0,-12 2-29 15,-8 5-30-15,13-8-30 0,-13 8-41 0,0 0-46 16,-1-14-67-16,1 14-304 0,0 0-830 0,-26-15 368 16</inkml:trace>
          <inkml:trace contextRef="#ctx0" brushRef="#br0" timeOffset="60276.9222">5852 5835 208 0,'-12'-4'397'15,"12"4"-3"-15,-11-10-14 0,11 10-11 16,-13-5-22-16,13 5-14 0,0 0-18 0,0 0-16 0,0 0-17 0,0 0-11 0,0 0-6 16,0 0-4-16,-12 29-13 0,13-12-14 0,2 0-9 15,4 0-9-15,-6 3-11 0,3 7-11 0,-4 0-20 16,4 1-11-16,-4 1-22 0,2 1-7 0,-2 0-12 15,3-1-14-15,-1 1-10 0,3-1-11 0,-9 0-11 16,8 2-6-16,-1-3-19 0,-2-2-24 0,3 0-26 16,-4-3-49-16,0 3-55 0,1-10-51 0,1 3-49 15,4-8-50-15,-1 4-49 0,-3-6-68 0,6 0-74 16,-8-9-359-16,13 10-871 0,-13-10 386 0</inkml:trace>
          <inkml:trace contextRef="#ctx0" brushRef="#br0" timeOffset="60745.64">6603 6005 180 0,'0'0'504'0,"0"0"-31"0,0 0-41 0,0 0-37 15,0 0-14-15,0 0 11 0,0 0-9 16,40-10-29-16,-26 4-33 0,2 0-27 0,3 2-25 15,7-1-31-15,0-5-24 0,3 5-21 0,1-4-16 0,2 2-16 16,0-3-13-16,-3 3-14 0,6 0-20 0,-6 2-7 16,3-3-10-16,-1 2-11 0,-10 3-9 0,0 1-7 15,-4-3-8-15,2 3-6 0,-19 2-6 0,23 0-5 16,-23 0-7-16,0 0-2 0,26 4-5 0,-26-4-3 16,1 13-2-16,-1-13-3 0,-9 28 1 0,-3-11-5 15,3 2-4-15,-11 2 4 0,0 5-5 0,-8 7 1 16,-2-4-6-16,-1 6 3 0,2-4 0 0,-3 0-4 15,2 2-1-15,-1-4 2 0,1 4-3 0,-1-2-1 16,3 3 2-16,-1-5 0 0,8-6 4 0,-3 9 3 0,6-10-3 16,0 0 5-16,-1 1 0 0,5-1 9 0,6-4 0 15,-7 2 1-15,7-6 0 0,0 1 3 0,-1 3 5 16,7-7-6-16,-4-1-2 0,6-10-2 0,-2 21 4 16,2-21 2-16,6 15 4 0,-6-15-1 0,4 11-5 15,-4-11 1-15,19 8-4 0,-19-8-5 0,29 0 3 16,-7 0 0-16,6-1-7 0,-3-6 6 0,7 3-13 15,18-8-3-15,-2-2 8 0,-1 3-11 0,-6-5-27 16,1 3-26-16,1-6-32 0,1 3-50 0,-3 1-67 16,1-4-64-16,0 5-74 0,-4-2-94 0,4 1-120 15,-15-4-343-15,2 8-968 0,-1-2 428 0</inkml:trace>
          <inkml:trace contextRef="#ctx0" brushRef="#br0" timeOffset="61198.7313">7884 6289 140 0,'-40'20'325'0,"16"-6"-4"0,-3 5 3 16,8-8-4-16,4 1-2 0,-1-3-1 0,3 1-11 15,7-1 25-15,0 0 19 0,6-9 3 0,-2 16-8 16,2-16-8-16,0 0-23 0,16 10-31 0,-16-10-15 16,32 1-22-16,-11-1-24 0,8 3-25 0,3-6-21 15,14-2-14-15,4-4-27 0,-5 2-8 0,5 1-12 16,6-5-11-16,-8 0-13 0,2-2-11 0,1 6-18 16,-9-7-33-16,1 6-30 0,-16-2-33 0,-1 2-41 15,1 3-36-15,-6-2-53 0,-1 0-38 0,-3 0-61 16,-2 2-47-16,-1 2-72 0,-14 3-77 0,23-8-325 0,-14 1-847 15,-9 7 375-15</inkml:trace>
          <inkml:trace contextRef="#ctx0" brushRef="#br0" timeOffset="60995.622">7830 6149 318 0,'0'0'529'0,"0"0"-25"0,0 0-19 16,0 0-3-16,0 0-2 0,14 5 14 16,-14-5 22-16,0 0-21 0,42-5-15 0,-13 5-20 0,0-3-31 15,6 3-36-15,10-4-31 0,3-5-34 0,0 1-36 16,-3 3-27-16,0-7-29 0,2 3-32 0,-4 0-59 15,-14 2-51-15,0-1-78 0,0 2-69 0,-9 0-58 16,-4 0-74-16,-3 3-74 0,-13 3-68 0,15-5-61 16,-15 5-68-16,0 0-79 0,0 0-415 0,0 0-1027 0,0 0 455 15</inkml:trace>
        </inkml:traceGroup>
        <inkml:traceGroup>
          <inkml:annotationXML>
            <emma:emma xmlns:emma="http://www.w3.org/2003/04/emma" version="1.0">
              <emma:interpretation id="{DA717B92-8D0B-44D5-B3F6-EEDDC82B9957}" emma:medium="tactile" emma:mode="ink">
                <msink:context xmlns:msink="http://schemas.microsoft.com/ink/2010/main" type="inkWord" rotatedBoundingBox="9553,6099 10101,6079 10146,7327 9599,7347"/>
              </emma:interpretation>
              <emma:one-of disjunction-type="recognition" id="oneOf8">
                <emma:interpretation id="interp8" emma:lang="" emma:confidence="0.5">
                  <emma:literal>9</emma:literal>
                </emma:interpretation>
                <emma:interpretation id="interp9" emma:lang="" emma:confidence="0">
                  <emma:literal>q</emma:literal>
                </emma:interpretation>
                <emma:interpretation id="interp10" emma:lang="" emma:confidence="0">
                  <emma:literal>,</emma:literal>
                </emma:interpretation>
                <emma:interpretation id="interp11" emma:lang="" emma:confidence="0">
                  <emma:literal>.</emma:literal>
                </emma:interpretation>
                <emma:interpretation id="interp12" emma:lang="" emma:confidence="0">
                  <emma:literal>g</emma:literal>
                </emma:interpretation>
              </emma:one-of>
            </emma:emma>
          </inkml:annotationXML>
          <inkml:trace contextRef="#ctx0" brushRef="#br0" timeOffset="63280.9063">9957 5803 238 0,'-11'-10'412'0,"-7"3"-5"0,2 0-11 15,-3 0 0-15,1 2 17 0,-1-2 4 0,-2 5-23 16,0-3-23-16,1 4-27 0,-1-1-24 0,-2 2-17 16,-2 0-17-16,-3 2-6 0,3 6-31 0,2-3-7 15,1 7-22-15,2-2-15 0,-2 6-18 0,6-3-16 16,-2 2-12-16,2 1-4 0,2 3-18 0,4-2-8 15,-1-1-16-15,3 1 1 0,2 1-23 0,4 0-3 16,-3 0-7-16,5-3-8 0,5 4-11 0,1-5-12 0,1 2 6 16,2-5 3-16,3 1-16 0,2 2-3 0,4-3-1 15,3-4-7-15,-1 1 11 0,8 1-11 16,-4-6-3-16,8 2-5 0,-3-3-4 0,1-4 1 0,-1-4-7 16,-2 0 1-16,-3-1-6 0,4-5 1 15,-3 1-2-15,-7 2 1 0,3-5-2 0,0-4-4 0,-5-2 6 16,-2-2-1-16,5 0 1 0,-2 0 2 0,-11-1 0 15,2-3 16-15,-5-1 4 0,-3 3-2 0,3 7 11 16,-3-2-40-16,2 1 0 0,-2 5 0 0,3-1 0 16,-3 14 0-16,0-19 0 0,0 19 0 0,0-13 0 15,0 13 0-15,0 0 0 0,0 0 0 0,0 0 0 0,0 0 0 16,-11 45 0-16,8-5 0 0,-2 7 0 16,-1 0 0-16,4 5 0 0,-3 3 0 0,5 17 0 0,0 6 0 15,-1-2 0-15,1-5 0 0,-2-18 0 0,2 6 0 16,-5-4 0-16,10 1 0 0,-5-4 0 0,-5-3 0 15,3-1 0-15,2 1 0 0,-4-11 0 0,2 3 0 16,2-12 0-16,-2-3 0 0,2-2 0 0,0-2 0 16,0-6 0-16,0-6 0 0,0 2 0 0,0-12 0 15,-3 15 0-15,3-15-88 0,0 0-411 0,5 15-72 16,-5-15-99-16,0 0-391 0,0 0-1149 0,0 0 509 16</inkml:trace>
        </inkml:traceGroup>
      </inkml:traceGroup>
    </inkml:traceGroup>
    <inkml:traceGroup>
      <inkml:annotationXML>
        <emma:emma xmlns:emma="http://www.w3.org/2003/04/emma" version="1.0">
          <emma:interpretation id="{781C4954-1FDE-4E45-AF15-AA21E052CEAC}" emma:medium="tactile" emma:mode="ink">
            <msink:context xmlns:msink="http://schemas.microsoft.com/ink/2010/main" type="paragraph" rotatedBoundingBox="1481,8191 7274,8134 7290,9774 1497,9831" alignmentLevel="1"/>
          </emma:interpretation>
        </emma:emma>
      </inkml:annotationXML>
      <inkml:traceGroup>
        <inkml:annotationXML>
          <emma:emma xmlns:emma="http://www.w3.org/2003/04/emma" version="1.0">
            <emma:interpretation id="{F526912F-387F-4D5F-A9AA-9B293421805B}" emma:medium="tactile" emma:mode="ink">
              <msink:context xmlns:msink="http://schemas.microsoft.com/ink/2010/main" type="line" rotatedBoundingBox="1481,8191 7274,8134 7290,9774 1497,9831"/>
            </emma:interpretation>
          </emma:emma>
        </inkml:annotationXML>
        <inkml:traceGroup>
          <inkml:annotationXML>
            <emma:emma xmlns:emma="http://www.w3.org/2003/04/emma" version="1.0">
              <emma:interpretation id="{CF699CA2-01A3-4027-9D29-7043849DFCB5}" emma:medium="tactile" emma:mode="ink">
                <msink:context xmlns:msink="http://schemas.microsoft.com/ink/2010/main" type="inkWord" rotatedBoundingBox="1481,8191 7274,8134 7290,9774 1497,9831"/>
              </emma:interpretation>
              <emma:one-of disjunction-type="recognition" id="oneOf9">
                <emma:interpretation id="interp13" emma:lang="" emma:confidence="1">
                  <emma:literal/>
                </emma:interpretation>
              </emma:one-of>
            </emma:emma>
          </inkml:annotationXML>
          <inkml:trace contextRef="#ctx0" brushRef="#br0" timeOffset="85828.233">1422 8589 409 0,'0'0'457'0,"-16"-3"-25"0,16 3-13 0,0 0 2 16,2-15-6-16,-2 15-6 0,28-17-3 0,-2 9-24 15,5-2-35-15,17 0-29 0,-3-1-34 0,6-3-22 16,4 4-32-16,1-1-21 0,-7-1-21 0,4 3-16 16,-3-3-17-16,0 4-14 0,4-3-15 0,-7 4-13 15,-1-1-13-15,-1-3-12 0,0 3-14 0,-11 1-21 0,-4 0-16 16,4 2-17-16,-5-1-34 0,-8 3-30 0,0 0-33 16,-2 2-29-16,-19 1-33 0,26-1-47 15,-26 1-17-15,0 0-25 0,24 5-29 0,-24-5-31 0,3 10-51 16,-3-10-77-16,0 0-313 0,-6 18-789 0,6-18 349 15</inkml:trace>
          <inkml:trace contextRef="#ctx0" brushRef="#br0" timeOffset="85578.2546">2094 8090 12 0,'0'0'415'0,"-8"-12"-1"0,8 12-9 16,0 0-30-16,-8-9-27 0,8 9-20 0,0 0-3 16,0 0 1-16,-24 28-7 0,13-11-17 0,3 0-13 15,-5 6-10-15,2 4-17 0,0 1-12 0,-4 11-11 0,-4-1-11 16,3-3-14-16,-2 5 0 0,1-6-6 15,-4 3-2-15,0-4-26 0,5-9 13 0,-8 9-17 0,4-7 3 16,1 0-10-16,-2-6-1 0,5 6-16 0,-5-8-6 16,10-3-6-16,-6 5-2 0,4-6-10 0,5-6-14 15,1 2-8-15,4-1 5 0,3-9-4 0,-11 7-81 16,11-7-26-16,0 0 0 0,0 0 0 0,0 0 0 16,0 0 0-16,0 0 0 0,0 0 0 0,0 0 0 15,19-52 0-15,-6 24 0 0,-3-1 0 0,9-9 0 16,-3 0 0-16,3-4 0 0,4 0 0 0,-4-2 0 0,0 2 0 15,5-1 0-15,-6 2 0 0,3-3 0 0,0 6 0 16,4-3 0-16,-2 5 0 0,-1 3 0 0,-3 7 0 16,-1 4 0-16,-2-1 0 0,3 7 0 0,-6-1 0 15,0 5 0-15,-2 1 0 0,0 4 0 0,-1 1 0 16,-10 6 0-16,19-7 0 0,-19 7 0 0,0 0 0 16,32 13 0-16,-19-2 0 0,8 11 0 0,-5 2 0 15,-1 5 0-15,-3 0 0 0,3 9 0 0,3 1 0 16,-1 1 0-16,-4 0 0 0,3 1 0 0,-3-2 0 15,-4 3 0-15,4-4 0 0,0-10 0 0,0 9 0 16,-5-6 0-16,0-4 0 0,5 3 0 0,-10-3 0 0,4 3 0 16,1-4 0-16,-2-4 0 0,0 4 0 0,2-11 0 15,-1 3 0-15,-2-5 0 0,-2 1 0 0,-2-2 0 16,3-3 0-16,-4-9 0 0,1 19 0 0,-1-19 0 16,0 14 0-16,0-14 0 0,-13 14 0 0,5-9 0 15,8-5-119-15,-30 3-402 0,3-3-59 0,-2-5-57 16,-16 0-419-16,13-4-1144 0,-12-3 506 0</inkml:trace>
          <inkml:trace contextRef="#ctx0" brushRef="#br0" timeOffset="86140.6837">2707 8305 445 0,'21'-16'608'0,"0"-3"-24"16,4 3-8-16,0 3-19 0,0 0-26 0,-7 3-19 0,9 1-34 16,-6 4-37-16,0 3-34 0,1 2-12 0,6 0-25 15,-8 4-33-15,6 4-21 0,3 0-23 0,-5 3-25 16,0 4-12-16,-1 0-20 0,2 4-17 0,-1 3-16 16,5 4-44-16,-6-6-159 0,1 5 0 0,1 6 0 15,4-4 0-15,-3 2 0 0,-4-7 0 0,6 5 0 16,-6 4 0-16,-3-6 0 0,-1-1 0 0,1-6 0 15,1 0 0-15,-3 8 0 0,-2-6 0 0,-1-2 0 0,-3-6 0 16,1 2 0-16,-6-6 0 0,5 4 0 0,-9-3-152 16,-2-9-173-16,8 10-32 0,-8-10-28 15,0 0-32-15,0 0-35 0,0 0-34 0,0 0-56 0,-15-35-305 16,14 19-915-16,-7-3 405 0</inkml:trace>
          <inkml:trace contextRef="#ctx0" brushRef="#br0" timeOffset="87547.8344">3898 8174 383 0,'1'-17'360'0,"2"3"-17"16,-1 3-13-16,-2 11 4 0,2-16-4 0,-2 16 16 15,0-11-2-15,0 11-12 0,0 0-12 0,0 0-5 16,0 0-13-16,0 0-9 0,-18 57-3 0,7-31-10 16,-2 12 1-16,-3 0-5 0,-3 6-5 0,-4-2-15 15,-1 2-28-15,-3 1-9 0,-2 1-15 0,-6-4-19 0,-15 24-24 16,8-1-9-16,-1-5-18 0,12-13-13 15,-17 14-19-15,13-16-15 0,0 0-30 0,4-4-33 0,2 4-37 16,-4-5-42-16,4-1-48 0,1-4-54 0,3-6-59 16,7-6-55-16,7-4-56 0,-2-4-64 0,5-4-71 15,2-8-483-15,6-3-1022 0,0 0 452 0</inkml:trace>
          <inkml:trace contextRef="#ctx0" brushRef="#br0" timeOffset="87281.2259">3291 8501 123 0,'-21'-12'282'15,"12"7"0"-15,9 5 3 0,-20-16-10 0,14 9 0 16,6 7-10-16,-15-15-12 0,9 5 10 0,6 10-4 15,-8-16 0-15,5 5 22 0,3 11 14 0,-5-18 2 16,-1 9-13-16,6 9-2 0,-7-16 1 0,7 16-9 16,-6-13 0-16,6 13-13 0,-3-10-8 0,3 10-31 15,0 0 2-15,0 0-26 0,-2-13-23 0,2 13-11 16,0 0-20-16,0 0-5 0,0 0 18 0,0 0-16 0,19 31-9 16,0-12-9-16,1 0-3 0,1-1-9 0,3 5-1 15,9 5-1-15,3 1-12 0,1-3-5 0,-1 5-4 16,8-5-48-16,4 2-40 0,-3 7 0 0,1-6 0 15,1-3 0-15,-1 0 0 0,-1-2 0 0,-3 0 0 16,-5 2 0-16,0-7 0 0,-12-5 0 0,-2 1-5 16,-7-4-196-16,-2-3-57 0,-1 2-42 0,-3-6-35 15,-10-4-19-15,13 7-35 0,-13-7-42 0,0 0-43 16,0 0-434-16,0 0-982 0,0 0 434 0</inkml:trace>
          <inkml:trace contextRef="#ctx0" brushRef="#br0" timeOffset="86312.5748">3469 8471 237 0,'0'-12'213'16,"-1"0"60"-16,1 12 0 0,6-14-10 0,-6 14 31 15,8-7 41-15,-8 7 47 0,0 0 82 0,53 16 55 16,-7 1 33-16,1 2 3 0,1 6 20 0,-11 2 87 16,-14-8 230-16,-6-3-71 0,-7-1-147 0,7 11-467 15,9 21-207-15,1-5 0 0,1 6 0 0,-6-5 0 0,-7 1 0 16,-11-3 0-16,-10 5 0 0,-13 5 0 0,-10 18 0 16,-16-6 0-16,3 1 0 0,-12-1 0 0,-6-8 0 15,1-4-80-15,-8-3-534 0,1-9-636 0,16-14-1354 16,2-5 599-16</inkml:trace>
          <inkml:trace contextRef="#ctx0" brushRef="#br0" timeOffset="87796.8455">4474 8414 411 0,'0'0'398'0,"0"0"-10"15,-5 18 5-15,5-18 15 0,0 0 4 0,11 7-12 16,-11-7-12-16,11 7-25 0,-11-7-22 0,27 5-25 15,-6-4-22-15,7-2-20 0,0-4-18 0,3 1-19 16,4 2-12-16,10-3-22 0,5-2-25 0,3 4-13 0,-2-8-18 16,-6 4-17-16,5 1-30 0,-7-1-45 0,-11 1-38 15,-3 0-56-15,-5 0-52 0,-3 2-44 0,-7 0-46 16,-14 4-54-16,21-5-61 0,-21 5-62 0,0 0-60 16,0 0-373-16,0 0-858 0,0 0 380 0</inkml:trace>
          <inkml:trace contextRef="#ctx0" brushRef="#br0" timeOffset="87953.0848">4554 8676 185 0,'-13'15'366'0,"2"-7"-22"0,6 3 5 0,5-11 17 15,-5 15 7-15,5-15 3 0,13 13 10 0,1-5-6 16,2-7-16-16,18-1-23 0,9-4-22 0,7-3-28 0,8-2-30 16,6 0-21-16,15-3-26 0,-17 1-25 0,23 3-53 15,-27-3-81-15,21-1-89 0,-1-9-102 0,-20 13-94 16,0 0-91-16,19-13-121 0,-23 4-287 0,-1 0-790 15,-1-1 350-15</inkml:trace>
          <inkml:trace contextRef="#ctx0" brushRef="#br0" timeOffset="88640.5416">6152 7922 388 0,'0'0'433'0,"-7"17"-10"0,2 0 19 0,4 4 10 0,1 5 3 16,-2 2-13-16,4-2-14 0,3 7-14 0,-4 5-23 16,6 0-9-16,-6 3-17 0,1-4-16 0,8 5-18 15,-7-5-15-15,3-7-17 0,-1-1-8 0,-8 3-16 16,3-2-21-16,0-1-19 0,5 9-18 0,-4-12-15 16,-7 0-16-16,9-9-17 0,-6 2-117 0,1 9-52 0,-1-9 0 15,3-4 0-15,-3 1 0 0,1-2 0 0,1-6 0 16,1-8 0-16,-4 18 0 0,4-18 0 15,-1 10 0-15,1-10 0 0,0 0 0 0,0 0 0 0,0 0 0 16,0 0 0-16,0 0 0 0,0 0 0 0,-7-47 0 16,7 20 0-16,-1-13 0 0,-1-2 0 0,-3-6 0 15,4 3 0-15,-3-6 0 0,1 0 0 0,2 3 0 16,-4 0 0-16,3 1 0 0,4 2 0 0,3 5 0 16,3-3 0-16,1 3 0 0,3 2 0 0,-1 12 0 15,3-4 0-15,4 3 0 0,11-2 0 0,6 2 0 0,4 4 0 16,4 1 0-16,0 4 0 0,2 5 0 15,0 3 0-15,0 2 0 0,1 12 0 0,-13 1 0 16,2 4 0-16,2 9 0 0,3-1 0 0,-10 8 0 0,2 2 0 16,-14 7 0-16,1 1 0 0,-11-2 0 0,-8 4 0 15,-1 2 0-15,-7-11 0 0,-7 10 0 0,-2-1 0 16,-11-2 0-16,4-2 0 0,-5 1 0 0,-4-4 0 16,2-2 0-16,-2-5 0 0,7-6 0 0,0-2 0 15,2-1 0-15,0 3 0 0,6-10 0 0,1 0 0 16,6 4 0-16,-1-8 0 0,12-3 0 0,-11 11 0 0,11-11 0 15,0 0 0-15,0 0 0 0,0 0 0 0,0 0 0 16,0 0 0-16,0 0 0 0,51-21 0 0,-28 16 0 16,4-1 0-16,2 1 0 0,2 4 0 0,4 1 0 15,15 0 0-15,-2 5 0 0,3 2 0 0,0 5 0 16,-1 2 0-16,-2 1 0 0,0 2 0 0,-4 4 0 16,-6 0 0-16,-1 5 0 0,-2 3 0 0,-14-7 0 15,-5 5 0-15,-3 2 0 0,-5-3 0 0,-3 1 0 16,-11 1 0-16,-1 0 0 0,-9-2 0 0,-13 5 0 15,-5-4 0-15,-7-6 0 0,-4 3 0 0,-13-8 0 16,-22 5 0-16,-12-11 0 0,-9 1 0 0,-41-6 0 0,-6-10-32 16,7-11-229-16,51 14-5 0,0-1-27 0,5-1-44 15,-2 4-99-15,28-7-136 0,-24-9-427 0,20 7-1083 16,-16-9 479-16</inkml:trace>
        </inkml:traceGroup>
      </inkml:traceGroup>
    </inkml:traceGroup>
    <inkml:traceGroup>
      <inkml:annotationXML>
        <emma:emma xmlns:emma="http://www.w3.org/2003/04/emma" version="1.0">
          <emma:interpretation id="{E284F7A8-6216-43F3-A7C8-EBF22EC2ACF7}" emma:medium="tactile" emma:mode="ink">
            <msink:context xmlns:msink="http://schemas.microsoft.com/ink/2010/main" type="paragraph" rotatedBoundingBox="488,9835 6288,10034 6246,11251 446,11051" alignmentLevel="1"/>
          </emma:interpretation>
        </emma:emma>
      </inkml:annotationXML>
      <inkml:traceGroup>
        <inkml:annotationXML>
          <emma:emma xmlns:emma="http://www.w3.org/2003/04/emma" version="1.0">
            <emma:interpretation id="{BAF7343E-C9EB-46D1-AE08-28C41BD317DF}" emma:medium="tactile" emma:mode="ink">
              <msink:context xmlns:msink="http://schemas.microsoft.com/ink/2010/main" type="line" rotatedBoundingBox="488,9835 6288,10034 6246,11251 446,11051"/>
            </emma:interpretation>
          </emma:emma>
        </inkml:annotationXML>
        <inkml:traceGroup>
          <inkml:annotationXML>
            <emma:emma xmlns:emma="http://www.w3.org/2003/04/emma" version="1.0">
              <emma:interpretation id="{59549584-2198-4CF1-9CAB-1B5B59546C39}" emma:medium="tactile" emma:mode="ink">
                <msink:context xmlns:msink="http://schemas.microsoft.com/ink/2010/main" type="inkWord" rotatedBoundingBox="488,9835 1349,9864 1307,11081 446,11051"/>
              </emma:interpretation>
              <emma:one-of disjunction-type="recognition" id="oneOf10">
                <emma:interpretation id="interp14" emma:lang="" emma:confidence="1">
                  <emma:literal/>
                </emma:interpretation>
              </emma:one-of>
            </emma:emma>
          </inkml:annotationXML>
          <inkml:trace contextRef="#ctx0" brushRef="#br0" timeOffset="103594.4972">443 9569 152 0,'0'0'406'0,"0"0"-12"0,0 0 2 0,0 0 4 0,-33 11 0 15,33-11-12-15,0 0-16 0,-8 6-18 0,8-6-17 16,0 0-9-16,0 0-14 0,0 0-12 0,0 0 3 16,0 0-15-16,37 17-14 0,-9-17-17 0,0-1-13 15,1-2-10-15,14-7-13 0,5 2-19 0,-5 3-40 16,4-2-9-16,-1 0-31 0,-4 2-6 0,8-5 1 16,-5 4-20-16,3 1-18 0,-3 3-20 0,-2-4-27 15,2 2-29-15,-14-3-46 0,-1 7-41 0,-8-1-48 16,-1 1-59-16,-21 0-60 0,39 0-41 0,-22 4-44 15,-17-4-58-15,23 6-66 0,-23-6-439 0,14 6-970 0,-14-6 429 16</inkml:trace>
          <inkml:trace contextRef="#ctx0" brushRef="#br0" timeOffset="106026.1052">994 9952 357 0,'0'-11'407'0,"0"11"-1"0,-4-19-8 0,1 4 5 15,0 4 1-15,-2-1 5 0,5 12-17 0,-8-18-16 16,3 10-12-16,5 8-7 0,-6-18-6 0,4 10 0 16,2 8-2-16,-6-12-22 0,6 12-22 0,0 0-27 15,0 0-28-15,0 0-12 0,0 0-6 0,0 0 8 16,0 0 1-16,0 0 4 0,14 49 1 0,-7-26-12 16,-7 7-203-16,5 7-31 0,-4-6 0 0,7 9 0 15,-5 2 0-15,1-2 0 0,-4 3 0 0,0-2 0 16,0 0 0-16,1 0 0 0,2 1 0 0,-3-5 0 15,0 2 0-15,-3-9 0 0,3-1 0 0,3 2 0 0,-3-3 0 16,-3-4 0-16,8 4 0 0,-5-5 0 0,0-6 0 16,0 1 0-16,2-2 0 0,1 1 0 0,0-5 0 15,-1-1 0-15,-2 1 0 0,0-12 0 0,6 19 0 16,1-12-413-16,-7-7-255 0,19 7-517 0,-19-7-1284 16,21 4 568-16</inkml:trace>
        </inkml:traceGroup>
        <inkml:traceGroup>
          <inkml:annotationXML>
            <emma:emma xmlns:emma="http://www.w3.org/2003/04/emma" version="1.0">
              <emma:interpretation id="{CEF13567-926B-4FCF-837B-185CBE8A0586}" emma:medium="tactile" emma:mode="ink">
                <msink:context xmlns:msink="http://schemas.microsoft.com/ink/2010/main" type="inkWord" rotatedBoundingBox="3089,10204 3111,10205 3086,10933 3064,10932"/>
              </emma:interpretation>
              <emma:one-of disjunction-type="recognition" id="oneOf11">
                <emma:interpretation id="interp15" emma:lang="" emma:confidence="1">
                  <emma:literal/>
                </emma:interpretation>
              </emma:one-of>
            </emma:emma>
          </inkml:annotationXML>
          <inkml:trace contextRef="#ctx0" brushRef="#br0" timeOffset="106713.5641">3007 10068 172 0,'-1'-14'344'0,"1"14"0"0,-5-12 1 0,5 12-4 0,0-17-2 16,0 17-10-16,3-16-1 0,-3 16-15 0,2-19-9 16,-1 7 3-16,-1 12-3 0,5-22 0 0,-3 11-8 15,-2 11-6-15,6-20-2 0,-6 13-9 0,0 7 2 16,2-18 10-16,-2 18 0 0,-2-15-5 0,2 15 1 16,2-12 2-16,-2 12-9 0,0 0-8 0,0 0-22 0,-2-15-22 15,2 15-22-15,0 0-203 0,0 0-3 0,0 0 0 16,0 0 0-16,0 0 0 0,0 0 0 15,0 46 0-15,0-20 0 0,0 2 0 0,2-2 0 0,-4 6 0 16,2-2 0-16,0-1 0 0,-2 13 0 0,2-3 0 16,-3 0 0-16,2 0 0 0,1-10 0 0,-2 9 0 15,2-12 0-15,-5 2 0 0,4-2 0 0,2-1 0 16,-2-3 0-16,-1 4 0 0,-1-7 0 0,1-4 0 16,2-1 0-16,-2 3 0 0,1-8 0 0,1-9 0 15,-5 21 0-15,3-14 0 0,2-7 0 0,0 0 0 0,0 15 0 16,0-15 0-16,0 0-206 0,0 0-555 15,0 15-443-15,0-15-1305 0,0 0 577 0</inkml:trace>
        </inkml:traceGroup>
        <inkml:traceGroup>
          <inkml:annotationXML>
            <emma:emma xmlns:emma="http://www.w3.org/2003/04/emma" version="1.0">
              <emma:interpretation id="{24985723-FA6C-420F-BDB8-18A42D7020F1}" emma:medium="tactile" emma:mode="ink">
                <msink:context xmlns:msink="http://schemas.microsoft.com/ink/2010/main" type="inkWord" rotatedBoundingBox="4913,10012 6287,10059 6250,11125 4876,11077"/>
              </emma:interpretation>
              <emma:one-of disjunction-type="recognition" id="oneOf12">
                <emma:interpretation id="interp16" emma:lang="" emma:confidence="1">
                  <emma:literal/>
                </emma:interpretation>
              </emma:one-of>
            </emma:emma>
          </inkml:annotationXML>
          <inkml:trace contextRef="#ctx0" brushRef="#br0" timeOffset="107225.3221">4923 10224 371 0,'0'0'383'0,"-20"-7"-17"15,20 7 4-15,-14-3-5 0,14 3 1 0,-21-7-4 0,21 7-6 16,-19-4-6-16,19 4-8 0,0 0-12 0,-23-7-15 16,23 7-15-16,0 0-17 15,-14-4-8-15,14 4-16 0,0 0-10 0,0 0-23 0,0 0-14 16,0 0 0-16,0 0-11 0,0 0-4 0,0 0-12 16,0 0-18-16,50-11-16 0,-21 7-12 0,4 3-14 15,11-5-8-15,5 1-17 0,-4-2-11 0,8 5-7 16,-6-6-29-16,1 3-30 0,0-2-42 0,-3 1-45 0,0-2-60 15,-11 7-66-15,-1-8-73 0,11 3-59 0,-6 2-49 16,-9-4-56-16,-2 1-44 0,-1-3-84 0,-8 3-298 16,-4 0-924-16,7-2 410 0</inkml:trace>
          <inkml:trace contextRef="#ctx0" brushRef="#br0" timeOffset="107553.4561">5908 9836 341 0,'9'-16'441'16,"-2"7"-7"-16,1-1-2 0,0 3 12 0,3-2 6 0,-1-3-1 16,1 2-8-16,0 0-8 0,4 0-13 0,-4 4 4 15,-11 6-26-15,19-11-15 0,-11 4-21 0,-8 7-20 16,11-7-25-16,-11 7-20 0,0 0-7 0,20-4-23 16,-20 4-16-16,0 0-16 0,14 27-15 0,-7-12-100 15,-6 1-120-15,4 12 0 0,3 10 0 0,-6 3 0 16,4 8 0-16,0-4 0 0,-4 4 0 0,4 2 0 15,-1 3 0-15,-3-1 0 0,3 0 0 0,-2 20 0 0,-2-25 0 16,4 4 0-16,-3-9 0 0,-4 6 0 16,7-6 0-16,-2-3 0 0,-1-9 0 0,3-4 0 0,-5-7 0 15,1-1 0-15,-2 1 0 0,2-2 0 0,3-3 0 16,-4 0 0-16,0-4 0 0,0-11 0 0,3 14 0 16,-3-14 0-16,-2 13 0 0,2-13 0 0,0 0-292 15,0 0-287-15,0 0-60 0,0 0-475 0,0 0-1207 16,-11-38 535-16</inkml:trace>
        </inkml:traceGroup>
      </inkml:traceGroup>
    </inkml:traceGroup>
    <inkml:traceGroup>
      <inkml:annotationXML>
        <emma:emma xmlns:emma="http://www.w3.org/2003/04/emma" version="1.0">
          <emma:interpretation id="{928D91C3-B67A-4EB6-9B56-8ED97DCE1944}" emma:medium="tactile" emma:mode="ink">
            <msink:context xmlns:msink="http://schemas.microsoft.com/ink/2010/main" type="paragraph" rotatedBoundingBox="1070,11521 6620,11546 6616,12466 1066,12441" alignmentLevel="1"/>
          </emma:interpretation>
        </emma:emma>
      </inkml:annotationXML>
      <inkml:traceGroup>
        <inkml:annotationXML>
          <emma:emma xmlns:emma="http://www.w3.org/2003/04/emma" version="1.0">
            <emma:interpretation id="{C2A6CAF4-B9E3-4DE7-AF78-FEE3DD54B3FE}" emma:medium="tactile" emma:mode="ink">
              <msink:context xmlns:msink="http://schemas.microsoft.com/ink/2010/main" type="line" rotatedBoundingBox="1070,11521 6620,11546 6616,12466 1066,12441"/>
            </emma:interpretation>
          </emma:emma>
        </inkml:annotationXML>
        <inkml:traceGroup>
          <inkml:annotationXML>
            <emma:emma xmlns:emma="http://www.w3.org/2003/04/emma" version="1.0">
              <emma:interpretation id="{2E1FD7E9-063F-4957-BE40-10C69A512216}" emma:medium="tactile" emma:mode="ink">
                <msink:context xmlns:msink="http://schemas.microsoft.com/ink/2010/main" type="inkWord" rotatedBoundingBox="1069,11742 1166,11743 1163,12392 1066,12391"/>
              </emma:interpretation>
            </emma:emma>
          </inkml:annotationXML>
          <inkml:trace contextRef="#ctx0" brushRef="#br0" timeOffset="112193.7333">1083 11585 320 0,'0'0'319'0,"-6"-13"-7"15,6 13 4-15,-5-13-2 0,5 13-17 16,-3-18-17-16,3 18-7 0,0-14-7 0,0 14-10 16,-3-14 3-16,3 14-2 0,-2-18-4 0,2 18-5 0,-1-16-3 15,-4 5-6-15,5 11-2 0,-3-12-3 0,3 12-3 16,-5-15-8-16,5 15-2 0,-8-14 2 16,8 14-7-16,-8-12-5 0,8 12 3 0,-5-12 4 0,5 12-22 15,0 0-18-15,-8-7-12 0,8 7-17 0,0 0-17 16,0 0-8-16,0 0-1 0,0 0-2 0,-21 32 5 15,16-15-2-15,4 1-54 0,-3 8-70 0,1 2 0 16,6 13 0-16,-7-15 0 0,4 1 0 0,1 3 0 16,4-1 0-16,-3 1 0 0,4 1 0 0,2 6 0 15,-6-10 0-15,4-3 0 0,5 0 0 0,-9 3 0 16,6-2 0-16,-2-9 0 0,-1 2 0 0,-2-2 0 16,4 2 0-16,-2-3 0 0,-2-1 0 0,2-7 0 0,-5-7 0 15,1 20 0-15,-1-12 0 0,0-8-249 0,0 0-379 16,-6 18-591-16,6-18-1322 0,0 0 585 0</inkml:trace>
        </inkml:traceGroup>
        <inkml:traceGroup>
          <inkml:annotationXML>
            <emma:emma xmlns:emma="http://www.w3.org/2003/04/emma" version="1.0">
              <emma:interpretation id="{00E860C1-1A5B-4FB6-9EC5-66B2F6101E60}" emma:medium="tactile" emma:mode="ink">
                <msink:context xmlns:msink="http://schemas.microsoft.com/ink/2010/main" type="inkWord" rotatedBoundingBox="2780,11592 3921,11597 3918,12454 2776,12448"/>
              </emma:interpretation>
              <emma:one-of disjunction-type="recognition" id="oneOf13">
                <emma:interpretation id="interp17" emma:lang="" emma:confidence="1">
                  <emma:literal/>
                </emma:interpretation>
              </emma:one-of>
            </emma:emma>
          </inkml:annotationXML>
          <inkml:trace contextRef="#ctx0" brushRef="#br0" timeOffset="112803.0899">2770 11596 93 0,'0'0'284'0,"0"0"-9"0,0 0 0 0,0 0-9 15,0 0-2-15,0 0-4 0,0 0-5 0,0 0 5 16,0 0 2-16,0 0-10 0,-44 22-11 0,44-22-7 16,0 0-12-16,-16 5-14 0,16-5-18 0,0 0-11 15,-14 4-14-15,14-4-14 0,0 0-17 0,0 0-1 16,0 0-9-16,0 0 7 0,0 0-3 0,0 0-8 0,0 0 1 15,0 0 0-15,46 12-5 0,-25-12-3 16,7-5-8-16,5 5-7 0,7-7-8 0,8 2-8 16,1-3-8-16,2 2-10 0,0-1-5 0,1-2-5 0,4 2-7 15,-7-3-4-15,3 4-2 0,-2 3-7 0,-2-3-5 16,0 0-14-16,-6 1-27 0,-14 2-39 0,1 0-49 16,-5 1-66-16,-3 0-53 0,-5-2-65 0,-16 4-59 15,28-1-75-15,-28 1-386 0,0 0-870 0,20-2 386 16</inkml:trace>
          <inkml:trace contextRef="#ctx0" brushRef="#br0" timeOffset="113131.1962">3788 11303 421 0,'-4'-16'491'0,"4"16"14"16,0-13 5-16,0 13-6 0,-4-12-12 0,4 12-30 0,0 0-27 16,0 0-32-16,-3-12-15 0,3 12-10 0,0 0-13 15,0 0-17-15,0 0-24 0,0 0-13 0,0 0-11 16,8 47-20-16,-5-31-19 0,-3 3-20 0,4 0-21 16,-4 8-16-16,0 3-18 0,3 9-24 0,-6-7-162 15,6 6 0-15,-6 4 0 0,6 0 0 0,-3-2 0 16,3 0 0-16,-1 3 0 0,1-2 0 0,-2-1 0 15,-1-2 0-15,0-8 0 0,0 0 0 0,2 0 0 0,1-3 0 16,1-1 0-16,-4-4 0 0,4-4 0 16,-2 1 0-16,-2-5 0 0,2 3-434 0,1-10-94 15,-3-7-97-15,3 18-476 0,-3-18-1193 0,8 6 528 0</inkml:trace>
        </inkml:traceGroup>
        <inkml:traceGroup>
          <inkml:annotationXML>
            <emma:emma xmlns:emma="http://www.w3.org/2003/04/emma" version="1.0">
              <emma:interpretation id="{944ABB62-19EF-4911-A629-9BBA3BF78FD7}" emma:medium="tactile" emma:mode="ink">
                <msink:context xmlns:msink="http://schemas.microsoft.com/ink/2010/main" type="inkWord" rotatedBoundingBox="5174,11539 6620,11546 6616,12450 5170,12443"/>
              </emma:interpretation>
              <emma:one-of disjunction-type="recognition" id="oneOf14">
                <emma:interpretation id="interp18" emma:lang="" emma:confidence="0.5">
                  <emma:literal>2</emma:literal>
                </emma:interpretation>
                <emma:interpretation id="interp19" emma:lang="" emma:confidence="0">
                  <emma:literal>z</emma:literal>
                </emma:interpretation>
                <emma:interpretation id="interp20" emma:lang="" emma:confidence="0">
                  <emma:literal>U</emma:literal>
                </emma:interpretation>
                <emma:interpretation id="interp21" emma:lang="" emma:confidence="0">
                  <emma:literal>s</emma:literal>
                </emma:interpretation>
                <emma:interpretation id="interp22" emma:lang="" emma:confidence="0">
                  <emma:literal>.</emma:literal>
                </emma:interpretation>
              </emma:one-of>
            </emma:emma>
          </inkml:annotationXML>
          <inkml:trace contextRef="#ctx0" brushRef="#br0" timeOffset="114257.0908">5308 11547 41 0,'-21'2'310'0,"21"-2"-5"16,-39-2-11-16,39 2 3 0,-33 0-20 0,33 0-14 15,-26-1-12-15,26 1-20 0,-21-6-14 0,8 0-8 0,13 6-4 16,-16-9-1-16,16 9-1 0,-16-10-2 0,16 10-5 16,-13-9-14-16,13 9-11 0,-8-17-9 0,4 8 0 15,4 9 1-15,-8-17 12 0,8 7-5 0,0-5-11 16,0 15 0-16,4-27 4 0,-2 13 3 0,4 0-6 15,1-2-8-15,1-2-6 0,0 4-11 0,5-3-6 16,-4 5-6-16,6-4-7 0,-1 2-2 0,9-1 2 16,1 1-1-16,-7 3-9 0,9-1-5 0,-2 8-5 15,3-6-11-15,2 4-2 0,-1-4-6 0,-4 10 8 16,8 1-9-16,-8 2-2 0,-3 3-4 0,6 2-8 16,-5 8-5-16,-6-6-4 0,5 7-1 0,-6 3-6 0,-2 2 2 15,-4 4-7-15,-2 2-9 0,-3 4-2 0,-4-4-3 16,-1 14 0-16,-4-1-6 0,-5-3-21 0,-2 2 0 15,-3 2 0-15,-4-3 0 0,-4 1 0 0,1-1 0 16,-4 1 0-16,1-3 0 0,-1-3 0 0,-3-6 0 16,2 4 0-16,-2-2 0 0,0-3 0 0,5-8 0 15,-2 0 0-15,4-5 0 0,1 4 0 0,5-5 0 16,3-2 0-16,-1-1 0 0,1 1 0 0,5-6 0 16,8-5 0-16,-15 10 0 0,15-10 0 0,-6 7 0 15,6-7 0-15,0 0 0 0,0 0 0 0,0 0 0 16,0 0 0-16,0 0 0 0,61-17 0 0,-32 9 0 15,17-2 0-15,7-7 0 0,27 2 0 0,7-3 0 0,5-1 0 16,1 8 0-16,-2-5 0 0,-3 9 0 16,-3-7 0-16,0 6 0 0,-6-3 0 0,-21 3 0 0,4 2 0 15,-9-1 0-15,-3 2 0 0,0 1 0 0,-18-3 0 16,-10 7 0-16,-6-1 0 0,4-6 0 0,-20 7 0 16,25-1 0-16,-25 1 0 0,18-6 0 0,-18 6 0 15,0 0 0-15,16-4 0 0,-16 4 0 0,0 0 0 16,11-12 0-16,-11 12 0 0,0 0 0 0,0 0 0 15,-3-15 0-15,3 15 0 0,0 0 0 0,-15-18 0 16,15 18-1366-16,-11-13-1478 0,5 6 654 0</inkml:trace>
        </inkml:traceGroup>
      </inkml:traceGroup>
    </inkml:traceGroup>
    <inkml:traceGroup>
      <inkml:annotationXML>
        <emma:emma xmlns:emma="http://www.w3.org/2003/04/emma" version="1.0">
          <emma:interpretation id="{614DC051-1FA8-459E-A006-A8E76224D939}" emma:medium="tactile" emma:mode="ink">
            <msink:context xmlns:msink="http://schemas.microsoft.com/ink/2010/main" type="paragraph" rotatedBoundingBox="858,12986 6392,13161 6365,14013 831,13837" alignmentLevel="1"/>
          </emma:interpretation>
        </emma:emma>
      </inkml:annotationXML>
      <inkml:traceGroup>
        <inkml:annotationXML>
          <emma:emma xmlns:emma="http://www.w3.org/2003/04/emma" version="1.0">
            <emma:interpretation id="{0A46B651-EC0A-4A8B-B107-4126F58EEC5A}" emma:medium="tactile" emma:mode="ink">
              <msink:context xmlns:msink="http://schemas.microsoft.com/ink/2010/main" type="line" rotatedBoundingBox="858,12986 6392,13161 6365,14013 831,13837"/>
            </emma:interpretation>
          </emma:emma>
        </inkml:annotationXML>
        <inkml:traceGroup>
          <inkml:annotationXML>
            <emma:emma xmlns:emma="http://www.w3.org/2003/04/emma" version="1.0">
              <emma:interpretation id="{A0390F44-21E2-4C25-876B-1848A7D88A3F}" emma:medium="tactile" emma:mode="ink">
                <msink:context xmlns:msink="http://schemas.microsoft.com/ink/2010/main" type="inkWord" rotatedBoundingBox="857,13003 1729,13031 1705,13785 834,13758"/>
              </emma:interpretation>
            </emma:emma>
          </inkml:annotationXML>
          <inkml:trace contextRef="#ctx0" brushRef="#br0" timeOffset="115755.9803">1136 12967 191 0,'0'0'305'0,"0"0"-10"16,0 0-8-16,0 0-14 0,-22-9-14 0,22 9-3 0,0 0-23 15,-16-12-5-15,16 12-20 0,-11-5-13 0,11 5-13 16,-23-7 0-16,23 7-3 0,-21-9-14 0,7 3-7 16,-1-2-5-16,-1 3-7 0,-1-3 3 0,2 1-1 15,-1-2 10-15,0 4 4 0,2-5-6 0,-5 2 4 16,6 0-9-16,-3-3-9 0,9 4-11 0,7 7-8 15,-21-15-7-15,12 3-6 0,2 5-4 0,7 7-7 16,-8-15-6-16,8 15-9 0,2-19-3 0,-2 19-6 16,6-19-5-16,-4 8 0 0,4 3 1 0,-6 8-6 0,15-18-1 15,-9 11-3-15,2 0-7 0,7-5-1 16,-4 7-2-16,5 0-2 0,-2-1-3 0,1 3 0 16,-15 3-2-16,30-1-4 0,-30 1 0 0,34 4-2 0,-20 4-2 15,7 3-1-15,-6 2 2 0,-1 1-6 0,5 7-1 16,-1 4 0-16,-7 0-2 0,5-3 7 15,-8 5-11-15,0 3-6 0,-3-4-2 0,-3 2 0 0,-2 0 0 16,0-1-1-16,-3 2 1 0,-2-3-5 0,-5 4-1 16,4-4-2-16,-7 0 1 0,-1-4 0 0,1 2-1 15,-5-1-5-15,-1-4 7 0,4 3-4 0,-7-3 0 16,-1 4 0-16,3-8-1 0,-4 3-2 0,9-7 14 16,-4 5-12-16,0-2-3 0,-1-2 1 0,-2-2-2 15,6 1-2-15,1-5-1 0,1 0 5 0,1-1 1 16,13-5-4-16,-16 9 3 0,16-9-1 0,-13 10 3 15,13-10-4-15,-13 7 1 0,13-7-2 0,0 0-2 0,0 0 8 16,0 0-7-16,0 0 2 0,0 0 4 16,0 0 5-16,0 0 7 0,0 0 8 0,0 0 20 15,57-16 28-15,-29 8 24 0,14-3 24 0,1-7 13 0,7 2 3 16,2-2-137-16,-3 3 0 0,1 1 0 0,1 2 0 16,-3-3 0-16,1 0 0 0,-4 0 0 0,-1 6 0 15,1-1 0-15,-13 3 0 0,1 0 0 0,-5 3 0 16,-2-4 0-16,6 6 0 0,-16-3 0 0,3 4 0 15,-19 1 0-15,26-6 0 0,-26 6 0 0,15-1-23 16,-15 1-301-16,0 0-54 0,0 0-44 0,0 0-54 16,0 0-63-16,0 0-467 0,0 0-1088 0,0 0 482 15</inkml:trace>
        </inkml:traceGroup>
        <inkml:traceGroup>
          <inkml:annotationXML>
            <emma:emma xmlns:emma="http://www.w3.org/2003/04/emma" version="1.0">
              <emma:interpretation id="{042845E1-5D60-4D7F-AF80-A2E22677845D}" emma:medium="tactile" emma:mode="ink">
                <msink:context xmlns:msink="http://schemas.microsoft.com/ink/2010/main" type="inkWord" rotatedBoundingBox="3581,13205 3640,13207 3618,13926 3559,13924"/>
              </emma:interpretation>
              <emma:one-of disjunction-type="recognition" id="oneOf15">
                <emma:interpretation id="interp23" emma:lang="" emma:confidence="0.5">
                  <emma:literal>.</emma:literal>
                </emma:interpretation>
                <emma:interpretation id="interp24" emma:lang="" emma:confidence="0">
                  <emma:literal>I</emma:literal>
                </emma:interpretation>
                <emma:interpretation id="interp25" emma:lang="" emma:confidence="0">
                  <emma:literal>|</emma:literal>
                </emma:interpretation>
                <emma:interpretation id="interp26" emma:lang="" emma:confidence="0">
                  <emma:literal>,</emma:literal>
                </emma:interpretation>
                <emma:interpretation id="interp27" emma:lang="" emma:confidence="0">
                  <emma:literal>1</emma:literal>
                </emma:interpretation>
              </emma:one-of>
            </emma:emma>
          </inkml:annotationXML>
          <inkml:trace contextRef="#ctx0" brushRef="#br0" timeOffset="116521.5512">3493 13043 211 0,'11'-42'495'0,"-11"42"11"16,2-17 22-16,-2 17 5 0,3-20-7 0,-6 9-6 15,3 11 10-15,3-19-7 0,-3 8-11 0,0 11-20 16,3-23-6-16,-3 14-2 0,0 9-16 0,0-17-22 16,0 17-20-16,0 0-23 0,5-15-301 0,-5 15-102 15,0 0 0-15,0 0 0 0,0 0 0 0,0 0 0 16,0 0 0-16,0 0 0 0,0 0 0 0,10 48 0 0,-12-21 0 15,2 0 0-15,0 3 0 0,2 11 0 16,-2-1 0-16,-2-3 0 0,2 4 0 0,0-5 0 0,0 4 0 16,-1 3 0-16,-2-14 0 0,1 3 0 0,-3 6 0 15,5 3 0-15,-2-12 0 0,4-3 0 16,3 5 0-16,-7-3-145 0,4-4-1196 0,6-5-1453 0,0-6 642 16</inkml:trace>
        </inkml:traceGroup>
        <inkml:traceGroup>
          <inkml:annotationXML>
            <emma:emma xmlns:emma="http://www.w3.org/2003/04/emma" version="1.0">
              <emma:interpretation id="{6488C1CD-34FF-491F-B5E5-5596C1AF17DD}" emma:medium="tactile" emma:mode="ink">
                <msink:context xmlns:msink="http://schemas.microsoft.com/ink/2010/main" type="inkWord" rotatedBoundingBox="6335,13160 6392,13161 6367,13964 6310,13963"/>
              </emma:interpretation>
              <emma:one-of disjunction-type="recognition" id="oneOf16">
                <emma:interpretation id="interp28" emma:lang="" emma:confidence="0.5">
                  <emma:literal>.</emma:literal>
                </emma:interpretation>
                <emma:interpretation id="interp29" emma:lang="" emma:confidence="0">
                  <emma:literal>,</emma:literal>
                </emma:interpretation>
                <emma:interpretation id="interp30" emma:lang="" emma:confidence="0">
                  <emma:literal>l</emma:literal>
                </emma:interpretation>
                <emma:interpretation id="interp31" emma:lang="" emma:confidence="0">
                  <emma:literal>|</emma:literal>
                </emma:interpretation>
                <emma:interpretation id="interp32" emma:lang="" emma:confidence="0">
                  <emma:literal>I</emma:literal>
                </emma:interpretation>
              </emma:one-of>
            </emma:emma>
          </inkml:annotationXML>
          <inkml:trace contextRef="#ctx0" brushRef="#br0" timeOffset="117052.7774">6253 12919 104 0,'0'0'486'0,"-3"-18"4"15,3 18 18-15,1-13 11 0,-1 13 3 0,2-18 5 0,3 7 0 16,-5 11-5-16,6-15-11 0,-3 7-16 0,-3 8-20 16,0 0-22-16,7-14-23 0,-7 14-22 0,0 0-32 15,0 0-29-15,8-8-26 0,-8 8-151 0,0 0-170 16,0 0 0-16,0 0 0 0,8 39 0 0,-5-14 0 15,-2 3 0-15,-1 0 0 0,-1 15 0 0,1-1 0 16,0 2 0-16,0-2 0 0,-3 0 0 0,1 0 0 16,2 0 0-16,-2-2 0 0,2 2 0 0,0-6 0 15,0-4 0-15,0-1 0 0,0-1 0 0,2-2 0 0,-2-1 0 16,-6-1 0-16,-1 0 0 0,6-9 0 0,1-3 0 16,-5 0 0-16,0-6 0 0,5-8-706 15,-10 15-542-15,10-15-1351 0,0 0 597 0</inkml:trace>
        </inkml:traceGroup>
      </inkml:traceGroup>
    </inkml:traceGroup>
  </inkml:traceGroup>
</inkml:ink>
</file>

<file path=ppt/ink/ink28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3T08:06:22.976"/>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92CFB6DE-FE7D-42FA-B15D-C7113EA02B69}" emma:medium="tactile" emma:mode="ink">
          <msink:context xmlns:msink="http://schemas.microsoft.com/ink/2010/main" type="writingRegion" rotatedBoundingBox="374,9894 1784,9894 1784,14325 374,14325"/>
        </emma:interpretation>
      </emma:emma>
    </inkml:annotationXML>
    <inkml:traceGroup>
      <inkml:annotationXML>
        <emma:emma xmlns:emma="http://www.w3.org/2003/04/emma" version="1.0">
          <emma:interpretation id="{4D6045A4-5586-444F-965E-7FD3DE060CE8}" emma:medium="tactile" emma:mode="ink">
            <msink:context xmlns:msink="http://schemas.microsoft.com/ink/2010/main" type="paragraph" rotatedBoundingBox="374,9894 1784,9894 1784,14325 374,14325" alignmentLevel="1"/>
          </emma:interpretation>
        </emma:emma>
      </inkml:annotationXML>
      <inkml:traceGroup>
        <inkml:annotationXML>
          <emma:emma xmlns:emma="http://www.w3.org/2003/04/emma" version="1.0">
            <emma:interpretation id="{1AB21F9D-CF76-4E2A-BEF8-DE4FD80DB4CD}" emma:medium="tactile" emma:mode="ink">
              <msink:context xmlns:msink="http://schemas.microsoft.com/ink/2010/main" type="line" rotatedBoundingBox="374,9894 1784,9894 1784,14325 374,14325"/>
            </emma:interpretation>
          </emma:emma>
        </inkml:annotationXML>
        <inkml:traceGroup>
          <inkml:annotationXML>
            <emma:emma xmlns:emma="http://www.w3.org/2003/04/emma" version="1.0">
              <emma:interpretation id="{427CD6CA-2461-44D9-8DFE-0A434613BE41}" emma:medium="tactile" emma:mode="ink">
                <msink:context xmlns:msink="http://schemas.microsoft.com/ink/2010/main" type="inkWord" rotatedBoundingBox="374,9894 1784,9894 1784,14325 374,14325"/>
              </emma:interpretation>
              <emma:one-of disjunction-type="recognition" id="oneOf0">
                <emma:interpretation id="interp0" emma:lang="" emma:confidence="1">
                  <emma:literal/>
                </emma:interpretation>
              </emma:one-of>
            </emma:emma>
          </inkml:annotationXML>
          <inkml:trace contextRef="#ctx0" brushRef="#br0">459 9757 53 0,'0'0'323'0,"-1"-12"-15"15,1 12-8-15,-5-14-6 0,5 14-6 0,-2-12-8 16,2 12-6-16,-1-15-4 0,1 15-11 0,-5-18 5 16,5 18-6-16,-2-10 4 0,2 10 2 0,0-12-11 15,0 12-12-15,-1-15-17 0,1 15-12 0,1-15-10 16,-1 15-5-16,-1-17-9 0,1 17-5 0,0-16-5 0,0 16-4 15,1-12 1-15,-1 12-2 0,-1-15-7 0,1 15 6 16,0 0 3-16,-5-15-7 0,5 15 3 16,0 0-21-16,0 0-9 0,0 0-9 0,-6-11-12 0,6 11-13 15,0 0 0-15,0 0-8 0,0 0-13 0,0 0-8 16,0 0 15-16,0 0 17 0,-4 43-91 0,6-26-19 16,0 9 0-16,1 4 0 0,-2 9 0 0,1 3 0 15,0 8 0-15,-2-1 0 0,3 4 0 0,-2 25 0 16,-1 3 0-16,0 0 0 0,0 4 0 0,-4 3 0 15,-4 5 0-15,-5-3 0 0,3 1 0 0,0 41 0 16,-1-42 0-16,2-4 0 0,2 4 0 0,-1 3 0 0,2 1 0 16,-6 32 0-16,3-40 0 0,-2 2 0 15,6-1 0-15,-5 2 0 0,9-4 0 0,-3 4 0 0,0-3 0 16,-1 0 0-16,3-3 0 0,-1 0 0 0,5 3 0 16,-1-7 0-16,1 6 0 0,3-4 0 0,3-3 0 15,-2 1 0-15,0-6 0 0,1-18 0 0,2 18 0 16,-2-21 0-16,1 3 0 0,-2-2 0 0,2-4 0 15,-1 1 0-15,-1 0 0 0,-4-12 0 0,4 7 0 16,-6-14 0-16,2 9 0 0,1-13 0 0,-1 1 0 16,-2 0 0-16,0-2 0 0,0 5 0 0,0-16 0 15,0 4 0-15,0 6 0 0,-2-10 0 0,2 4 0 0,0 0 0 16,-5 0 0-16,5 2 0 0,0-5 0 16,-1 0 0-16,-1 2 0 0,2-8 0 0,0-10 0 0,0 19 0 15,0-19 0-15,-5 12 0 0,5-12 0 0,0 0 0 16,0 15 0-16,0-15 0 0,0 0 0 0,-1 11 0 15,1-11 0-15,0 0 0 0,0 0 0 0,0 0 0 16,0 0 0-16,0 0 0 0,0 0 0 0,0 0 0 16,0 0 0-16,0 0 0 0,0 0 0 0,0 0 0 15,0 0 0-15,0 0 0 0,0 12 0 0,0-12 0 16,0 0 0-16,0 0 0 0,0 0 0 0,0 0 0 16,0 0 0-16,0 0 0 0,0 0 0 0,0 0 0 0,0 0 0 15,0 0 0-15,0 0 0 0,0 0 0 0,0 0 0 16,0 0 0-16,0 0 0 0,0 0 0 0,0 0 0 15,0 0 0-15,0 0 0 0,16 7 0 0,0-3 0 16,5 1 0-16,1 2 0 0,12 5 0 0,9 4 0 16,7 2 0-16,6 1 0 0,18 6 0 0,7-3 0 15,0 1 0-15,-3-5 0 0,3 3 0 0,0-5 0 16,1-6 0-16,-5 4 0 0,-13-4 0 0,15-8 0 16,-21-2-51-16,25-7-676 0,-30-3-509 0,-3-5-1338 15,-7-1 591-15</inkml:trace>
        </inkml:traceGroup>
      </inkml:traceGroup>
    </inkml:traceGroup>
  </inkml:traceGroup>
</inkml:ink>
</file>

<file path=ppt/ink/ink28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3T08:06:41.438"/>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C55D51E1-71BA-482C-BF49-4928CD04AF8F}" emma:medium="tactile" emma:mode="ink">
          <msink:context xmlns:msink="http://schemas.microsoft.com/ink/2010/main" type="inkDrawing" rotatedBoundingBox="8269,9824 8285,14551 7135,14555 7119,9828" semanticType="verticalRange" shapeName="Other">
            <msink:sourceLink direction="with" ref="{27940102-4331-4D2B-B734-5492FCB5E2BD}"/>
          </msink:context>
        </emma:interpretation>
      </emma:emma>
    </inkml:annotationXML>
    <inkml:trace contextRef="#ctx0" brushRef="#br0">799 46 163 0,'0'0'349'0,"0"0"-7"0,0 0-14 15,0-14-7-15,0 14-17 0,0 0-8 16,0 0-26-16,14-22-5 0,-14 22-34 0,8-7-4 0,-8 7-10 16,15-8-21-16,-15 8-8 0,0 0-20 0,0 0-3 15,0 0-9-15,35 15-2 0,-27 0-11 0,0-3-11 16,2 13-2-16,-2 6 5 0,-2 14 0 0,-3-2 5 15,2 12 0-15,-2 1 0 0,2 23-3 0,-7 7 6 16,4 4-6-16,6-5 0 0,-8 48-1 0,0-43-10 16,0 37 6-16,0-37-5 0,6 0 0 0,-4 39-13 15,9-2-1-15,-4-38-9 0,-1 5-5 0,-1-4-5 0,8 46-7 16,-7-45-11-16,4 37 9 0,-4-41-5 16,1-1-1-16,4 0 7 0,-3 1-4 0,-2 1-4 15,2-5 0-15,-1-2-5 0,-1 0-5 0,2 2 1 0,0-9-6 16,-6 2-37-16,3-5-26 0,-2-17 0 0,0 19 0 15,-3-19 0-15,-3 1 0 0,3-2 0 0,-2 2 0 16,2-2 0-16,0-3 0 0,-1 2 0 0,-4-3 0 16,6-2 0-16,3-1 0 0,-8-1 0 0,3-3 0 15,1 0 0-15,5-3 0 0,-5-8 0 0,0-2 0 16,1 0 0-16,6 11 0 0,-6-10 0 0,-1-3 0 16,5 3 0-16,-3-3 0 0,-1-10 0 0,6 8 0 0,-7 0 0 15,6-7 0-15,-4 1 0 0,3 5 0 16,-1-5 0-16,0 5 0 0,-3 0 0 0,4-4 0 15,-5 0 0-15,8 4 0 0,-8-6 0 0,0 11 0 0,0-10 0 16,0 4 0-16,2 1 0 0,2-6 0 0,-4 3 0 16,0-5 0-16,0 2 0 0,2-3 0 0,-4-1 0 15,2 3 0-15,0-7 0 0,0-10 0 0,-1 23 0 16,1-23 0-16,-3 13 0 0,3-13 0 0,-2 13 0 16,2-13 0-16,-3 13 0 0,3-13 0 0,-10 10 0 15,10-10 0-15,-8 13 0 0,-1-7 0 0,9-6 0 16,-20 11 0-16,4-4 0 0,-3-2 0 0,1 4 0 15,-9-4 0-15,-7 0 0 0,-17 0 0 0,-5-4 0 0,3 0 0 16,-8-2 0-16,-3-2 0 0,-18-1 0 16,0-5 0-16,2 0 0 0,24-1-341 0,-2-3-65 15,2 0-37-15,-23-9-50 0,30 3-62 0,-4 5-438 0,0-10-1074 16,8 4 475-16</inkml:trace>
  </inkml:traceGroup>
</inkml:ink>
</file>

<file path=ppt/ink/ink28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3T08:06:42.630"/>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A996D512-D6E3-496C-8274-BFC1A9723FC4}" emma:medium="tactile" emma:mode="ink">
          <msink:context xmlns:msink="http://schemas.microsoft.com/ink/2010/main" type="inkDrawing" rotatedBoundingBox="10070,9650 10427,14224 9477,14298 9120,9724" semanticType="verticalRange" shapeName="Other">
            <msink:sourceLink direction="with" ref="{C3594B0A-EB73-4BFA-95E3-A8506EDFC5B2}"/>
          </msink:context>
        </emma:interpretation>
      </emma:emma>
    </inkml:annotationXML>
    <inkml:trace contextRef="#ctx0" brushRef="#br0">163 118 240 0,'-24'-7'349'0,"11"4"-4"0,-2-3-8 15,15 6-3-15,-16-13-15 0,5 6 12 0,11 7-13 0,-16-16-17 16,3 9-8-16,13 7-8 0,-14-14-3 0,7 7-4 15,7 7-2-15,-9-13-9 0,1 6-16 0,8 7-13 16,0 0-9-16,-8-14-6 0,8 14-10 0,0 0-5 16,-11-5-18-16,11 5-11 0,0 0-10 0,0 0 15 15,0 0-3-15,0 38-19 0,6-12-2 0,-1 1 2 16,4 11 4-16,-4 6-3 0,5 2-8 0,-5 27-4 16,4 6-4-16,-1 5-42 0,-1 5-105 0,6 42 0 15,-12-39 0-15,7 46 0 0,-3-9 0 0,-3 3 0 16,4-36 0-16,-1 44 0 0,-2-9 0 0,3-1 0 0,2 2 0 15,-4-39 0-15,4 48 0 0,-5-9 0 0,3-37 0 16,-1 40 0-16,-2-42 0 0,9 33 0 0,-11-38 0 16,6 2 0-16,1 38 0 0,-8-48 0 0,6 6 0 15,-4-2 0-15,-2 1 0 0,0-2 0 0,0-5 0 16,0 5 0-16,0-13 0 0,0 1 0 0,0-17 0 16,-2-4 0-16,0 2 0 0,-1-1 0 0,2-4 0 15,1-2 0-15,-2 1 0 0,-1-6 0 0,3 4 0 16,3-15 0-16,-3-1 0 0,2 3 0 0,-2-5 0 15,1 0 0-15,4-3 0 0,-3-4 0 0,-1 0 0 16,4 1 0-16,-3-5 0 0,4 4 0 0,-3-5 0 0,0 5 0 16,4-4 0-16,-5-1 0 0,4 2 0 0,-4-2 0 15,2-6 0-15,-2 4 0 0,4-2 0 0,1 0 0 16,-6 2 0-16,-1-12 0 0,7 19 0 0,-7-12 0 16,0-7 0-16,6 12 0 0,-6-12 0 0,5 14 0 15,-5-14 0-15,3 9 0 0,-3-9 0 0,0 0 0 16,7 11 0-16,-7-11 0 0,0 0 0 0,0 0 0 15,0 0 0-15,4 11 0 0,-4-11 0 0,0 0 0 16,0 0 0-16,0 0 0 0,0 0 0 0,0 0 0 16,0 0 0-16,0 13 0 0,0-13 0 0,0 0 0 15,0 0 0-15,18 6 0 0,-18-6 0 0,0 0 0 0,26 4 0 16,-10-3 0-16,-16-1 0 0,45-5 0 0,-12 5 0 16,12 0 0-16,5-5 0 0,0 2 0 0,0-1 0 15,4 0 0-15,4-3 0 0,21-10 0 0,-22 10-369 16,-1-2-181-16,23-10-49 0,-24 7-514 0,-1-2-1204 15,-1-5 532-15</inkml:trace>
  </inkml:traceGroup>
</inkml:ink>
</file>

<file path=ppt/ink/ink28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3T08:06:40.735"/>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27940102-4331-4D2B-B734-5492FCB5E2BD}" emma:medium="tactile" emma:mode="ink">
          <msink:context xmlns:msink="http://schemas.microsoft.com/ink/2010/main" type="writingRegion" rotatedBoundingBox="7112,9681 8428,9681 8428,14161 7112,14161">
            <msink:destinationLink direction="with" ref="{C55D51E1-71BA-482C-BF49-4928CD04AF8F}"/>
          </msink:context>
        </emma:interpretation>
      </emma:emma>
    </inkml:annotationXML>
    <inkml:traceGroup>
      <inkml:annotationXML>
        <emma:emma xmlns:emma="http://www.w3.org/2003/04/emma" version="1.0">
          <emma:interpretation id="{40FA7997-BC00-4756-A5DB-07B263643572}" emma:medium="tactile" emma:mode="ink">
            <msink:context xmlns:msink="http://schemas.microsoft.com/ink/2010/main" type="paragraph" rotatedBoundingBox="7112,9681 8428,9681 8428,14161 7112,14161" alignmentLevel="1"/>
          </emma:interpretation>
        </emma:emma>
      </inkml:annotationXML>
      <inkml:traceGroup>
        <inkml:annotationXML>
          <emma:emma xmlns:emma="http://www.w3.org/2003/04/emma" version="1.0">
            <emma:interpretation id="{D028089D-B929-42BE-AAB8-156FDE22A15A}" emma:medium="tactile" emma:mode="ink">
              <msink:context xmlns:msink="http://schemas.microsoft.com/ink/2010/main" type="line" rotatedBoundingBox="7112,9681 8428,9681 8428,14161 7112,14161"/>
            </emma:interpretation>
          </emma:emma>
        </inkml:annotationXML>
        <inkml:traceGroup>
          <inkml:annotationXML>
            <emma:emma xmlns:emma="http://www.w3.org/2003/04/emma" version="1.0">
              <emma:interpretation id="{003EA222-22A9-4538-A14C-BB59648B1B6B}" emma:medium="tactile" emma:mode="ink">
                <msink:context xmlns:msink="http://schemas.microsoft.com/ink/2010/main" type="inkWord" rotatedBoundingBox="7112,9681 8428,9681 8428,14161 7112,14161"/>
              </emma:interpretation>
            </emma:emma>
          </inkml:annotationXML>
          <inkml:trace contextRef="#ctx0" brushRef="#br0">7111 9439 43 0,'-30'0'357'0,"30"0"-5"0,-28-1-1 0,28 1-4 15,0 0-10-15,-24-2-25 0,24 2-24 16,0 0-27-16,0 0-7 0,0 0-9 0,0 0-9 0,0 0-7 15,0 0-17-15,0 0-13 0,71-11-12 0,-41 10-14 16,6-4-16-16,13 3-15 0,0-7-12 0,-5 7-9 16,6-3-14-16,2 4-10 0,-4-1-8 0,3-3-8 15,0 5-10-15,-3-3-6 0,-4 0-10 0,-1 2-2 16,-11-3-10-16,-6 2-23 0,-2-3-28 0,-6 5-24 16,-18 0-49-16,35-1-26 0,-35 1-45 0,22 0-34 15,-22 0-42-15,0 0-51 0,24 5-64 0,-24-5-357 16,0 0-758-16,0 0 336 0</inkml:trace>
          <inkml:trace contextRef="#ctx0" brushRef="#br0" timeOffset="-2515.414">8079 9578 265 0,'-5'-19'320'0,"5"19"-1"0,-2-15-9 0,2 15-4 16,-2-16-3-16,2 16-12 0,2-18-15 0,-7 4 17 16,5 14-1-16,-1-20-10 0,1 8 3 0,0 12-7 15,-7-21 6-15,6 9-5 0,1 12-5 0,-7-19-3 0,6 6-4 16,-4 1-10-16,5 12-2 0,-2-16-10 16,-3 6-8-16,5 10-1 0,-4-15-10 0,4 15-11 0,-7-11-16 15,7 11-17-15,0 0-22 0,0 0-14 0,0 0-8 16,0 0-8-16,0 0-5 0,-3 44 1 0,6-15-7 15,0 21-119-15,4 4 0 0,-1 17 0 0,1 10 0 16,2 45 0-16,4 7 0 0,2 6 0 0,-9 8 0 16,4 7 0-16,7 2 0 0,-1 4 0 0,-3 0 0 15,3 9 0-15,0-7 0 0,2 2 0 0,-2 6 0 16,6-13 0-16,-1-3 0 0,-10-6 0 0,4-1 0 16,-4-10 0-16,2-5 0 0,-8-5 0 0,-2-34 0 15,3 35 0-15,1-41 0 0,-7-1 0 0,5-2 0 16,-5-4 0-16,3-1 0 0,-2-3 0 0,3-5 0 0,-8-14 0 15,4-4 0-15,4-2 0 0,-4-1 0 0,1-2 0 16,1-5 0-16,-2-2 0 0,-2-12 0 16,2 1 0-16,-1-4 0 0,2-5 0 0,-2-5 0 0,-3 1 0 15,9-3 0-15,-5-14 0 0,-5 15 0 0,5-15 0 16,0 14 0-16,0-14 0 0,0 0 0 0,0 0 0 16,0 0 0-16,0 0 0 0,0 0 0 0,-32-33-1366 15,21 11-1478-15,-3-18 654 0</inkml:trace>
        </inkml:traceGroup>
      </inkml:traceGroup>
    </inkml:traceGroup>
  </inkml:traceGroup>
</inkml:ink>
</file>

<file path=ppt/ink/ink28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3T08:06:46.049"/>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8CDCC373-5B8B-4421-8C37-A0EF98646C18}" emma:medium="tactile" emma:mode="ink">
          <msink:context xmlns:msink="http://schemas.microsoft.com/ink/2010/main" type="inkDrawing" rotatedBoundingBox="11156,14949 11190,9555 12745,9565 12710,14959" semanticType="verticalRange" shapeName="Other">
            <msink:sourceLink direction="with" ref="{275DF376-ABC5-46FB-AF2D-07B8AF7D741B}"/>
          </msink:context>
        </emma:interpretation>
      </emma:emma>
    </inkml:annotationXML>
    <inkml:trace contextRef="#ctx0" brushRef="#br0">688 105 213 0,'-8'-3'366'0,"-6"-5"-2"0,14 8-10 0,-21-7-15 15,21 7-17-15,-13-6-24 0,13 6-19 0,0 0-27 0,0 0-24 16,0 0-8-16,0 0 2 0,0 0 9 16,0 0-1-16,0 0 4 0,0 0-1 0,0 0-6 15,0 0-1-15,79 10-12 0,-31-11-12 0,0-6-4 0,3 0-20 16,-1 3-18-16,-2-2-17 0,2-3-10 0,-4 1-10 15,-4 1-11-15,-7-1-13 0,7-2-3 0,-11 6-6 16,-4 0-20-16,2-1 3 0,-8 2-7 0,-5 0 9 16,4 3-6-16,-20 0 5 0,28 6 16 0,-12 2-13 15,-3 2 3-15,1 7 1 0,-1 3-9 0,5 16 27 16,-4 4 6-16,-1 6 4 0,1 7 13 0,1 18-2 16,-2 4-4-16,-1 15-9 0,0 45-107 0,0 1 0 15,-5 4 0-15,1 13 0 0,-7 5 0 0,4 6 0 16,0 4 0-16,-2 10 0 0,5 8 0 0,-3 0 0 0,-3 5 0 15,-9-7 0-15,14-2 0 0,-9-3 0 0,4-6 0 16,-2-4 0-16,0-5 0 0,0-6 0 0,-3-9 0 16,-2-12 0-16,6-8 0 0,-1-38 0 0,-1-3 0 15,-7 4 0-15,1-5 0 0,1-5 0 0,-1-6 0 16,-1-5 0-16,2-18 0 0,3-1 0 0,-2-3 0 16,0-6 0-16,4 1 0 0,-3-7 0 0,1-4 0 15,2-6 0-15,-1-4 0 0,2-2 0 0,-3-5 0 16,3 6 0-16,5-7 0 0,-5-1 0 0,1-1 0 0,-1-2 0 15,0-11 0-15,7 21 0 0,-7-12 0 16,0-9 0-16,1 15 0 0,-1-15 0 0,5 15 0 0,-5-15 0 16,0 13 0-16,0-13 0 0,0 15 0 0,0-15 0 15,0 17 0-15,0-17 0 0,-5 18 0 0,0-5 0 16,-1 0 0-16,1 0 0 0,-5 1 0 0,-1 4 0 16,0-3 0-16,-7 4 0 0,-2-2 0 0,-16 6 0 15,6-1 0-15,-9 0 0 0,-7-4 0 0,-4 5 0 16,-30-4 0-16,3 1 0 0,-3-1 0 0,-12-6 0 15,12-9 0-15,-10 4 0 0,2-5 0 0,4-6 0 16,3 3 0-16,-1-5 0 0,26-6 0 0,-4-3-138 0,4 2-449 16,3-2-46-16,-3-5-507 0,1-3-1233 0,9-9 547 15</inkml:trace>
  </inkml:traceGroup>
</inkml:ink>
</file>

<file path=ppt/ink/ink28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3T08:06:52.517"/>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6AF2ECD8-6848-443C-80CD-7837D7934511}" emma:medium="tactile" emma:mode="ink">
          <msink:context xmlns:msink="http://schemas.microsoft.com/ink/2010/main" type="writingRegion" rotatedBoundingBox="17136,8860 17639,14143 9994,14870 9491,9588">
            <msink:destinationLink direction="with" ref="{D2EE167D-1715-4A23-AA05-5089371E2702}"/>
          </msink:context>
        </emma:interpretation>
      </emma:emma>
    </inkml:annotationXML>
    <inkml:traceGroup>
      <inkml:annotationXML>
        <emma:emma xmlns:emma="http://www.w3.org/2003/04/emma" version="1.0">
          <emma:interpretation id="{924D2ECE-9F23-425E-B990-20F337271F7B}" emma:medium="tactile" emma:mode="ink">
            <msink:context xmlns:msink="http://schemas.microsoft.com/ink/2010/main" type="paragraph" rotatedBoundingBox="17109,9121 17870,14047 15203,14460 14442,9533" alignmentLevel="1"/>
          </emma:interpretation>
        </emma:emma>
      </inkml:annotationXML>
      <inkml:traceGroup>
        <inkml:annotationXML>
          <emma:emma xmlns:emma="http://www.w3.org/2003/04/emma" version="1.0">
            <emma:interpretation id="{B2423BC9-9CB4-4E20-8B30-968327A5D3B8}" emma:medium="tactile" emma:mode="ink">
              <msink:context xmlns:msink="http://schemas.microsoft.com/ink/2010/main" type="line" rotatedBoundingBox="17109,9121 17870,14047 15203,14460 14442,9533">
                <msink:destinationLink direction="with" ref="{4988E0CB-2F37-4ECE-A700-CB8645EDBF37}"/>
              </msink:context>
            </emma:interpretation>
          </emma:emma>
        </inkml:annotationXML>
        <inkml:traceGroup>
          <inkml:annotationXML>
            <emma:emma xmlns:emma="http://www.w3.org/2003/04/emma" version="1.0">
              <emma:interpretation id="{118B2AF1-083D-4DC2-8EC3-B63AAC72B491}" emma:medium="tactile" emma:mode="ink">
                <msink:context xmlns:msink="http://schemas.microsoft.com/ink/2010/main" type="inkWord" rotatedBoundingBox="17109,9121 17870,14047 15203,14460 14442,9533"/>
              </emma:interpretation>
              <emma:one-of disjunction-type="recognition" id="oneOf0">
                <emma:interpretation id="interp0" emma:lang="" emma:confidence="1">
                  <emma:literal/>
                </emma:interpretation>
              </emma:one-of>
            </emma:emma>
          </inkml:annotationXML>
          <inkml:trace contextRef="#ctx0" brushRef="#br0">1520 169 240 0,'-11'-12'328'0,"11"12"-1"16,-18-12-15-16,7 5-2 0,11 7-11 0,-16-10-14 15,16 10-7-15,-19-9-9 0,19 9-15 0,-15-7-11 16,15 7-12-16,-13-7-16 0,13 7-18 0,0 0-18 16,0 0-15-16,-9-8-16 0,9 8-10 0,0 0-11 0,0 0 1 15,0 0-10-15,0 0 8 0,0 0 0 0,59 1-9 16,-30 3-3-16,3-3-5 0,0 2-7 0,15 3-6 16,-2-2-5-16,1 1-10 0,-1-2-9 0,0 1-5 15,2-1-6-15,-3-2-9 0,-8-1-6 0,-3 3 0 16,0-2-10-16,2-5 1 0,-6 1-5 0,0 3 0 15,-9-1-3-15,0-3 2 0,-4 1 8 0,-16 3 9 16,29-8 0-16,-17 1 5 0,-4 3 4 0,-8 4 4 0,20-18 11 16,-12 11-3-16,-5-5 1 0,-3 12-7 0,13-22 4 15,-13 13 12-15,0 9-2 0,5-15-2 0,-5 15-2 16,-2-18-6-16,2 18 10 0,-3-12 16 0,3 12-23 16,0 0-2-16,-7-14-11 0,7 14-1 0,0 0-3 15,0 0 5-15,0 0-24 0,0 0 1 0,0 0-1 16,-20 37-6-16,18-18-1 0,-1 7-10 0,-4 12 2 15,2 3 2-15,5 4-1 0,-3 0-2 0,-2 3-1 16,4 2 1-16,1 1-3 0,-5 2 15 0,-1-3-21 16,4 5-3-16,-6-1-6 0,2 0 0 0,1 0 0 0,-5 1 0 15,2-1 0-15,-3-10 0 0,0 6 0 0,-5-3 0 16,6-6 0-16,-3 0 0 0,2-4-28 16,1-10-17-16,5-2-15 0,-1-8-10 0,0-1-25 0,1-4-25 15,2-2-34-15,-4-2-35 0,7-8-30 0,-8 13-30 16,8-13-43-16,0 0-23 0,0 0-29 0,0 0-39 15,0 0-22-15,-14-31-53 0,11 16-337 0,-7-12-860 16,2 1 381-16</inkml:trace>
          <inkml:trace contextRef="#ctx0" brushRef="#br0" timeOffset="187.5169">1791 819 163 0,'-24'-15'262'0,"6"4"7"0,-4-1-8 0,4 1-7 0,-2 4 7 16,3 4 5-16,8-1-9 0,9 4 1 0,-19-6 11 15,19 6-17-15,-13-9-23 0,13 9-18 0,0 0-14 16,0 0 7-16,0 0 12 0,0 0-2 0,37-19-5 15,-4 15-15-15,11-6-14 0,10 3-11 0,26-7 7 16,-20 6-10-16,23-6-6 0,-3-2-15 0,5 2-15 16,-6 2-11-16,0 2-12 0,-17 3-11 0,-4-2-19 15,-2 6-48-15,-4-2-86 0,-3-1-99 0,-5 5-96 16,-16 1-105-16,-3 0-138 0,-8-2-286 0,-17 2-846 0,26 2 375 16</inkml:trace>
          <inkml:trace contextRef="#ctx0" brushRef="#br0" timeOffset="-609.2739">-14 203 353 0,'0'0'334'0,"-13"4"-18"15,13-4-6-15,0 0-11 0,0 0 0 0,0 0-19 16,0 0 1-16,0 0-14 0,0 0-17 0,44-17-21 16,-22 10-5-16,6-5-14 0,2-1-5 0,12 0-20 15,7-3-21-15,1-1-14 0,2 2-15 0,-3 1-12 0,1 0-15 16,5 2-15-16,-6 1-21 0,3-1-41 0,-3 5-64 15,-4 0-61-15,2 0-55 0,-4 6-62 0,-11-4-71 16,13 3-120-16,-13-2-223 0,-3 3-677 0,0 2 301 16</inkml:trace>
          <inkml:trace contextRef="#ctx0" brushRef="#br0" timeOffset="843.7286">1480 2138 129 0,'11'-17'372'0,"0"8"-16"15,4-3-7-15,4 0 4 0,5 4-2 0,10-6-12 16,9 0-19-16,4-2-5 0,-1 4-14 0,4-2-21 16,0 8-23-16,-5-5-24 0,3 8-22 0,-7-1-22 15,-7 4-17-15,-2 4-18 0,-4-3-17 0,-4 6-12 16,-5-1-15-16,-5 0-9 0,-2 8-10 0,-4 1-9 16,-5 0-10-16,-5 0-5 0,-4 4-8 0,-2 5-7 15,-12 2-4-15,0-5-7 0,-4 9-6 0,-7-1-7 0,2-2-8 16,2-8-2-16,-7 5-11 0,-1-1 0 0,11-6-1 15,-3-2 2-15,4 0-3 0,1-2-2 16,4-4-3-16,2-1 0 0,3-4 1 0,13-4-1 0,-16 7-5 16,16-7 3-16,-13 5-1 0,13-5 2 0,0 0-1 15,0 0 2-15,0 0 0 0,0 0 5 0,0 0 10 16,36-34 7-16,-17 23 6 0,-2 3 10 0,11 0 8 16,1-2 14-16,3 2 8 0,6-1 11 0,-7 4 14 15,4 3 14-15,7-1-6 0,7 3 8 0,-15 3-11 16,-3 2-7-16,2 6-5 0,-2 1-10 0,9 3-10 15,-16-1-4-15,-2 5 0 0,-7 3-8 0,2 3-9 16,-2 1-4-16,-7 2-3 0,-6 1-2 0,-1-2-4 16,-7 1-6-16,-2 0-7 0,-7-2-6 0,-7 6-26 0,-12-4-20 15,4-1-24-15,-12-2-18 0,-3-2-33 0,-5-3-26 16,-6-4-31-16,3 1-27 0,-8-6-32 0,3-3-24 16,5 1-30-16,-3-1-44 0,2-7-48 0,4 0-71 15,0 3-351-15,4-4-857 0,12-4 380 0</inkml:trace>
          <inkml:trace contextRef="#ctx0" brushRef="#br0" timeOffset="1484.2784">2274 3391 288 0,'-10'-12'415'0,"10"12"10"15,-12-14-11-15,12 14-4 0,-21-5-17 0,21 5-15 16,-23-6-21-16,23 6-20 0,-29-1-26 0,29 1-24 16,-30 7-13-16,11-2-10 0,3 4 5 0,-5 0-12 15,2 0-16-15,-4 9-12 0,2 0-16 0,0 0-12 16,-1 1-17-16,7 0-10 0,1 0-15 0,0 7-10 0,1-5-18 16,6 3-13-16,3-1-12 0,0-5-9 0,3 6-7 15,2-3-14-15,4-3-4 0,2 7-6 0,1-4-6 16,1-2-3-16,4-3-4 0,3 6-9 0,-3-8-5 15,1-2-4-15,1-3 1 0,-1 1-8 0,1 1 3 16,-1-4 0-16,-1-1-2 0,1-2-1 0,-14-4 1 16,29 0-1-16,-29 0-3 0,36-9 5 0,-22 1-2 15,0-1-2-15,3-5-2 0,0-5 2 0,-4-3 0 16,-2-3 7-16,0-2 7 0,-4-3-20 0,1 4-20 16,2 0 0-16,-10 6 0 0,4 1 0 0,0 1 0 15,-4 1 0-15,0 7 0 0,0 10 0 0,3-18 0 0,-3 18 0 16,-3-11 0-16,3 11 0 0,0 0 0 0,0 0 0 15,0 0 0-15,0 0 0 0,0 0 0 0,-2 67 0 16,2-22 0-16,0 8 0 0,-2 23 0 0,-1 2 0 16,0-6 0-16,3 5 0 0,0-1 0 0,-5 7 0 15,-1-11 0-15,-2 7 0 0,0-4 0 0,0-20 0 16,1-2 0-16,-1 3 0 0,-3 0 0 0,3-7 0 16,0-7 0-16,-2-1 0 0,4-8 0 0,-5-9 0 15,9-10-120-15,-4 4-377 0,-1-8-76 0,7-10-94 16,0 0-389-16,0 0-1144 0,0 0 506 0</inkml:trace>
        </inkml:traceGroup>
      </inkml:traceGroup>
    </inkml:traceGroup>
    <inkml:traceGroup>
      <inkml:annotationXML>
        <emma:emma xmlns:emma="http://www.w3.org/2003/04/emma" version="1.0">
          <emma:interpretation id="{008BF6B8-83AF-414D-9489-BDE3C0EB1B22}" emma:medium="tactile" emma:mode="ink">
            <msink:context xmlns:msink="http://schemas.microsoft.com/ink/2010/main" type="paragraph" rotatedBoundingBox="14113,10841 13340,11143 13204,10796 13977,10494" alignmentLevel="2"/>
          </emma:interpretation>
        </emma:emma>
      </inkml:annotationXML>
      <inkml:traceGroup>
        <inkml:annotationXML>
          <emma:emma xmlns:emma="http://www.w3.org/2003/04/emma" version="1.0">
            <emma:interpretation id="{D858B5C4-9B2C-417F-9DBF-C4BF61AEFEF9}" emma:medium="tactile" emma:mode="ink">
              <msink:context xmlns:msink="http://schemas.microsoft.com/ink/2010/main" type="line" rotatedBoundingBox="14113,10841 13340,11143 13204,10796 13977,10494"/>
            </emma:interpretation>
          </emma:emma>
        </inkml:annotationXML>
        <inkml:traceGroup>
          <inkml:annotationXML>
            <emma:emma xmlns:emma="http://www.w3.org/2003/04/emma" version="1.0">
              <emma:interpretation id="{1CA9B776-7069-4A8B-829D-68654DBC29FF}" emma:medium="tactile" emma:mode="ink">
                <msink:context xmlns:msink="http://schemas.microsoft.com/ink/2010/main" type="inkWord" rotatedBoundingBox="14113,10841 13340,11143 13204,10796 13977,10494"/>
              </emma:interpretation>
              <emma:one-of disjunction-type="recognition" id="oneOf1">
                <emma:interpretation id="interp1" emma:lang="" emma:confidence="0.5">
                  <emma:literal>x</emma:literal>
                </emma:interpretation>
                <emma:interpretation id="interp2" emma:lang="" emma:confidence="0">
                  <emma:literal>.</emma:literal>
                </emma:interpretation>
                <emma:interpretation id="interp3" emma:lang="" emma:confidence="0">
                  <emma:literal>=</emma:literal>
                </emma:interpretation>
                <emma:interpretation id="interp4" emma:lang="" emma:confidence="0">
                  <emma:literal>X</emma:literal>
                </emma:interpretation>
                <emma:interpretation id="interp5" emma:lang="" emma:confidence="0">
                  <emma:literal>T</emma:literal>
                </emma:interpretation>
              </emma:one-of>
            </emma:emma>
          </inkml:annotationXML>
          <inkml:trace contextRef="#ctx0" brushRef="#br0" timeOffset="-1749.8793">-1124 1540 329 0,'-18'11'341'16,"1"-3"-20"-16,1 1-15 0,6-7 1 0,10-2-9 15,-16 12-4-15,16-12-12 0,0 0-8 0,0 0-11 16,0 0-23-16,0 0-22 0,42 3-20 0,-13-4-21 0,6-1-18 16,11-3-18-16,-1-4-18 0,7 0-32 0,-3 1-36 15,4-1-43-15,-4 0-44 0,5 0-37 16,-4 2-36-16,-5 0-46 0,3-5-47 0,-5 1-64 0,1 2-340 15,-1-1-653-15,-1-1 289 0</inkml:trace>
          <inkml:trace contextRef="#ctx0" brushRef="#br0" timeOffset="-1937.3607">-920 1316 16 0,'-26'3'446'0,"5"-1"-27"0,21-2 7 0,-37 2-5 15,18-2 8-15,19 0-13 0,0 0-24 0,-30-4-29 16,30 4-37-16,0 0-27 0,-8-8-29 0,8 8-22 15,0 0-24-15,38-23-20 0,-9 13-18 0,5 1-25 16,9-2-17-16,4 0-15 0,6 6-8 0,-10-5-17 16,7 6-20-16,-4-5-38 0,-1 6-40 0,-2-3-62 0,-12 1-50 15,1 2-71-15,-5 2-64 0,-8-2-73 16,1 0-91-16,-20 3-359 0,0 0-827 0,0 0 366 16</inkml:trace>
        </inkml:traceGroup>
      </inkml:traceGroup>
    </inkml:traceGroup>
    <inkml:traceGroup>
      <inkml:annotationXML>
        <emma:emma xmlns:emma="http://www.w3.org/2003/04/emma" version="1.0">
          <emma:interpretation id="{8A1F0B4F-114E-402E-A764-5D8FA13EC44F}" emma:medium="tactile" emma:mode="ink">
            <msink:context xmlns:msink="http://schemas.microsoft.com/ink/2010/main" type="paragraph" rotatedBoundingBox="11602,9387 12025,13838 9915,14038 9491,9588" alignmentLevel="1"/>
          </emma:interpretation>
        </emma:emma>
      </inkml:annotationXML>
      <inkml:traceGroup>
        <inkml:annotationXML>
          <emma:emma xmlns:emma="http://www.w3.org/2003/04/emma" version="1.0">
            <emma:interpretation id="{275DF376-ABC5-46FB-AF2D-07B8AF7D741B}" emma:medium="tactile" emma:mode="ink">
              <msink:context xmlns:msink="http://schemas.microsoft.com/ink/2010/main" type="line" rotatedBoundingBox="11602,9387 12025,13838 9915,14038 9491,9588">
                <msink:destinationLink direction="with" ref="{8CDCC373-5B8B-4421-8C37-A0EF98646C18}"/>
              </msink:context>
            </emma:interpretation>
          </emma:emma>
        </inkml:annotationXML>
        <inkml:traceGroup>
          <inkml:annotationXML>
            <emma:emma xmlns:emma="http://www.w3.org/2003/04/emma" version="1.0">
              <emma:interpretation id="{21F41F22-5552-461A-AC62-80DEF071A03F}" emma:medium="tactile" emma:mode="ink">
                <msink:context xmlns:msink="http://schemas.microsoft.com/ink/2010/main" type="inkWord" rotatedBoundingBox="11602,9387 11903,12559 9793,12760 9491,9588"/>
              </emma:interpretation>
              <emma:one-of disjunction-type="recognition" id="oneOf2">
                <emma:interpretation id="interp6" emma:lang="" emma:confidence="1">
                  <emma:literal/>
                </emma:interpretation>
              </emma:one-of>
            </emma:emma>
          </inkml:annotationXML>
          <inkml:trace contextRef="#ctx0" brushRef="#br0" timeOffset="-9339.8008">-4902 311 221 0,'0'0'331'0,"-18"-3"-5"0,18 3-8 0,0 0-16 15,-22-4-7-15,22 4-6 0,0 0-11 0,-20-7-3 16,20 7-16-16,0 0-14 0,0 0-21 0,-17-2-14 16,17 2-19-16,0 0-13 0,0 0-16 0,0 0-4 15,0 0-11-15,0 0-9 0,0 0-14 0,45-19-12 16,-18 12-10-16,15-5-11 0,3 0-13 0,3 4-5 0,0-5-11 15,5 3-23-15,-3-6-29 0,6 2-53 16,1 1-59-16,1 0-55 0,-3 0-56 0,-2 3-68 16,3 3-112-16,-2-9-283 0,-4 9-730 0,-5 0 323 0</inkml:trace>
          <inkml:trace contextRef="#ctx0" brushRef="#br0" timeOffset="-8636.7246">-3835 253 272 0,'0'0'291'0,"0"0"-7"0,0 0-16 0,0 0-10 0,0 0-8 16,-32-20-1-16,32 20-13 0,-10-7-16 0,10 7-2 15,0 0 2-15,-10-19-13 0,10 19-18 0,-1-11 1 16,1 11-5-16,1-15-1 0,-1 15 0 0,8-11-10 15,-8 11 1-15,15-13-12 0,2 6-7 0,-2 0-9 16,3 7-8-16,9-7-6 0,0 6-7 0,2 1-2 16,1 0-10-16,-1 3-7 0,0 2-13 0,-2 2-6 15,2 0-7-15,-9 2-8 0,2 4-9 0,-6 0-6 0,5 2-4 16,-10 4-6-16,-1-2-4 0,-5 9-6 16,-9 0-2-16,-2-2-4 0,-2 2-4 0,-3 9-4 15,-8-2-1-15,-1 3-5 0,-4-2-3 0,-5-2 2 0,2-2-2 16,-2 0-7-16,7-9 3 0,-4 3-5 0,2-5-1 15,2-2 2-15,-3 0-2 0,3-3-5 0,8-3 3 16,1-4-3-16,3-2 2 0,10-5-1 0,-14 10-3 16,14-10 1-16,0 0 0 0,0 0 1 0,0 0-3 15,0 0-2-15,0 0 4 0,16-36 5 0,5 20 1 16,1-5 3-16,12-5 0 0,3-5 2 0,-1-2 9 16,6-2 19-16,2-3 8 0,-3 1-1 0,3-6-5 0,-3 3-3 15,-4-5-1-15,-2 5-1 0,2 4-3 16,-8 0-4-16,-1 3-1 0,-9 9 4 0,-3 2 5 0,-3 0 2 15,-5 3 6-15,-2 9 1 0,-1-7 0 0,-2 10 0 16,-3 7 0-16,0-14-2 0,0 14-6 0,0 0 2 16,0 0-8-16,-14-12 3 0,14 12-1 0,0 0-2 15,-39 24 4-15,22-8-2 0,-1 3 6 0,-3 7-3 16,2 7 4-16,-2 3 12 0,5 1-5 0,1-2 9 16,7 7-5-16,-3-6-8 0,3 2 0 0,2 2 1 15,6-2 1-15,5-8-6 0,4 4-5 0,2-3 2 16,5 2-3-16,7 1 1 0,3-2 0 0,2-5-8 0,3 0-9 15,3-2 3-15,-5-11-9 0,1 2-11 0,10-4-18 16,3 3-11-16,-10-13-28 0,0 4-28 0,-4-3-35 16,6-3-49-16,-6-3-48 0,0-1-50 0,0-3-34 15,0 0-39-15,-8 2-31 0,-7-4-38 0,1-1-44 16,-4 3-440-16,-11 7-967 0,9-12 428 0</inkml:trace>
          <inkml:trace contextRef="#ctx0" brushRef="#br0" timeOffset="-7933.6486">-3794 1815 133 0,'0'0'474'0,"-6"-16"3"0,6 16 4 16,-2-11-11-16,2 11-11 0,0 0-31 0,-4-12-32 15,4 12-41-15,0 0-29 0,0 0-29 0,0 0-16 0,0 0-24 16,0 0-9-16,-8 49-6 0,8-34-14 0,0 5-5 15,0-1-16-15,1-2-9 0,4 6-12 16,1-1-10-16,1 3-19 0,1 2-7 0,0-3-7 0,0-8-15 16,6 6-9-16,4-1-10 0,-2-10-4 0,0 1-12 15,6-4-3-15,6 4-12 0,-7-9 1 0,8-3-5 16,-1 0-4-16,1-3 9 0,-1-3-18 0,0-3-9 16,0-1-7-16,-4-3-28 0,3-6-17 0,-5 2 0 15,4-5 0-15,5-8 0 0,-4 2 0 0,-6-4 0 16,-5 4 0-16,3-8 0 0,-3 1 0 0,3 0 0 15,-9 8 0-15,1 0 0 0,-3 4 0 0,-1-3 0 16,-4 9 0-16,5 1 0 0,-3 2 0 0,-4 6 0 16,-1 8 0-16,4-12 0 0,-4 12 0 0,0 0 0 0,0 0 0 15,0 0 0-15,0 0 0 0,0 0 0 0,-12 60 0 16,9-33 0-16,-3 15 0 0,-4 6 0 0,8 1 0 16,-6 25 0-16,4 1 0 0,2-21 0 0,-1 19 0 15,0 0 0-15,1 5 0 0,0-7 0 0,2 6 0 16,0-3 0-16,0-17 0 0,0 0 0 0,-3 14 0 15,0-17 0-15,-2 0 0 0,-3-2 0 0,7-1 0 16,-11-9 0-16,4 3 0 0,-5-4 0 0,4-12 0 0,1 2 0 16,-3-3 0-16,1-5 0 0,-3 0 0 0,5-7 0 15,2-2 0-15,-1-2 0 0,-1-2 0 0,2-4 0 16,6-6 0-16,0 0 0 0,-15 6 0 0,15-6 0 16,0 0 0-16,-17-23 0 0,12 7 0 0,-2-10 0 15,-1-15 0-15,2-3 0 0,0-9 0 0,4-23 0 16,0-6 0-16,-2-7 0 0,8 1 0 0,0-6 0 15,4 8 0-15,4 1 0 0,-4 33 0 0,10 1 0 0,5-1 0 16,4 7 0-16,5 4 0 0,3 4 0 16,5 4 0-16,-1 8 0 0,3 4 0 0,-14 9 0 15,3 3 0-15,-4 6 0 0,2 13 0 0,-2-1-17 0,-1 10-482 16,-7 15-85-16,-1-4-599 0,-4 15-1279 0,-6-2 566 16</inkml:trace>
        </inkml:traceGroup>
        <inkml:traceGroup>
          <inkml:annotationXML>
            <emma:emma xmlns:emma="http://www.w3.org/2003/04/emma" version="1.0">
              <emma:interpretation id="{71CABC9E-27BC-49D2-9C8C-7483B6CB32E2}" emma:medium="tactile" emma:mode="ink">
                <msink:context xmlns:msink="http://schemas.microsoft.com/ink/2010/main" type="inkWord" rotatedBoundingBox="11552,13023 11633,13875 10672,13966 10591,13115"/>
              </emma:interpretation>
              <emma:one-of disjunction-type="recognition" id="oneOf3">
                <emma:interpretation id="interp7" emma:lang="" emma:confidence="0.5">
                  <emma:literal>N</emma:literal>
                </emma:interpretation>
                <emma:interpretation id="interp8" emma:lang="" emma:confidence="0">
                  <emma:literal>~</emma:literal>
                </emma:interpretation>
                <emma:interpretation id="interp9" emma:lang="" emma:confidence="0">
                  <emma:literal>n</emma:literal>
                </emma:interpretation>
                <emma:interpretation id="interp10" emma:lang="" emma:confidence="0">
                  <emma:literal>.</emma:literal>
                </emma:interpretation>
                <emma:interpretation id="interp11" emma:lang="" emma:confidence="0">
                  <emma:literal>v</emma:literal>
                </emma:interpretation>
              </emma:one-of>
            </emma:emma>
          </inkml:annotationXML>
          <inkml:trace contextRef="#ctx0" brushRef="#br0" timeOffset="-7246.1981">-3858 3703 43 0,'0'0'509'0,"-16"7"-41"0,16-7-22 0,-13 11-15 16,13-11-6-16,0 0-5 0,-1 10-18 0,1-10-27 16,0 0-22-16,24 10-20 0,-3-8-22 0,6 3-22 15,2-2-17-15,13 0-12 0,2-6-19 0,8 3-16 0,-2-4-26 16,2-2-27-16,0 0-16 0,-4 2-10 0,-2 1-18 15,4-1-10-15,-8-3-14 0,-13 5-10 16,-2-4-7-16,-3 0-12 0,-3 0-3 0,0 4-4 0,-5-5-12 16,-2 3 0-16,-14 4-7 0,21-6-3 0,-21 6 6 15,18-6 8-15,-18 6 9 0,0 0 11 0,16-3-11 16,-16 3-1-16,0 0-2 0,0 0-5 0,0 0-5 16,16-7 1-16,-16 7-8 0,0 0-1 0,0 0-21 15,0 0-27-15,0 0 0 0,0 0 0 0,0 0 0 16,0 0 0-16,0 0 0 0,0 0 0 0,0 0 0 15,0 0 0-15,0 0 0 0,0 0 0 0,0 0 0 16,-15 35 0-16,6-17 0 0,-9 2 0 0,-1 6 0 0,-7 9 0 16,-3 2 0-16,-4 1 0 0,1 3 0 15,-4 1 0-15,3 3 0 0,-6-2 0 0,4 0 0 0,0-2 0 16,1 1 0-16,-1-2 0 0,6-2 0 0,5-5 0 16,0 1 0-16,12-8 0 0,-2-2 0 0,3 1 0 15,3-6 0-15,1-3 0 0,6-5 0 0,-1 1 0 16,2 0 0-16,0-12 0 0,6 21 0 0,4-14 0 15,-10-7 0-15,23 8 0 0,-9 0 0 0,7-5 0 16,8-2 0-16,3-2 0 0,11-2 0 0,2 3 0 16,0-4 0-16,-2 4 0 0,4-1 0 0,-6-6 0 15,9 8 0-15,-18-1 0 0,4 0 0 0,-3-1 0 0,9-10 0 16,-10 4 0-16,-5 3 0 0,2 0-130 0,-6 0-401 16,9-7-136-16,-8 1-478 0,-5 3-1238 15,-4-5 548-15</inkml:trace>
        </inkml:traceGroup>
      </inkml:traceGroup>
    </inkml:traceGroup>
  </inkml:traceGroup>
</inkml:ink>
</file>

<file path=ppt/ink/ink28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3T08:06:51.408"/>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4988E0CB-2F37-4ECE-A700-CB8645EDBF37}" emma:medium="tactile" emma:mode="ink">
          <msink:context xmlns:msink="http://schemas.microsoft.com/ink/2010/main" type="inkDrawing" rotatedBoundingBox="15313,9357 15610,14404 14640,14461 14343,9414" semanticType="verticalRange" shapeName="Other">
            <msink:sourceLink direction="with" ref="{B2423BC9-9CB4-4E20-8B30-968327A5D3B8}"/>
          </msink:context>
        </emma:interpretation>
      </emma:emma>
    </inkml:annotationXML>
    <inkml:trace contextRef="#ctx0" brushRef="#br0">30 412 267 0,'-3'-30'373'0,"0"3"-11"0,1-4-4 0,2 3-17 0,0-3-7 15,-5 1-7-15,8 3-1 0,-6 1 4 0,2 0-6 16,1 0-19-16,-2 4-16 0,-3 4-5 0,4-1-2 16,-1 2-3-16,4 2-2 0,-9-3-11 0,7 10-6 15,0 8-16-15,-3-19-4 0,3 19-23 0,0-13-19 16,0 13-18-16,0 0-13 0,0 0-15 0,0 0-13 15,0 0-6-15,0 0-3 0,0 0 6 0,3 73 18 16,-3-30-8-16,8 8-5 0,-3 2-2 0,3 2-48 16,-2 21-91-16,9 0 0 0,-7 7 0 0,-2 7 0 15,1 0 0-15,-1 41 0 0,-3-34 0 0,9 38 0 0,-4-3 0 16,-2 0 0-16,-4-2 0 0,-4-3 0 0,4-1 0 16,-2 5 0-16,1-7 0 0,7 8 0 0,-8-1 0 15,-3-3 0-15,5 0 0 0,-2 0 0 0,-4-3 0 16,1-32 0-16,2 47 0 0,-6-14 0 0,7-33 0 15,0 40 0-15,-6-41 0 0,6 39 0 0,-2-43 0 16,2 5 0-16,0 34 0 0,-1-41 0 0,1-7 0 16,3 4 0-16,-5-12 0 0,-4 7 0 0,6-7 0 0,0-1 0 15,0-14 0-15,0-4 0 0,0 1 0 0,0-5 0 16,0 1 0-16,0-4 0 0,0-5 0 16,5-1 0-16,-4-8 0 0,1-5 0 0,1-2 0 0,-1-4 0 15,-1-1 0-15,6-3 0 0,-6 2 0 0,6-3 0 16,-3-6 0-16,-2 0 0 0,-2-9 0 0,8 20 0 15,-5-13 0-15,-3-7 0 0,3 11 0 0,-3-11 0 16,0 0 0-16,8 12 0 0,-8-12 0 0,0 0 0 16,0 0 0-16,5 8 0 0,-5-8 0 0,0 0 0 0,0 0 0 15,0 0 0-15,0 0 0 0,0 0 0 16,0 0 0-16,16 2 0 0,-16-2 0 0,0 0 0 16,0 0 0-16,28 4 0 0,-28-4 0 0,27 1 0 0,-9 3 0 15,9-4 0-15,2 3 0 0,6 1 0 0,8-3 0 16,7 0 0-16,5-1 0 0,1 1 0 0,1-2 0 15,1 0 0-15,2-5 0 0,2 0-451 0,-2-6-71 16,-4-2-75-16,1-1-507 0,22-11-1195 0,-29 2 528 16</inkml:trace>
  </inkml:traceGroup>
</inkml:ink>
</file>

<file path=ppt/ink/ink28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3T08:06:54.814"/>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D2EE167D-1715-4A23-AA05-5089371E2702}" emma:medium="tactile" emma:mode="ink">
          <msink:context xmlns:msink="http://schemas.microsoft.com/ink/2010/main" type="inkDrawing" rotatedBoundingBox="18365,9281 18456,15062 16435,15094 16344,9313" semanticType="verticalRange" shapeName="Other">
            <msink:sourceLink direction="with" ref="{6AF2ECD8-6848-443C-80CD-7837D7934511}"/>
          </msink:context>
        </emma:interpretation>
      </emma:emma>
    </inkml:annotationXML>
    <inkml:trace contextRef="#ctx0" brushRef="#br0">842 62 95 0,'-16'-3'377'0,"16"3"-21"0,-21-8-13 0,21 8-15 15,0 0-31-15,-21 0-27 0,21 0-22 0,0 0-20 16,0 0-20-16,0 0-8 0,0 0-8 0,0 0-3 0,0 0-19 15,84 9-13-15,-39-10 9 0,3 1-15 16,5-8-2-16,3 8 0 0,2-2-7 0,-1-1-15 16,-1-1-5-16,-4-3-11 0,4 4-8 0,-6-4-4 0,-2 2-16 15,-18 0 6-15,12 3-3 0,-8-2-14 0,-7 3 3 16,-8 1-3-16,2-2 4 0,-21 2 2 0,35 9 9 16,-20-1 1-16,-1 4 9 0,5 11-2 0,-2-1 4 15,-3 18 0-15,0 8 1 0,-1 8-2 0,2 20 2 16,-1 8 6-16,-6 6 4 0,0 42 1 0,2-41 13 15,1 59 7-15,3 4-1 0,-2 1-1 0,-3 8-8 16,4 4 1-16,8 0 1 0,-13 12 1 0,-3 4 6 0,4-11-10 16,4 4-1-16,0 1-99 0,-8-6-20 15,1-5 0-15,9 8 0 0,-10-17 0 0,-4-3 0 0,6-8 0 16,-1-7 0-16,-12-5 0 0,-1 2 0 0,7-41 0 16,-6-2 0-16,-12 32 0 0,7-39 0 0,3-4 0 15,1 2 0-15,1 1 0 0,-2-10 0 0,-2 0 0 16,6-4 0-16,-3-18 0 0,-1-1 0 0,2 0 0 15,3-4 0-15,-4 2 0 0,2-5 0 0,4-3 0 16,-4-3 0-16,5-7 0 0,0-5 0 0,-2 1 0 16,2 0 0-16,0-2 0 0,0-3 0 0,2-1 0 15,-2-2 0-15,0 5 0 0,5-2 0 0,-4-4 0 16,-1 0 0-16,5-1 0 0,-5-1 0 0,0-1 0 16,0 1 0-16,0 1 0 0,-5-3 0 0,4 0 0 0,1 3 0 15,-2-2 0-15,-3 2 0 0,-1-6 0 0,-2 3 0 16,-5-2 0-16,2-1 0 0,-7 0 0 0,-6 3 0 15,-5-1 0-15,-13 3 0 0,-7-4 0 0,-9 0 0 16,-29-2 0-16,-9-3 0 0,-58 3 0 0,11-9 0 16,-3-8 0-16,-3-2 0 0,11 1 0 0,-3-5 0 15,49 0 0-15,-4 9-165 0,-2-7-492 0,4-6-572 16,10 5-1330-16,6-6 589 0</inkml:trace>
  </inkml:traceGroup>
</inkml:ink>
</file>

<file path=ppt/ink/ink28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3T08:07:22.671"/>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2D978CC8-0383-455C-8D63-9A0B218C9F27}" emma:medium="tactile" emma:mode="ink">
          <msink:context xmlns:msink="http://schemas.microsoft.com/ink/2010/main" type="inkDrawing" rotatedBoundingBox="2884,2841 3175,7119 1741,7216 1450,2939" semanticType="callout" shapeName="Other">
            <msink:sourceLink direction="to" ref="{A98A207C-F5DC-49BD-A557-8E1AAA5C6AC7}"/>
          </msink:context>
        </emma:interpretation>
      </emma:emma>
    </inkml:annotationXML>
    <inkml:trace contextRef="#ctx0" brushRef="#br0">239 179 93 0,'-8'-19'349'0,"0"5"-6"0,0-5-4 0,-2 2 4 15,2 0 3-15,0 2-11 0,2 3 2 0,0 1-8 16,4 0-10-16,2 11-6 0,-10-16-5 0,5 6-4 15,5 10-15-15,-6-9-14 0,6 9-20 0,-6-11-19 16,6 11-23-16,0 0-12 0,0 0 2 0,0 0 23 16,0 0 2-16,0 39 2 0,0-10-4 0,4 7-10 15,-2 11 0-15,0-1-7 0,1 6 0 0,0 3-3 16,-3 18-7-16,0 2-10 0,5 3-82 0,-2 5-107 0,-5 6 0 16,2-3 0-16,2 0 0 0,-4-1 0 15,-1 6 0-15,6-2 0 0,-9 2 0 0,4 43 0 16,1-42 0-16,-4 0 0 0,-1 36 0 0,6-37 0 0,-4 3 0 15,0-1 0-15,0-2 0 0,-7 32 0 0,10-40 0 16,-3-2 0-16,3 4 0 0,-6 1 0 0,11-6 0 16,-8 6 0-16,8-5 0 0,-1 1 0 0,2-7 0 15,-4-2 0-15,4-19 0 0,-3 18 0 0,2-19 0 16,0 1 0-16,-4-6 0 0,0 1 0 0,0-2 0 16,-4-1 0-16,1-4 0 0,3-2 0 0,-3-3 0 15,3-7 0-15,-5 1 0 0,4-3 0 0,-3-1 0 16,3 1 0-16,1-2 0 0,0-2 0 0,-2-3 0 0,1-3 0 15,-4 5 0-15,3-4 0 0,2-1 0 16,-5 1 0-16,5 1 0 0,-1-3 0 0,1-17 0 0,-5 25 0 16,3-13 0-16,2-12 0 0,-5 24 0 15,5-24 0-15,-1 19 0 0,1-19 0 0,-3 19 0 16,3-19 0-16,-5 18 0 0,5-18 0 0,-7 16 0 0,7-16 0 16,-1 16 0-16,1-16 0 0,0 0 0 0,-7 16 0 15,7-16 0-15,0 0 0 0,-6 16 0 0,6-16 0 16,0 0 0-16,-6 19 0 0,6-19 0 0,0 0 0 15,-8 15 0-15,8-15 0 0,0 0 0 0,-8 14 0 16,8-14 0-16,-12 12 0 0,12-12 0 0,0 0 0 16,0 0 0-16,-5 19 0 0,5-19 0 0,0 0 0 15,0 0 0-15,0 0 0 0,-3 14 0 0,3-14 0 16,0 0 0-16,0 0 0 0,0 0 0 0,-8 13 0 0,8-13 0 16,0 0 0-16,0 0 0 0,0 0 0 0,0 0 0 15,0 0 0-15,0 0 0 0,0 0 0 16,0 0 0-16,0 0 0 0,0 0 0 0,0 0 0 0,-8 14 0 15,8-14 0-15,0 0 0 0,0 0 0 0,0 0 0 16,0 0 0-16,0 0 0 0,0 0 0 0,0 0 0 16,0 0 0-16,0 0 0 0,0 0 0 0,0 0 0 15,0 0 0-15,0 0 0 0,0 0 0 0,0 0 0 16,0 0 0-16,0 0 0 0,0 0 0 0,0 0 0 16,0 0 0-16,0 0 0 0,0 0 0 0,0 0 0 15,0 0 0-15,0 0 0 0,0 0 0 0,0 0 0 16,0 0 0-16,0 0 0 0,0 0 0 0,0 0 0 0,0 0 0 15,0 0 0-15,0 0 0 0,0 0 0 0,0 0 0 16,0 0 0-16,0 0 0 0,0 0 0 16,0 0 0-16,0 0 0 0,0 0 0 0,0 0 0 0,0 0 0 15,0 0 0-15,0 0 0 0,0 0 0 0,0 0 0 16,0 0 0-16,0 0 0 0,0 0 0 0,0 0 0 16,0 0 0-16,0 0 0 0,0 0 0 0,0 0 0 15,0 0 0-15,0 0 0 0,0 0 0 0,0 0 0 16,0 0 0-16,0 0 0 0,0 0 0 0,0 0 0 15,0 0 0-15,0 0 0 0,0 0 0 0,0 0 0 16,0 0 0-16,0 0 0 0,0 0 0 0,0 0 0 16,0 0 0-16,0 0 0 0,0 0 0 0,0 0 0 0,0 0 0 15,0 0 0-15,0 0 0 0,0 0 0 0,0 0 0 16,0 0 0-16,0 0 0 0,0 0 0 0,0 0 0 16,0 0 0-16,0 0 0 0,0 0 0 0,0 0 0 15,0 0 0-15,0 0 0 0,0 0 0 0,0 0 0 16,0 0 0-16,0 0 0 0,-6 15 0 0,6-15 0 15,0 0 0-15,0 0 0 0,0 0 0 0,0 0 0 16,0 0 0-16,0 0 0 0,6 23 0 0,-6-23 0 16,0 0 0-16,8 18 0 0,-8-18 0 0,15 15 0 15,-2-8 0-15,1 3 0 0,2-1 0 0,18-2 0 16,-5-1 0-16,4 0 0 0,12-5 0 0,3-1 0 0,5-3 0 16,10-2 0-16,17 0 0 0,5-11 0 0,2 6 0 15,-2-4 0-15,-5 2 0 0,-3-4 0 16,2-6 0-16,-22 8 0 0,20-12 0 0,-20 14 0 0,-5-2 0 15,-3-1 0-15,-6-3 0 0,-3 5 0 0,-14 1 0 16,-1-2 0-16,-4-4 0 0,-8 10 0 0,-13 8 0 16,18-24 0-16,-18 24 0 0,-10-25-1366 0,10 25-1478 15,-26-34 654-15</inkml:trace>
  </inkml:traceGroup>
</inkml:ink>
</file>

<file path=ppt/ink/ink29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3T08:07:08.830"/>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25302664-9DA1-4032-B240-6809E9092A3A}" emma:medium="tactile" emma:mode="ink">
          <msink:context xmlns:msink="http://schemas.microsoft.com/ink/2010/main" type="writingRegion" rotatedBoundingBox="798,102 20115,204 20014,19398 697,19296"/>
        </emma:interpretation>
      </emma:emma>
    </inkml:annotationXML>
    <inkml:traceGroup>
      <inkml:annotationXML>
        <emma:emma xmlns:emma="http://www.w3.org/2003/04/emma" version="1.0">
          <emma:interpretation id="{8DB429B7-D296-414C-BA9F-ED3521B7C6D1}" emma:medium="tactile" emma:mode="ink">
            <msink:context xmlns:msink="http://schemas.microsoft.com/ink/2010/main" type="paragraph" rotatedBoundingBox="764,289 20076,-130 20145,3040 833,3460" alignmentLevel="1"/>
          </emma:interpretation>
        </emma:emma>
      </inkml:annotationXML>
      <inkml:traceGroup>
        <inkml:annotationXML>
          <emma:emma xmlns:emma="http://www.w3.org/2003/04/emma" version="1.0">
            <emma:interpretation id="{2FF6F31C-FABC-4BB1-8EF0-DB6824A3A9B1}" emma:medium="tactile" emma:mode="ink">
              <msink:context xmlns:msink="http://schemas.microsoft.com/ink/2010/main" type="line" rotatedBoundingBox="764,289 20076,-130 20145,3040 833,3460"/>
            </emma:interpretation>
          </emma:emma>
        </inkml:annotationXML>
        <inkml:traceGroup>
          <inkml:annotationXML>
            <emma:emma xmlns:emma="http://www.w3.org/2003/04/emma" version="1.0">
              <emma:interpretation id="{4EBBC35F-D055-4F9A-A2EB-FB7E84DF5F3F}" emma:medium="tactile" emma:mode="ink">
                <msink:context xmlns:msink="http://schemas.microsoft.com/ink/2010/main" type="inkWord" rotatedBoundingBox="764,289 7831,136 7900,3306 833,3460"/>
              </emma:interpretation>
              <emma:one-of disjunction-type="recognition" id="oneOf0">
                <emma:interpretation id="interp0" emma:lang="" emma:confidence="1">
                  <emma:literal/>
                </emma:interpretation>
              </emma:one-of>
            </emma:emma>
          </inkml:annotationXML>
          <inkml:trace contextRef="#ctx0" brushRef="#br0">271 92 189 0,'0'-14'402'0,"2"-2"-3"0,2 6 16 0,-2-5 15 0,0 3 0 16,-2 12-10-16,4-15-23 0,-4 15-36 0,2-12-23 16,-2 12-23-16,0 0-20 0,0 0-14 0,0 0-10 15,0 0-3-15,0 0-1 0,-2 58-1 0,-2-29-10 16,-1 2-5-16,-5 13-10 0,1-4-12 0,-1 6-13 16,-3-1-21-16,-1 4-12 0,1-1-16 0,-2-3-8 15,-1 0-13-15,-1 5-16 0,2-9-11 0,-2 4-12 0,-1-4-59 16,4 1-48-16,-2-6 0 0,6-8 0 0,-1 1 0 15,1-5 0-15,-1-1 0 0,1-7 0 16,5 1 0-16,-1-9 0 0,3 1 0 0,3-9 0 0,-7 16 0 16,7-16 0-16,-6 8 0 0,6-8 0 0,0 0 0 15,0 0 0-15,0 0 0 0,0 0 0 16,0 0 0-16,10-38 0 0,1 17 0 0,-3-6 0 0,8-13 0 16,-7-3 0-16,6-6 0 0,-5 0 0 0,12-26 0 15,-8 23 0-15,6-16 0 0,-4 14 0 0,0 2 0 16,3 1 0-16,0 7 0 0,-3-1 0 0,4 5 0 15,-4 6 0-15,-4 8 0 0,3 4 0 0,-4 0 0 16,0 6 0-16,-1 1 0 0,3 4 0 0,-7 4 0 16,7 1 0-16,-13 6 0 0,21-7 0 0,-21 7 0 15,24 13 0-15,-10 0 0 0,7 11 0 0,-2 0 0 16,4 13 0-16,-2 4 0 0,1 0 0 0,1 0 0 0,-2 4 0 16,-2 0 0-16,-2 3 0 0,4-2 0 15,-6 5 0-15,1 0 0 0,3-2 0 0,0-3 0 16,-4-3 0-16,7 1 0 0,-7-3 0 0,-3-13 0 0,4 10 0 15,-6-11 0-15,0-6 0 0,-1 5 0 0,-4-7 0 16,-2 0 0-16,5-4 0 0,-1-3 0 0,-2-1 0 16,-2-2 0-16,-3-9 0 0,5 13 0 0,-5-13 0 15,-2 13 0-15,2-13 0 0,0 0-227 0,-26 2-312 16,26-2-56-16,-37-3-544 0,9-5-1233 0,-1-1 545 16</inkml:trace>
          <inkml:trace contextRef="#ctx0" brushRef="#br0" timeOffset="562.4332">-499 802 218 0,'0'0'381'0,"0"0"13"0,0 0-3 16,0 0-4-16,79-38-5 0,-28 19-9 0,26-2-28 15,8-6-27-15,2 1-30 0,-2 3-29 0,4 0-23 16,-5 0-22-16,4 1-25 0,-6-3-17 0,0 3-17 15,-8 1-15-15,-18 6-18 0,-5-4-7 0,4 1-14 16,-11-2-10-16,1 2-1 0,-3 4 8 0,-13-5 17 16,-2 6 6-16,-4 3 20 0,-7 3 7 0,3-4 0 15,-5 4-4-15,-2 2-3 0,-12 5-9 0,14-7-8 16,-14 7-4-16,0 0-7 0,0 0 0 0,0 0-11 16,26 12 6-16,-23-2-16 0,-3-10-6 0,6 26-2 15,-6-8-4-15,4-1-12 0,-4 7 8 0,-2 2-3 16,0 0 2-16,2-7-14 0,-4 7-1 0,4-1-5 15,0 3-3-15,0-7-5 0,-2 4-5 0,2-5-31 0,2-1-11 16,6 7 0-16,-4-9 0 0,0 0 0 16,2-1 0-16,7-2 0 0,-5 0 0 0,6-2 0 15,-6 0 0-15,7-2 0 0,2-3 0 0,-2 2 0 0,2-9 0 16,-17 0 0-16,36 0 0 0,-36 0 0 0,37-9 0 16,-12 2 0-16,-4-1 0 0,2-5 0 0,-4 4 0 15,-1-4 0-15,2-1 0 0,-5-1 0 0,-1-7 0 16,2 0 0-16,-3 0 0 0,0-1 0 0,-5 1 0 15,-2 3 0-15,-6-1 0 0,2 1 0 0,-2-7 0 16,0 8 0-16,3 3 0 0,-6 0 0 0,1 0 0 16,1 7 0-16,1 8 0 0,-3-19 0 0,3 19 0 15,-2-13 0-15,2 13 0 0,0 0 0 0,0 0 0 0,0 0 0 16,0 0 0-16,0 0 0 0,0 0 0 16,-21 42 0-16,21-16 0 0,-3 2 0 0,0 3 0 15,3-2 0-15,3 1 0 0,-1 0 0 0,-1 1 0 0,6-2 0 16,-1-1 0-16,-4 2 0 0,9-2-99 0,-3-4-317 15,0-3-58-15,-2-4-64 0,2-2-82 16,0-6-388-16,-1 1-1091 0,-7-10 483 0</inkml:trace>
          <inkml:trace contextRef="#ctx0" brushRef="#br0" timeOffset="1248.5127">1832 497 125 0,'7'-16'438'0,"-3"7"11"0,1-1 6 0,-5 10-1 15,7-14-11-15,-7 14-23 0,0 0-22 0,0 0-21 16,-13-12-27-16,13 12-13 0,0 0-19 0,0 0-6 16,0 0-10-16,-50 17-10 0,36-6-13 0,-1-1-16 15,-1 2-8-15,-1 4-4 0,-1-1-9 0,-1 3-17 0,4-4-24 16,1 3-16-16,-1 4-16 0,-2-2-24 0,5-4-13 16,4 4-13-16,-3-4-9 0,6 3-18 0,1-2-39 15,2 0-53-15,2-5 0 0,2 6 0 0,-2-17 0 16,12 20 0-16,-2-12 0 0,-2-3 0 0,6 0 0 15,-14-5 0-15,29 4 0 0,-29-4 0 0,34-7 0 16,-13 3 0-16,-2-4 0 0,4-6 0 0,-7 3 0 16,5-6 0-16,-7 3 0 0,2-6 0 0,-3 0 0 15,1-2 0-15,-1-2 0 0,-5-3 0 0,5 2 0 16,-5 3 0-16,0-2 0 0,-3 8 0 0,-4-1 0 16,4 8 0-16,-2-3 0 0,-3 12 0 0,0-16 0 15,0 16 0-15,7-12 0 0,-7 12 0 0,0 0 0 16,0 0 0-16,0 0 0 0,5 45 0 0,-2-15 0 15,3 15 0-15,2 3 0 0,-3 5 0 0,5 22 0 16,-2-3 0-16,5 7 0 0,-5-2 0 0,3 9 0 0,-2-6 0 16,4 7 0-16,-6-1 0 0,1 0 0 0,0 1 0 15,-3 6 0-15,-4-6 0 0,4 0 0 16,-5 1 0-16,0-8 0 0,0-6 0 0,2-1 0 0,-7-2 0 16,8-22 0-16,-8 4 0 0,4-2 0 0,-4-1 0 15,-2 3 0-15,6-9 0 16,-4-5 0-16,2-7 0 0,-4-3 0 0,1-5 0 0,-1 0 0 0,6-3 0 15,-6-10 0-15,1 5 0 0,3-7 0 0,-7 4 0 16,7-5 0-16,-10 0 0 0,0 2 0 0,-1-2 0 16,-2-4 0-16,0-1 0 0,-3-2 0 0,19-1 0 15,-44 3 0-15,17-6 0 0,-2 2 0 0,0-2 0 16,0-1 0-16,0-4 0 0,2 1 0 0,3-4 0 16,-2-1 0-16,4-3 0 0,1 1 0 0,7 0 0 15,-1-6 0-15,6-7 0 0,-3-13 0 0,11-5 0 16,-4-6 0-16,16-22 0 0,2-1 0 0,10-13 0 0,13-44 0 15,14-3 0-15,0 11 0 0,-2-1 0 0,0 4 0 16,-14 48 0-16,-4-1 0 0,4 0 0 16,3 8 0-16,-3-2 0 0,-7 20 0 0,0-2 0 0,-3 1 0 15,-1 6-89-15,2-9-302 0,-1 11-48 0,-9 0-64 16,-2 2-88-16,-7 11-439 0,-3 1-1115 0,4 0 492 16</inkml:trace>
          <inkml:trace contextRef="#ctx0" brushRef="#br0" timeOffset="3326.5122">2392 328 495 0,'-4'-13'504'0,"4"13"6"0,0 0-6 0,2-13-30 16,-2 13-36-16,0 0-48 0,0 0-31 0,0 0-15 0,0 0-4 15,0 0-5-15,0 0-2 0,0 0-10 0,-13 38-22 16,13-22 4-16,-3 2-15 0,0 1-22 0,1 7-7 16,2-4-27-16,-1 4-11 0,-4 1-17 0,3 3-21 15,1-6-16-15,1 2-24 0,3-1-9 0,0-5-17 16,0 1-119-16,5 0 0 0,5 3 0 0,-5-9 0 15,0 8 0-15,3-9 0 0,2 1 0 0,2-3 0 16,-4-1 0-16,6-1 0 0,1-5 0 0,-3-1 0 16,-15-4 0-16,28 1 0 0,-28-1 0 0,34-3 0 15,-34 3 0-15,27-9 0 0,-11-3 0 0,-1-2 0 16,-2-1 0-16,3-4 0 0,-3-5 0 0,-4-1 0 16,4 2 0-16,-5 0 0 0,-2-3 0 0,2 1 0 0,-1 0 0 15,-2-1 0-15,-4 2 0 0,4 0 0 0,-3 3 0 16,-2 3 0-16,0-1 0 0,-2 3 0 15,-3 5 0-15,5-5 0 0,0 16 0 0,-1-17 0 0,-4 8 0 16,5 9 0-16,0 0 0 0,-3-14 0 0,3 14 0 16,0 0 0-16,0 0 0 0,0 0 0 0,-18 33 0 15,16-14 0-15,-4 6 0 0,0 0 0 0,4 2 0 16,-3 1 0-16,4 2 0 0,1 1 0 0,1 1 0 16,4 6 0-16,-2-11 0 0,2 3 0 0,3-1 0 15,3-3 0-15,-1-2 0 0,4 0 0 0,1-8 0 16,-7-3 0-16,5 5 0 0,1-10 0 0,0-1 0 15,3-2 0-15,0-4 0 0,-17-1 0 0,31-6 0 0,-15-2 0 16,3-4 0-16,-5-2 0 0,1 2 0 0,4-10 0 16,2-12 0-16,-7 12 0 0,-4-4 0 15,3 0 0-15,-5 2 0 0,0-1 0 0,0 2 0 0,0 0 0 16,-3 5 0-16,0-1 0 0,-2 4 0 0,2 0 0 16,-4 6 0-16,-1 9 0 0,0-19 0 0,0 19 0 15,5-15 0-15,-5 15 0 0,0 0 0 0,0 0 0 16,0 0 0-16,0 0 0 0,0 0 0 0,0 0 0 15,10 41 0-15,-9-22 0 0,4 9 0 0,-5-1 0 16,6 4 0-16,1-2 0 0,-6 10 0 0,4-7 0 16,-3-2 0-16,-1-3 0 0,-1 3 0 0,0-4 0 15,0 1 0-15,0-2 0 0,0-5 0 0,-3-4 0 0,3-3 0 16,-5 2 0-16,4-4 0 0,1-11 0 0,-5 19 0 16,5-19 0-16,0 11 0 0,0-11 0 15,0 0 0-15,0 0 0 0,0 0 0 0,0 0 0 0,0 0 0 16,-10-34 0-16,10 16 0 0,-4-2 0 0,4-6 0 15,0 0 0-15,-2-4 0 0,4 1 0 0,2-9 0 16,0 11 0-16,2-2 0 0,2-2 0 0,-2 5 0 16,6 3 0-16,-1-3 0 0,7 4 0 0,-4-3 0 15,2 4 0-15,0 2 0 0,2 7 0 0,-7-2 0 16,2 6 0-16,6 1 0 0,-9 0 0 0,-10 7 0 16,25-4 0-16,-25 4 0 0,0 0 0 0,37 16 0 15,-27-4 0-15,3 2 0 0,-5 1 0 0,3 8 0 0,3-1 0 16,-6 4 0-16,0 0 0 0,-1 0 0 0,-1 0 0 15,1 1 0-15,-4-4 0 0,0 3 0 16,0-2 0-16,-3-5 0 0,0-2 0 0,0 1 0 0,0-5 0 16,0 0 0-16,0-13 0 0,-3 19 0 0,0-11 0 15,3-8 0-15,-3 12 0 0,3-12 0 0,0 0 0 16,0 0 0-16,0 0 0 0,0 0 0 0,0 0 0 16,0 0 0-16,-29-31 0 0,24 14 0 0,0-4 0 15,2-5 0-15,-2-3 0 0,2-1 0 0,5-2 0 16,-2 4 0-16,6 1 0 0,0-3 0 0,4 3 0 15,1-1 0-15,0 0 0 0,9 2 0 0,2 4 0 16,1 1 0-16,2 5 0 0,-1-1 0 0,2 0 0 0,1 6 0 16,-1 3 0-16,3 4 0 0,-8 4 0 15,0 0 0-15,-1 4 0 0,-4 5 0 0,2 4 0 16,3 6 0-16,-7 4 0 0,2-1 0 0,-6 4 0 0,1 4 0 16,-1 1 0-16,0-2 0 0,-1 13 0 0,-4-13 0 15,0 2 0-15,0-4 0 0,1 1 0 0,0-5 0 16,-2 1 0-16,2-5 0 0,-8-2 0 0,7-1 0 15,0-4 0-15,1-2 0 0,-6-10 0 0,13 14 0 16,-5-5 0-16,-8-9 0 0,15 3 0 0,-15-3 0 16,0 0 0-16,40-11 0 0,-26 3 0 0,-2-2 0 15,0-2 0-15,9-6 0 0,-5-1 0 0,-1 6 0 16,4-8 0-16,-5 0 0 0,1-2 0 0,-2-1-20 16,-5 4-27-16,1-6 7 0,-2 4 0 0,-1 3 9 15,1-6 3-15,-7 6 5 0,0-1-3 0,0 1 7 16,0 3 5-16,1 0 5 0,-2 3 5 0,-1 0 4 0,2 13 10 15,-5-17 3-15,2 7 17 0,3 10-21 0,-5-15 10 16,5 15 1-16,-10-8-6 0,10 8-7 0,0 0 1 16,0 0 8-16,0 0 1 0,-35 16-21 0,29-1 11 15,-5 1 1-15,7 1-5 0,0 7 9 0,-3 1-5 16,4-2 0-16,4 3 7 0,4 3-11 0,-3-1 4 16,4-2 3-16,4 0-8 0,-2-1 6 0,5-6-7 15,3 0 1-15,-3-4 3 0,1 1 3 0,1-8-7 16,-3 3-4-16,4-3-9 0,2-4-13 0,-2-1-12 0,-16-3-2 15,0 0-8-15,42-8 4 0,-28 1 1 0,1-4-4 16,1-1 0-16,-5 0 8 0,0-3 1 16,2-1 9-16,0-6 1 0,0-1-3 0,-4 8 3 0,4-6 2 15,-5 3 6-15,0 2 3 0,0-3 8 0,3 6 12 16,-1 0 5-16,1 1 22 0,-3 1-12 0,0 4 2 16,-8 7 12-16,13-11-6 0,-13 11-6 0,0 0 3 15,0 0-4-15,0 0 8 0,39 19-2 0,-33-9-1 16,2 6 14-16,-6 2-11 0,9 6 1 0,-8 2 1 15,2 0-7-15,0 1 1 0,-2-1-3 0,-3-1-4 16,0-1 6-16,0-5-9 0,0 0-1 0,-2-2 4 16,2 1-3-16,0-3-2 0,-4 1-3 0,4-6 2 15,0-10 3-15,-2 16-10 0,2-16-17 0,-6 12 7 16,6-12-6-16,0 0-1 0,0 0-15 0,0 0-1 16,0 0 0-16,0 0 3 0,-8-49 0 0,8 27 6 15,0-4 0-15,1 0 1 0,-1-2 2 0,5-1 6 0,-3-1-1 16,2-9-2-16,0 13-8 0,2 4 14 0,5-4 2 15,-3 0 15-15,0 8 16 0,8-4 38 0,5-1 27 16,-3 6 28-16,-2 7-90 0,-3-1-28 0,-2 3 0 16,3 3 0-16,-14 5 0 0,26-4 0 0,-26 4 0 15,29 10 0-15,-16 3 0 0,-4-1 0 0,6 10 0 16,-1 2 0-16,-6 7 0 0,5-3 0 0,-5-1 0 16,0 3 0-16,2-2 0 0,-1 0 0 0,-2 1 0 15,1-3 0-15,0-2 0 0,-2-9 0 0,-1 1 0 16,0-2 0-16,4-6 0 0,-1 3 0 0,-1-4 0 15,-7-7 0-15,21 4 0 0,-21-4 0 0,0 0 0 16,37-15 0-16,-28 3 0 0,9-2 0 0,0-6 0 0,2-5 0 16,3-9 0-16,-1-4 0 0,-2-7 0 0,2-4 0 15,-9-4 0-15,9-19 0 0,-2-5 0 16,-4 9 0-16,-4-3 0 0,-5-4 0 0,1-3 0 0,-7 27 0 16,-1-3 0-16,-3 0 0 0,-2 1 0 0,-1 6 0 15,0-3 0-15,-2 5 0 0,0 7 0 0,-7 0 0 16,2 16 0-16,-1-5 0 0,1 13 0 0,5-1 0 15,0 7 0-15,2 1 0 0,6 7 0 0,0 0 0 16,0 0 0-16,-39 21 0 0,31-2 0 0,2 12 0 16,-2 7 0-16,3 10 0 0,5 5 0 0,0 2 0 15,8 21 0-15,-2-1 0 0,-6-2 0 0,15 1 0 16,-2-1 0-16,-4-19 0 0,2 18 0 0,-3-19 0 16,2-2 0-16,-2 2 0 0,5-7 0 0,-8 2 0 15,1-6 0-15,-3-3 0 0,-1-8-113 0,-4-9-126 16,2-2-29-16,0-7-35 0,-3 4-36 0,-2-8-21 0,-1 0-21 15,-4-1-27-15,10-8-35 0,-19 4-63 0,19-4-300 16,0 0-872-16,-43-21 386 0</inkml:trace>
          <inkml:trace contextRef="#ctx0" brushRef="#br0" timeOffset="3576.5061">4002 170 194 0,'-19'-2'362'0,"19"2"4"0,0 0 30 16,0 0 12-16,0 0-14 0,0 0-22 0,0 0-26 16,0 0-25-16,99 11-12 0,-38-15-9 0,-1 3-10 15,25-5 3-15,-5 1-3 0,5-10-8 0,0 4-22 16,-6 4-24-16,-20 6-24 0,-3-6-4 0,0-5-37 0,-1 9-18 16,-6-7-10-16,-4 4-22 0,-1-4-22 0,-14 4-21 15,1 1-23-15,-12-2-14 0,0 3-16 16,-3 0-13-16,-3 0-20 0,-13 4-23 0,19-4-34 0,-19 4-47 15,16-4-56-15,-16 4-60 0,0 0-59 0,0 0-60 16,0 0-72-16,29 8-80 0,-29-8-264 0,5 11-825 16,-5-11 365-16</inkml:trace>
          <inkml:trace contextRef="#ctx0" brushRef="#br0" timeOffset="4402.599">5423 595 144 0,'0'0'368'0,"0"12"6"16,0-12 1-16,0 0 10 0,12 11-22 0,-12-11-12 16,0 0-17-16,0 0-17 0,25-4-18 0,-25 4-14 15,24-8-11-15,-6-3-9 0,1 3-14 0,4-5-11 16,1 0-15-16,6 0-14 0,-1-4-20 0,0 7-20 0,-5-6-19 16,5 1-15-16,-3 1-15 0,-4 0-14 0,-3 4-5 15,-4-2-10-15,-4 2-12 0,2 0-7 16,-8 2-7-16,-5 8-10 0,4-17-3 0,-4 17-6 0,-1-13-7 15,1 13-4-15,-15-12-9 0,15 12 0 0,-20-4-2 16,20 4-5-16,-25 1 2 0,25-1-4 0,-28 9-1 16,10 0-4-16,4-1 3 0,2 0-6 0,-1 3 3 15,1 3 2-15,4 0 3 0,1 3 1 0,1 2 2 16,3 7 7-16,-2-2-7 0,5-1 0 0,1 4 0 16,4-3-2-16,3 1 2 0,3-3-7 0,-1 2 1 15,0-3 4-15,4 1-6 0,5-3 0 0,2 0-9 16,-6-7-2-16,12 3-13 0,2-4-27 0,0 5-34 15,1-9-38-15,4-2-30 0,0-2-32 0,6-8-38 16,3 0-21-16,-1 0-13 0,6-7-11 0,-10 0 0 16,2-6 18-16,-3-1 23 0,-9 1 22 0,5-10 26 15,1-4 31-15,0 2 37 0,-12-8 48 0,-1 0 29 0,-2-1 37 16,-4 0 44-16,-9 9 31 0,-4-1 38 16,-2 4 22-16,-2-1 10 0,-1 11 17 0,0-6 10 15,-10-1-1-15,5 9 8 0,-5 0 2 0,-2 3-8 0,-1 1-5 16,2 6-3-16,1 3 6 0,13 2-9 0,-34 0-6 15,18 5 2-15,-4 5 0 0,-1-4 0 0,-3 12-5 16,-2 1-20-16,2 1-6 0,1 2-3 0,1 1-26 16,4 0-115-16,1 3 0 0,2 0 0 0,-2 4 0 15,10-4 0-15,4-1 0 0,0 0 0 0,6 1 0 16,0-4 0-16,7-3 0 0,-1 7 0 0,4-5 0 16,-1-4 0-16,0-3 0 0,6-6 0 0,0 6 0 15,3-9 0-15,-1-1 0 0,4-3 0 0,-3-2 0 16,0-7 0-16,6 1 0 0,-3-4 0 0,1-8 0 15,-1 1 0-15,-2-4 0 0,5-10 0 0,-6-5 0 16,2-3 0-16,-9-8 0 0,1 0 0 0,-1-26 0 16,0-8 0-16,-1 3 0 0,-5 3 0 0,-1-13 0 0,-7 2 0 15,0 4 0-15,-5 0 0 0,2 8 0 0,-4 22 0 16,1 2 0-16,-7 5 0 0,-1 6 0 16,4 11 0-16,0 5 0 0,-1 8 0 0,5 4 0 0,2 2 0 15,-5 3 0-15,9 7 0 0,-19-2 0 0,19 2 0 16,-18 23 0-16,8-1 0 0,4 4 0 0,1 15 0 15,3-1 0-15,10 9 0 0,-1 1 0 0,-6 5 0 16,11 16 0-16,-4 3 0 0,13-3 0 0,-5-2 0 16,-2-13 0-16,1 16 0 0,-4-1 0 0,-2-15 0 15,-1-3 0-15,-1-1 0 0,6 1 0 0,-10-1 0 16,3-9 0-16,-1 1 0 0,1-7 0 16,-2-7 0-16,2-4 0 0,-1-6 0 0,-3-4 0 15,2-3-19-15,-2-1-384 0,4-1-67 0,-6-11-90 0,0 0-564 16,0 0-1217-16,0 0 539 0</inkml:trace>
        </inkml:traceGroup>
        <inkml:traceGroup>
          <inkml:annotationXML>
            <emma:emma xmlns:emma="http://www.w3.org/2003/04/emma" version="1.0">
              <emma:interpretation id="{36BE776E-D0B5-46CD-AA44-1C90445935E6}" emma:medium="tactile" emma:mode="ink">
                <msink:context xmlns:msink="http://schemas.microsoft.com/ink/2010/main" type="inkWord" rotatedBoundingBox="8972,517 13122,427 13150,1740 9001,1831"/>
              </emma:interpretation>
              <emma:one-of disjunction-type="recognition" id="oneOf1">
                <emma:interpretation id="interp1" emma:lang="" emma:confidence="1">
                  <emma:literal/>
                </emma:interpretation>
              </emma:one-of>
            </emma:emma>
          </inkml:annotationXML>
          <inkml:trace contextRef="#ctx0" brushRef="#br0" timeOffset="5400.0366">7687-11 169 0,'16'-9'412'0,"-16"9"16"15,0 0-2-15,0 0-6 0,0 0-14 0,32 11-14 16,-26-3-19-16,7 6-10 0,-3 1-8 0,1 9-17 16,3 1-7-16,-5-1-14 0,-3 4-17 0,-4 3-17 0,6-2-9 15,-4 11-2-15,4 4-14 0,-6-2-20 0,1-1-7 16,-3-1-24-16,2 3-10 0,-1-3-9 0,-4 3-13 15,3-13-13-15,0 2-14 0,-5-2-16 0,1 0-13 16,2-4-14-16,2-4-7 0,-5-3-24 0,4-5-74 16,1-2 0-16,-4-2 0 0,4-10 0 0,-4 17 0 15,4-17 0-15,-7 9 0 0,7-9 0 0,0 0 0 16,0 0 0-16,0 0 0 0,-21-36 0 0,13 10 0 16,5-5 0-16,-8-5 0 0,3-6 0 0,1-2 0 15,1 2 0-15,6 0 0 0,2 2 0 0,-4-1 0 16,2 3 0-16,0 7 0 0,5-1 0 0,1 5 0 15,-1 5 0-15,0 1 0 0,3 4 0 0,-2 1 0 0,2-1 0 16,-3 8 0-16,-2-1 0 0,-3 10 0 16,28-12 0-16,-20 8 0 0,-8 4 0 0,0 0 0 15,43 23 0-15,-25-11 0 0,9 17 0 0,-8-3 0 0,8 2 0 16,-6 8 0-16,0 2 0 0,1 0 0 0,1 3 0 16,-2 3 0-16,4-8 0 0,-9 5 0 15,4-1 0-15,-4-3 0 0,-2 1 0 0,-4-9 0 0,3 2 0 16,-5-4 0-16,5-1 0 0,-7-8 0 0,2 2 0 15,-2-2 0-15,2-11 0 0,-6 5 0 0,-2-12 0 16,6 12 0-16,-6-12 0 0,13 7 0 0,-13-7 0 16,0 0 0-16,0 0 0 0,34-26 0 0,-23 3 0 15,8 3 0-15,-7-10 0 0,2-11 0 0,1-3 0 16,1-1 0-16,-4 0 0 0,0-3 0 0,0 3 0 16,1 0 0-16,-3 1 0 0,1 5 0 0,-1-2 0 15,4 3 0-15,-7 9 0 0,4 1 0 0,-2 4 0 16,1-2 0-16,-3 11 0 0,2 1 0 0,-6 3 0 0,5-1 0 15,-3 4 0-15,-5 8 0 0,0 0 0 0,0 0 0 16,0 0 0-16,31 27 0 0,-23-1 0 16,1 1 0-16,-1 12 0 0,2 6 0 0,-2-2 0 0,-3 7 0 15,-4-3 0-15,6 3 0 0,1 2 0 0,-8-2 0 16,8-2 0-16,0-1 0 0,5-3 0 0,-7 3 0 16,-4-9 0-16,3-8 0 0,3-4-313 0,-4-1-136 15,3-9-56-15,-4 0-60 0,5-1-496 0,-3-7-1147 16,-5-8 508-16</inkml:trace>
          <inkml:trace contextRef="#ctx0" brushRef="#br0" timeOffset="6368.7172">8906 429 493 0,'-24'-3'473'0,"24"3"-22"0,0 0 0 0,-13-6 12 15,13 6-15-15,0 0-32 0,0 0-30 0,61-16-20 16,-18 5-19-16,10-5-7 0,24-2-6 0,5-5-2 0,6 1-9 16,2 3-13-16,0 1-21 0,-3-1-37 15,-4 6-26-15,-4-3-19 0,-6 0-23 0,-16 4-19 16,-6 4-15-16,-8-4-13 0,-1 6-17 0,-13 1-9 0,0-2-9 15,-12 4-13-15,-1-1-10 0,-16 4-13 0,23-3-16 16,-23 3-33-16,14-4-36 0,-14 4-50 0,0 0-55 16,0 0-43-16,0 0-46 0,7 19-45 0,-7-19-56 15,-8 22-71-15,1-2-69 0,2-3-72 0,-4 10-416 16,2-4-1020-16,1 8 452 0</inkml:trace>
          <inkml:trace contextRef="#ctx0" brushRef="#br0" timeOffset="6103.1382">9227 576 177 0,'0'0'456'0,"0"0"9"15,-8-17 21-15,8 17 2 0,-13-7-24 0,13 7-25 16,-16-5-13-16,16 5-12 0,0 0-9 0,0 0-16 15,-39 7-29-15,39-7 7 0,-27 12-14 0,8-5-16 0,4 1-14 16,-7 6-9-16,1 3-15 0,2-10-20 0,0 11-28 16,1-7-20-16,0 8-28 0,1 1-12 15,2-7-117-15,1 3-74 0,4 8 0 0,5-5 0 0,-3 0 0 16,8-5 0-16,0 5 0 0,2-2 0 0,3 1 0 16,3-3 0-16,0-4 0 0,6 2 0 0,1-1 0 15,-2-3 0-15,6-4 0 0,-3 2 0 0,0-7 0 16,-16 0 0-16,42-3 0 0,-23-2 0 0,-2-2 0 15,4-4 0-15,-3-3 0 0,0-3 0 0,-4-5 0 16,0-1 0-16,1-1 0 0,-2 0 0 0,-4-1 0 16,1-2 0-16,-5 4 0 0,0 0 0 0,-1 1 0 15,-2 6 0-15,0-2 0 0,-2 3 0 0,-2 2 0 16,2 0 0-16,0 13 0 0,0-15 0 0,0 15 0 16,0 0 0-16,-6-15 0 0,6 15 0 0,0 0 0 15,0 0 0-15,0 0 0 0,-28 37 0 0,20-22 0 16,0 11 0-16,7-2 0 0,-4 4 0 0,3 4 0 0,4 5 0 15,6 3 0-15,-2-4 0 0,6-7 0 0,5 5 0 16,-2-5 0-16,-1-6 0 0,7 2 0 16,0-1 0-16,-2-2 0 0,3 1 0 0,-4-13 0 0,8-1 0 15,-7-2 0-15,0 1 0 0,1-11 0 0,-20 3 0 16,36-7 0-16,-16-5 0 0,2-2 0 0,-1-8 0 16,0-3 0-16,0-16 0 0,-5 0 0 0,-2-11 0 15,2-23 0-15,-3-2 0 0,-11-3 0 0,-4-6 0 16,2-4 0-16,-14-2 0 0,-1 6 0 0,-4-2 0 15,3 9 0-15,-5 9 0 0,7 18 0 0,-4 6 0 16,4 12 0-16,-1-4 0 0,4 10 0 0,4 9 0 16,-2 2 0-16,4 3 0 0,-3 5 0 0,2 0 0 15,6 9 0-15,0 0 0 0,0 0 0 0,0 0 0 0,0 0 0 16,-7 56 0-16,12-17 0 0,1 3 0 16,4 10 0-16,4 17 0 0,-2 2 0 0,-1-18 0 15,3 20 0-15,2 0 0 0,2 0 0 0,-4 1 0 0,-7-20 0 16,14 17 0-16,-8-1 0 0,1-17 0 15,-4-4 0-15,4-1 0 0,-1-5 0 0,-5 0 0 16,0-5 0-16,0 7 0 0,-5-19-107 0,4-2-141 0,-6-3-42 16,1-11-43-16,-1 0-40 0,-1-10-32 0,-1 11-38 15,1-11-50-15,0 0-424 0,0 0-993 0,0 0 440 16</inkml:trace>
          <inkml:trace contextRef="#ctx0" brushRef="#br0" timeOffset="7023.2358">10112 844 48 0,'7'15'332'0,"-7"3"-2"0,6-4 8 0,-4 2 0 16,2-5-12-16,-2 3-9 0,5-1-20 0,-1 0-19 15,5 0-10-15,0-2-22 0,4 0-9 0,-7-5-14 16,1 4-13-16,3-3-8 0,-12-7-10 0,21 11-4 16,-13-4 3-16,-8-7-6 0,14 10-4 0,-14-10 3 15,14 2 6-15,-14-2 6 0,0 0-2 0,20 5 13 16,-20-5 6-16,0 0 4 0,0 0 0 0,0 0 2 15,29-9 5-15,-29 9 5 0,11-8 0 0,-11 8 9 16,17-19 5-16,-9 3 4 0,4-1-230 0,-3 2-17 16,9-8 0-16,-2-3 0 0,5-7 0 0,1-1 0 15,-1-4 0-15,-5-7 0 0,-5 1 0 0,-1-6 0 16,-5 4 0-16,3-2 0 0,-10 1 0 0,-1 2 0 16,0 5 0-16,-5 0 0 0,3 14 0 0,-3 0 0 15,-5 3 0-15,0 0 0 0,-1 9 0 0,3 6 0 16,-7-4 0-16,4 9 0 0,-4 3 0 0,18 0 0 15,-35 4 0-15,17 3 0 0,7 0 0 0,-4 3 0 16,4-1 0-16,3 8 0 0,6-4 0 0,-2 3 0 0,4 2 0 16,8-4 0-16,-2 5 0 0,7-4 0 0,1 2 0 15,-6-4 0-15,13 6 0 0,-1-4 0 0,-1 1 0 16,6-2 0-16,-2 1 0 0,-9-3-23 0,7 7-33 16,2-1 6-16,-11-3 11 0,5 4 4 0,2-4 4 15,-5 7 1-15,2 0 4 0,-3-6 1 0,0 0 7 16,-3 2 1-16,2-3-3 0,1 0 8 0,-3-4 2 15,1 4-4-15,0-4 0 0,2 0 1 0,2-1 6 16,-4-3 4-16,0 7-10 0,0-11 10 0,-11-3 4 16,18 11 5-16,-18-11 12 0,21 1 9 0,-21-1 12 15,0 0 5-15,32-10 9 0,-21 1-8 0,2-3-8 16,0 2 12-16,-4-8 0 0,6-1 9 0,-2-3-25 16,-4 2-33-16,4-7 0 0,0 5 0 0,-5-2 0 15,0 2 0-15,-2 4 0 0,1-3 0 0,-6 5 0 0,4 5 0 16,-3 0 0-16,-2 11 0 0,6-15 0 15,-6 15 0-15,5-12 0 0,-5 12 0 0,0 0 0 16,0 0 0-16,0 0 0 0,0 0 0 0,0 0 0 0,6 40 0 16,-2-21 0-16,-4 0 0 0,0 1 0 0,4 5 0 15,0 2 0-15,-1-5 0 0,0-3 0 0,2 0 0 16,-2-1 0-16,0-1 0 0,1-3 0 0,-3-6-386 16,-1-8-54-16,3 18-50 0,-3-18-59 0,0 0-80 15,0 0-321-15,0 0-1029 0,0 0 456 0</inkml:trace>
          <inkml:trace contextRef="#ctx0" brushRef="#br0" timeOffset="7288.8376">10816 149 7 0,'-14'-12'418'0,"1"5"9"0,4 3-5 0,9 4 10 16,0 0-10-16,-28 0-25 0,28 0-33 0,0 0-21 15,-16 11-16-15,16-11-13 0,-6 18-17 0,4-10-28 0,2 6-19 16,0-14-23-16,3 19-24 0,-1-6-22 0,-2-13-22 15,6 15-9-15,1-8-15 0,-7-7-13 16,8 14-12-16,-8-14-9 0,13 5-14 0,-13-5-2 16,0 0-16-16,0 0-1 0,0 0-12 0,0 0-14 0,0 0-18 15,30-21-17-15,-23 14-18 0,-7 7-18 0,4-21-18 16,-4 10-13-16,0 11-18 0,0-16-29 0,0 16-31 16,-8-19-39-16,8 19-24 0,-14-18-26 0,3 15-30 15,11 3-36-15,-18-5-47 0,18 5-57 0,0 0-296 16,-29 1-749-16,29-1 331 0</inkml:trace>
          <inkml:trace contextRef="#ctx0" brushRef="#br0" timeOffset="7804.4266">11197 289 462 0,'0'0'534'0,"20"2"17"0,-20-2 2 0,0 0-12 15,34 0-37-15,-34 0-40 0,37 0-38 0,-8 1-27 16,-3 6-31-16,4-3-33 0,-4 3-34 0,-1 4-32 16,1 1-18-16,-3-2-24 0,-7 2-22 0,-4 0-23 15,1 3-6-15,-3 4-28 0,3 2-16 0,-12 2-12 0,2-6-8 16,-3 11-26-16,-6-1-1 0,0 4 1 16,-6 8-11-16,4-12-11 0,-6-1-12 0,1-2-8 15,2-2-21-15,-4 0-19 0,-4-3-4 0,5-4-20 0,1 0-5 16,-1-1-14-16,2-2-10 0,-1-7 3 0,2 2-5 15,3 0 12-15,8-7 4 0,0 0 2 16,-21 4 2-16,21-4 5 0,0 0 4 0,0-27 5 16,0 27 6-16,8-32 16 0,2 10-5 0,-2-6 11 0,3-2-5 15,7-11 0-15,-2 2 3 0,3-1 20 0,-3 2 14 16,5-4 22-16,2 1 5 0,-3-3 6 0,0 9-8 16,-6-2-4-16,1 15-7 0,-9-8-3 0,2 4-9 15,-5 10 1-15,2-2-8 0,-3 9-1 0,-1-6-3 16,-1 15-5-16,-1-13-6 0,1 13 3 0,0 0-11 15,0 0-15-15,0 0 0 0,-44 20 0 0,30 2 0 16,-1 2 0-16,3 3 0 0,-11 10 0 0,13 5 0 16,-1-1 0-16,3 5 0 0,2-2 0 0,4 1 0 15,2 1 0-15,3-1 0 0,4-1 0 0,4-2 0 16,-3-3 0-16,7-3 0 0,-7-9 0 0,11-1 0 16,-3-1 0-16,5-6 0 0,0 1 0 0,1-1 0 15,0-9 0-15,-1 1 0 0,5-3 0 0,-2-4 0 0,-2-1 0 16,-1 0-77-16,0-6-171 0,-21 3-64 15,42-7-68-15,-26 4-67 0,2-9-110 0,-4-2-472 16,0-10-1114-16,2 3 493 0</inkml:trace>
        </inkml:traceGroup>
        <inkml:traceGroup>
          <inkml:annotationXML>
            <emma:emma xmlns:emma="http://www.w3.org/2003/04/emma" version="1.0">
              <emma:interpretation id="{DE00DEA6-067B-4D79-A5E5-169F9914B0A9}" emma:medium="tactile" emma:mode="ink">
                <msink:context xmlns:msink="http://schemas.microsoft.com/ink/2010/main" type="inkWord" rotatedBoundingBox="14076,241 18088,154 18132,2155 14120,2243"/>
              </emma:interpretation>
              <emma:one-of disjunction-type="recognition" id="oneOf2">
                <emma:interpretation id="interp2" emma:lang="" emma:confidence="1">
                  <emma:literal/>
                </emma:interpretation>
              </emma:one-of>
            </emma:emma>
          </inkml:annotationXML>
          <inkml:trace contextRef="#ctx0" brushRef="#br0" timeOffset="8757.4831">12899-149 4134 0,'-27'-7'110'15,"8"1"-53"-15,-2 1-14 0,5 3 18 0,16 2 5 16,-20-8 10-16,20 8 12 0,0 0-1 0,-3-11-14 16,3 11-9-16,0 0-4 0,32-15-8 0,-11 11-5 15,6-4-6-15,2 1-13 0,0 2-36 0,18-4-35 16,-15-1-54-16,8 1-40 0,2 3-39 0,-10-1-42 16,-2 1-49-16,4-1-63 0,-4 4-306 0,2-1-688 15,4-4 305-15</inkml:trace>
          <inkml:trace contextRef="#ctx0" brushRef="#br0" timeOffset="8569.9986">12946-248 320 0,'-8'-28'450'0,"3"-2"16"0,2 1-1 16,-2 4 9-16,-2-1-1 0,3 4-9 0,0 4-27 16,1 3 1-16,0 3-19 0,3 12-27 0,0-19-24 15,0 19-22-15,-2-13-32 0,2 13-22 0,0 0-21 16,0 0-4-16,0 0 10 0,-9 37 2 0,6-10-10 16,-1 17-16-16,-1 1-8 0,4 4-33 0,-6 5-212 15,3 19 0-15,0-20 0 0,0 19 0 0,4 2 0 16,3-19 0-16,5 17 0 0,-2 1 0 0,-3-17 0 15,4 14 0-15,-2-13 0 0,-2-2 0 0,5 16 0 16,-3-20 0-16,-4 1 0 0,6-1 0 0,-2-1 0 0,-5-5 0 16,3-2 0-16,-3 0 0 0,3-1 0 15,-1-13 0-15,-2 2 0 0,1-4 0 0,-1-1 0 16,0-7 0-16,5-1 0 0,-3-1 0 0,-2-2 0 0,0-5 0 16,0-10 0-16,1 16 0 0,-1-16 0 0,-1 18 0 15,1-18 0-15,0 10 0 0,0-10 0 0,0 0 0 16,0 12 0-16,0-12 0 0,0 0 0 0,0 0 0 15,0 0 0-15,0 14 0 0,0-14 0 0,0 0 0 16,0 0 0-16,0 0 0 0,0 0 0 0,0 0 0 16,14 10 0-16,-14-10 0 0,19 0 0 0,-19 0 0 15,31 0 0-15,-6 2 0 0,4-2 0 0,3 0 0 16,1 0 0-16,-1-2 0 0,11-3 0 0,-1 4 0 16,1 4 0-16,-8-6 0 0,9-3 0 0,-1-1 0 15,-1-1 0-15,-9 3 0 0,-2-2 0 0,-1-5 0 16,2 0-25-16,-3-1-295 0,0 0-32 0,-6-5-30 15,-3 0-19-15,-7 5-26 0,-3-6-25 0,4-7-36 16,-7-1-403-16,-2-4-965 0,-10-7 427 0</inkml:trace>
          <inkml:trace contextRef="#ctx0" brushRef="#br0" timeOffset="9449.7395">13688 587 432 0,'-25'0'491'0,"1"-3"8"16,6 0 14-16,18 3 3 0,-32-4-19 0,32 4-33 0,-14-4-31 0,14 4-30 0,0 0-20 15,4-19-22-15,-4 19-19 0,29-18-18 0,0 8-16 16,11-6-7-16,4 4-7 16,9-10 1-16,3 3-9 0,24-5-14 0,-3 2-28 15,2 0-26-15,-22 7-20 0,22-3-81 0,-17 5-117 16,-4 6 0-16,2-5 0 0,2 5 0 0,-4 0 0 15,-2 5-167-15,-5 0-119 0,-2-5-87 0,-21 3-83 0,1 4-78 16,0-4-83-16,-8-3-343 0,-2 5-1040 0,-3-4 460 16</inkml:trace>
          <inkml:trace contextRef="#ctx0" brushRef="#br0" timeOffset="9235.4876">13817-233 194 0,'14'10'371'15,"-1"3"5"-15,-5-3 9 0,3 4 5 0,-7 4 0 0,2 0-7 0,-1-2-5 0,-2 10-10 16,0 2-13-16,-3 2-14 0,0 11 2 0,-3-2-10 16,-5 4 2-16,-2 0-14 0,4 4-12 0,-2 0-13 15,-3-6-6-15,-2 9-15 0,-2-7-14 0,1 6-14 16,3-2-8-16,-2-4-19 0,0 2-13 0,5-6-16 15,-5 1-12-15,5-2-20 0,-1-10-104 0,4-1-55 16,-2 0 0-16,1-4 0 0,3-7 0 0,-1 0 0 16,1-8 0-16,3-8 0 0,-1 19 0 0,1-19 0 15,-4 9 0-15,4-9 0 0,0 0 0 0,0 0 0 16,0 0 0-16,0 0 0 0,12-43 0 0,-9 18 0 16,3-6 0-16,6-15 0 0,-3-1 0 0,-1-3 0 0,5-5 0 15,-7 5 0-15,2-6 0 0,1 7 0 16,-3 1 0-16,5-1 0 0,-8 4 0 0,4 2 0 15,1 3 0-15,0 2 0 0,-3 10 0 0,3 0 0 0,0 4 0 16,-2 0 0-16,1 8 0 0,-1 2 0 0,4-2 0 16,-4 5 0-16,5-4 0 0,-1 8 0 0,-1-1 0 15,-9 8 0-15,26-3 0 0,-26 3 0 0,31 9 0 16,-11 8 0-16,1 2 0 0,0 6 0 0,2 11 0 16,4 8 0-16,-5 0 0 0,-6 1 0 0,4 1 0 15,1 3 0-15,-5 0 0 0,4 0 0 0,-5-1 0 16,-2 2 0-16,-4-5 0 0,4 2 0 0,-6-2 0 15,1-7 0-15,-2-7 0 0,0-3 0 0,-1-1 0 0,0-2 0 16,-2-5 0-16,0-4 0 0,-3-2 0 16,5-1 0-16,-5 0 0 0,0-13-56 0,0 13-401 15,0-13-72-15,0 0-86 0,-14 6-474 0,14-6-1180 0,0 0 522 16</inkml:trace>
          <inkml:trace contextRef="#ctx0" brushRef="#br0" timeOffset="9763.9874">14802-207 121 0,'0'-15'405'0,"0"15"7"16,6-24 21-16,-2 10 8 0,-3 0 5 0,2 4-5 15,4-1-9-15,-7 11-9 0,11-18-7 0,-3 10-14 0,-8 8-10 16,16-15-14-16,-10 10-6 0,-6 5-7 16,0 0-12-16,21-6-13 0,-21 6-16 0,0 0-6 15,16 21-8-15,-8 3-13 0,-1-1-9 0,-2 10-206 0,-2 10-82 16,3 5 0-16,-3-1 0 0,-1 7 0 0,-2 2 0 15,2 20 0-15,-2-3 0 0,6-2 0 16,-4 2 0-16,-2-18 0 0,3 16 0 0,0 2 0 0,4-20 0 16,-6-1 0-16,6 0 0 0,-7-4 0 0,4 0 0 15,0-3 0-15,7-12 0 0,-5-5 0 0,-6 0 0 16,8-5 0-16,-1-9 0 0,-4 1-500 0,3-9-161 16,-6-6-511-16,15 10-1270 0,-15-10 563 0</inkml:trace>
          <inkml:trace contextRef="#ctx0" brushRef="#br0" timeOffset="10434.5417">15498 205 281 0,'8'-15'524'0,"-1"2"11"0,-6 4 3 0,6 1 2 0,-7 8-15 16,8-18-29-16,0 12-15 0,-8 6-34 0,19-6-22 15,-19 6-23-15,0 0-17 0,30 21-13 0,-15-9-23 16,-2 6-18-16,-5 7-12 0,11 12-25 0,-9 2-23 15,-2 0-23-15,-2 2-30 0,-1-1-11 0,-4 6-204 16,-1 3-3-16,-3-10 0 0,5 6 0 0,-7-5 0 16,5 0 0-16,-3-1 0 0,-2 4 0 0,3-15 0 0,2-1 0 15,-4-4 0-15,2 2 0 0,-3-12 0 16,5 0 0-16,0-13 0 0,-1 19 0 0,-3-11 0 16,4-8 0-16,0 0 0 0,-9 11 0 0,9-11 0 0,0 0 0 15,0 0 0-15,-15-30 0 0,14 13 0 0,-6-9 0 16,-1-17 0-16,-1 6 0 0,4-9 0 0,-3-1 0 15,3-3 0-15,-9 3 0 0,10-4 0 0,0 7 0 16,2-1 0-16,-3 7 0 0,5-3 0 0,11 3 0 16,-4 1 0-16,1 12 0 0,3 1 0 0,2 0 0 15,0 6 0-15,3-8 0 0,6 7 0 0,2 0 0 16,0 5 0-16,4 2 0 0,-1 2 0 0,-3 5 0 16,-2-1 0-16,-1 1 0 0,0 9 0 0,0 3 0 15,-2-2 0-15,2 11 0 0,-3 8 0 0,-4-2 0 16,-3 6 0-16,-9-2-51 0,0 3-87 0,-4-1 3 15,0 1 10-15,-2 11 10 0,-3-13 6 0,1 3 4 16,-1-4 9-16,-1-3 5 0,2 0 11 0,3-4 1 16,-4-3 6-16,1-2-4 0,-1-6-7 0,7-8-9 15,-3 18-12-15,0-11 2 0,3-7 0 0,0 0 7 16,0 17 6-16,0-17 9 0,0 0 9 0,0 0 8 0,13 6 4 16,-13-6 17-16,0 0-2 0,0 0 0 15,37 0 15-15,-23 1 7 0,-14-1 15 0,35 3 6 16,-17 2 9-16,0-3 12 0,1 3 7 0,-1 5-3 15,9 1 3-15,-11 0-7 0,8 4 6 0,-6 5 8 0,3 0 7 16,-2 1-2-16,-3 2 6 0,-2-1-4 0,-1 1 4 16,-5 2 2-16,-3-2-2 0,-2-1-1 15,-1 2-1-15,-4-5-2 0,-1 5 1 0,-3-5 1 0,-2-2-6 16,-5-3-1-16,-3 7-1 0,-2-6-2 0,-3 2-6 16,-1-4-8-16,-1 0-10 0,-7-2-17 0,1 0-19 15,-2-3-20-15,-7 0-20 0,7-4-21 0,-1-1-36 16,-11-3-36-16,13-7-39 0,-3 2-37 0,3-5-43 15,-12-4-59-15,13-2-76 0,-6-9-359 0,5-4-838 16,2-15 371-16</inkml:trace>
          <inkml:trace contextRef="#ctx0" brushRef="#br0" timeOffset="10918.8823">15834-238 301 0,'16'-7'571'0,"12"6"10"0,5-8 5 0,11-4-16 16,1 0-44-16,8 3-43 0,0-1-46 0,5 0-42 15,0 8-40-15,0-3-34 0,2 0-33 0,0-1-26 16,-6-1-20-16,-2 3-29 0,-3-1-17 0,-7-2-22 16,-13 3-16-16,0-1 1 0,-8 5 6 0,-5-6 7 15,0 2 14-15,-16 5 6 0,19-2-2 0,-19 2-12 16,16-4-10-16,-16 4-46 0,0 0-122 0,0 0 0 15,0 0 0-15,0 0 0 0,0 0 0 0,21 16 0 16,-21-2 0-16,0 9 0 0,0 7 0 0,3 8 0 0,0 4 0 16,-1 5 0-16,3 2 0 0,-5 2 0 15,1 4 0-15,-1 16 0 0,7-14 0 0,-1 14 0 16,-1-16 0-16,-2 14 0 0,-3-14 0 0,7 2 0 0,-6-1 0 16,6 1 0-16,-2 10 0 0,-4-14 0 0,1-2 0 15,-2-3 0-15,6-3 0 0,-6-2 0 16,0 2 0-16,-1 5 0 0,1-21 0 0,-5 12 0 0,3-11 0 15,2-2 0-15,-1 0 0 0,-6 3 0 0,2-4 0 16,1 2 0-16,-1-2 0 0,-2-5 0 0,-1-3 0 16,-5 6 0-16,-1-6 0 0,0 6 0 0,-7-6 0 15,-2-2 0-15,-4 2 0 0,-2-1 0 0,-6-3 0 16,-7 0 0-16,-3 0 0 0,0-7 0 0,-1 3 0 16,-6-9 0-16,3-2 0 0,-1-1 0 0,2 1 0 15,4-6-32-15,1 4-431 0,0-5-36 0,0-3-48 16,9-3-75-16,-5 0-383 0,17-3-1089 0,-4 0 482 15</inkml:trace>
        </inkml:traceGroup>
        <inkml:traceGroup>
          <inkml:annotationXML>
            <emma:emma xmlns:emma="http://www.w3.org/2003/04/emma" version="1.0">
              <emma:interpretation id="{FD7DE8D1-AB9C-4C26-9EB8-C48D6F96899D}" emma:medium="tactile" emma:mode="ink">
                <msink:context xmlns:msink="http://schemas.microsoft.com/ink/2010/main" type="inkWord" rotatedBoundingBox="19161,463 20089,443 20115,1650 19187,1671"/>
              </emma:interpretation>
              <emma:one-of disjunction-type="recognition" id="oneOf3">
                <emma:interpretation id="interp3" emma:lang="" emma:confidence="1">
                  <emma:literal/>
                </emma:interpretation>
              </emma:one-of>
            </emma:emma>
          </inkml:annotationXML>
          <inkml:trace contextRef="#ctx0" brushRef="#br0" timeOffset="11481.3098">18147 336 192 0,'0'0'495'0,"0"-21"17"0,-5 12 18 0,5 9 2 16,-8-17-23-16,8 17-30 0,-11-13-37 0,11 13-41 15,-18-4-31-15,18 4-20 0,-22 0-18 0,22 0-13 16,-34 12-15-16,18-1-22 0,0 0-20 0,-5 4-24 0,0 4-13 16,2 0-21-16,3 3-20 0,2-1-22 0,1 3-13 15,3-2-17-15,5 2-13 0,-3-6-11 16,8 8-14-16,-1-3-8 0,1 0-9 0,3-1-9 0,3-4-34 16,7 2-34-16,-3-1 0 0,3-1 0 0,1-6 0 15,1 2 0-15,-1-2 0 0,7-1 0 0,-2-4 0 16,2 1 0-16,-3-1 0 0,4-6 0 0,-1-2 0 15,6 1 0-15,2-6 0 0,-2-4 0 0,2 1 0 16,-2-7 0-16,-2 0 0 0,2-2 0 0,-5 1 0 16,7-2 0-16,6-5 0 0,2 3 0 0,-3-1 0 15,-5 6 0-15,-3 2 0 0,-2-1 0 0,3 2 0 16,0 2 0-16,-1 2 0 0,-8 1 0 0,9 4 0 16,-8 1 0-16,0 3 0 0,-19 0 0 0,34 7 0 15,-16 3 0-15,-4 0 0 0,-1 6 0 0,3 4 0 0,-3 5 0 16,-2 2 0-16,-6 2 0 0,1 1 0 0,-6 8 0 15,-1-9 0-15,-9 9 0 0,0-8 0 0,-1 0 0 16,-8-3 0-16,-2-5 0 0,-9 8 0 0,-4-8 0 16,-3-3 0-16,6-11-66 0,3-4-422 0,-14-1-48 15,-1-10-78-15,-6-4-468 0,8-7-1171 0,2-6 519 16</inkml:trace>
          <inkml:trace contextRef="#ctx0" brushRef="#br0" timeOffset="11793.7969">17982-133 97 0,'-19'-3'432'0,"19"3"-10"0,-29-1-2 0,29 1 4 15,-24 3-12-15,24-3-24 0,-18 10-24 0,18-10-15 16,-8 14-5-16,8-14-15 0,0 19-9 0,0-19-15 16,11 19-14-16,-3-5-2 0,2-7-4 0,4 1 2 15,-1 3-7-15,6-3-3 0,-1-1-9 0,3-1-2 16,0-6-6-16,4 5-4 0,-7-5-9 0,-18 0-15 15,48-6-12-15,-32 1-93 0,5-2-127 0,-5-1 0 16,2-3 0-16,-2 4 0 0,-7-4 0 0,3-1 0 16,-4 0 0-16,0 1 0 0,-4-7 0 0,-2 3 0 15,-2 1 0-15,-2-3 0 0,-2 0 0 0,-4 5 0 16,0-4 0-16,0 1 0 0,-4 2 0 0,1 4 0 16,-2-1 0-16,-3 5 0 0,-1 0 0 0,-1 2 0 0,-8 3 0 15,-1 3 0-15,-2-2 0 0,0 7-513 16,-3-1-248-16,0 3-393 0,0 0-1248 0,0 1 553 15</inkml:trace>
        </inkml:traceGroup>
      </inkml:traceGroup>
    </inkml:traceGroup>
    <inkml:traceGroup>
      <inkml:annotationXML>
        <emma:emma xmlns:emma="http://www.w3.org/2003/04/emma" version="1.0">
          <emma:interpretation id="{CDFC031B-C7C5-4618-A63C-2F6DB4FE2FC8}" emma:medium="tactile" emma:mode="ink">
            <msink:context xmlns:msink="http://schemas.microsoft.com/ink/2010/main" type="paragraph" rotatedBoundingBox="1910,2444 12639,2531 12623,4408 1895,4321" alignmentLevel="1"/>
          </emma:interpretation>
        </emma:emma>
      </inkml:annotationXML>
      <inkml:traceGroup>
        <inkml:annotationXML>
          <emma:emma xmlns:emma="http://www.w3.org/2003/04/emma" version="1.0">
            <emma:interpretation id="{56C3BBE1-66E6-4C9A-B81F-4F9FEC07E967}" emma:medium="tactile" emma:mode="ink">
              <msink:context xmlns:msink="http://schemas.microsoft.com/ink/2010/main" type="inkBullet" rotatedBoundingBox="1910,2444 4224,2463 4209,4340 1895,4321"/>
            </emma:interpretation>
            <emma:one-of disjunction-type="recognition" id="oneOf4">
              <emma:interpretation id="interp4" emma:lang="" emma:confidence="1">
                <emma:literal/>
              </emma:interpretation>
            </emma:one-of>
          </emma:emma>
        </inkml:annotationXML>
        <inkml:trace contextRef="#ctx0" brushRef="#br0" timeOffset="14512.3513">693 2270 211 0,'-32'4'445'0,"32"-4"12"0,-26 3 14 0,26-3-4 15,-19 0-17-15,19 0-32 0,0 0-30 0,0 0-15 0,0 0 3 16,0 0-13-16,0 0-23 0,0 0-10 0,92-15-11 15,-41 1-16-15,3 1-11 0,25-5-11 0,8-2-21 16,-5 6-19-16,-2-5-24 0,-21 5-22 0,20-9-20 16,-22 11-12-16,6 2-20 0,-5-1-16 0,-4 4-15 15,-4 1-36-15,-5 2-53 0,-3-5-57 0,-12 8-69 16,-12 1-71-16,-18 0-86 0,29 1-64 0,-29-1-67 16,16 9-85-16,-16-9-125 0,6 7-342 0,-6-7-1020 15,2 14 451-15</inkml:trace>
        <inkml:trace contextRef="#ctx0" brushRef="#br0" timeOffset="92076.5524">1855 2221 212 0,'-13'-11'301'0,"-2"4"-18"0,1 0-18 15,0 1-3-15,-1 0-3 0,-1 1-11 0,-2-2-12 16,18 7-8-16,-32 0-19 0,32 0-7 0,-40 5-31 16,19-3-9-16,-4 9-10 0,-1-3 8 0,2 3-8 15,-2 8-10-15,4 1-8 0,-5 1-1 0,-1 9 1 0,-1 12 8 16,0-1 1-16,5 1 9 0,5 3 11 15,-2 6 1-15,-3 18 0 0,5-20-1 0,-3 21-4 16,9-1 1-16,-2 3-9 0,12-15 1 0,0-3-20 0,6 18-2 16,-1-18-5-16,20 15-2 0,-1-19-9 0,14 16 3 15,-1-24-8-15,19 11-5 0,-7-15-11 0,22 9-8 16,7-9 2-16,5-4-5 0,1-4-4 0,-3-14-7 16,2 2-4-16,4-4-6 0,1-9 5 0,-6-1 3 15,-17-8-4-15,18-1-2 0,-22-9-2 0,18-8 2 16,-22 3-1-16,2-6 6 0,-8-6-1 0,15-14 10 15,-20 9-8-15,-3-3-6 0,-1-3-2 0,4-24-60 16,-12-5-1-16,-9-6 0 0,-3-11 0 0,-12-4 0 16,-12-38 0-16,-13 5 0 0,-9-3 0 0,-8 4 0 15,1 41 0-15,-8-2 0 0,-23-28 0 0,15 41 0 16,-6 5 0-16,3 6 0 0,-10 7 0 0,-3 8 0 0,-4 3 0 16,14 18 0-16,-23-1 0 0,21 18 0 15,-20-4 0-15,13 13 0 0,-13 6 0 0,20 7 0 16,-3 6 0-16,10 7 0 0,-2 0-154 0,-11 20-88 0,24-9-64 15,3 7-61-15,-11 15-65 0,22-10-86 0,-5-1-511 16,15 4-1115-16,0-1 493 0</inkml:trace>
        <inkml:trace contextRef="#ctx0" brushRef="#br0" timeOffset="16580.9537">1720 2593 65 0,'0'0'326'0,"6"-16"6"15,-6 16 1-15,7-18-10 0,-4 6 2 0,0-6 6 16,0 9-5-16,1-9 17 16,-3 4 5-16,1 1-5 0,-2 2-3 0,0 11 0 0,1-18 3 0,3 8 16 0,-4 10-3 15,3-16-1-15,-3 16-5 16,-2-15-7-16,2 15-23 0,0 0-15 0,0-12-26 0,0 12-15 0,0 0-8 15,0 0-8-15,0 0 2 0,0 0-162 0,2 42-88 0,-2-23 0 16,0 3 0-16,0 4 0 0,-2 4 0 16,4-3 0-16,3 7 0 0,-4 3 0 0,-1 0 0 0,0-5 0 15,2 8 0-15,-4-2 0 0,2 3 0 0,0-4 0 16,0-5 0-16,-1-4 0 0,-4 5 0 0,5-2 0 16,-3-1 0-16,-1-1 0 0,1-2 0 0,-2 0 0 15,5-11 0-15,0 5 0 0,-6-5 0 0,4-2 0 16,1 0 0-16,-4-2 0 0,5-12 0 0,0 20 0 15,0-20 0-15,0 12 0 0,0-12-109 0,-3 10-520 16,3-10-614-16,0 0-1345 0,0 0 595 0</inkml:trace>
      </inkml:traceGroup>
      <inkml:traceGroup>
        <inkml:annotationXML>
          <emma:emma xmlns:emma="http://www.w3.org/2003/04/emma" version="1.0">
            <emma:interpretation id="{E374EE2C-A887-4CF9-B27B-88E0A6F44C9B}" emma:medium="tactile" emma:mode="ink">
              <msink:context xmlns:msink="http://schemas.microsoft.com/ink/2010/main" type="line" rotatedBoundingBox="5267,2832 12636,2892 12626,4082 5258,4022">
                <msink:destinationLink direction="with" ref="{03C69C36-FA3C-4723-ACFD-E5FBA1C49BFC}"/>
              </msink:context>
            </emma:interpretation>
          </emma:emma>
        </inkml:annotationXML>
        <inkml:traceGroup>
          <inkml:annotationXML>
            <emma:emma xmlns:emma="http://www.w3.org/2003/04/emma" version="1.0">
              <emma:interpretation id="{9DAAA679-66AC-4620-BCD5-22E9B4A6AA4A}" emma:medium="tactile" emma:mode="ink">
                <msink:context xmlns:msink="http://schemas.microsoft.com/ink/2010/main" type="inkWord" rotatedBoundingBox="5265,3152 5431,3154 5425,3922 5259,3921"/>
              </emma:interpretation>
              <emma:one-of disjunction-type="recognition" id="oneOf5">
                <emma:interpretation id="interp5" emma:lang="" emma:confidence="1">
                  <emma:literal/>
                </emma:interpretation>
              </emma:one-of>
            </emma:emma>
          </inkml:annotationXML>
          <inkml:trace contextRef="#ctx0" brushRef="#br0" timeOffset="17080.9527">3974 2589 28 0,'14'-12'414'0,"1"3"5"0,1-12 12 0,-3 7 15 16,1 1-2-16,1 2-7 0,-2-1-10 0,-1 2-21 0,-2-2-1 15,-2 5-15-15,-8 7 3 0,14-13 15 0,-7 7-9 16,-7 6 2-16,8-11-15 0,-8 11-19 0,6-8-25 16,-6 8-20-16,0 0-18 0,0 0-13 0,0 0-8 15,0 0-235-15,0 0-48 0,2 34 0 0,-4-16 0 16,-1 9 0-16,0-1 0 0,1 4 0 0,1 8 0 16,-4-7 0-16,-2 8 0 0,6 1 0 0,-1 0 0 15,-3 1 0-15,5 4 0 0,-1-15 0 0,-2 8 0 16,1 1 0-16,0-6 0 0,-4-6 0 0,1 3 0 15,2-2 0-15,1-3 0 0,-4 1 0 0,1-7 0 16,-1-1 0-16,2-4 0 0,4 2-604 0,0-16-661 16,-3 16-1370-16,3-16 606 0</inkml:trace>
        </inkml:traceGroup>
        <inkml:traceGroup>
          <inkml:annotationXML>
            <emma:emma xmlns:emma="http://www.w3.org/2003/04/emma" version="1.0">
              <emma:interpretation id="{8829AFEA-B72E-416D-9081-FF6C6366702E}" emma:medium="tactile" emma:mode="ink">
                <msink:context xmlns:msink="http://schemas.microsoft.com/ink/2010/main" type="inkWord" rotatedBoundingBox="7514,2897 9009,2909 9000,4053 7505,4040"/>
              </emma:interpretation>
              <emma:one-of disjunction-type="recognition" id="oneOf6">
                <emma:interpretation id="interp6" emma:lang="" emma:confidence="1">
                  <emma:literal/>
                </emma:interpretation>
              </emma:one-of>
            </emma:emma>
          </inkml:annotationXML>
          <inkml:trace contextRef="#ctx0" brushRef="#br0" timeOffset="17487.1679">6222 2716 360 0,'0'0'515'16,"0"0"10"-16,0 0 6 0,-2-11 11 0,2 11-5 16,0 0-14-16,0 0-17 0,18-6-15 0,-18 6-26 15,25 2-25-15,-25-2-23 0,45 0-31 0,-9-2-30 16,7 2-32-16,5-1-31 0,-3 1-34 0,5 0-23 15,4-4-26-15,1 4-18 0,1 0-109 0,-1 0-83 0,-4-5 0 16,3 6 0-16,-4-1 0 0,0 4 0 0,-7-8 0 16,-11 3-60-16,0 1-269 0,1 0-77 15,-13-3-86-15,8-3-100 0,-9 2-460 0,-3 1-1140 0,2-3 504 16</inkml:trace>
          <inkml:trace contextRef="#ctx0" brushRef="#br0" timeOffset="17840.3339">7552 2197 59 0,'0'0'558'0,"0"0"-14"16,-7-13 5-16,7 13 9 0,0 0 20 0,0 0 5 16,0 0-11-16,0 0-11 0,0 0-21 0,0 0-23 15,0 0-30-15,42 22-23 0,-31-4-20 0,-1-4-28 16,1 10-18-16,-1 3-35 0,4 8-363 0,1 12 0 15,1-6 0-15,-5 4 0 0,-3 4 0 0,-2-4 0 16,2 1 0-16,-6 5 0 0,4-1 0 0,-6-1 0 16,-6 2 0-16,4-1 0 0,2-1 0 0,-3-5 0 15,-2 2 0-15,1-5 0 0,-4 3 0 0,0-9 0 16,1-6 0-16,-1-1 0 0,2 0 0 0,-1-4 0 16,1-5 0-16,3-4 0 0,-5 3 0 0,1-6 0 0,-1 3 0 15,-1-4-361-15,-1-3-944 0,10-8-1414 16,-15 14 625-16</inkml:trace>
        </inkml:traceGroup>
        <inkml:traceGroup>
          <inkml:annotationXML>
            <emma:emma xmlns:emma="http://www.w3.org/2003/04/emma" version="1.0">
              <emma:interpretation id="{3ECA23F2-2B74-4A69-A669-34B091464CE2}" emma:medium="tactile" emma:mode="ink">
                <msink:context xmlns:msink="http://schemas.microsoft.com/ink/2010/main" type="inkWord" rotatedBoundingBox="10561,2875 12636,2892 12627,3990 10552,3973"/>
              </emma:interpretation>
              <emma:one-of disjunction-type="recognition" id="oneOf7">
                <emma:interpretation id="interp7" emma:lang="" emma:confidence="1">
                  <emma:literal/>
                </emma:interpretation>
              </emma:one-of>
            </emma:emma>
          </inkml:annotationXML>
          <inkml:trace contextRef="#ctx0" brushRef="#br0" timeOffset="27271.9205">9427 2238 93 0,'0'0'393'0,"0"0"-4"0,0 0 0 15,0 0 2-15,0 0-8 0,0 0-8 0,0 0-11 16,0 0-14-16,0 0-21 0,0 0-14 0,0 0-22 16,0 0-18-16,0 0-16 0,0 0-18 0,0 0-17 15,0 0-14-15,0 0-8 0,0 0-10 0,0 0-10 0,0 0-6 16,0 0-7-16,0 0 0 0,0 0-13 16,0 0 3-16,0 0-4 0,0 0-12 0,36 5-14 15,-36-5-3-15,11-12 4 0,-11 12-7 0,8-14-8 0,-8 14-5 16,3-14-20-16,-3 14 2 0,5-13-5 0,-5 13-12 15,-2-13-16-15,2 13 3 0,0 0-45 16,-13-17-17-16,13 17 0 0,-12-7 0 0,12 7 0 0,0 0 0 16,0 0 0-16,-31 5 0 0,31-5 0 0,-22 11 0 15,9-4-111-15,-6 1-87 0,4 4-51 0,1-3-79 16,-1 7-52-16,1 6-51 0,-1-1-64 0,7 3-75 16,-3-3-336-16,1 7-980 0,4-1 435 0</inkml:trace>
          <inkml:trace contextRef="#ctx0" brushRef="#br0" timeOffset="27631.305">9477 2946 124 0,'2'12'340'0,"-2"-12"-4"15,6 16 19-15,-6-16 21 0,6 10 24 16,-6-10 22-16,5 7-8 0,-5-7-13 0,0 0-22 16,0 0-23-16,0 0-30 0,0 0-22 0,0 0-15 0,0 0-15 15,0 0-18-15,0 0-17 0,0 0-22 0,0 0-5 16,0 0-21-16,0 0-16 0,-13-34-6 0,13 34-22 15,0 0-16-15,-20-12-11 0,20 12-17 0,0 0-8 16,-24 0-4-16,24 0-11 0,0 0-7 0,0 0-6 16,-33 6-10-16,33-6-8 0,-16 6-1 0,16-6-3 15,-12 4-13-15,12-4-3 0,-8 11 0 0,8-11-7 16,0 0 4-16,0 0-1 0,0 0-15 0,0 0 11 16,0 0-4-16,14 19-3 0,-14-19 7 0,0 0-5 15,21 2-10-15,-21-2 1 0,0 0 3 0,0 0-8 16,30-13-5-16,-30 13-1 0,13-9 2 0,-13 9-5 15,13-11-11-15,-13 11-4 0,10-12-5 0,-6 3 1 16,-4 9-8-16,4-8-9 0,-4 8-13 0,-4-18-20 0,4 18-11 16,-12-9-19-16,12 9-27 0,-21-6-31 0,21 6-40 15,-29-4-42-15,14-1-32 0,15 5-22 16,-35 4-36-16,14-3-51 0,21-1-62 0,-37 6-375 0,23-5-891 16,14-1 394-16</inkml:trace>
          <inkml:trace contextRef="#ctx0" brushRef="#br0" timeOffset="28896.8413">10382 2372 64 0,'0'0'403'0,"-19"-8"13"0,19 8 23 0,-16-12 1 15,16 12-1-15,-13-7-22 0,13 7-35 0,0 0-37 16,-10-7-33-16,10 7-20 0,0 0-14 0,0 0-21 0,32-14-19 16,-13 12-7-16,10-3-11 0,7 2-13 0,7-2-10 15,7 5-8-15,-7-5-20 0,7 3-20 0,4 4-5 16,-1-4-22-16,-1 4-9 0,1-8-10 0,-7 6-10 16,2 0-14-16,-5-2-6 0,1 5-2 0,-15-3 1 15,0-1-20-15,-2-1-5 0,-8-1-1 0,-1 0 0 16,-18 3 8-16,27-2 11 0,-27 2 11 0,21-7 3 15,-21 7 4-15,16-10 9 0,-10 5-1 0,-6 5 1 16,8-12 3-16,-8 12 3 0,0 0-5 0,0-19-4 16,0 19-50-16,-3-14-39 0,3 14 0 0,-6-16 0 15,6 16 0-15,-2-10 0 0,2 10 0 0,0 0 0 16,-6-16 0-16,6 16 0 0,0 0 0 0,0 0 0 0,0 0 0 16,0 0 0-16,-23 27 0 0,14-9 0 0,1 6 0 15,0 2 0-15,-5 14 0 0,3 2 0 16,2 6 0-16,-3 3 0 0,3 1 0 0,-7 16 0 0,9-15 0 15,-4 1 0-15,2-1 0 0,5-1 0 0,-3 2 0 16,4-6 0-16,-1 1 0 0,0-7 0 16,3 2 0-16,-2-4 0 0,0-8 0 0,4-2 0 0,0-4 0 15,1-5 0-15,-3-2 0 0,-3-1 0 0,3-4 0 16,0-2-190-16,0-12-191 0,3 18-29 0,-3-18-35 16,0 0-39-16,-5 10-56 0,5-10-418 0,0 0-1036 15,0 0 459-15</inkml:trace>
          <inkml:trace contextRef="#ctx0" brushRef="#br0" timeOffset="29068.6684">10802 3016 44 0,'0'0'370'0,"-14"-11"-16"0,14 11-20 15,-13-11-12-15,13 11-8 0,-6-8 9 0,6 8-5 0,0 0-11 16,0 0-14-16,27-25-23 0,-10 21-8 0,14-7-14 16,9-1-16-16,3 5-20 0,5 0-22 0,1 0-21 15,-4 0-25-15,-2 5-45 0,0-1-73 0,4 0-80 16,-17-1-73-16,-1 8-80 0,-2-2-84 0,-6 2-103 15,-6-2-233-15,-15-2-679 0,16 9 302 0</inkml:trace>
        </inkml:traceGroup>
      </inkml:traceGroup>
    </inkml:traceGroup>
    <inkml:traceGroup>
      <inkml:annotationXML>
        <emma:emma xmlns:emma="http://www.w3.org/2003/04/emma" version="1.0">
          <emma:interpretation id="{51EC60BD-DC58-4D53-BBCC-0F50461B1DB2}" emma:medium="tactile" emma:mode="ink">
            <msink:context xmlns:msink="http://schemas.microsoft.com/ink/2010/main" type="paragraph" rotatedBoundingBox="3027,4360 12810,4723 12762,6021 2978,5658" alignmentLevel="2"/>
          </emma:interpretation>
        </emma:emma>
      </inkml:annotationXML>
      <inkml:traceGroup>
        <inkml:annotationXML>
          <emma:emma xmlns:emma="http://www.w3.org/2003/04/emma" version="1.0">
            <emma:interpretation id="{4A667538-2638-44F5-930B-778C3A40CE66}" emma:medium="tactile" emma:mode="ink">
              <msink:context xmlns:msink="http://schemas.microsoft.com/ink/2010/main" type="line" rotatedBoundingBox="3027,4360 12810,4723 12762,6021 2978,5658">
                <msink:destinationLink direction="with" ref="{03C69C36-FA3C-4723-ACFD-E5FBA1C49BFC}"/>
              </msink:context>
            </emma:interpretation>
          </emma:emma>
        </inkml:annotationXML>
        <inkml:traceGroup>
          <inkml:annotationXML>
            <emma:emma xmlns:emma="http://www.w3.org/2003/04/emma" version="1.0">
              <emma:interpretation id="{D3BC139A-A074-4C88-9FC3-48E2E3FB1491}" emma:medium="tactile" emma:mode="ink">
                <msink:context xmlns:msink="http://schemas.microsoft.com/ink/2010/main" type="inkWord" rotatedBoundingBox="3021,4512 3089,4514 3060,5295 2992,5292"/>
              </emma:interpretation>
              <emma:one-of disjunction-type="recognition" id="oneOf8">
                <emma:interpretation id="interp8" emma:lang="" emma:confidence="1">
                  <emma:literal/>
                </emma:interpretation>
              </emma:one-of>
            </emma:emma>
          </inkml:annotationXML>
          <inkml:trace contextRef="#ctx0" brushRef="#br0" timeOffset="19487.2165">1797 3865 166 0,'-8'-17'406'0,"8"17"10"16,-10-14 10-16,10 14 4 0,-9-14-5 0,4 6-8 16,5 8-14-16,-10-12-11 0,10 12-10 0,0 0-16 15,-9-11-32-15,9 11-21 0,0 0-23 0,0 0-11 16,0 0-13-16,0 0-12 0,0 0 5 0,-13 42-16 16,13-19-6-16,-5 6-16 0,10 9-9 0,-8 1-11 15,1 2-22-15,2 3-15 0,2-3-12 0,-2 2-20 16,-2 2-10-16,7-6-18 0,1 4-104 0,-4-6 0 0,-1-5 0 0,-1-4 0 15,4 4 0-15,-4-6 0 0,0 0 0 0,0-1 0 16,0-2 0-16,1-5 0 0,-1-4 0 0,2 3 0 16,-2-7-82-16,0-10-253 0,1 17-45 0,-1-17-46 15,7 10-63-15,-7-10-92 0,0 0-402 0,0 0-1066 16,0 0 472-16</inkml:trace>
        </inkml:traceGroup>
        <inkml:traceGroup>
          <inkml:annotationXML>
            <emma:emma xmlns:emma="http://www.w3.org/2003/04/emma" version="1.0">
              <emma:interpretation id="{0AE4FF1F-FA3C-46DC-97E9-A6E342B38246}" emma:medium="tactile" emma:mode="ink">
                <msink:context xmlns:msink="http://schemas.microsoft.com/ink/2010/main" type="inkWord" rotatedBoundingBox="5028,4536 5912,4569 5879,5472 4995,5439"/>
              </emma:interpretation>
              <emma:one-of disjunction-type="recognition" id="oneOf9">
                <emma:interpretation id="interp9" emma:lang="" emma:confidence="1">
                  <emma:literal/>
                </emma:interpretation>
              </emma:one-of>
            </emma:emma>
          </inkml:annotationXML>
          <inkml:trace contextRef="#ctx0" brushRef="#br0" timeOffset="22362.021">3794 4187 291 0,'0'0'331'16,"0"0"3"-16,-24-2-1 0,24 2-1 0,0 0-2 15,-19-5-4-15,19 5-1 0,0 0 2 0,0 0 3 16,0 0-4-16,-26 0-9 0,26 0-10 0,0 0-14 16,0 0-10-16,0 0-11 0,0 0-15 0,0 0-16 15,0 0-13-15,0 0-8 0,0 0-8 0,0 0-5 0,0 0-4 16,0 0-20-16,0 0-15 0,0 0-12 0,69 0-17 15,-45 0-15-15,10-2-11 0,1 0-13 16,6 0-10-16,-8 2-9 0,11-6-13 0,-11 4-34 16,3-2-62-16,-4 3-69 0,-5 1-74 0,2 0-77 15,0-2-73-15,-9 2-63 0,-20 0-76 0,41-4-84 16,-25 4-394-16,-16 0-1017 0,19-3 450 0</inkml:trace>
          <inkml:trace contextRef="#ctx0" brushRef="#br0" timeOffset="22643.2489">4547 3919 132 0,'0'-19'452'0,"0"19"11"0,0-12 27 0,0 12 10 16,5-18 5-16,-5 18-4 0,0-10 6 0,0 10-23 16,0 0-30-16,1-17-16 0,-1 17-24 0,0 0-16 0,0 0-8 15,0 0-20-15,0 0-24 0,0 0-13 0,0 0-21 16,19 43-16-16,-15-26-16 0,0 9-154 0,0 15-126 15,1 0 0-15,-1-3 0 0,0 6 0 0,0 1 0 16,-4-3 0-16,0 4 0 0,0 1 0 0,-4-1 0 16,5 3 0-16,-2-6 0 0,-3 0 0 0,0-1 0 15,4-3 0-15,-2-11 0 0,-3 10 0 0,5-8 0 16,-2-8 0-16,1 1 0 0,1-7 0 0,1 0 0 16,1 0-571-16,0-6-125 0,-2-10-458 0,5 14-1251 15,-5-14 554-15</inkml:trace>
        </inkml:traceGroup>
        <inkml:traceGroup>
          <inkml:annotationXML>
            <emma:emma xmlns:emma="http://www.w3.org/2003/04/emma" version="1.0">
              <emma:interpretation id="{04CD4403-B222-466B-92A0-F1113B36896C}" emma:medium="tactile" emma:mode="ink">
                <msink:context xmlns:msink="http://schemas.microsoft.com/ink/2010/main" type="inkWord" rotatedBoundingBox="8190,4552 9593,4604 9559,5528 8155,5476"/>
              </emma:interpretation>
              <emma:one-of disjunction-type="recognition" id="oneOf10">
                <emma:interpretation id="interp10" emma:lang="" emma:confidence="1">
                  <emma:literal/>
                </emma:interpretation>
              </emma:one-of>
            </emma:emma>
          </inkml:annotationXML>
          <inkml:trace contextRef="#ctx0" brushRef="#br0" timeOffset="23440.0595">7078 4241 175 0,'-33'-8'355'0,"25"5"-15"16,8 3-15-16,-18-12-6 0,7 5-6 0,11 7-17 15,-19-14-9-15,9 2-16 0,0 0-14 0,-2-2-5 16,0 0-4-16,4 0-14 0,0 0-10 0,0-3 3 15,2 2-5-15,-2-4-14 0,3 0-13 0,2 5-5 16,-2-5-11-16,5 2-8 0,2-1-12 0,1 1-10 16,5 2-13-16,-2-3-6 0,4 7-12 0,4-5-6 15,6 2-8-15,-3 0-9 0,2 5-7 0,1 1-6 0,4-5-14 16,-2 10-4-16,6 0-4 0,0 1-5 16,-2 7-3-16,-5-5-7 0,3 10-4 0,0 4 0 0,-3 4-5 15,0 1 1-15,-4 6-6 0,-2 1-3 0,-6 10-3 16,-1 6-1-16,-4-2 1 0,-1 1-1 15,-6-1-4-15,-9 0-2 0,6 0 1 0,-4 1-2 0,-4-2 2 16,-5 0-7-16,-2-2 1 0,-2 0 10 0,-1-4-11 16,-3 0-2-16,-2-1 1 0,4-7 1 0,-4 4-3 15,8-5 5-15,0-1 3 0,0-1 7 0,2-7-2 16,0 4 10-16,6-4 8 0,-2-2 4 0,2-4 10 16,5-2 4-16,8-7 5 0,-11 13-3 0,11-13 4 15,-5 10 20-15,5-10 1 0,0 0 4 0,0 0-1 16,0 0-47-16,34 8-41 0,-34-8 0 0,50-5 0 15,-20 3 0-15,14-5 0 0,4 3 0 0,-2-8 0 0,9 2 0 16,3 1 0-16,1-2 0 0,2-1 0 0,-2 2 0 16,26-8 0-16,-6 5 0 0,-18 2 0 0,18-1 0 15,-20 1 0-15,0 0 0 0,2 3 0 0,-9-2 0 16,2 2 0-16,-7 4 0 0,-4-5 0 0,-9 6 0 16,-6 3 0-16,-7-4 0 0,-5 1 0 0,2 0 0 15,-18 3 0-15,21-1 0 0,-21 1 0 0,0 0 0 16,18-3 0-16,-18 3 0 0,0 0 0 0,0 0 0 15,0 0-106-15,0 0-552 0,-73-4-581 0,38 4-1340 0,-15-2 593 16</inkml:trace>
        </inkml:traceGroup>
        <inkml:traceGroup>
          <inkml:annotationXML>
            <emma:emma xmlns:emma="http://www.w3.org/2003/04/emma" version="1.0">
              <emma:interpretation id="{02499D2A-E32A-43FA-8A59-C304ED961F57}" emma:medium="tactile" emma:mode="ink">
                <msink:context xmlns:msink="http://schemas.microsoft.com/ink/2010/main" type="inkWord" rotatedBoundingBox="10749,4670 12809,4747 12762,6021 10702,5945"/>
              </emma:interpretation>
              <emma:one-of disjunction-type="recognition" id="oneOf11">
                <emma:interpretation id="interp11" emma:lang="" emma:confidence="1">
                  <emma:literal/>
                </emma:interpretation>
              </emma:one-of>
            </emma:emma>
          </inkml:annotationXML>
          <inkml:trace contextRef="#ctx0" brushRef="#br0" timeOffset="29579.7339">9456 4042 275 0,'0'0'400'0,"11"15"13"0,-11-15 1 0,15 9 9 16,-15-9-17-16,14 9-17 0,-14-9-14 0,18 8-25 16,-5-6-17-16,-13-2-15 0,22 6-8 0,-22-6-20 15,27 0-10-15,-27 0-14 0,0 0-9 0,31-8-6 0,-31 8-10 16,18-11-9-16,-9 7-5 0,-9 4-11 15,13-15-15-15,-10 4-15 0,2 3-16 0,-5 8-8 0,5-20-11 16,-5 11-19-16,0 9-9 0,-5-19-11 0,5 19-9 16,-10-14-10-16,10 14-16 0,-11-12-62 0,11 12-15 15,-8-5 0-15,8 5 0 0,0 0 0 0,-21-3 0 16,21 3 0-16,0 0 0 0,-20 14 0 0,20-14 0 16,-17 15 0-16,11-8 0 0,-2 2 0 0,8-9 0 15,-13 15 0-15,7-7 0 0,6-8 0 0,-8 18 0 16,8-18 0-16,-8 8 0 0,8-8 0 0,-7 11 0 15,7-11 0-15,0 0-201 0,-8 9-101 0,8-9-60 0,0 0-77 16,0 0-81-16,0 0-542 0,-11 8-1149 16,11-8 508-16</inkml:trace>
          <inkml:trace contextRef="#ctx0" brushRef="#br0" timeOffset="29923.4553">9517 4713 47 0,'0'16'457'0,"3"-1"-24"0,-3 1-10 16,7 0-3-16,-6-8-7 0,-1-8-10 0,15 16-21 15,-6-14-15-15,1 6-21 0,-10-8-17 0,27 10-20 16,-11-9-21-16,-16-1-20 0,23 0-13 0,-23 0-12 0,25-7-15 16,-15 0-11-16,-10 7-14 0,18-14 7 15,-10 7-32-15,0-3-5 0,-8 10-8 0,3-18-2 16,3 8-4-16,-6 10-17 0,0-19-11 0,0 19-16 0,0-16-8 15,0 16-10-15,-6-14-11 0,6 14-11 0,-11-10-6 16,11 10-7-16,-15-6-9 0,15 6-11 16,0 0-14-16,-32 1-19 0,32-1-23 0,-24 14-22 0,10-4-32 15,3-3-19-15,-4 0-33 0,1 8-40 0,4-4-40 16,-1 4-55-16,9-4-38 0,-4 3-52 0,6-14-48 16,0 19-49-16,0-19-68 0,8 19-352 0,3-9-935 15,-11-10 414-15</inkml:trace>
          <inkml:trace contextRef="#ctx0" brushRef="#br0" timeOffset="30431.7691">10712 4161 196 0,'12'-19'380'16,"-6"8"-15"-16,8-1-5 0,1 3 2 0,3-4-10 15,4 2 4-15,7 0 3 0,1 2-5 0,2 3-14 16,4 3-31-16,5-5-24 0,1 8-29 0,-10 0-26 16,2 8-24-16,-4-1-18 0,-2 0-19 0,1 5-18 15,-9-1-14-15,-3 0-17 0,-5 5-10 0,-4 3-12 0,-1-4-18 16,-6 4-4-16,-2 2-11 0,-2 3-11 0,-9-2-9 15,6-4-7-15,-12 8-8 0,-1-6-21 0,-2 0-14 16,-3-1-11-16,-2 1-15 0,4-6-14 0,-5 3-5 16,4-5-9-16,1 2-4 0,3-5-4 0,1-2 2 15,3 0-6-15,4 1 7 0,11-8 3 0,-17 7-6 16,17-7 6-16,-12 4 9 0,12-4 3 0,0 0 9 16,0 0 14-16,0 0 4 0,0 0 14 0,0 0 1 15,45-12 18-15,-26 5 6 0,2 2 9 0,2 3 13 16,4-2 18-16,4 1 27 0,1 1 38 0,3 2 33 15,5 2 24-15,3 5 34 0,-9 0-19 0,-3 5-7 16,10 3-16-16,-13-2-3 0,-3 2-30 0,1 3-6 16,-5 2-13-16,-2 6-5 0,-5-5-17 0,1 7-5 15,-6-1-15-15,-5 3-7 0,-3-4-9 0,-7 1-5 16,-1-1-6-16,-7 2-1 0,-5 8-14 0,-4-2-32 16,-2-5-29-16,-9 3-29 0,-8-3-48 0,-1 2-42 15,-23 9-50-15,12-14-42 0,-4-4-29 0,-13 9-21 16,-7 1-24-16,5-5-26 0,1 1-43 0,14-7-43 0,7-2-77 15,-10-5-267-15,-16 6-832 0,23-5 369 0</inkml:trace>
        </inkml:traceGroup>
      </inkml:traceGroup>
    </inkml:traceGroup>
    <inkml:traceGroup>
      <inkml:annotationXML>
        <emma:emma xmlns:emma="http://www.w3.org/2003/04/emma" version="1.0">
          <emma:interpretation id="{65CCC072-69E9-4571-8131-EA856FDE2A5A}" emma:medium="tactile" emma:mode="ink">
            <msink:context xmlns:msink="http://schemas.microsoft.com/ink/2010/main" type="paragraph" rotatedBoundingBox="2659,5953 12440,6382 12383,7683 2602,7254" alignmentLevel="2"/>
          </emma:interpretation>
        </emma:emma>
      </inkml:annotationXML>
      <inkml:traceGroup>
        <inkml:annotationXML>
          <emma:emma xmlns:emma="http://www.w3.org/2003/04/emma" version="1.0">
            <emma:interpretation id="{72446334-266D-4350-8102-062D218A6479}" emma:medium="tactile" emma:mode="ink">
              <msink:context xmlns:msink="http://schemas.microsoft.com/ink/2010/main" type="line" rotatedBoundingBox="2659,5953 12440,6382 12383,7683 2602,7254">
                <msink:destinationLink direction="with" ref="{03C69C36-FA3C-4723-ACFD-E5FBA1C49BFC}"/>
              </msink:context>
            </emma:interpretation>
          </emma:emma>
        </inkml:annotationXML>
        <inkml:traceGroup>
          <inkml:annotationXML>
            <emma:emma xmlns:emma="http://www.w3.org/2003/04/emma" version="1.0">
              <emma:interpretation id="{A98A207C-F5DC-49BD-A557-8E1AAA5C6AC7}" emma:medium="tactile" emma:mode="ink">
                <msink:context xmlns:msink="http://schemas.microsoft.com/ink/2010/main" type="inkWord" rotatedBoundingBox="2655,6042 4107,6106 4069,6987 2617,6923">
                  <msink:destinationLink direction="to" ref="{2D978CC8-0383-455C-8D63-9A0B218C9F27}"/>
                </msink:context>
              </emma:interpretation>
              <emma:one-of disjunction-type="recognition" id="oneOf12">
                <emma:interpretation id="interp12" emma:lang="" emma:confidence="1">
                  <emma:literal/>
                </emma:interpretation>
              </emma:one-of>
            </emma:emma>
          </inkml:annotationXML>
          <inkml:trace contextRef="#ctx0" brushRef="#br0" timeOffset="25318.9322">1592 5630 47 0,'0'0'364'0,"-23"-1"-7"0,23 1-6 0,-22-7-2 0,22 7-9 15,-21-5-11-15,21 5-9 0,-19-7-12 0,10 0-16 16,9 7-10-16,-12-8-11 0,12 8-19 0,-8-13-11 16,8 13-15-16,-2-19-7 0,2 19-12 0,3-20-9 15,4 6-12-15,1-3-7 0,5 1-11 0,-1 0-14 16,3 3-10-16,4-5-12 0,-1 6-6 0,3-5-5 16,1 5-11-16,5-4-4 0,-4 6-15 0,4-2-5 15,0 1-8-15,-3 4-13 0,-3 3-1 0,0 1-7 16,0-1-9-16,-2 2-4 0,-19 2-4 0,32 6-3 0,-17 4-2 15,-1 0-4-15,1 3-7 0,-3 2-2 0,1 10 2 16,-3 3-6-16,-5 1 2 0,-4 1-5 16,-2 11 15-16,-4 1-13 0,-3-8-5 0,-2 6 0 0,-7-1-2 15,1-2-3-15,-5 2-4 0,-2-1 2 0,-4-5-9 16,-2 0 0-16,-5 1-2 0,2 0-2 0,-5-5 4 16,5-5 3-16,-3 1-6 0,-2-2 4 0,2 2 3 15,6-8-1-15,2-3 3 0,-2 0-6 0,6-1 8 16,-1-1-4-16,7-3 0 0,1-4 5 0,1 0-4 0,15-5 2 15,-21 9 0-15,21-9-1 0,-13 7 4 16,13-7 3-16,0 0 11 0,0 0 7 0,0 0 0 0,0 0 9 16,0 0-1-16,34 19 2 0,-18-17 4 0,13 0 2 15,-2-2 0-15,7-2-1 0,11 2 10 0,0-2 14 16,3-3 8-16,3-2-4 0,4 2-4 0,-4 3-9 16,-1-1-7-16,1-3-3 0,2-1-8 0,-3-3-10 15,3 1-27-15,1 1-38 0,4 3-54 0,-2-1-45 16,2 0-59-16,1-1-69 0,19-6-65 0,-16 4-56 15,-4-2-68-15,20-4-95 0,-21 4-411 0,18-3-1036 0,2-5 459 16</inkml:trace>
        </inkml:traceGroup>
        <inkml:traceGroup>
          <inkml:annotationXML>
            <emma:emma xmlns:emma="http://www.w3.org/2003/04/emma" version="1.0">
              <emma:interpretation id="{AEDED713-2153-4ED7-9189-50F6233E172D}" emma:medium="tactile" emma:mode="ink">
                <msink:context xmlns:msink="http://schemas.microsoft.com/ink/2010/main" type="inkWord" rotatedBoundingBox="5769,6215 5856,6219 5821,7036 5733,7032"/>
              </emma:interpretation>
              <emma:one-of disjunction-type="recognition" id="oneOf13">
                <emma:interpretation id="interp13" emma:lang="" emma:confidence="1">
                  <emma:literal/>
                </emma:interpretation>
              </emma:one-of>
            </emma:emma>
          </inkml:annotationXML>
          <inkml:trace contextRef="#ctx0" brushRef="#br0" timeOffset="25709.5646">4475 5592 55 0,'0'0'385'0,"1"-20"4"0,4 5 17 0,-3 6 13 16,-2 9 15-16,3-17 9 0,-3 17 1 0,3-14-11 16,-3 14-12-16,2-12 2 0,-2 12-14 0,0 0-17 0,6-13-14 15,-6 13-20-15,0 0-25 0,0 0-14 0,0 0-6 16,0 0-10-16,0 0-18 0,8 39-15 16,-8-8-18-16,0-2-24 0,0 10-129 0,-2 2-99 0,2 1 0 15,0-2 0-15,-3 4 0 0,0 2 0 0,1 3 0 16,4-7 0-16,-2 7 0 0,-3-4 0 0,4 0 0 15,1-5 0-15,-2 1 0 0,3-13 0 0,0-1-73 16,4 3-439-16,-6-2-116 0,6-9-535 0,-1-3-1261 16,1-6 558-16</inkml:trace>
        </inkml:traceGroup>
        <inkml:traceGroup>
          <inkml:annotationXML>
            <emma:emma xmlns:emma="http://www.w3.org/2003/04/emma" version="1.0">
              <emma:interpretation id="{5E1E19A9-1E54-4D72-A482-3D6571641120}" emma:medium="tactile" emma:mode="ink">
                <msink:context xmlns:msink="http://schemas.microsoft.com/ink/2010/main" type="inkWord" rotatedBoundingBox="9067,6234 9128,6237 9092,7061 9031,7059"/>
              </emma:interpretation>
              <emma:one-of disjunction-type="recognition" id="oneOf14">
                <emma:interpretation id="interp14" emma:lang="" emma:confidence="1">
                  <emma:literal/>
                </emma:interpretation>
              </emma:one-of>
            </emma:emma>
          </inkml:annotationXML>
          <inkml:trace contextRef="#ctx0" brushRef="#br0" timeOffset="26225.1183">7800 5591 254 0,'0'0'499'0,"5"-19"-12"16,-3 12 7-16,4-7 14 0,-6 14 5 0,3-14 1 16,-3 14 0-16,5-12-1 0,-5 12-39 0,5-12-31 0,-5 12-25 15,0 0-21-15,0 0-22 0,0 0-10 0,0 0-24 16,0 0-17-16,8 38-22 0,-6-12-23 16,-5 5-102-16,-1 9-177 0,3 6 0 0,-6-2 0 0,7 1 0 15,-6 1 0-15,3-1 0 0,-2 4 0 0,3-3 0 16,-3-2 0-16,5 0 0 0,-6-2 0 0,3-2 0 15,-5-1 0-15,5-11 0 0,-1-2 0 0,0-9 0 16,-3 7 0-16,6-6 0 0,-1-8-214 0,-3 6-305 16,-3-8-112-16,8-8-508 0,-8 10-1231 0,8-10 544 15</inkml:trace>
        </inkml:traceGroup>
        <inkml:traceGroup>
          <inkml:annotationXML>
            <emma:emma xmlns:emma="http://www.w3.org/2003/04/emma" version="1.0">
              <emma:interpretation id="{83C131BA-469C-4178-B673-B46251FEA6BC}" emma:medium="tactile" emma:mode="ink">
                <msink:context xmlns:msink="http://schemas.microsoft.com/ink/2010/main" type="inkWord" rotatedBoundingBox="10556,6609 10729,6616 10697,7342 10524,7335"/>
              </emma:interpretation>
              <emma:one-of disjunction-type="recognition" id="oneOf15">
                <emma:interpretation id="interp15" emma:lang="" emma:confidence="1">
                  <emma:literal/>
                </emma:interpretation>
              </emma:one-of>
            </emma:emma>
          </inkml:annotationXML>
          <inkml:trace contextRef="#ctx0" brushRef="#br0" timeOffset="30916.1105">9283 5990 22 0,'0'0'467'0,"10"7"-29"0,-10-7 2 0,0 0-5 16,0 0-12-16,0 0-17 0,0 0-30 0,0 0-32 15,0 0-27-15,6 10-25 0,-6-10-21 0,0 0-17 16,0 0-12-16,0 0-13 0,0 0-10 0,0 0-11 16,0 0-8-16,0 0-14 0,0 0-12 0,0 0 4 0,19-24-21 15,-19 24-7-15,3-14-8 0,1 5-4 16,-4 9-5-16,4-15-8 0,-4 15-4 0,5-17-2 0,-5 17-2 15,0-13-4-15,0 13 3 0,2-13-10 0,-2 13-1 16,0 0-7-16,0 0-4 0,-2-14 4 0,2 14-16 16,0 0-26-16,0 0-56 0,0 0 0 0,0 0 0 15,0 0 0-15,0 0 0 0,0 0 0 0,0 0 0 16,-38 27 0-16,28-21 0 0,10-6 0 0,-8 16 0 16,2-8 0-16,6-8 0 0,-4 17 0 0,4-17 0 0,-1 17 0 15,1-17-180-15,-5 16-104 0,5-16-61 0,5 13-61 16,-5-13-72-16,3 19-81 0,-3-7-432 0,0-12-1071 15,8 23 474-15</inkml:trace>
          <inkml:trace contextRef="#ctx0" brushRef="#br0" timeOffset="31212.9995">9326 6524 74 0,'-5'14'408'15,"4"-6"-26"-15,1-8-19 0,0 19 4 0,0-7-5 16,0-12-4-16,0 14-13 0,0-14-14 0,1 14-21 0,-1-14-16 15,8 7-17-15,-8-7-15 0,0 0-11 0,20 4-13 16,-20-4-10-16,0 0-16 0,0 0-3 0,0 0-13 16,35-13-9-16,-35 13-12 0,10-13-4 0,-10 13-13 15,9-14-14-15,-6-1-12 0,-3 15-11 0,4-15-6 0,-4 15 6 16,1-14-14-16,-1 14-7 0,-8-15-8 16,8 15-11-16,-6-9-10 0,6 9-4 0,0 0-8 0,-21-8-2 15,21 8-7-15,0 0-9 0,-27 5-5 0,27-5-12 16,0 0-17-16,-28 14-17 0,20-9-25 0,0 4-22 15,0 0-37-15,8-9-32 0,-8 15-32 0,8-15-24 16,0 19-34-16,0-19-32 0,7 10-31 0,-7-10-47 16,14 12-57-16,1-7-81 0,-15-5-371 0,30 0-903 15,-7 0 400-15</inkml:trace>
        </inkml:traceGroup>
        <inkml:traceGroup>
          <inkml:annotationXML>
            <emma:emma xmlns:emma="http://www.w3.org/2003/04/emma" version="1.0">
              <emma:interpretation id="{711F08FF-A21F-46E0-B570-DA8D135780FA}" emma:medium="tactile" emma:mode="ink">
                <msink:context xmlns:msink="http://schemas.microsoft.com/ink/2010/main" type="inkWord" rotatedBoundingBox="11999,6507 12434,6526 12383,7683 11948,7664"/>
              </emma:interpretation>
              <emma:one-of disjunction-type="recognition" id="oneOf16">
                <emma:interpretation id="interp16" emma:lang="" emma:confidence="1">
                  <emma:literal/>
                </emma:interpretation>
              </emma:one-of>
            </emma:emma>
          </inkml:annotationXML>
          <inkml:trace contextRef="#ctx0" brushRef="#br0" timeOffset="31744.2112">10967 5909 144 0,'0'0'582'0,"2"-24"-55"16,3 9-54-16,-2 5-34 0,4 0-12 0,-4 0-15 15,-3 10-11-15,8-18-27 0,-8 18-26 0,3-13-26 0,-3 13-27 16,6-11-22-16,-6 11-23 0,0 0-27 0,0 0-21 15,0 0-12-15,-27-3-7 0,27 3-34 0,-30 15-14 16,10-4-14-16,1 1-6 0,-5 2-2 0,0 0-14 16,-3 5 4-16,4-2-16 0,1 4-1 0,3-2-19 15,4-3 4-15,-1 4-1 0,5-5-7 0,0-1-9 16,4 5-9-16,2-4 0 0,-1-1-11 0,6 1-1 16,5-4-8-16,-4 1 0 0,7-1-2 0,4-1-3 0,2-1-1 15,-14-9-15-15,29 8 4 0,-13-5 16 16,3 1-10-16,-1-4 1 0,-18 0-15 0,40-7-5 0,-22 0 1 15,1 1-2-15,2-1 0 0,-5-4 6 0,3-2 1 16,-3 0 2-16,2 3 0 0,-4-3 8 0,2-9-6 16,-6 11 16-16,3-1 18 0,0-1 9 0,-4 0 21 15,-1 0 13-15,3 0 26 0,-3-1-18 0,-3 5-90 16,-5 9 0-16,10-15 0 0,-10 15 0 0,8-9 0 16,-8 9 0-16,0 0 0 0,0 0 0 0,0 0 0 15,0 0 0-15,0 0 0 0,19 36 0 0,-17-10 0 0,-2 17 0 16,0 4 0-16,-3 0 0 0,-2 6 0 15,-2-1 0-15,1 2 0 0,-4 18 0 0,5-16 0 0,-4 18 0 16,-2-21 0-16,4 1 0 0,-1-1 0 0,-1-2 0 16,-3-2 0-16,6-5 0 0,-4-6 0 0,2 1 0 15,0-11 0-15,3-2 0 0,5-7-204 0,-6 0-361 16,6-10-92-16,-6 2-471 0,6-11-1221 0,0 0 540 16</inkml:trace>
        </inkml:traceGroup>
      </inkml:traceGroup>
    </inkml:traceGroup>
    <inkml:traceGroup>
      <inkml:annotationXML>
        <emma:emma xmlns:emma="http://www.w3.org/2003/04/emma" version="1.0">
          <emma:interpretation id="{48424633-5D99-4CE1-8A53-F4C27C3F24BA}" emma:medium="tactile" emma:mode="ink">
            <msink:context xmlns:msink="http://schemas.microsoft.com/ink/2010/main" type="paragraph" rotatedBoundingBox="1302,8552 13027,8717 13005,10330 1280,10164" alignmentLevel="1"/>
          </emma:interpretation>
        </emma:emma>
      </inkml:annotationXML>
      <inkml:traceGroup>
        <inkml:annotationXML>
          <emma:emma xmlns:emma="http://www.w3.org/2003/04/emma" version="1.0">
            <emma:interpretation id="{947242AD-E6EC-4ABB-BD18-E03C2ADC591E}" emma:medium="tactile" emma:mode="ink">
              <msink:context xmlns:msink="http://schemas.microsoft.com/ink/2010/main" type="inkBullet" rotatedBoundingBox="1299,8783 2261,8797 2259,8918 1298,8905"/>
            </emma:interpretation>
            <emma:one-of disjunction-type="recognition" id="oneOf17">
              <emma:interpretation id="interp17" emma:lang="" emma:confidence="0">
                <emma:literal>-</emma:literal>
              </emma:interpretation>
            </emma:one-of>
          </emma:emma>
        </inkml:annotationXML>
        <inkml:trace contextRef="#ctx0" brushRef="#br0" timeOffset="79951.2832">37 8179 206 0,'0'0'370'0,"0"0"-21"0,0 0-7 0,-29 2-3 16,29-2-36-16,0 0 5 0,0 0-23 0,0 0-23 15,0 0-9-15,0 0-10 0,0 0 2 0,0 0 22 16,0 0-10-16,0 0 5 0,0 0-6 0,71 0-14 16,-26-6-17-16,1-1-13 0,-1 0-28 0,6-1-19 15,-1-4-13-15,6 5-11 0,-4-4-18 0,2 4-11 0,9 1-15 16,-10 0-10-16,1 2-15 0,-4 0-48 15,-5-3-75-15,-2 7-81 0,4-8-96 0,-15 5-93 16,-3 0-113-16,-2 3-436 0,2-2-942 0,-8 2 417 0</inkml:trace>
      </inkml:traceGroup>
      <inkml:traceGroup>
        <inkml:annotationXML>
          <emma:emma xmlns:emma="http://www.w3.org/2003/04/emma" version="1.0">
            <emma:interpretation id="{9DE17A56-A81C-4857-A9E6-28EC802FA40C}" emma:medium="tactile" emma:mode="ink">
              <msink:context xmlns:msink="http://schemas.microsoft.com/ink/2010/main" type="line" rotatedBoundingBox="2850,8573 13027,8717 13005,10330 2827,10186">
                <msink:destinationLink direction="with" ref="{19DB1BD6-5B2C-4B17-B776-A5741431D50F}"/>
              </msink:context>
            </emma:interpretation>
          </emma:emma>
        </inkml:annotationXML>
        <inkml:traceGroup>
          <inkml:annotationXML>
            <emma:emma xmlns:emma="http://www.w3.org/2003/04/emma" version="1.0">
              <emma:interpretation id="{5893105C-6454-4953-9E70-2CD1CD6BB7BA}" emma:medium="tactile" emma:mode="ink">
                <msink:context xmlns:msink="http://schemas.microsoft.com/ink/2010/main" type="inkWord" rotatedBoundingBox="2843,9024 2943,9025 2929,9997 2830,9996"/>
              </emma:interpretation>
              <emma:one-of disjunction-type="recognition" id="oneOf18">
                <emma:interpretation id="interp18" emma:lang="" emma:confidence="1">
                  <emma:literal/>
                </emma:interpretation>
              </emma:one-of>
            </emma:emma>
          </inkml:annotationXML>
          <inkml:trace contextRef="#ctx0" brushRef="#br0" timeOffset="80497.9715">1651 8446 210 0,'-10'-7'321'0,"10"7"-11"0,-13-12-1 15,13 12-7-15,-6-8-8 0,6 8-18 0,-2-14-9 16,2 14 2-16,0-17 11 0,0 17 1 0,0-14 4 15,0 14 2-15,2-15 4 0,-2 15 4 0,3-15 4 0,-3 15-10 16,-3-16-4-16,3 16 5 0,5-11 2 0,-5 11-4 16,0 0-5-16,0 0-16 0,-5-16-21 0,5 16-23 15,0 0-15-15,0 0-18 0,0 0 1 0,0 0 11 16,0 0 1-16,0 0-45 0,5 43-158 0,-5-27 0 16,1 13 0-16,-1 3 0 0,0 12 0 0,7-2 0 15,-7 3 0-15,-2 2 0 0,5-1 0 16,-4 1 0-16,1-1 0 0,0 1 0 0,0 3 0 0,0-3 0 0,-8 0 0 15,3-2 0-15,-3-3 0 0,0-3 0 16,3-10 0-16,-3 0 0 0,2 1 0 0,-2-6 0 0,1 3 0 16,2-6 0-16,-4-6 0 0,6-2 0 0,1-1 0 15,-4-5 0-15,6-7 0 0,-7 10-221 16,7-10-358-16,0 0-117 0,0 0-421 0,0 0-1208 0,0 0 535 16</inkml:trace>
        </inkml:traceGroup>
        <inkml:traceGroup>
          <inkml:annotationXML>
            <emma:emma xmlns:emma="http://www.w3.org/2003/04/emma" version="1.0">
              <emma:interpretation id="{0EB1EA20-DA43-406E-831A-32DE4328C932}" emma:medium="tactile" emma:mode="ink">
                <msink:context xmlns:msink="http://schemas.microsoft.com/ink/2010/main" type="inkWord" rotatedBoundingBox="5621,9024 5655,9025 5638,10190 5605,10189"/>
              </emma:interpretation>
              <emma:one-of disjunction-type="recognition" id="oneOf19">
                <emma:interpretation id="interp19" emma:lang="" emma:confidence="1">
                  <emma:literal/>
                </emma:interpretation>
              </emma:one-of>
            </emma:emma>
          </inkml:annotationXML>
          <inkml:trace contextRef="#ctx0" brushRef="#br0" timeOffset="81107.3446">4346 8393 111 0,'0'0'462'0,"2"-21"15"16,1 8 18-16,-1 1 16 0,-2 12 0 0,0-20-9 0,0 20-7 16,1-17-36-16,-1 17-31 0,0 0-35 0,0-9-34 15,0 9-19-15,0 0-1 0,0 0 7 0,0 0-5 16,0 0-6-16,5 45-20 0,-3-17-11 0,-2 9-22 16,0 5-19-16,0 5-140 0,0 2-123 0,0 2 0 15,-2 0 0-15,2 4 0 0,-2 0 0 0,2 17 0 16,-3-15 0-16,-3-3 0 0,1-1 0 0,0 3 0 15,0-7 0-15,4 0 0 0,-6-4 0 0,6 0 0 16,-1 0 0-16,-1-9 0 0,1-8 0 0,2 2 0 16,-1-4 0-16,1-10 0 0,1-2 0 0,-2 2 0 15,1-16 0-15,1 14-333 0,-1-14-375 0,0 0-484 0,0 0-1291 16,0 0 571-16</inkml:trace>
        </inkml:traceGroup>
        <inkml:traceGroup>
          <inkml:annotationXML>
            <emma:emma xmlns:emma="http://www.w3.org/2003/04/emma" version="1.0">
              <emma:interpretation id="{796DC459-3095-4292-8EB2-3AEA0ADE3462}" emma:medium="tactile" emma:mode="ink">
                <msink:context xmlns:msink="http://schemas.microsoft.com/ink/2010/main" type="inkWord" rotatedBoundingBox="7470,8997 8804,9016 8789,10096 7455,10077"/>
              </emma:interpretation>
              <emma:one-of disjunction-type="recognition" id="oneOf20">
                <emma:interpretation id="interp20" emma:lang="" emma:confidence="1">
                  <emma:literal/>
                </emma:interpretation>
              </emma:one-of>
            </emma:emma>
          </inkml:annotationXML>
          <inkml:trace contextRef="#ctx0" brushRef="#br0" timeOffset="81794.7613">6292 8757 46 0,'-19'2'416'16,"19"-2"3"-16,-35 2 7 0,19 1-14 0,16-3-10 0,-26-3-20 15,26 3-32-15,0 0-31 0,-22 0-34 16,22 0-6-16,0 0-8 0,0 0 1 0,0 0-19 0,0 0-17 16,0 0-23-16,65 0-12 0,-33-4-22 0,15 0-14 15,1 1-18-15,0-2-10 0,0 2-15 0,-1-4-9 16,1 5-15-16,-5-4-11 0,-1 4-10 0,-11 2-18 16,-3-2-43-16,-7-3-83 0,2 3-82 0,-2 1-88 15,-21 1-93-15,33-3-86 0,-33 3-449 0,21-4-935 16,-21 4 414-16</inkml:trace>
          <inkml:trace contextRef="#ctx0" brushRef="#br0" timeOffset="82084.1507">7380 8367 83 0,'-3'-11'497'0,"3"11"9"0,3-23 19 16,2 15-1-16,-5 8-9 0,10-17-15 0,-10 17-32 16,11-12-37-16,-11 12-34 0,14-5-21 0,-14 5-27 0,0 0-17 15,0 0-7-15,29 28-15 0,-21-13-20 0,0 2-17 16,-1 11-20-16,-1 8-19 0,-4 2-22 16,4 3-18-16,-4 5-20 0,2 0-13 0,1 1-17 0,-8 3-26 15,3 0-118-15,3 2 0 0,-3 2 0 0,-3-1 0 16,1-1 0-16,-2 1 0 0,2-2 0 0,2-1 0 0,-5-1 0 0,4-8 0 15,-3 0 0-15,1-11 0 0,3-3-383 0,3 0-102 16,1-2-112-16,-3-13-524 0,10 3-1215 0,-4-8 537 0</inkml:trace>
        </inkml:traceGroup>
        <inkml:traceGroup>
          <inkml:annotationXML>
            <emma:emma xmlns:emma="http://www.w3.org/2003/04/emma" version="1.0">
              <emma:interpretation id="{A968B836-14D3-447C-82C3-E1D33B067818}" emma:medium="tactile" emma:mode="ink">
                <msink:context xmlns:msink="http://schemas.microsoft.com/ink/2010/main" type="inkWord" rotatedBoundingBox="10282,8988 10662,8994 10647,10109 10267,10104"/>
              </emma:interpretation>
              <emma:one-of disjunction-type="recognition" id="oneOf21">
                <emma:interpretation id="interp21" emma:lang="" emma:confidence="1">
                  <emma:literal/>
                </emma:interpretation>
              </emma:one-of>
            </emma:emma>
          </inkml:annotationXML>
          <inkml:trace contextRef="#ctx0" brushRef="#br0" timeOffset="82747.7248">9015 9290 70 0,'5'7'421'0,"-5"-7"-24"0,-2 15-5 0,2-15 0 0,0 0-1 16,0 0-2-16,0 0-17 0,0 0-28 0,0 0-13 15,0 0-10-15,0 0-8 0,31-24-20 0,-31 24-23 16,14-21-22-16,-12 10-10 0,3 3-9 0,-5 8-9 16,8-18-11-16,-2 9-10 15,-6 9-18-15,8-14-11 0,-6 3-13 0,-2 11-2 0,6-12-10 0,-6 12-26 16,0 0-10-16,0 0-10 0,0 0-4 0,0 0-13 15,-8-14-13-15,8 14-2 0,0 0-11 0,0 0-8 16,0 0-2-16,-43 26-14 0,30-12 0 0,2-2-17 16,1 0-35-16,2 6-49 0,-2-3-45 0,2-3-46 0,2 4-43 15,1 3-40-15,5-10-38 0,0 6-43 0,5-3-50 16,-2-1-63-16,10 0-102 0,3-6-287 16,11-1-894-16,2-4 396 0</inkml:trace>
          <inkml:trace contextRef="#ctx0" brushRef="#br0" timeOffset="82468.7165">9268 8415 428 0,'0'0'451'15,"-4"18"27"-15,4-18 20 0,4 12 0 0,-4-12-10 16,0 12-27-16,0-12-21 0,0 0-24 0,7 15-26 16,-7-15-22-16,8 9-21 0,-8-9-18 0,10 10-17 15,-10-10-15-15,0 0-14 0,12 6-13 0,-12-6-13 16,0 0-12-16,0 0-17 0,0 0-6 0,34-12-25 16,-34 12-20-16,10-14-66 0,-4 3-111 0,-4 0 0 0,4 1 0 15,1-8 0-15,-6 2 0 0,-1 0 0 0,-1 1 0 16,1-3 0-16,-5 6 0 0,3-5 0 0,-4 0 0 15,-2 8 0-15,0-4 0 0,-4 7 0 0,-2-2 0 16,14 8 0-16,-31-5 0 0,11 8 0 0,-1 1-96 16,-3 6-332-16,-5 5-76 0,2 2-90 0,-15 5-502 15,7 10-1185-15,4 3 525 0</inkml:trace>
        </inkml:traceGroup>
        <inkml:traceGroup>
          <inkml:annotationXML>
            <emma:emma xmlns:emma="http://www.w3.org/2003/04/emma" version="1.0">
              <emma:interpretation id="{BCBFA142-8443-420D-80F3-8CB37FE27DF6}" emma:medium="tactile" emma:mode="ink">
                <msink:context xmlns:msink="http://schemas.microsoft.com/ink/2010/main" type="inkWord" rotatedBoundingBox="11778,8700 13027,8717 13005,10330 11755,10312"/>
              </emma:interpretation>
              <emma:one-of disjunction-type="recognition" id="oneOf22">
                <emma:interpretation id="interp22" emma:lang="" emma:confidence="0.5">
                  <emma:literal>F</emma:literal>
                </emma:interpretation>
                <emma:interpretation id="interp23" emma:lang="" emma:confidence="0">
                  <emma:literal>7</emma:literal>
                </emma:interpretation>
                <emma:interpretation id="interp24" emma:lang="" emma:confidence="0">
                  <emma:literal>I</emma:literal>
                </emma:interpretation>
                <emma:interpretation id="interp25" emma:lang="" emma:confidence="0">
                  <emma:literal>¥</emma:literal>
                </emma:interpretation>
                <emma:interpretation id="interp26" emma:lang="" emma:confidence="0">
                  <emma:literal>1</emma:literal>
                </emma:interpretation>
              </emma:one-of>
            </emma:emma>
          </inkml:annotationXML>
          <inkml:trace contextRef="#ctx0" brushRef="#br0" timeOffset="83294.5618">10485 8238 166 0,'0'0'492'0,"12"-14"-2"0,4 7 1 0,-1 5-9 15,6 0-21-15,6 1-28 0,2-3-42 0,3 4-19 16,0 0-40-16,3 4-35 0,7-1-30 0,0 2-26 16,-10 2-23-16,3-7-21 0,-3 7-22 0,0-3-15 15,4-1-15-15,-4-1-16 0,-3-2-12 0,-4 3-14 0,3-1-10 16,-8 1-13-16,-20-3-1 0,36-1-5 0,-20-4-10 16,-2 3-5-16,4-3-8 0,-4-2-4 0,1-4-5 15,-4 3-2-15,3-6-11 0,1 3 3 0,1-4 3 16,0-4-1-16,0 0 0 0,-3 1 6 0,0 3 16 15,3-5 15-15,-4 7 4 0,-2-3-2 0,1 6 0 16,-1-4-6-16,-2 4 8 0,-2 5-1 0,-6 5-3 16,8-15 4-16,-8 15-11 0,7-9-8 0,-7 9-9 15,0 0-3-15,0 0-3 0,0 0 13 0,8 29 13 16,-10-8 25-16,2 3-68 0,-5 16-24 0,-4 3 0 0,2 4 0 16,1 3 0-16,-7 17 0 0,2 9 0 15,0-3 0-15,-5 1 0 0,1 4 0 0,2-4 0 16,1 0 0-16,0 2 0 0,-1-1 0 0,-6-3 0 0,3 0 0 15,3-23 0-15,2 4 0 0,-2-2 0 0,0-3 0 16,4-2 0-16,-2-4 0 0,4-1 0 0,1 0 0 16,1-14 0-16,2 0 0 0,0-2 0 0,-2-3 0 15,3-4 0-15,2-5 0 0,0-2 0 0,0-11 0 16,0 17 0-16,0-17 0 0,0 13 0 0,0-13 0 16,0 0 0-16,0 0 0 0,0 0 0 0,0 0 0 15,0 0 0-15,0 0 0 0,0 0 0 0,-6-56-260 0,-2 38-322 16,1-9-77-16,-6-1-456 0,-3-8-1209 0,0-1 535 15</inkml:trace>
          <inkml:trace contextRef="#ctx0" brushRef="#br0" timeOffset="83513.2943">10626 9134 368 0,'0'0'416'0,"-24"-5"-22"0,24 5-31 16,-13-5-12-16,13 5 3 0,0 0 12 0,0 0-1 15,21-22-8-15,8 12-20 0,12 1-22 0,6-2-22 0,11-1-10 16,25-11-21-16,2 6-6 0,-3 5-16 15,1 1-6-15,4-2-25 0,-10 4-6 0,2-6-27 0,-23 7-3 16,-5 5-29-16,-1-2-16 0,-7-3-12 0,-1 1-17 16,-13 1-11-16,-7 5-13 0,-1-3-16 0,-5 3-38 15,-16 1-50-15,19-2-61 0,-19 2-63 0,15-7-73 16,-15 7-55-16,0 0-48 0,0 0-68 0,0 0-55 16,0 0-396-16,0 0-919 0,-36-18 406 0</inkml:trace>
        </inkml:traceGroup>
      </inkml:traceGroup>
    </inkml:traceGroup>
    <inkml:traceGroup>
      <inkml:annotationXML>
        <emma:emma xmlns:emma="http://www.w3.org/2003/04/emma" version="1.0">
          <emma:interpretation id="{B51DDFCE-24DE-44B5-930F-BEDC68947816}" emma:medium="tactile" emma:mode="ink">
            <msink:context xmlns:msink="http://schemas.microsoft.com/ink/2010/main" type="paragraph" rotatedBoundingBox="2659,10655 13570,10813 13546,12468 2635,12309" alignmentLevel="2"/>
          </emma:interpretation>
        </emma:emma>
      </inkml:annotationXML>
      <inkml:traceGroup>
        <inkml:annotationXML>
          <emma:emma xmlns:emma="http://www.w3.org/2003/04/emma" version="1.0">
            <emma:interpretation id="{47ABC14D-96E9-428A-A223-519734C605A4}" emma:medium="tactile" emma:mode="ink">
              <msink:context xmlns:msink="http://schemas.microsoft.com/ink/2010/main" type="line" rotatedBoundingBox="2659,10655 13570,10813 13546,12468 2635,12309">
                <msink:destinationLink direction="with" ref="{19DB1BD6-5B2C-4B17-B776-A5741431D50F}"/>
              </msink:context>
            </emma:interpretation>
          </emma:emma>
        </inkml:annotationXML>
        <inkml:traceGroup>
          <inkml:annotationXML>
            <emma:emma xmlns:emma="http://www.w3.org/2003/04/emma" version="1.0">
              <emma:interpretation id="{B395E85A-6ED6-4833-9338-68382C56E527}" emma:medium="tactile" emma:mode="ink">
                <msink:context xmlns:msink="http://schemas.microsoft.com/ink/2010/main" type="inkWord" rotatedBoundingBox="2657,10773 3233,10782 3220,11703 2644,11695"/>
              </emma:interpretation>
              <emma:one-of disjunction-type="recognition" id="oneOf23">
                <emma:interpretation id="interp27" emma:lang="" emma:confidence="1">
                  <emma:literal/>
                </emma:interpretation>
              </emma:one-of>
            </emma:emma>
          </inkml:annotationXML>
          <inkml:trace contextRef="#ctx0" brushRef="#br0" timeOffset="99029.194">1558 10077 323 0,'0'0'359'0,"0"0"-5"0,-16-9 5 16,16 9 1-16,0 0 0 0,-10-10-9 0,10 10-16 16,0 0-20-16,0 0-20 0,-14-6-13 0,14 6-22 15,0 0-7-15,0 0-13 0,0 0-5 0,-32 19-10 16,24-6-7-16,-2 4-6 0,-1-1-10 0,-2 10-13 16,2 2-9-16,-2-1-3 0,0 16-5 0,0-4-3 15,12 0-11-15,-14 2-9 0,12-3-11 0,-7 6 3 16,7-4-17-16,2 6-15 0,2-8-5 0,1 7-1 0,4-3-8 15,4-1-7-15,4-4-20 0,2 0 3 0,0 0-8 16,5 1-5-16,-3-14-4 0,3 0-6 0,0-8 0 16,4 3 3-16,-1-3 10 0,4-5-26 0,0 0-35 15,-4-3 0-15,4-4 0 0,-6-4 0 0,5-4 0 16,2-3 0-16,-1 0 0 0,-6-5 0 0,1-2 0 16,2-1 0-16,-7-4 0 0,1-4 0 0,-4-1 0 15,-3 3 0-15,-4-5 0 0,2-1 0 0,-5-3 0 0,0-12 0 16,-2 4 0-16,-5-2 0 0,-4-2 0 0,-1-1 0 15,4 1 0-15,-11-1 0 0,-4 7 0 0,1-3 0 16,-4 4 0-16,-5 3 0 0,8 9 0 0,-6-2 0 16,5 5 0-16,-7 1 0 0,4 1 0 0,-4 5 0 15,2 4 0-15,-3 0 0 0,3 6 0 0,-2-2 0 16,5 3 0-16,4 2 0 0,17 0 0 0,-40 3 0 16,40-3 0-16,-31 4-101 0,13 1-468 0,18-5-88 15,-19 3-487-15,19-3-1240 0,0 0 549 0</inkml:trace>
        </inkml:traceGroup>
        <inkml:traceGroup>
          <inkml:annotationXML>
            <emma:emma xmlns:emma="http://www.w3.org/2003/04/emma" version="1.0">
              <emma:interpretation id="{B8887664-7E6D-4C4C-B1AE-B1DE522A8207}" emma:medium="tactile" emma:mode="ink">
                <msink:context xmlns:msink="http://schemas.microsoft.com/ink/2010/main" type="inkWord" rotatedBoundingBox="4864,11021 6994,11052 6980,11984 4850,11953"/>
              </emma:interpretation>
              <emma:one-of disjunction-type="recognition" id="oneOf24">
                <emma:interpretation id="interp28" emma:lang="" emma:confidence="1">
                  <emma:literal/>
                </emma:interpretation>
              </emma:one-of>
            </emma:emma>
          </inkml:annotationXML>
          <inkml:trace contextRef="#ctx0" brushRef="#br0" timeOffset="101608.1454">4826 10679 278 0,'-21'-4'349'0,"-5"-3"2"0,6 5-9 0,0-4-18 16,-2-1-17-16,6 1-23 0,-2-4-27 0,4 0-21 0,6-1-30 15,0 3-11-15,1-7-21 0,4 4-12 0,3-6-23 16,2-1-15-16,1-1-5 0,6 1-11 0,3 0-7 16,7-5-5-16,-3 3-4 0,3-1-6 0,2 2 0 15,0 4 5-15,1-1 9 0,-4 0-4 0,1 6 1 16,-3-4-1-16,4 9 0 0,-4-2-3 0,3 2-6 15,-3 1-6-15,-16 4 1 0,27 2-6 0,-27-2-4 16,28 14 2-16,-19-4-6 0,2 7-6 0,-1 4 0 0,-4 5-4 16,2 2-4-16,5 12-1 0,-14-2-2 15,-3 1-7-15,-2 2-2 0,-2 3-6 0,-3-1-2 0,0-2-9 16,-5 6 1-16,-4-2-3 0,-7-5-1 0,5 1-1 16,-1-4-3-16,-12 2-2 0,4-4-4 0,-4-2 3 15,0-2-5-15,-1-5-2 0,1 0 1 0,8-7-4 16,0-4 4-16,3 1-3 0,-4-4 3 0,12-4 0 15,-3 1-1-15,8 1 0 0,-4-1 0 0,6-5 0 16,9-4-3-16,-15 8-1 0,15-8 2 0,0 0 5 16,0 0 4-16,0 0 8 0,0 0 12 0,0 0 22 15,0 0 11-15,42 12-6 0,-20-13 3 0,6-3-6 16,5 2 0-16,-1 1 6 0,12-7-4 0,1 0-8 16,1 5 1-16,4-4 2 0,1-2 1 0,4 0-10 0,4-4 2 15,2-1-8-15,2 3 2 0,-6 3-9 0,1-4 5 16,-5 6-9-16,3-3-4 0,-4 1-9 0,1 1-46 15,-8 2-82-15,-2-4-101 0,0 1-97 0,-14 4-98 16,-3-3-105-16,-5-1-482 0,9 0-1075 0,-9-2 476 16</inkml:trace>
          <inkml:trace contextRef="#ctx0" brushRef="#br0" timeOffset="101029.0508">3690 10709 316 0,'0'0'384'0,"-21"7"-23"0,21-7-9 0,-22 4 20 15,22-4 2-15,-21 5-11 0,21-5-16 0,-21 3-12 0,21-3-17 16,-18 6-20-16,18-6-14 0,0 0-17 0,-19 6-12 15,19-6-14-15,0 0-14 0,0 0-14 16,0 0-9-16,0 0-8 0,0 0-18 0,0 0-5 0,0 0-28 16,0 0-5-16,43 10-23 0,-43-10-6 0,57-3-12 15,-14-4-12-15,0-2 1 0,7 2-21 0,0-4-5 16,-2 4-16-16,5-1 1 0,-5-3-78 0,-3 6-80 16,1-2-85-16,-1-1-73 0,-11 2-78 0,-2 1-79 15,2-4-96-15,-5 3-340 0,-4 2-932 0,-7-1 413 16</inkml:trace>
        </inkml:traceGroup>
        <inkml:traceGroup>
          <inkml:annotationXML>
            <emma:emma xmlns:emma="http://www.w3.org/2003/04/emma" version="1.0">
              <emma:interpretation id="{F0A8BC50-4382-4382-8C5F-B400AAF8FE3E}" emma:medium="tactile" emma:mode="ink">
                <msink:context xmlns:msink="http://schemas.microsoft.com/ink/2010/main" type="inkWord" rotatedBoundingBox="8228,10736 8937,10746 8918,12035 8209,12025"/>
              </emma:interpretation>
              <emma:one-of disjunction-type="recognition" id="oneOf25">
                <emma:interpretation id="interp29" emma:lang="" emma:confidence="1">
                  <emma:literal/>
                </emma:interpretation>
              </emma:one-of>
            </emma:emma>
          </inkml:annotationXML>
          <inkml:trace contextRef="#ctx0" brushRef="#br0" timeOffset="103357.0164">7231 10169 63 0,'0'0'214'0,"0"0"7"15,0 0-1-15,0 0-1 0,0 0-1 0,0 0-3 16,-32 8-3-16,32-8-2 0,0 0-7 0,0 0-5 16,0 0 5-16,0 0 2 0,-42-12-1 0,42 12-19 15,-13-8-8-15,13 8-1 0,-8-14-5 0,8 14 4 16,0-17 16-16,0 4-6 0,0 13 1 0,11-17 3 0,-6 3-5 16,5 1-10-16,1 0-16 0,2 1-7 15,1 2-14-15,2 5-9 0,4-2-9 0,-6 3-14 0,5 3-3 16,-19 1-11-16,41 1-5 0,-22 3-11 0,2 0-5 15,-5 4-6-15,3 7-5 0,-6 3-3 0,-2-4-5 16,2 8-7-16,-5 2-1 0,-3 4-6 0,-7-2-3 16,-1 3 0-16,-5 11-9 0,-7-1-2 0,1 0-1 15,-7-4-2-15,-1 3-4 0,-4-3-4 0,0-2-1 16,-1-2 1-16,-2-3-3 0,2-4 3 0,4-3-3 16,-4-4 0-16,0 4-3 0,9-5 2 0,-1-5-6 0,5-1 4 15,-1 0-2-15,1-2 1 0,14-8-1 0,-20 7 1 16,20-7-5-16,-9 6 2 0,9-6 3 0,0 0-4 15,0 0-1-15,0 0-1 0,0 0 2 0,0 0-1 16,51-26 1-16,-32 15-1 0,4 6 4 0,6-5-1 16,-4 2 3-16,6 0-2 0,-2 3 1 0,-2 5 3 15,2-2 0-15,1 2 1 0,-2 4 6 0,1 1 6 16,-2 2 1-16,2 5 4 0,-5 3 2 0,3 5 2 16,-1-1-2-16,4 7-5 0,-9-4-1 0,1 12 2 15,-7-8-3-15,-1 3-2 0,-6-1 2 0,4 10-2 16,-12-8-6-16,-4 8-6 0,0-1 5 0,-9 1-5 0,-7-1 6 15,-2-6-9-15,-12 0 1 0,2-2-13 16,-6 1-24-16,-7-8-32 0,0 4-44 0,-3-7-43 0,-2 0-44 16,0-7-24-16,1-3-32 0,0-4-23 0,3-3-26 15,3-4-41-15,9-3-36 0,7-4-72 0,3-4-273 16,4-6-782-16,4-6 346 0</inkml:trace>
        </inkml:traceGroup>
        <inkml:traceGroup>
          <inkml:annotationXML>
            <emma:emma xmlns:emma="http://www.w3.org/2003/04/emma" version="1.0">
              <emma:interpretation id="{FDD84AE1-4734-4D17-A62E-F97F33BA0DEE}" emma:medium="tactile" emma:mode="ink">
                <msink:context xmlns:msink="http://schemas.microsoft.com/ink/2010/main" type="inkWord" rotatedBoundingBox="10230,10912 10523,10916 10508,11917 10216,11912"/>
              </emma:interpretation>
              <emma:one-of disjunction-type="recognition" id="oneOf26">
                <emma:interpretation id="interp30" emma:lang="" emma:confidence="1">
                  <emma:literal/>
                </emma:interpretation>
              </emma:one-of>
            </emma:emma>
          </inkml:annotationXML>
          <inkml:trace contextRef="#ctx0" brushRef="#br0" timeOffset="104044.4719">9113 11147 186 0,'1'10'251'16,"4"0"-4"-16,-2-1 8 0,7-2 11 0,-10-7-4 15,11 9-4-15,-11-9-4 0,0 0-6 0,0 0-12 16,0 0-21-16,39-13-4 0,-39 13 1 0,14-15 5 15,-7 6-14-15,-4-1-19 0,5-8-2 0,-10 5-9 16,2-3-9-16,-5 2-11 0,4 0-8 0,-1 1-7 16,-3 1-13-16,5 12-6 0,-17-17-11 0,10 10-11 0,-4 2-9 15,-3-1-7-15,-4 2-10 0,18 4-7 0,-34 3-7 16,34-3-5-16,-41 8-6 0,25 0-6 0,-4 2-8 16,4-1-5-16,0 2-25 0,2 3-54 0,-1-4-47 15,4 3-49-15,3 0-47 0,2 3-53 16,-1-3-44-16,6-2-66 0,1-11-356 0,1 19-772 0,3-9 343 15</inkml:trace>
          <inkml:trace contextRef="#ctx0" brushRef="#br0" timeOffset="103794.4844">9232 10276 3450 0,'-10'17'285'0,"8"-10"-192"16,2-7-12-16,-14 12 14 0,14-12 35 0,-7 14 50 16,7-14 25-16,-8 8 6 0,8-8-7 0,0 0 3 15,0 0-11-15,-8 7-6 0,8-7-10 0,0 0-2 16,0 0 3-16,0 0 6 0,0 0 2 0,0 0-6 0,0 0 2 15,0 0-12-15,0 0-10 0,0 0-11 16,0 0-6-16,0 0-17 0,23-32-9 0,-23 32-11 0,0-17-7 16,0 6-9-16,0 11-9 0,-2-20-11 0,2 20-36 15,-5-18-37-15,2 8 0 0,3 10 0 0,-13-16 0 16,5 13 0-16,8 3 0 0,-19-16 0 0,10 14 0 16,9 2 0-16,-28-5 0 0,28 5-185 0,-27 11-84 15,13-4-62-15,1 5-58 0,1 0-58 0,1 5-44 16,3 0-81-16,-5 5-347 0,12 4-993 0,-9 6 440 15</inkml:trace>
        </inkml:traceGroup>
        <inkml:traceGroup>
          <inkml:annotationXML>
            <emma:emma xmlns:emma="http://www.w3.org/2003/04/emma" version="1.0">
              <emma:interpretation id="{32F24E69-A74D-4939-9152-9CB510179991}" emma:medium="tactile" emma:mode="ink">
                <msink:context xmlns:msink="http://schemas.microsoft.com/ink/2010/main" type="inkWord" rotatedBoundingBox="11810,10788 13570,10813 13546,12468 11786,12442"/>
              </emma:interpretation>
              <emma:one-of disjunction-type="recognition" id="oneOf27">
                <emma:interpretation id="interp31" emma:lang="" emma:confidence="0.5">
                  <emma:literal>4</emma:literal>
                </emma:interpretation>
                <emma:interpretation id="interp32" emma:lang="" emma:confidence="0">
                  <emma:literal>,</emma:literal>
                </emma:interpretation>
                <emma:interpretation id="interp33" emma:lang="" emma:confidence="0">
                  <emma:literal>"</emma:literal>
                </emma:interpretation>
                <emma:interpretation id="interp34" emma:lang="" emma:confidence="0">
                  <emma:literal>9</emma:literal>
                </emma:interpretation>
                <emma:interpretation id="interp35" emma:lang="" emma:confidence="0">
                  <emma:literal>q</emma:literal>
                </emma:interpretation>
              </emma:one-of>
            </emma:emma>
          </inkml:annotationXML>
          <inkml:trace contextRef="#ctx0" brushRef="#br0" timeOffset="105106.9187">11747 10105 4208 0,'-6'-9'330'0,"6"9"-141"16,0 0-32-16,-3-14-46 0,3 14-2 0,0 0 20 15,0 0 24-15,0 0 10 0,0 0-8 0,0 0 6 16,0 0-9-16,0 0-9 0,0 0-10 0,-15 34-3 16,7-18-7-16,-3 10-2 0,-4 0-8 0,1 4-11 0,-2 4-10 15,-5 1-13-15,0-1-3 0,0 2-4 0,-3-6-12 16,7-4-5-16,-4 11-6 0,5-10-6 0,1-1-2 15,-4 8-3-15,8-9-6 0,-2 1-4 0,5-2 2 16,3 0-8-16,4-9 2 0,2 5-3 0,-1-1 2 16,7-3-4-16,1 3 7 0,6 4-6 0,0-9-7 15,7 0 3-15,5-1-2 0,0-6-2 0,15 11-5 16,-7-11 7-16,8-2 0 0,3-5-1 0,-2 3 2 16,0-3-5-16,6 0 8 0,-6-7 5 0,-9 6 15 15,9-5 11-15,-1-1 13 0,-12-3 3 0,1 2 11 0,-3 1-76 16,0 1 0-16,-1-6 0 0,-11 4 0 0,3-2 0 15,-3-2 0-15,-1-1 0 0,-7 0 0 0,3-5 0 16,-3 3 0-16,-2-4 0 0,-2 3 0 0,-1-2 0 16,-2-1 0-16,-1 4 0 0,0-2 0 0,-1 3 0 15,1 14 0-15,-3-19 0 0,1 10 0 0,2 9 0 16,-2-13 0-16,2 13 0 0,0 0 0 0,-6-11 0 16,6 11 0-16,0 0 0 0,0 0 0 0,-16 38 0 15,10-12 0-15,-2 14 0 0,1 7 0 0,-1 2 0 16,-3 28 0-16,4-27 0 0,-1 26 0 0,-1 3 0 0,-1-8 0 15,2 1 0-15,2-16 0 0,-2 18 0 0,0-2 0 16,1-20 0-16,-1 0 0 0,-1-2 0 0,-1-5 0 16,2 4 0-16,-2-6 0 0,2-12 0 0,-5-3 0 15,1-1-1366-15,4-10-1478 0,-2 1 654 0</inkml:trace>
          <inkml:trace contextRef="#ctx0" brushRef="#br0" timeOffset="104419.4399">10582 10648 191 0,'-27'5'476'0,"27"-5"-7"0,0 0-3 0,-27-4-1 0,27 4 1 16,-16 5-10-16,16-5-27 0,0 0-34 0,0 0-34 16,0 0-26-16,0 0-29 0,0 0-17 0,0 0-25 15,0 0-18-15,0 0-20 0,0 0-21 0,0 0-19 16,0 0-8-16,78-1-21 0,-36 2-16 0,1-8-16 0,7 2-22 16,0 1-10-16,-2 0-40 0,-1-7-75 0,-4 8-96 15,3-2-105-15,-4-2-87 0,-8 2-106 0,8-4-114 16,-14 2-381-16,5 0-986 0,-5-5 436 0</inkml:trace>
        </inkml:traceGroup>
      </inkml:traceGroup>
    </inkml:traceGroup>
    <inkml:traceGroup>
      <inkml:annotationXML>
        <emma:emma xmlns:emma="http://www.w3.org/2003/04/emma" version="1.0">
          <emma:interpretation id="{748EBEA3-D665-4CBC-B0ED-7AB0C62BC236}" emma:medium="tactile" emma:mode="ink">
            <msink:context xmlns:msink="http://schemas.microsoft.com/ink/2010/main" type="paragraph" rotatedBoundingBox="2709,12307 13524,12353 13515,14588 2700,14542" alignmentLevel="2"/>
          </emma:interpretation>
        </emma:emma>
      </inkml:annotationXML>
      <inkml:traceGroup>
        <inkml:annotationXML>
          <emma:emma xmlns:emma="http://www.w3.org/2003/04/emma" version="1.0">
            <emma:interpretation id="{2E4EADEC-2C40-49ED-8B5F-00E59911B86D}" emma:medium="tactile" emma:mode="ink">
              <msink:context xmlns:msink="http://schemas.microsoft.com/ink/2010/main" type="line" rotatedBoundingBox="2709,12307 13524,12353 13515,14588 2700,14542">
                <msink:destinationLink direction="with" ref="{19DB1BD6-5B2C-4B17-B776-A5741431D50F}"/>
              </msink:context>
            </emma:interpretation>
          </emma:emma>
        </inkml:annotationXML>
        <inkml:traceGroup>
          <inkml:annotationXML>
            <emma:emma xmlns:emma="http://www.w3.org/2003/04/emma" version="1.0">
              <emma:interpretation id="{EA2FCB71-272F-41B9-B836-DF2FEAE1BCA3}" emma:medium="tactile" emma:mode="ink">
                <msink:context xmlns:msink="http://schemas.microsoft.com/ink/2010/main" type="inkWord" rotatedBoundingBox="2706,12930 3319,12933 3316,13750 2703,13747"/>
              </emma:interpretation>
            </emma:emma>
          </inkml:annotationXML>
          <inkml:trace contextRef="#ctx0" brushRef="#br0" timeOffset="107216.1564">1651 12267 142 0,'-5'-10'350'0,"-6"-2"2"0,3 5-3 0,8 7-6 0,-19-13 0 16,9 7-5-16,10 6-10 0,-27-8-20 15,27 8-18-15,-21-4-24 0,21 4 5 0,-23 12 10 16,9-1 15-16,-2 9 5 0,3 5 10 0,-1 9-4 0,-1 1-1 16,2 8-4-16,5-5-10 0,0 10-13 0,2-5-14 15,4 4-12-15,2-4-14 0,-3-1-15 0,8-1-11 16,3-1-25-16,0 0-12 0,-2-9-15 0,10 3-44 16,0-8-117-16,2 0 0 0,1-2 0 0,4-1 0 15,-1-2 0-15,4-6 0 0,-2 0 0 0,2-4 0 16,-1 0 0-16,4 2 0 0,0-10 0 0,-5 0 0 15,7-3 0-15,-9-3 0 0,4 2 0 0,-9-6 0 16,11-4 0-16,-7-5 0 0,1 2 0 0,-3-5 0 16,-1-2 0-16,3-5 0 0,-7 0 0 0,1-9 0 15,-1-6 0-15,-4-2 0 0,-5-4 0 0,1 1 0 16,-6-3 0-16,-3 3 0 0,-4 6 0 0,-4-5 0 0,1 8 0 16,-4 2 0-16,0 7 0 0,-2 0 0 15,-2 9 0-15,-5-8 0 0,3 4 0 0,-1 6 0 16,-2 1 0-16,-4 1 0 0,5 3 0 0,-7 3 0 0,8 5 0 15,-8 1 0-15,8 3 0 0,0 0 0 0,-1 3 0 16,1 3 0-16,0 1 0 0,7 2 0 0,-2 1-371 16,3 2-317-16,3-4-501 0,2 6-1288 0,2-4 570 15</inkml:trace>
        </inkml:traceGroup>
        <inkml:traceGroup>
          <inkml:annotationXML>
            <emma:emma xmlns:emma="http://www.w3.org/2003/04/emma" version="1.0">
              <emma:interpretation id="{29DBC77B-A8CC-4078-9B7D-7FEF2E3E35F1}" emma:medium="tactile" emma:mode="ink">
                <msink:context xmlns:msink="http://schemas.microsoft.com/ink/2010/main" type="inkWord" rotatedBoundingBox="4461,12315 7340,12327 7331,14562 4452,14550"/>
              </emma:interpretation>
              <emma:one-of disjunction-type="recognition" id="oneOf28">
                <emma:interpretation id="interp36" emma:lang="" emma:confidence="1">
                  <emma:literal/>
                </emma:interpretation>
              </emma:one-of>
            </emma:emma>
          </inkml:annotationXML>
          <inkml:trace contextRef="#ctx0" brushRef="#br0" timeOffset="108137.931">3899 12622 320 0,'0'0'347'0,"-16"-6"-7"0,16 6-4 0,0 0-7 0,-21-8-9 15,21 8-9-15,-10-7 1 0,10 7 10 0,-18-5-5 16,18 5 4-16,0 0-1 0,-22-3-3 0,22 3 0 16,0 0 4-16,-21-3-2 0,21 3 2 0,0 0-14 15,0 0-16-15,0 0-7 0,-18-3-18 0,18 3-20 16,0 0-20-16,0 0-16 0,0 0-4 0,0 0-18 15,0 0 2-15,0 0-8 0,0 0-77 0,0 0-105 0,0 0 0 16,89-1 0-16,-48-4 0 0,4 3 0 16,5-3 0-16,0 1 0 0,6 2 0 0,-6-5 0 15,6 2 0-15,0-2 0 0,0 2 0 0,-4 2 0 0,-4-4 0 16,0-1-136-16,-15 4-377 0,-4-7-103 0,-1 8-539 16,-4-2-1251-16,-5 1 555 0</inkml:trace>
          <inkml:trace contextRef="#ctx0" brushRef="#br0" timeOffset="108450.4123">5004 12271 115 0,'5'-20'460'0,"-5"20"9"0,1-13 26 15,-1 13 32-15,0-13 0 0,0 13-3 0,0 0-6 16,7-12-30-16,-7 12-16 0,0 0-16 0,8-9-22 0,-8 9-17 15,0 0-21-15,0 0-16 0,0 0-11 0,0 0-15 16,27 33-16-16,-22-18-9 0,3 11-206 16,0 1-123-16,-2 10 0 0,-2 4 0 0,0 6 0 0,0 1 0 15,0 0 0-15,3 1 0 0,-5 3 0 0,1-3 0 16,0 7 0-16,-5-6 0 0,2-3 0 16,2 3 0-16,-2-3 0 0,2-5 0 0,-2 4 0 0,0-8 0 15,-2 0 0-15,7-12 0 0,-8 1 0 0,3-9 0 16,-2-1 0-16,2-3 0 0,0-2 0 0,0-12 0 15,-6 17 0-15,6-17 0 0,0 0 0 0,-15 6-445 16,15-6-846-16,0 0-1400 0,-21-21 620 0</inkml:trace>
          <inkml:trace contextRef="#ctx0" brushRef="#br0" timeOffset="177259.1861">4929 11952 163 0,'0'0'306'0,"-34"-21"-2"0,34 21-9 0,-5-13-4 15,5 13-6-15,-1-13-9 0,1 13-15 0,-2-14 7 16,2 14-4-16,-3-14 0 0,3 14 2 0,-5-17-12 16,0 7 0-16,-1-1-11 0,-1-2-5 0,-1 4 11 15,5-2-2-15,-8-1-6 0,-2-1-16 0,-1 3-10 0,-3-5-14 16,-3 5-19-16,-4-4-12 0,-2 4-13 15,-5 1-9-15,-10-4-14 0,-1 6-17 0,-3-1-10 16,-3 5-7-16,-2 2-14 0,-3-1-10 0,-5 4-6 0,4 4-2 16,-2 1-12-16,-2 6-4 0,2 2-5 0,0 8-6 15,-2-4-5-15,7 8 2 0,-20 8-7 0,4 4-4 16,2 8-1-16,9 4 1 0,7 10 3 0,-3-7 6 16,11 13 3-16,0-1 0 0,6 6 24 0,6 2 10 15,0 8-2-15,9 1 8 0,5 3-1 0,7 4 8 16,8-7-5-16,8 3 2 0,13-1-56 0,5 1-27 15,4 0 0-15,12-1 0 0,9-9 0 0,8-3 0 16,39 20 0-16,-25-33 0 0,4-8 0 0,9-1 0 16,36 14 0-16,-37-30 0 0,10 1 0 0,4-5 0 15,-1-14 0-15,43 6 0 0,-48-16 0 0,2-2 0 0,5-10 0 16,1-4 0-16,-5-4 0 0,-1-10 0 0,-7-3 0 16,3-8 0-16,-4-3 0 0,-4-6 0 15,-3 1 0-15,-4-8 0 0,-2-3 0 0,-9-3 0 0,-8-4 0 16,-3 0 0-16,-12-11 0 0,-16-10 0 0,1-3 0 15,-13-43 0-15,-14-11 0 0,-13 9 0 0,-15-7 0 16,-16 1 0-16,-14 0 0 0,-14 16 0 0,-14 4 0 16,-6 11 0-16,22 39 0 0,-38-18 0 0,31 36 0 15,-13 1 0-15,-6 9 0 0,-42-4 0 0,-3 15 0 16,-4 21 0-16,-5 5 0 0,-14 13 0 0,-6 19 0 16,-7 6 0-16,-5 8 0 0,-14 8 0 0,10 4-1366 15,-8 12-1478-15,-4-1 654 0</inkml:trace>
        </inkml:traceGroup>
        <inkml:traceGroup>
          <inkml:annotationXML>
            <emma:emma xmlns:emma="http://www.w3.org/2003/04/emma" version="1.0">
              <emma:interpretation id="{825BEDD5-C6FA-4FAB-9DAA-8A27A52A3AF7}" emma:medium="tactile" emma:mode="ink">
                <msink:context xmlns:msink="http://schemas.microsoft.com/ink/2010/main" type="inkWord" rotatedBoundingBox="8429,12748 9092,12751 9088,13758 8425,13756"/>
              </emma:interpretation>
              <emma:one-of disjunction-type="recognition" id="oneOf29">
                <emma:interpretation id="interp37" emma:lang="" emma:confidence="1">
                  <emma:literal/>
                </emma:interpretation>
              </emma:one-of>
            </emma:emma>
          </inkml:annotationXML>
          <inkml:trace contextRef="#ctx0" brushRef="#br0" timeOffset="111811.2258">7398 12084 278 0,'-21'-1'358'0,"21"1"-10"0,-18-5-19 16,18 5-12-16,0 0-12 0,-14-6-23 0,14 6-26 15,0 0-29-15,0 0-25 0,0 0-4 0,9-19-13 16,-9 19 5-16,23-8-15 0,-7 1-16 0,5 0-5 0,6 6-22 16,-3-3-7-16,5 4-8 0,-2 0-12 15,1 5-6-15,-6-2-11 0,5 5-7 0,-6 0-4 16,3 2-7-16,-3 6-6 0,2 1-6 0,-9-5-5 0,5 11-6 16,-9-8-6-16,1 4-3 0,-4-3-5 0,-4 5-2 15,2 3-5-15,-10 2-1 0,2-4 1 0,-7 3-6 16,-5-5 3-16,1 6-2 0,-7-3-12 0,5 1 3 15,-5-4-3-15,-1 1 10 0,1 0-4 0,-3-2 3 16,-2-7-6-16,4 5 1 0,-1-5 2 0,4 0-6 16,5-1 1-16,-2-4-1 0,3 0-2 0,3-1-1 15,10-6-2-15,-19 7 0 0,19-7 5 0,0 0-8 0,0 0 4 16,0 0-5-16,0 0 3 0,0 0 5 16,0 0-5-16,0 0-2 0,22-32 4 0,-9 21 9 15,6 4 1-15,-1 4 1 0,0-4 8 0,1 3 3 0,0 3 0 16,10-1 3-16,-29 2-1 0,40 5 0 0,-11 0 0 15,-8 2 2-15,3 5-1 0,-8 0-4 16,8 2 1-16,-1 5-3 0,-7 3-3 0,-4 3-2 0,-2-1 0 16,-4 2-1-16,-6-2-3 0,0 2-2 0,-6 2-1 15,-5 10-3-15,-7-12 0 0,-4 6-1 0,-6 0 1 16,-2-3-4-16,-7-5 1 0,3 1-1 0,-7-6-2 16,-1 1-5-16,2-3-13 0,0-4-27 0,-4-6-26 15,11-1-31-15,2-4-47 0,-2-4-21 0,0-3-20 16,5 1-22-16,0-4-44 0,3-3-54 0,7-5-48 15,-3-3-357-15,8-2-770 0,5-5 340 0</inkml:trace>
        </inkml:traceGroup>
        <inkml:traceGroup>
          <inkml:annotationXML>
            <emma:emma xmlns:emma="http://www.w3.org/2003/04/emma" version="1.0">
              <emma:interpretation id="{C132E72C-000B-4243-B51C-6704026223C2}" emma:medium="tactile" emma:mode="ink">
                <msink:context xmlns:msink="http://schemas.microsoft.com/ink/2010/main" type="inkWord" rotatedBoundingBox="10250,12923 10467,12924 10464,13727 10246,13726"/>
              </emma:interpretation>
              <emma:one-of disjunction-type="recognition" id="oneOf30">
                <emma:interpretation id="interp38" emma:lang="" emma:confidence="1">
                  <emma:literal/>
                </emma:interpretation>
              </emma:one-of>
            </emma:emma>
          </inkml:annotationXML>
          <inkml:trace contextRef="#ctx0" brushRef="#br0" timeOffset="112404.9642">9169 12860 123 0,'-2'12'294'16,"-1"-3"-13"-16,3-9 6 0,0 17-1 0,0-17 17 16,5 11 20-16,-5-11 10 0,0 0 7 0,0 0-10 15,2 12-18-15,-2-12-16 0,0 0-12 0,0 0-5 16,0 0-17-16,0 0-22 0,0 0-15 0,0 0-23 0,0 0-16 15,-15-35-14-15,15 35-14 0,-18-10-18 16,18 10-11-16,-19-9-13 0,19 9-13 0,-22-2-11 16,22 2-9-16,-27 6-8 0,27-6-8 0,-28 7-8 0,14 0-6 15,-1 2-4-15,1 2-6 0,1-6-5 0,3 6-5 16,4-1-5-16,6-10-7 0,-8 18-2 0,3-9-16 16,5-9-40-16,3 20-56 0,-3-20-70 0,15 14-64 15,-7-11-67-15,8 4-74 0,5-6-82 0,-21-1-390 16,51-1-909-16,-16-6 403 0</inkml:trace>
          <inkml:trace contextRef="#ctx0" brushRef="#br0" timeOffset="112154.9508">9177 12331 232 0,'-14'13'418'0,"14"-13"-7"0,0 0 11 0,0 0 7 16,0 0 5-16,0 0-14 0,0 0-23 0,0 0-35 0,0 0-26 15,0 0-26-15,0 0-24 0,0 0-21 0,0 0-13 16,0 0-23-16,0 0-14 0,-8-39-19 0,8 39-17 15,-2-16-12-15,2 16 5 0,0-18-10 0,0 18-12 16,-6-14-17-16,1 7-13 0,5 7-10 0,-2-18-11 16,2 18-12-16,-13-13-7 0,13 13-4 0,-8-8-14 15,8 8 14-15,-13-7-33 0,13 7-2 0,0 0-8 16,-27-4-10-16,27 4-1 0,0 0-24 0,-24 13-56 16,24-13-66-16,-13 12-60 0,7-4-64 0,-2 3-42 15,5 2-53-15,-2 5-54 0,0-3-68 0,3 3-425 16,2 1-964-16,0-2 426 0</inkml:trace>
        </inkml:traceGroup>
        <inkml:traceGroup>
          <inkml:annotationXML>
            <emma:emma xmlns:emma="http://www.w3.org/2003/04/emma" version="1.0">
              <emma:interpretation id="{888C69B4-9308-45ED-94B3-19CA7A345EBA}" emma:medium="tactile" emma:mode="ink">
                <msink:context xmlns:msink="http://schemas.microsoft.com/ink/2010/main" type="inkWord" rotatedBoundingBox="11532,12912 13522,12920 13518,13778 11529,13770"/>
              </emma:interpretation>
            </emma:emma>
          </inkml:annotationXML>
          <inkml:trace contextRef="#ctx0" brushRef="#br0" timeOffset="112686.1646">10263 12581 256 0,'0'0'518'0,"0"0"-17"16,-22 1-4-16,22-1 10 0,0 0-1 0,0 0-11 15,0 0-11-15,0 0-55 0,0 0-44 0,77-15-38 16,-48 8-29-16,1 1-12 0,5 1-58 0,9 0-26 16,-4-2-18-16,-10 4-26 0,6-2-25 0,-6 2-55 15,4 0-76-15,-9-2-90 0,-2 4-88 0,-2-5-69 16,-4 6-76-16,-17 0-77 0,36-3-86 0,-36 3-383 15,21-5-919-15,-10 1 407 0</inkml:trace>
          <inkml:trace contextRef="#ctx0" brushRef="#br0" timeOffset="113076.7826">11375 12197 427 0,'-22'-4'460'0,"22"4"-10"0,0 0-14 0,0 0-15 0,-31 6-24 15,31-6-27-15,-13 8-27 0,7 3-27 0,6-11-25 16,-8 15-18-16,3-4-25 0,5 2-6 0,-2 0-8 16,4 3 5-16,-2 0-25 0,2 2-23 0,1-4-19 15,-2 2-17-15,6 2-9 0,-1-3-12 0,2 4-9 16,0-1-9-16,5-2-6 0,2 4-11 0,1 1-6 0,-2-1-4 15,8-1 9-15,-1-1-21 0,0 1-4 0,2 2 0 16,2-2-8-16,12 3 2 0,-11-6-1 0,-2 3-13 16,3 0-3-16,-3 1-5 0,4-1 0 0,0-5-6 15,-7 5-4-15,2-1-3 0,-4 0-3 0,-6-2-2 16,-4-2-5-16,-1 0-1 0,-1 3-4 0,-7-2-3 16,-2-1 2-16,-9 0-2 0,1 2-4 0,-9 1 3 15,2 2 14-15,-8-2-27 0,1-5-4 0,-9 2-22 16,-4 3-37-16,-5-3-38 0,2 1-46 0,-7-4-34 15,4 0-39-15,0-7-35 0,8-1-29 0,-7-3-49 16,-3-3-48-16,3 0-46 0,9-4-76 0,-6-5-313 16,10-2-884-16,7-3 391 0</inkml:trace>
          <inkml:trace contextRef="#ctx0" brushRef="#br0" timeOffset="113311.1202">11356 12477 197 0,'27'-18'466'0,"2"6"-5"0,0-3 5 15,14-1 4-15,2-1-32 0,-6 5-36 0,-6 1-36 16,7 3-36-16,2-4-32 0,-2-2-25 0,-9 9-30 16,10-4-27-16,-12 1-20 0,13-1-21 0,-12 3-17 15,1-3-18-15,-1 8-14 0,-1-8-16 0,-5 6-17 16,5-4-32-16,-3-1-56 0,-2 7-70 0,-2-7-67 16,6 1-78-16,-14 6-89 0,9-5-116 0,-3 2-347 15,-2-4-825-15,0 1 366 0</inkml:trace>
        </inkml:traceGroup>
      </inkml:traceGroup>
    </inkml:traceGroup>
    <inkml:traceGroup>
      <inkml:annotationXML>
        <emma:emma xmlns:emma="http://www.w3.org/2003/04/emma" version="1.0">
          <emma:interpretation id="{8877E793-3DE1-4567-A478-C655A2033FD8}" emma:medium="tactile" emma:mode="ink">
            <msink:context xmlns:msink="http://schemas.microsoft.com/ink/2010/main" type="paragraph" rotatedBoundingBox="3380,14935 13584,14526 13642,15977 3438,16385" alignmentLevel="2"/>
          </emma:interpretation>
        </emma:emma>
      </inkml:annotationXML>
      <inkml:traceGroup>
        <inkml:annotationXML>
          <emma:emma xmlns:emma="http://www.w3.org/2003/04/emma" version="1.0">
            <emma:interpretation id="{E5E7AEED-9D55-468A-B24A-6BD2A51BF449}" emma:medium="tactile" emma:mode="ink">
              <msink:context xmlns:msink="http://schemas.microsoft.com/ink/2010/main" type="line" rotatedBoundingBox="3380,14935 13584,14526 13642,15977 3438,16385">
                <msink:destinationLink direction="with" ref="{602EAD42-B578-4D20-973F-A8C394FE3E68}"/>
                <msink:destinationLink direction="with" ref="{3EFDD87E-DC93-4206-BFF8-6D42FB80F5DF}"/>
              </msink:context>
            </emma:interpretation>
          </emma:emma>
        </inkml:annotationXML>
        <inkml:traceGroup>
          <inkml:annotationXML>
            <emma:emma xmlns:emma="http://www.w3.org/2003/04/emma" version="1.0">
              <emma:interpretation id="{93440680-67C7-4AC1-A314-32E41CC8B152}" emma:medium="tactile" emma:mode="ink">
                <msink:context xmlns:msink="http://schemas.microsoft.com/ink/2010/main" type="inkWord" rotatedBoundingBox="3386,15068 3507,15063 3546,16038 3425,16043"/>
              </emma:interpretation>
              <emma:one-of disjunction-type="recognition" id="oneOf31">
                <emma:interpretation id="interp39" emma:lang="" emma:confidence="1">
                  <emma:literal/>
                </emma:interpretation>
              </emma:one-of>
            </emma:emma>
          </inkml:annotationXML>
          <inkml:trace contextRef="#ctx0" brushRef="#br0" timeOffset="216090.2528">2224 14525 294 0,'0'-18'462'0,"-4"-1"55"0,4 2 28 0,-3-2 24 0,3 2 31 16,2-1-3-16,-7 2-18 0,3-2-33 0,4 4-15 15,-2 14-18-15,-2-16-21 0,2 16-29 16,-6-13-46-16,6 13-31 0,0 0-37 0,0 0-18 0,0 0-331 16,0 0 0-16,0 0 0 0,-8 61 0 0,6-30 0 15,-2 10 0-15,-3 4 0 0,6 1 0 0,-1 5 0 16,-3 0 0-16,5 1 0 0,-6 0 0 0,6 2 0 15,-2-1 0-15,-3-1 0 0,4-4 0 0,-1 3 0 16,-4-5 0-16,4-2 0 0,-3 1 0 0,-1-1 0 16,6-12 0-16,-8-6 0 0,8 1-1366 0,1-10-1478 15,4-7 654-15</inkml:trace>
        </inkml:traceGroup>
        <inkml:traceGroup>
          <inkml:annotationXML>
            <emma:emma xmlns:emma="http://www.w3.org/2003/04/emma" version="1.0">
              <emma:interpretation id="{2D52178D-76FA-485A-8C72-35A46BD02B92}" emma:medium="tactile" emma:mode="ink">
                <msink:context xmlns:msink="http://schemas.microsoft.com/ink/2010/main" type="inkWord" rotatedBoundingBox="6381,14992 6434,14990 6473,15971 6421,15973"/>
              </emma:interpretation>
              <emma:one-of disjunction-type="recognition" id="oneOf32">
                <emma:interpretation id="interp40" emma:lang="" emma:confidence="1">
                  <emma:literal/>
                </emma:interpretation>
              </emma:one-of>
            </emma:emma>
          </inkml:annotationXML>
          <inkml:trace contextRef="#ctx0" brushRef="#br0" timeOffset="216668.36">5137 14406 93 0,'2'-16'447'0,"-4"1"29"15,2-1 13-15,2 2 14 0,-5-3 4 16,3 17 11-16,0-21 5 0,-4 11-2 0,4 10-12 0,4-16-25 15,-4 16-27-15,1-14-38 0,-1 14-36 0,0 0-30 16,0 0-27-16,0 0-2 0,0 0-2 0,0 0-11 16,8 40-85-16,-6-16-226 0,-2 8 0 0,-2 6 0 15,2 6 0-15,0-2 0 0,0 8 0 0,0-3 0 16,0 3 0-16,2 1 0 0,-4 1 0 0,2-1 0 16,0-2 0-16,0 1 0 0,0 1 0 0,0-5 0 15,2 1 0-15,-2-4 0 0,0-5 0 0,-7 2 0 16,6-11 0-16,1-1-322 0,-3-9-990 0,-2-5-1421 15,5-6 629-15</inkml:trace>
        </inkml:traceGroup>
        <inkml:traceGroup>
          <inkml:annotationXML>
            <emma:emma xmlns:emma="http://www.w3.org/2003/04/emma" version="1.0">
              <emma:interpretation id="{87770A52-78A7-4C31-BAAF-B4B546C5BA7F}" emma:medium="tactile" emma:mode="ink">
                <msink:context xmlns:msink="http://schemas.microsoft.com/ink/2010/main" type="inkWord" rotatedBoundingBox="8329,15003 9328,14963 9369,15986 8370,16026"/>
              </emma:interpretation>
              <emma:one-of disjunction-type="recognition" id="oneOf33">
                <emma:interpretation id="interp41" emma:lang="" emma:confidence="1">
                  <emma:literal/>
                </emma:interpretation>
              </emma:one-of>
            </emma:emma>
          </inkml:annotationXML>
          <inkml:trace contextRef="#ctx0" brushRef="#br0" timeOffset="217199.5509">7101 14744 3916 0,'-14'3'282'15,"14"-3"-166"-15,-13 8-4 0,13-8-6 0,0 0 30 16,0 0 39-16,0 0 16 0,-15 3-2 16,15-3-11-16,0 0-9 0,0 0-10 0,0 0-18 0,0 0-12 15,61 4-13-15,-32-8-11 0,2 4-7 0,17-2-2 16,-5 1-22-16,5 2-9 0,-1-10-10 0,2 8-21 15,-2 1-74-15,-2-2-92 0,6-3-102 0,-4-2-95 16,-4 5-100-16,-11 1-106 0,2-7-290 0,8 0-892 16,-12 0 396-16</inkml:trace>
          <inkml:trace contextRef="#ctx0" brushRef="#br0" timeOffset="217433.9455">8040 14278 192 0,'0'0'455'0,"-7"-17"15"16,7 17 13-16,-5-9 4 0,5 9-9 0,0 0-36 0,-6-12-32 15,6 12-8-15,0 0-22 0,0 0-15 0,0 0-17 16,6 53-18-16,-6-25-10 0,0 14-23 0,-1-3-22 16,-3 10-15-16,0 0-35 0,0 3-17 0,-2 2-20 15,4 5-21-15,-6 13-23 0,4-20-15 0,0 2-16 16,0 3-11-16,-3 14-37 0,10-21-94 0,-7-1-106 15,4-2-126-15,0-2-108 0,-4-9-130 0,1-6-575 16,10-8-1163-16,-1-6 514 0</inkml:trace>
        </inkml:traceGroup>
        <inkml:traceGroup>
          <inkml:annotationXML>
            <emma:emma xmlns:emma="http://www.w3.org/2003/04/emma" version="1.0">
              <emma:interpretation id="{6A2941F1-DDB8-450F-B337-AA3CF776F01C}" emma:medium="tactile" emma:mode="ink">
                <msink:context xmlns:msink="http://schemas.microsoft.com/ink/2010/main" type="inkWord" rotatedBoundingBox="10696,14815 10957,14805 11000,15883 10739,15894"/>
              </emma:interpretation>
              <emma:one-of disjunction-type="recognition" id="oneOf34">
                <emma:interpretation id="interp42" emma:lang="" emma:confidence="0.5">
                  <emma:literal>:</emma:literal>
                </emma:interpretation>
                <emma:interpretation id="interp43" emma:lang="" emma:confidence="0">
                  <emma:literal>;</emma:literal>
                </emma:interpretation>
                <emma:interpretation id="interp44" emma:lang="" emma:confidence="0">
                  <emma:literal>&amp;</emma:literal>
                </emma:interpretation>
                <emma:interpretation id="interp45" emma:lang="" emma:confidence="0">
                  <emma:literal>"</emma:literal>
                </emma:interpretation>
                <emma:interpretation id="interp46" emma:lang="" emma:confidence="0">
                  <emma:literal>!</emma:literal>
                </emma:interpretation>
              </emma:one-of>
            </emma:emma>
          </inkml:annotationXML>
          <inkml:trace contextRef="#ctx0" brushRef="#br0" timeOffset="218027.6199">9663 15112 245 0,'7'9'492'16,"-7"-9"7"-16,0 12 23 0,0-12 21 0,0 0 3 0,0 0-30 15,0 0-50-15,0 0-30 0,0 0-37 0,0 0-33 16,25-43-35-16,-22 29-32 0,2-5-27 0,-3 2-18 15,-2-1-26-15,-2-1-20 0,-1 4-17 0,1-1-17 16,-4 5-22-16,-5-4-10 0,0 7-22 0,-2-1-12 16,1 0-13-16,-5 6-10 0,17 3-8 0,-35 0-8 15,35 0-10-15,-36 15-8 0,20-4-5 0,-5 3-21 16,4-2-38-16,2 2-43 0,2 6-58 0,-1 2-62 16,6 1-56-16,3-4-67 0,4-1-64 0,1 4-66 15,3-3-84-15,2-4-458 0,9 0-1051 0,2-2 466 0</inkml:trace>
          <inkml:trace contextRef="#ctx0" brushRef="#br0" timeOffset="217763.0157">9612 14146 4243 0,'1'11'214'0,"-1"1"-175"16,0 2 19-16,4 3 26 0,-4-3 108 0,1 0 38 15,-1-14 5-15,0 19-5 0,0-19-11 0,2 13 3 16,-2-13 9-16,6 7 14 0,-6-7 15 0,0 0 7 0,0 0-11 15,0 0-20-15,0 0-24 0,0 0-19 0,0 0-22 16,19-26-17-16,-19 26-154 0,-3-26 0 0,6 11 0 16,-6 3 0-16,3-3 0 0,0-1 0 0,-8 1 0 15,8 5 0-15,-6-2 0 0,-2 1 0 0,-2 4 0 16,-3-1 0-16,13 8 0 0,-27-8 0 0,9 8 0 16,18 0-152-16,-40 11-385 0,19-1-121 0,-1 6-483 15,0 4-1236-15,1 2 547 0</inkml:trace>
        </inkml:traceGroup>
        <inkml:traceGroup>
          <inkml:annotationXML>
            <emma:emma xmlns:emma="http://www.w3.org/2003/04/emma" version="1.0">
              <emma:interpretation id="{EDCD6DBB-42B8-4506-9726-73C2831AF9D7}" emma:medium="tactile" emma:mode="ink">
                <msink:context xmlns:msink="http://schemas.microsoft.com/ink/2010/main" type="inkWord" rotatedBoundingBox="12511,14569 13584,14526 13642,15977 12569,16020"/>
              </emma:interpretation>
              <emma:one-of disjunction-type="recognition" id="oneOf35">
                <emma:interpretation id="interp47" emma:lang="" emma:confidence="0.5">
                  <emma:literal>F</emma:literal>
                </emma:interpretation>
                <emma:interpretation id="interp48" emma:lang="" emma:confidence="0">
                  <emma:literal>7</emma:literal>
                </emma:interpretation>
                <emma:interpretation id="interp49" emma:lang="" emma:confidence="0">
                  <emma:literal>¥</emma:literal>
                </emma:interpretation>
                <emma:interpretation id="interp50" emma:lang="" emma:confidence="0">
                  <emma:literal>f</emma:literal>
                </emma:interpretation>
                <emma:interpretation id="interp51" emma:lang="" emma:confidence="0">
                  <emma:literal>I</emma:literal>
                </emma:interpretation>
              </emma:one-of>
            </emma:emma>
          </inkml:annotationXML>
          <inkml:trace contextRef="#ctx0" brushRef="#br0" timeOffset="218731.7312">11296 14826 111 0,'-12'-9'483'16,"4"3"-28"-16,8 6-11 0,-13-13-6 0,13 13 23 16,-4-14 24-16,4 14 13 0,13-14-7 0,3 2-21 15,8 1-18-15,8-4-10 0,13 1-15 0,7 1-1 16,4-6-8-16,23 1-15 0,-1-3-34 0,-1-1-36 15,0 1-30-15,-17 6-30 0,18-3-264 0,-20 1-9 16,-7 0 0-16,-1 0 0 0,-4 0 0 0,-15 5 0 16,4-6 0-16,-9 7 0 0,-2 0 0 0,-11 0-462 0,1 3-239 15,-4-6-471-15,-4 2-1268 0,2-4 561 0</inkml:trace>
          <inkml:trace contextRef="#ctx0" brushRef="#br0" timeOffset="218528.6193">11351 13985 276 0,'0'0'531'0,"10"-4"-39"0,-10 4 5 0,14-6 14 15,-14 6 6-15,19-5-23 0,-19 5-27 0,32 6-20 16,-14-1-22-16,8 2-34 0,6-1-33 0,6 3-23 0,-4 0-30 16,11 5-25-16,-3-4-27 0,2 2-22 0,-10-3-25 15,9 2-17-15,4-1-20 0,0-2-18 0,-14 0-13 16,9-4-13-16,-12 3-15 0,1-7-9 0,-2 0-5 15,-2 2-15-15,-4-4-66 0,-3-1-15 0,1-2 0 16,-2-1 0-16,-4-2 0 0,-2-6 0 0,1 4 0 16,-4-8 0-16,-2 4 0 0,-2-10 0 0,-1 3 0 15,-2 1 0-15,-9 1 0 0,6-6 0 0,-2 6 0 16,-1 4 0-16,0-1 0 0,-5 2 0 0,1-2 0 16,4 7 0-16,3 9 0 0,-14-16 0 0,4 11 0 15,10 5 0-15,0 0 0 0,0 0 0 0,-40 21 0 16,27 4 0-16,-8 8 0 0,2 5 0 0,3 11 0 0,2 3 0 15,-7 16 0-15,6-14 0 0,1 19 0 0,4 1 0 16,-1 6 0-16,5-3 0 0,-2 1 0 0,6-6 0 16,-4 5 0-16,-1-6 0 0,6-16 0 0,-1 0 0 15,-1-2 0-15,1 3 0 0,-3-9 0 0,4 3 0 16,-6-7 0-16,-1 0 0 0,2-14 0 0,-1-12 0 16,-1 6 0-16,0-4 0 0,-1-4 0 15,-4-5 0-15,2-6-342 0,-5 1-301 0,16-5-71 0,0 0-368 16,-57-19-1173-16,33 6 519 0</inkml:trace>
        </inkml:traceGroup>
      </inkml:traceGroup>
    </inkml:traceGroup>
    <inkml:traceGroup>
      <inkml:annotationXML>
        <emma:emma xmlns:emma="http://www.w3.org/2003/04/emma" version="1.0">
          <emma:interpretation id="{1C1F41EE-E421-4D1B-A695-D2BE2A5D0BC0}" emma:medium="tactile" emma:mode="ink">
            <msink:context xmlns:msink="http://schemas.microsoft.com/ink/2010/main" type="paragraph" rotatedBoundingBox="2949,16459 14075,16318 14098,18126 2972,18267" alignmentLevel="2"/>
          </emma:interpretation>
        </emma:emma>
      </inkml:annotationXML>
      <inkml:traceGroup>
        <inkml:annotationXML>
          <emma:emma xmlns:emma="http://www.w3.org/2003/04/emma" version="1.0">
            <emma:interpretation id="{F09CD019-1F03-4CB8-82BB-8001386BC0C4}" emma:medium="tactile" emma:mode="ink">
              <msink:context xmlns:msink="http://schemas.microsoft.com/ink/2010/main" type="line" rotatedBoundingBox="2949,16459 14075,16318 14098,18126 2972,18267">
                <msink:destinationLink direction="with" ref="{602EAD42-B578-4D20-973F-A8C394FE3E68}"/>
                <msink:destinationLink direction="with" ref="{3EFDD87E-DC93-4206-BFF8-6D42FB80F5DF}"/>
              </msink:context>
            </emma:interpretation>
          </emma:emma>
        </inkml:annotationXML>
        <inkml:traceGroup>
          <inkml:annotationXML>
            <emma:emma xmlns:emma="http://www.w3.org/2003/04/emma" version="1.0">
              <emma:interpretation id="{B5CCE8C8-000C-4A92-AD2C-186FA61D0D4C}" emma:medium="tactile" emma:mode="ink">
                <msink:context xmlns:msink="http://schemas.microsoft.com/ink/2010/main" type="inkWord" rotatedBoundingBox="2952,16750 3714,16741 3726,17664 2964,17674"/>
              </emma:interpretation>
              <emma:one-of disjunction-type="recognition" id="oneOf36">
                <emma:interpretation id="interp52" emma:lang="" emma:confidence="1">
                  <emma:literal/>
                </emma:interpretation>
              </emma:one-of>
            </emma:emma>
          </inkml:annotationXML>
          <inkml:trace contextRef="#ctx0" brushRef="#br0" timeOffset="220450.3951">2005 16170 267 0,'-6'-11'504'0,"-2"3"11"0,8 8 18 0,-10-11 2 15,10 11-3-15,-14-11-36 0,14 11-20 0,-11-4-26 16,11 4-29-16,0 0-20 0,0 0-13 0,0 0-14 15,-34 11-14-15,34-11-18 0,-16 21-15 0,2-5-15 16,4 5-15-16,-1 3-14 0,1 3-19 0,-1-1-150 16,0 12-114-16,-1 2 0 0,6-9 0 0,0 9 0 15,2 1 0-15,1-1 0 0,8 0 0 0,-5 2 0 0,6 0 0 16,2-5 0-16,0 1 0 0,5-1 0 16,2-9 0-16,-1-2 0 0,2 2 0 0,2-4 0 15,3-2 0-15,1-3 0 0,1 0 0 0,-1-5 0 16,4-2 0-16,-2-5 0 0,-3-3 0 0,9 1 0 15,-3-12 0-15,2 4 0 0,-1-10 0 0,0 1 0 16,0-5 0-16,-1 0 0 0,-3-6 0 0,2-10 0 0,-4 4 0 16,-7 1 0-16,5-9 0 0,3-5 0 0,-7-1 0 15,-5-5 0-15,-4-6 0 0,-11 0 0 0,-4 1 0 16,2 0 0-16,-8 2 0 0,-7 5 0 0,0 5 0 16,-2 0 0-16,-1 7 0 0,-3 0 0 0,-3 6 0 15,-4 5 0-15,-1 3 0 0,-7 4 0 0,-3 6 0 16,-3 4 0-16,3 0 0 0,-3 6 0 0,-2 6 0 15,5 3 0-15,3-2 0 0,1 5-105 0,-3 2-590 16,15-1-538-16,7 5-1334 0,3-10 591 0</inkml:trace>
        </inkml:traceGroup>
        <inkml:traceGroup>
          <inkml:annotationXML>
            <emma:emma xmlns:emma="http://www.w3.org/2003/04/emma" version="1.0">
              <emma:interpretation id="{730ED44C-4137-4588-9BCF-C9CCA62DE810}" emma:medium="tactile" emma:mode="ink">
                <msink:context xmlns:msink="http://schemas.microsoft.com/ink/2010/main" type="inkWord" rotatedBoundingBox="5187,16619 7038,16595 7049,17416 5197,17439"/>
              </emma:interpretation>
              <emma:one-of disjunction-type="recognition" id="oneOf37">
                <emma:interpretation id="interp53" emma:lang="" emma:confidence="1">
                  <emma:literal/>
                </emma:interpretation>
              </emma:one-of>
            </emma:emma>
          </inkml:annotationXML>
          <inkml:trace contextRef="#ctx0" brushRef="#br0" timeOffset="221622.156">4932 16159 121 0,'0'0'350'0,"0"0"-21"0,0 0-6 16,0 0-1-16,0 0-16 0,-32-12-13 0,32 12-15 16,-11-14-23-16,11 14-20 0,-8-12-3 0,1 1-20 15,7 11-18-15,-2-19-15 0,-1 11-3 0,3 8-16 0,0-22 8 16,0 22 9-16,5-23-8 0,0 14 1 0,3-8 3 15,0 7-6-15,5-2-1 0,-4-2 3 0,12-3 3 16,7 3-1-16,-12 3 4 0,11 1 7 0,3-3 8 16,-2 5-7-16,0-3-1 0,0 8-9 0,-11-2-10 15,14 0-4-15,-9 5-17 0,1 2-15 0,-23-2-13 16,37 10-14-16,-21-1-4 0,-2 5-10 0,-1-1-12 16,-5 6-6-16,2 4-4 0,-6 5-10 0,3 11-8 15,-7-10 2-15,-7 10-4 0,-2 5-9 0,-1-7-16 16,-3 6-19-16,1-3 0 0,-9 1 0 0,0-3 0 15,-2-1 0-15,1-3 0 0,-5 1 0 0,-4-1 0 16,-3-6 0-16,1-2 0 0,2 1 0 0,4-9 0 0,1 1 0 16,1-5 0-16,2-1 0 0,4-4 0 15,-2 1 0-15,5 1 0 0,3-6 0 0,5 1 0 16,8-6 0-16,-14 13 0 0,14-13 0 0,0 0 0 0,0 0 0 16,0 0 0-16,0 0 0 0,21 17 0 0,0-17 0 15,9 0 0-15,2-1 0 0,8-1 0 0,16-3 0 16,-4 3 0-16,2-3 0 0,9-4 0 0,-4 7 0 15,5-2 0-15,-6 0 0 0,5-2 0 0,-12 1 0 16,-1 0 0-16,-7-2 0 0,-11 2 0 0,0 2 0 16,-5-1 0-16,-6 1 0 0,-1-4 0 0,-11 3-235 15,-9 4-444-15,15-12-535 0,-15 12-1313 0,6-15 582 16</inkml:trace>
          <inkml:trace contextRef="#ctx0" brushRef="#br0" timeOffset="221044.1078">3998 16223 4106 0,'-10'7'363'15,"10"-7"-199"-15,-27 8-26 0,11-2 43 0,3-1 29 16,13-5 22-16,-19 7 8 0,19-7-6 0,0 0-10 16,-11 5-7-16,11-5 3 0,0 0 2 0,0 0 7 15,0 0-10-15,37 9-22 0,-15-9-17 0,7 0-16 16,5 1-20-16,7-2-9 0,4-1-17 0,4 2-64 16,-3-7-54-16,2 7 0 0,2 0 0 0,-7-4 0 15,1 3 0-15,-11 1-140 0,-2 0-150 0,-2-2-88 0,-9 4-76 16,1-4-78-16,-21 2-535 0,29-4-1155 0,-16-1 512 15</inkml:trace>
        </inkml:traceGroup>
        <inkml:traceGroup>
          <inkml:annotationXML>
            <emma:emma xmlns:emma="http://www.w3.org/2003/04/emma" version="1.0">
              <emma:interpretation id="{F69A42C3-180B-498F-93EE-952479F84248}" emma:medium="tactile" emma:mode="ink">
                <msink:context xmlns:msink="http://schemas.microsoft.com/ink/2010/main" type="inkWord" rotatedBoundingBox="8783,16499 9616,16488 9629,17502 8796,17513"/>
              </emma:interpretation>
              <emma:one-of disjunction-type="recognition" id="oneOf38">
                <emma:interpretation id="interp54" emma:lang="" emma:confidence="1">
                  <emma:literal/>
                </emma:interpretation>
              </emma:one-of>
            </emma:emma>
          </inkml:annotationXML>
          <inkml:trace contextRef="#ctx0" brushRef="#br0" timeOffset="222575.2133">7688 15832 193 0,'-1'-13'405'0,"1"13"14"0,0 0-3 16,12-17-14-16,-4 10-24 0,-8 7-22 0,29-12-17 0,-9 12-18 15,-4-6-17-15,12 1-18 0,8 4 1 0,-6 1 10 16,12 5-9-16,-8-2-11 0,-1 1-11 0,-4 3-28 16,0-4-9-16,-5 6-23 0,-1 2-14 0,-4 0-19 15,-3 1-19-15,-10 2-12 0,6 0-13 0,-8 10-28 16,1 2 4-16,-5 1-14 0,-5-1-10 0,1 2-10 15,-3 5 0-15,-4-6-9 0,-4 1-4 0,-5 5-14 16,-3 0-3-16,9-8-4 0,-7 0-5 0,-2-3-4 16,4-2 4-16,-3-5-10 0,4 0-9 0,-1 0-3 15,4-6 4-15,-6-3-2 0,7 6-4 0,14-12 0 16,-19 3 6-16,19-3-11 0,-16 7 0 0,16-7 5 16,0 0-4-16,0 0 0 0,0 0 4 0,-15-21-6 15,15 21 5-15,0 0 3 0,15-22-1 0,-2 12 6 0,1 1 17 16,2-2-10-16,3 3 15 0,9-1 2 15,-4 4 4-15,5-1 5 0,-1 6 19 0,1 1-1 16,0 4-5-16,3-2-10 0,-3 7-51 0,2 1 0 0,9 7 0 16,-11-2 0-16,3 11 0 0,-11-8 0 0,-1 5 0 15,-5 0 0-15,-1 2 0 0,-12 0 0 0,3 1 0 16,-7 1 0-16,-9-2 0 0,1-1 0 0,-9 1 0 16,-3 4 0-16,-12 1 0 0,-3-3 0 0,0-4 0 15,-6-6 0-15,-7 5 0 0,2-7 0 0,-3 3-30 16,-6-7-159-16,4-3-29 0,-1 2-44 0,6-10-31 15,3-1-45-15,1-5-30 0,1-2-40 0,9-2-50 16,6-3-78-16,4-7-313 0,4-3-919 0,4-13 406 16</inkml:trace>
        </inkml:traceGroup>
        <inkml:traceGroup>
          <inkml:annotationXML>
            <emma:emma xmlns:emma="http://www.w3.org/2003/04/emma" version="1.0">
              <emma:interpretation id="{4005828A-BC05-41C1-8736-003066A8CA90}" emma:medium="tactile" emma:mode="ink">
                <msink:context xmlns:msink="http://schemas.microsoft.com/ink/2010/main" type="inkWord" rotatedBoundingBox="10934,16418 11192,16415 11203,17341 10945,17344"/>
              </emma:interpretation>
              <emma:one-of disjunction-type="recognition" id="oneOf39">
                <emma:interpretation id="interp55" emma:lang="" emma:confidence="1">
                  <emma:literal/>
                </emma:interpretation>
              </emma:one-of>
            </emma:emma>
          </inkml:annotationXML>
          <inkml:trace contextRef="#ctx0" brushRef="#br0" timeOffset="223325.1905">9856 16506 236 0,'-2'16'326'0,"2"-6"-15"0,-2 0 7 16,2-10 23-16,2 19 19 0,-2-19 22 0,-2 13 10 15,2-13-3-15,0 0-6 0,4 12-20 0,-4-12-6 16,0 0-4-16,0 0-24 0,0 0-32 0,0 0-22 16,0 0-33-16,0 0-24 0,-4-45-17 0,4 45-18 0,-11-19-21 15,2 10-16-15,-3 0-13 0,-2 2-15 16,1-1-12-16,13 8-8 0,-30-8-10 0,15 8-7 16,15 0-17-16,0 0 3 0,-35 4-14 0,22 4-9 0,3-1-11 15,1 0-22-15,9-7-36 0,-16 16-42 0,14-4-40 16,-4 2-57-16,4-3-52 0,2-11-32 0,13 21-49 15,-7-11-28-15,4-2-43 0,1 1-40 0,7-5-56 16,-2-1-332-16,3 1-861 0,10-4 381 0</inkml:trace>
          <inkml:trace contextRef="#ctx0" brushRef="#br0" timeOffset="223075.1768">9843 15869 447 0,'0'0'503'15,"-5"12"22"-15,0-4 19 0,5-8 8 0,0 0-12 16,-6 11-19-16,6-11-29 0,0 0-31 0,0 0-19 15,11 17-29-15,-11-17-25 0,0 0-22 0,18 0-28 16,-18 0-26-16,0 0-25 0,0 0-30 0,29-19-23 16,-23 10-19-16,0-1-17 0,-6 10-42 0,5-22-156 15,-3 8 0-15,-4-1 0 0,-3-3 0 0,1 1 0 16,-4 1 0-16,-2 3 0 0,-3-1 0 0,3-2 0 16,-2 8 0-16,-4-2 0 0,-2 1 0 0,0 7 0 0,4-3 0 15,14 5 0-15,-29-7 0 0,29 7 0 0,-26 7 0 16,26-7 0-16,-21 13 0 0,15-1 0 0,-2-3 0 15,5 10-333-15,-2 4-159 0,7 0-73 0,-2 7-68 16,4-4-395-16,3 3-1114 0,-4 2 492 0</inkml:trace>
        </inkml:traceGroup>
        <inkml:traceGroup>
          <inkml:annotationXML>
            <emma:emma xmlns:emma="http://www.w3.org/2003/04/emma" version="1.0">
              <emma:interpretation id="{876230C0-22CC-4FC8-9F1B-E37EFD92DAE3}" emma:medium="tactile" emma:mode="ink">
                <msink:context xmlns:msink="http://schemas.microsoft.com/ink/2010/main" type="inkWord" rotatedBoundingBox="12158,16342 14075,16318 14098,18126 12181,18151"/>
              </emma:interpretation>
              <emma:one-of disjunction-type="recognition" id="oneOf40">
                <emma:interpretation id="interp56" emma:lang="" emma:confidence="1">
                  <emma:literal/>
                </emma:interpretation>
              </emma:one-of>
            </emma:emma>
          </inkml:annotationXML>
          <inkml:trace contextRef="#ctx0" brushRef="#br0" timeOffset="224090.7339">12105 15617 39 0,'0'0'650'16,"0"0"-44"-16,-2-14-19 0,2 14 13 0,0 0 12 0,0 0-18 16,0 0-19-16,0 0-32 0,12 33-35 0,-11-18-28 15,-6 13-24-15,-1-2-27 0,-2 1-27 16,-6 8-27-16,-1-7-30 0,-7 12-21 0,1-3-258 0,-2 2-66 16,-6-4 0-16,2 5 0 0,-3-3 0 0,1 1 0 15,-3-5 0-15,6 3 0 0,-6 0 0 0,5-6 0 16,4 2 0-16,6-8 0 0,4 0 0 0,5 1 0 15,4-10 0-15,9 3 0 0,3-1 0 0,7 4 0 16,2-8 0-16,9 3 0 0,16-3 0 0,0 0 0 16,2-4 0-16,11-3 0 0,1-5 0 0,2-1 0 15,1 0 0-15,26-3 0 0,-22-1 0 0,-4-5 0 16,4 0 0-16,-4 1 0 0,-1-3 0 0,-8 3 0 16,3-6 0-16,-9 3 0 0,-15-2 0 0,0 0 0 15,-9 1 0-15,-3-2 0 0,-4 1 0 0,-5-2 0 16,-2-3 0-16,-4-6 0 0,1-2 0 0,-8 2 0 0,2-2 0 15,-6 2 0-15,1-6 0 0,-4 6 0 0,1-1 0 16,-3 3 0-16,1-1 0 0,2 7 0 16,-1 2 0-16,3 0 0 0,-2 7 0 0,11 7 0 0,-15-13 0 15,12 7 0-15,3 6 0 0,-11-10 0 0,11 10 0 16,0 0 0-16,0 0 0 0,-16 29 0 0,11-3 0 16,-3 17 0-16,1 3 0 0,4 9 0 0,-6 22 0 15,0 3 0-15,1 4 0 0,2 3 0 0,0-1 0 16,-4 0 0-16,0-3 0 0,4-1 0 0,0-2 0 15,-6-2 0-15,4-7 0 0,0-18 0 0,0 3 0 16,-6-7 0-16,6-1 0 0,1-9 0 0,-5 1 0 16,4-10 0-16,-7-6 0 0,2-9 0 0,-1-2-1366 0,-1-5-1478 15,15-8 654-15</inkml:trace>
          <inkml:trace contextRef="#ctx0" brushRef="#br0" timeOffset="223575.1729">10926 16204 197 0,'0'0'498'0,"-21"5"-33"15,21-5-5-15,-18 6 17 0,18-6 13 0,-11 7-7 16,11-7-9-16,0 0-22 0,0 0-28 16,0 0-15-16,37 16-27 0,-16-12-25 0,11-2-29 0,0-1-38 15,10-1-23-15,6 4-27 0,-3-3-23 0,4-2-34 16,0 1-28-16,-4-4-56 0,1 1-80 0,1-1-85 15,-15 3-91-15,0-3-88 0,1 1-62 0,-5-1-98 16,2 0-91-16,-9-2-453 0,8-1-1027 0,-5 0 455 16</inkml:trace>
        </inkml:traceGroup>
      </inkml:traceGroup>
    </inkml:traceGroup>
    <inkml:traceGroup>
      <inkml:annotationXML>
        <emma:emma xmlns:emma="http://www.w3.org/2003/04/emma" version="1.0">
          <emma:interpretation id="{AFFCD740-8ABB-46CA-AAFE-D584D45D5238}" emma:medium="tactile" emma:mode="ink">
            <msink:context xmlns:msink="http://schemas.microsoft.com/ink/2010/main" type="paragraph" rotatedBoundingBox="2886,17704 14218,17763 14209,19367 2877,19307" alignmentLevel="2"/>
          </emma:interpretation>
        </emma:emma>
      </inkml:annotationXML>
      <inkml:traceGroup>
        <inkml:annotationXML>
          <emma:emma xmlns:emma="http://www.w3.org/2003/04/emma" version="1.0">
            <emma:interpretation id="{341669B6-69B8-4EAF-8268-2C5EED87CC84}" emma:medium="tactile" emma:mode="ink">
              <msink:context xmlns:msink="http://schemas.microsoft.com/ink/2010/main" type="line" rotatedBoundingBox="2886,17704 14218,17763 14209,19367 2877,19307">
                <msink:destinationLink direction="with" ref="{602EAD42-B578-4D20-973F-A8C394FE3E68}"/>
                <msink:destinationLink direction="with" ref="{3EFDD87E-DC93-4206-BFF8-6D42FB80F5DF}"/>
              </msink:context>
            </emma:interpretation>
          </emma:emma>
        </inkml:annotationXML>
        <inkml:traceGroup>
          <inkml:annotationXML>
            <emma:emma xmlns:emma="http://www.w3.org/2003/04/emma" version="1.0">
              <emma:interpretation id="{1040C01B-18CD-478C-A017-1CC07C731177}" emma:medium="tactile" emma:mode="ink">
                <msink:context xmlns:msink="http://schemas.microsoft.com/ink/2010/main" type="inkWord" rotatedBoundingBox="2882,18362 3585,18365 3581,19064 2878,19060"/>
              </emma:interpretation>
              <emma:one-of disjunction-type="recognition" id="oneOf41">
                <emma:interpretation id="interp57" emma:lang="" emma:confidence="1">
                  <emma:literal/>
                </emma:interpretation>
              </emma:one-of>
            </emma:emma>
          </inkml:annotationXML>
          <inkml:trace contextRef="#ctx0" brushRef="#br0" timeOffset="226318.4682">1786 17659 4 0,'0'0'464'0,"-16"-7"-18"0,16 7 9 0,-10-11 3 0,10 11-19 16,-14-2-19-16,14 2-29 0,0 0-36 0,0 0-34 15,0 0-25-15,0 0-22 0,0 0-16 0,-34 14-2 16,27-3 2-16,3 4 12 0,0 3-32 0,-4 8 4 15,2 1-15-15,1 1-1 0,-3 0 0 0,7 3-7 16,-4 10-12-16,-2-12-9 0,4 9-9 0,-2-7-14 16,5-1-10-16,2-3-13 0,3 2-9 0,3-1-9 0,3 0-49 15,3-1-85-15,7 10 0 0,-1-4 0 16,4-11 0-16,0-5 0 0,-2 5 0 0,7-6 0 16,3-3 0-16,-1 0 0 0,-4-6 0 0,3-1 0 0,-2 2 0 15,0-8 0-15,1-3 0 0,0-2 0 0,0-4 0 16,-2-2 0-16,-3-2 0 0,4-8 0 0,-7 0 0 15,7-12 0-15,-2 2 0 0,-15 3 0 0,2 1 0 16,-5-3 0-16,5-6 0 0,-11-3 0 0,-2-3 0 16,-7 5 0-16,-4-4 0 0,-8 3 0 0,-2 1 0 15,-2 0 0-15,-5 6 0 0,-3 3 0 0,-3 4 0 16,7 7 0-16,-2 3 0 0,-9-1 0 0,4 3 0 16,4 6 0-16,-4-1 0 0,5 6 0 0,-1 1 0 15,-17 3 0-15,20 1 0 0,-2 1 0 0,0 2 0 16,3 1 0-16,2 4-26 0,0 2-536 0,-2-2-71 15,10 1-529-15,0-4-1258 0,4 0 556 0</inkml:trace>
        </inkml:traceGroup>
        <inkml:traceGroup>
          <inkml:annotationXML>
            <emma:emma xmlns:emma="http://www.w3.org/2003/04/emma" version="1.0">
              <emma:interpretation id="{14A3D1CD-E724-4B41-8784-2CA88CAE1EC4}" emma:medium="tactile" emma:mode="ink">
                <msink:context xmlns:msink="http://schemas.microsoft.com/ink/2010/main" type="inkWord" rotatedBoundingBox="6166,18334 6957,18338 6952,19162 6162,19158"/>
              </emma:interpretation>
              <emma:one-of disjunction-type="recognition" id="oneOf42">
                <emma:interpretation id="interp58" emma:lang="" emma:confidence="1">
                  <emma:literal/>
                </emma:interpretation>
              </emma:one-of>
            </emma:emma>
          </inkml:annotationXML>
          <inkml:trace contextRef="#ctx0" brushRef="#br0" timeOffset="232493.2897">5171 17729 279 0,'0'-15'331'0,"0"15"9"15,-5-21-11-15,0 7-1 0,5 2 8 0,0 12 1 16,-1-21 10-16,-4 14-12 0,5 7-12 0,-5-18-14 15,5 18-12-15,-11-9-13 0,11 9-13 0,0 0-21 16,-23 0-13-16,23 0 9 0,-22 10 10 0,7 7 2 16,-4 3-13-16,-2 4-8 0,-1 7-1 0,-2 7-19 0,0-3-16 15,3 4-10-15,5 6-17 0,-5-4-3 16,11-1-13-16,-2-2-9 0,2 2-8 0,5 2-14 16,5 9-12-16,0-11-10 0,7-13-74 0,1 12-31 15,4-11 0-15,3 1 0 0,7 6 0 0,7-6 0 16,-3-9 0-16,11 1 0 0,-7-8 0 0,14 2 0 15,2-5 0-15,-1-3 0 0,3-9 0 0,-3 1 0 16,-2-10 0-16,-9 6 0 0,-3-4 0 0,9-6 0 0,-2-3 0 16,-11 1 0-16,-3 0 0 0,9-9 0 0,-11 2 0 15,-3 1 0-15,-1-3 0 0,-2-8 0 0,0-3 0 16,-5-1 0-16,-8 1 0 0,-1-7 0 16,-7 1 0-16,-6 2 0 0,0 0 0 0,-4 3 0 0,-1 0 0 15,-3 5 0-15,-3-4 0 0,1 14 0 0,-2 0 0 16,-10-3 0-16,-3 1 0 0,-1 8 0 0,-6 3 0 15,-2 1 0-15,-1 2 0 0,2 3 0 0,1 2 0 16,0 6 0-16,9 4 0 0,3-3 0 0,3 1 0 16,0 5 0-16,9 2 0 0,0-6 0 0,0 5 0 15,6-2 0-15,-2-1 0 0,15-5 0 0,-14 18 0 16,14-18 0-16,-3 8-473 0,3-8-184 0,0 0-521 16,0 0-1274-16,24 18 564 0</inkml:trace>
        </inkml:traceGroup>
        <inkml:traceGroup>
          <inkml:annotationXML>
            <emma:emma xmlns:emma="http://www.w3.org/2003/04/emma" version="1.0">
              <emma:interpretation id="{B36E5B01-FAE9-4855-9B5B-23B535155528}" emma:medium="tactile" emma:mode="ink">
                <msink:context xmlns:msink="http://schemas.microsoft.com/ink/2010/main" type="inkWord" rotatedBoundingBox="8891,17735 11697,17750 11689,19354 8883,19339"/>
              </emma:interpretation>
              <emma:one-of disjunction-type="recognition" id="oneOf43">
                <emma:interpretation id="interp59" emma:lang="" emma:confidence="1">
                  <emma:literal/>
                </emma:interpretation>
              </emma:one-of>
            </emma:emma>
          </inkml:annotationXML>
          <inkml:trace contextRef="#ctx0" brushRef="#br0" timeOffset="236024.2891">8734 18080 126 0,'5'-9'331'0,"0"0"-2"0,-5 9-3 0,17-17-2 15,-5 8-6-15,4-2-8 0,-2 3-4 0,4 2-4 16,1 1-10-16,-1-2-10 0,9 0-9 0,2 2-20 15,-11 1-18-15,7 3-21 0,7-3-17 0,-9 6-21 16,-1 0-18-16,4 3-14 0,-8-2-14 0,-4 2-14 16,0 6-10-16,-2 3-12 0,-4 2-8 0,-2 0-10 15,-3 10-5-15,-3-1-7 0,-8 1-7 0,0 0-7 16,-6 1 1-16,-12 7-9 0,8 1-4 0,-7-2-2 16,-1-2-3-16,-1-2-3 0,-2 2 2 0,2-2-2 15,6-4-1-15,-8 5-2 0,7-8 0 0,1 2 4 16,8-12-3-16,-2 6 0 0,3-2 6 0,4-2-6 15,1-5 13-15,4 1 21 0,-2 1 13 0,5-11 12 16,0 0 23-16,15 19-2 0,-9-16-5 0,-6-3-10 16,34 5-7-16,-14-5-2 0,11 0-14 0,-4-1-4 15,4-3-9-15,17 1-4 0,-5-5-10 0,1 1-1 16,-1-2-7-16,0 3-10 0,4-1-14 0,-2-3-50 16,-4-2-68-16,-12 0-72 0,16 0-77 0,-8-6-77 15,-5 2-67-15,-3 5-92 0,-2-7-461 0,2-2-1032 16,-3 2 457-16</inkml:trace>
          <inkml:trace contextRef="#ctx0" brushRef="#br0" timeOffset="236383.608">10228 17683 375 0,'0'14'478'0,"0"-4"10"16,-2 6 36-16,2-16 6 0,7 22-17 0,-1-15-26 16,-6-7-27-16,16 10-13 0,-3-5-11 0,-13-5-22 15,21 2-22-15,-21-2-27 0,0 0-23 0,38-10-25 16,-30 5-18-16,2-4-12 0,-5-1-36 0,4-4-21 16,-5 0-24-16,-1-3-19 0,-2 1-24 0,-2-1-163 15,-9 0 0-15,4-1 0 0,-5 3 0 0,-2 2 0 16,-7 0 0-16,-2-1 0 0,-5 6 0 0,9 0 0 0,-11 5 0 15,7-1 0-15,1 4 0 0,-3 4 0 0,5 1 0 16,-7 5 0-16,7-3-323 0,3 9-178 16,-5 3-88-16,3 2-541 0,4-1-1224 0,2 1 541 0</inkml:trace>
          <inkml:trace contextRef="#ctx0" brushRef="#br0" timeOffset="236727.3688">10199 18256 46 0,'6'17'376'15,"1"1"9"-15,-2-6 15 0,4 2 33 0,-2 0 13 16,-3 3-6-16,1-3-24 0,2-7-18 0,-7-7-5 16,11 19-4-16,-8-14 3 0,-3-5-35 0,18 10-14 15,-18-10-18-15,14 4-13 0,-14-4-14 0,10 4-22 16,-10-4-16-16,0 0-18 0,0 0-22 0,0 0-21 16,16 6-22-16,-16-6-12 0,0 0-20 0,6 10-18 15,-6-10-3-15,5 16-17 0,-5-16-107 0,3 17 0 16,-3-17 0-16,4 17 0 0,-3-8 0 0,-1-9 0 15,8 12 0-15,-8-12 0 0,7 14 0 0,-7-14 0 0,8 5 0 16,-8-5 0-16,0 0 0 0,0 0 0 16,0 0 0-16,0 0 0 0,0 0 0 0,35-19 0 15,-35 19 0-15,2-19 0 0,-2 9 0 0,0 10 0 0,-2-20 0 16,2 20 0-16,-13-19 0 0,5 11 0 0,0 1 0 16,8 7 0-16,-27-8 0 0,17 4 0 0,10 4 0 15,-37 5 0-15,37-5 0 0,-33 6 0 0,17 2 0 16,1-1 0-16,2 2 0 0,0 1 0 0,5-3 0 15,2 5 0-15,6-12 0 0,-6 19 0 0,6-11 0 16,0-8 0-16,4 18 0 0,-4-18 0 0,10 8 0 16,-10-8 0-16,13 4 0 0,-13-4-17 0,0 0-659 15,0 0-574-15,0 0-1354 0,30-17 599 0</inkml:trace>
          <inkml:trace contextRef="#ctx0" brushRef="#br0" timeOffset="235336.8077">7714 17355 141 0,'0'0'343'0,"-29"8"-17"0,16-4-14 0,13-4 4 15,-24 7-9-15,13-4-14 0,11-3-9 0,-23 5-5 16,23-5-28-16,0 0-12 0,-14 5-15 0,14-5-11 16,0 0-8-16,0 0-2 0,0 0-2 0,0 0-8 15,0 0-9-15,0 0-3 0,0 0-4 0,0 0-9 0,29-27-5 16,-15 21-9-16,-1 0-14 0,3 2-14 16,3-4-5-16,-1 6-12 0,9-2-7 0,-6 4-12 15,-21 0-8-15,40 0-6 0,-24 5-6 0,4-3 18 0,-3 9-9 16,-2-3-5-16,-1 4-4 0,-3 0-12 0,-4 2-5 15,-6 4-6-15,-2 5-6 0,-2-2-5 0,-4 3 6 16,-1 2-15-16,-5 2 8 0,-3-2-11 16,0 8-3-16,-11-2-6 0,4 1 5 0,4-9-6 0,-2-3-3 15,0-1 0-15,4-3-3 0,-4 3 1 0,6-5-4 16,3-4 1-16,-3 1 3 0,6-4-2 0,1 0-3 16,-2-1 3-16,10-7 1 0,-10 11-1 0,10-11-4 15,-8 7 3-15,8-7-11 0,0 0 7 0,0 0-2 16,0 0 4-16,0 0 0 0,0 0 0 0,0 0-3 15,37-28-4-15,-22 21 8 0,-1 1-1 0,7 2-1 16,3-4 3-16,3 2-3 0,-6 6 1 0,2-1 0 16,4 1 2-16,-1 1-3 0,2 4 0 0,-4-3-2 15,-3 6 3-15,-5 1 1 0,2 0 7 0,0 2-13 16,-4 1 8-16,-6 3-4 0,3 0 0 0,-4 3-1 16,-6 1-2-16,-1 0 1 0,-4-2 1 0,4 4-2 15,-8-4 2-15,0 7-12 0,-12-1 10 0,4-3-4 16,-5-2 2-16,1-1-7 0,-1-1-5 0,-3-2-25 15,3-8-35-15,-3 8-33 0,-2-7-39 0,2-2-44 16,3-8-39-16,0 6-31 0,-6-3-39 0,8-5-49 16,1 0-47-16,5-4-59 0,-8-3-318 0,7-3-835 0,6-1 370 15</inkml:trace>
          <inkml:trace contextRef="#ctx0" brushRef="#br0" timeOffset="235649.2896">8319 17085 415 0,'9'-16'491'0,"-1"-2"9"16,0 8 1-16,-1 0-17 0,-7 10-32 0,21-12-36 16,-21 12-32-16,19-3-31 0,-19 3-28 0,0 0-20 15,27 17-5-15,-19 1-1 0,-1 9-6 0,1 0-3 16,-2 12-7-16,-3 6-14 0,-3 2-20 0,0 6-31 15,0 19 0-15,0-4-13 0,-1-9-19 0,2 15-20 16,-4-2-17-16,-2 1-12 0,0-18-15 0,4 21-9 16,-2-3-45-16,-4-20-68 0,2 1 0 0,-1 19 0 15,-2-20 0-15,1-3 0 0,1 3 0 0,3-4 0 16,-2-4 0-16,3-16 0 0,-4-3-57 0,3 0-259 0,3-7-62 16,1-4-54-16,-2-2-45 0,1-13-59 0,3 18-55 15,-3-18-310-15,0 0-976 0,0 0 432 16</inkml:trace>
        </inkml:traceGroup>
        <inkml:traceGroup>
          <inkml:annotationXML>
            <emma:emma xmlns:emma="http://www.w3.org/2003/04/emma" version="1.0">
              <emma:interpretation id="{9075694F-D764-4A1A-8474-70B1951994B4}" emma:medium="tactile" emma:mode="ink">
                <msink:context xmlns:msink="http://schemas.microsoft.com/ink/2010/main" type="inkWord" rotatedBoundingBox="12652,18454 13414,18459 13413,18545 12651,18541"/>
              </emma:interpretation>
              <emma:one-of disjunction-type="recognition" id="oneOf44">
                <emma:interpretation id="interp60" emma:lang="" emma:confidence="1">
                  <emma:literal/>
                </emma:interpretation>
              </emma:one-of>
            </emma:emma>
          </inkml:annotationXML>
          <inkml:trace contextRef="#ctx0" brushRef="#br0" timeOffset="239899.015">11540 17741 433 0,'0'0'443'0,"-66"9"-4"0,66-9 0 15,-33 4-7-15,22-3-11 0,11-1-17 0,-26 6-27 16,26-6-35-16,-21 6-27 0,21-6-25 0,-13 9-16 0,13-9-7 15,-8 8-8-15,8-8-10 0,0 0-11 16,7 16-11-16,-7-16-10 0,17 11-16 0,-1-8-4 16,7-2-20-16,6-1-24 0,6 3-10 0,-1-7-13 0,17 2-12 15,-6 1-14-15,5-5-10 0,-4 1-5 0,4 1-11 16,-18 1-10-16,18-4-13 0,-7 2-20 16,-1 1-64-16,-7-4-95 0,-6 5-99 0,5-2-107 0,-10-1-84 15,-4 3-86-15,1 1-99 0,-21 2-317 0,21-9-990 16,-13 3 438-16</inkml:trace>
        </inkml:traceGroup>
        <inkml:traceGroup>
          <inkml:annotationXML>
            <emma:emma xmlns:emma="http://www.w3.org/2003/04/emma" version="1.0">
              <emma:interpretation id="{33A19EF0-28C0-4F81-8D24-24FFAC40CE04}" emma:medium="tactile" emma:mode="ink">
                <msink:context xmlns:msink="http://schemas.microsoft.com/ink/2010/main" type="inkWord" rotatedBoundingBox="13298,18161 14215,18166 14210,19231 13292,19226"/>
              </emma:interpretation>
              <emma:one-of disjunction-type="recognition" id="oneOf45">
                <emma:interpretation id="interp61" emma:lang="" emma:confidence="0.5">
                  <emma:literal>3</emma:literal>
                </emma:interpretation>
                <emma:interpretation id="interp62" emma:lang="" emma:confidence="0">
                  <emma:literal>s</emma:literal>
                </emma:interpretation>
                <emma:interpretation id="interp63" emma:lang="" emma:confidence="0">
                  <emma:literal>5</emma:literal>
                </emma:interpretation>
                <emma:interpretation id="interp64" emma:lang="" emma:confidence="0">
                  <emma:literal>}</emma:literal>
                </emma:interpretation>
                <emma:interpretation id="interp65" emma:lang="" emma:confidence="0">
                  <emma:literal>S</emma:literal>
                </emma:interpretation>
              </emma:one-of>
            </emma:emma>
          </inkml:annotationXML>
          <inkml:trace contextRef="#ctx0" brushRef="#br0" timeOffset="240540.5696">12312 17612 11 0,'0'0'374'0,"0"-12"-20"0,0 12-13 0,10-18-8 16,-2 5-6-16,1 3-9 0,2-1-20 0,5-1-20 15,1-2-9-15,5 0-4 0,4-1-10 0,-10 5 7 16,9 0-15-16,-1 2-9 0,4-1-13 0,-1 1-19 16,0 6-15-16,-7-1-17 0,0 1-16 0,4 2-11 15,-4 5-13-15,-1-1-13 0,0 2-11 0,-4 5-10 16,-4-2-7-16,0 4-5 0,-3 4-12 0,-1-1-7 0,-6 10-4 16,-2 1-9-16,-1 1-5 0,-4 2-7 0,-6-4-3 15,-2 9-3-15,-4 0-4 0,4-9 0 16,-6 3-7-16,4-6-3 0,-9 8-3 0,4-9-3 0,3-2-1 15,-1 0-3-15,1-2 0 0,1 1-3 0,2-11-2 16,1 4 2-16,-1-1 0 0,7-1-1 0,0-3-4 16,8-7 2-16,-12 9-3 0,12-9 0 0,0 0-2 15,0 0 1-15,0 0 0 0,0 0-1 0,0 0 0 16,0 0-3-16,51-16 3 0,-30 13 2 0,4-4-1 16,1 3-1-16,5 1 1 0,-6 1-3 0,4 4 0 15,0-1 3-15,0 6-1 0,1 2-2 0,-4 0-2 16,6 3 7-16,-8 2-1 0,-1 3-2 0,-4 4 0 15,-3 5 0-15,-5 0 5 0,-4 1-2 0,-3-1 4 16,0 2 0-16,-8 0-2 0,-4 11 3 0,-3-13-3 16,-2 2-1-16,-4-2 2 0,-6-2 1 0,-6 5-3 15,7-9-3-15,-13 6-22 0,-1-7 5 0,-2-1-7 16,-9-6-1-16,4 2-2 0,0-10-11 0,-7 2-28 16,2-4-37-16,3-6-41 0,-5-3-51 0,7 0-36 15,-5-5-29-15,3-1-47 0,3-8-44 0,-3-1-36 16,5-4-65-16,3-4-255 0,7-8-761 0,4 2 337 15</inkml:trace>
        </inkml:traceGroup>
      </inkml:traceGroup>
    </inkml:traceGroup>
  </inkml:traceGroup>
</inkml:ink>
</file>

<file path=ppt/ink/ink29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3T08:07:41.465"/>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03C69C36-FA3C-4723-ACFD-E5FBA1C49BFC}" emma:medium="tactile" emma:mode="ink">
          <msink:context xmlns:msink="http://schemas.microsoft.com/ink/2010/main" type="inkDrawing" rotatedBoundingBox="14027,2916 14511,8686 12749,8833 12265,3064" semanticType="verticalRange" shapeName="Other">
            <msink:sourceLink direction="with" ref="{E374EE2C-A887-4CF9-B27B-88E0A6F44C9B}"/>
            <msink:sourceLink direction="with" ref="{0958616B-8472-4139-8EDF-253982210EB2}"/>
            <msink:sourceLink direction="with" ref="{7E4C365F-7E51-42E9-A964-2A1F8E1B9DC4}"/>
            <msink:sourceLink direction="with" ref="{8A174F49-85A6-44A3-9751-DF4488137975}"/>
            <msink:sourceLink direction="with" ref="{17DB26D9-E82A-4AE5-B025-5A2DFD0C7F0A}"/>
            <msink:sourceLink direction="with" ref="{4A667538-2638-44F5-930B-778C3A40CE66}"/>
            <msink:sourceLink direction="with" ref="{D19793E0-E2D0-46CE-9867-ACCD3FC2FE9C}"/>
            <msink:sourceLink direction="with" ref="{72446334-266D-4350-8102-062D218A6479}"/>
          </msink:context>
        </emma:interpretation>
      </emma:emma>
    </inkml:annotationXML>
    <inkml:trace contextRef="#ctx0" brushRef="#br0">65 207 98 0,'-16'-5'442'0,"1"2"-11"0,15 3 5 0,-22-9-21 15,22 9-24-15,-14-10-39 0,14 10-17 0,0 0-23 16,0 0-7-16,25-19-16 0,9 9-12 0,11 0-9 16,9-7-18-16,4 7-10 0,22-3-22 0,-3-5-16 15,10 6-21-15,-8-3-14 0,-18 7-10 0,19-2-5 16,-18 5-24-16,14-6-9 0,-17-3-5 0,-6 10-6 16,-2 3-11-16,-2 2-3 0,-16-1 1 0,-2 3-3 15,-2 1-4-15,-9 2 2 0,-5 4 14 0,1 1 6 16,-2 4 20-16,4 7 5 0,-2 16 19 0,-8 3 2 15,3 5 6-15,-1 9 5 0,-2 24-37 0,-3 7-130 16,1 5 0-16,2 40 0 0,0-1 0 0,7 1 0 16,-6-1 0-16,11 1 0 0,-6 11 0 0,8 13 0 15,6-1 0-15,1 11 0 0,-2-4 0 0,-5 1 0 16,1-1 0-16,-9 4 0 0,5 7 0 0,-10 1 0 0,3 0 0 16,-8-4 0-16,-6-7 0 0,-4-12 0 0,6-2 0 15,-2-7 0-15,4-10 0 0,-10-6 0 16,6-32 0-16,0 34 0 0,-3-40 0 0,4 2 0 0,-4 2 0 15,11-5 0-15,-4-3 0 0,3 0 0 0,-3-4 0 16,2-5 0-16,3 0 0 0,-10-17 0 0,9 11 0 16,-1-12 0-16,-2-4 0 0,3 0 0 0,1 1 0 15,1-4 0-15,-3-3 0 0,-4 3 0 0,1-8 0 16,-2-1 0-16,6-8 0 0,-6-2 0 0,0-3 0 16,3-1 0-16,-3-7 0 0,2-1 0 0,-2-18 0 15,2 26 0-15,-2-26 0 0,-4 17 0 0,4-17 0 16,0 16 0-16,0-16 0 0,-3 15 0 0,3-15 0 0,-9 8 0 15,9-8 0-15,-21 12 0 0,2-9 0 0,-9 5 0 16,-1-1 0-16,-14-5 0 0,-3 4 0 0,-9-3 0 16,-24-4 0-16,-6 1 0 0,-3 0 0 0,-8-2 0 15,1-4 0-15,4 5 0 0,4 0 0 0,2-6 0 16,-2 7 0-16,-4 0 0 0,30-1 0 0,-27-2 0 16,9 3-474-16,-1-4-813 0,1 0-1393 0,23-4 617 15</inkml:trace>
  </inkml:traceGroup>
</inkml:ink>
</file>

<file path=ppt/ink/ink29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3T08:08:28.204"/>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BF76ADA8-CBD2-41B6-B76B-9C69AE463D49}" emma:medium="tactile" emma:mode="ink">
          <msink:context xmlns:msink="http://schemas.microsoft.com/ink/2010/main" type="inkDrawing" rotatedBoundingBox="2328,8776 2909,15133 1596,15253 1016,8896" semanticType="callout" shapeName="Other">
            <msink:sourceLink direction="to" ref="{602EAD42-B578-4D20-973F-A8C394FE3E68}"/>
          </msink:context>
        </emma:interpretation>
      </emma:emma>
    </inkml:annotationXML>
    <inkml:trace contextRef="#ctx0" brushRef="#br0">225 260 59 0,'-16'-12'309'16,"10"4"-9"-16,6 8-17 0,-18-19-12 0,10 6-7 16,-6 1-14-16,4-1-11 0,-8 2-5 0,9-3 12 15,-3 4-1-15,4 0-12 0,-1 0-18 0,-4-3-11 16,5-2-3-16,-2 5 8 0,1-3 5 0,1 3 2 16,8 10 10-16,-13-18-1 0,8 11 1 0,5 7-8 0,-11-13-4 15,11 13-13-15,-10-12-6 0,10 12-12 0,-6-7-3 16,6 7-17-16,0 0-15 0,0 0-10 15,-5-11-16-15,5 11-12 0,0 0-11 0,0 0-7 0,0 0 13 16,0 0 21-16,0 0 13 0,13 42 6 0,-5-20-3 16,6 4-4-16,1 13 13 0,-1 2-4 0,1 8-5 15,-1 7-118-15,0 22-24 0,1 6 0 0,-4 6 0 16,4 41 0-16,-9-4 0 0,2 5 0 0,-8-38 0 16,0 45 0-16,2 3 0 0,4 11 0 0,-6-3 0 15,0 3 0-15,5 3 0 0,-5 1 0 0,5-2 0 16,-1-2 0-16,1-6 0 0,0-4 0 0,0-7 0 15,-5-4 0-15,0 6 0 0,-5-12 0 0,5-36 0 16,-2 35 0-16,1-38 0 0,2 41 0 0,-4-42 0 0,3 0 0 16,-5 3 0-16,5 1 0 0,0-2 0 0,-1-2 0 15,1 0 0-15,0-3 0 0,-5 2 0 16,7-7 0-16,-4-5 0 0,2-21 0 0,-6 4 0 0,9-4 0 16,0 0 0-16,-3 0 0 0,-3-4 0 0,-2-3 0 15,5 2 0-15,0-8 0 0,0 1 0 0,-2-14 0 16,2-5 0-16,2 1 0 0,-2-3 0 0,5 0 0 15,-10-1 0-15,7-5 0 0,1-3 0 0,-3-10 0 16,1 22 0-16,1-14 0 0,-2-8 0 0,0 0 0 0,0 18 0 16,0-18 0-16,2 8 0 0,-2-8 0 15,0 0 0-15,0 0 0 0,0 0 0 0,-2 14 0 16,2-14 0-16,0 0 0 0,0 0 0 0,0 0 0 0,0 0 0 16,0 0 0-16,0 0 0 0,0 0 0 0,0 0 0 15,0 0 0-15,0 0 0 0,0 0 0 0,0 0 0 16,0 0 0-16,0 0 0 0,0 0 0 0,0 0 0 15,0 0 0-15,0 0 0 0,0 0 0 0,0 0 0 16,0 0 0-16,0 0 0 0,0 0 0 0,0 0 0 16,0 0 0-16,0 0 0 0,0 0 0 0,-3 13 0 15,3-13 0-15,0 0 0 0,0 0 0 0,0 0 0 0,0 0 0 16,0 0 0-16,0 0 0 0,0 0 0 16,-3 11 0-16,3-11 0 0,0 0 0 0,0 0 0 15,-2 17 0-15,2-17 0 0,0 0 0 0,2 12 0 0,-2-12 0 16,3 14 0-16,-3-14 0 0,3 16 0 0,3-4 0 15,1-1 0-15,1 2 0 0,3 1 0 0,7 1 0 16,3 4 0-16,1 0 0 0,5 0 0 0,10-1 0 16,0 4 0-16,11-4 0 0,2-3 0 0,8-7 0 15,0 3 0-15,2-7 0 0,21-4 0 0,-3-7 0 16,-18-8-1366-16,30-5-1478 0,-2-14 654 0</inkml:trace>
    <inkml:trace contextRef="#ctx0" brushRef="#br0" timeOffset="136259.6871">583 6335 2970 0,'0'0'173'0,"0"0"-115"0,-15 5-26 0,15-5-13 15,0 0 16-15,0 0 21 0,0 0 27 0,0 0 29 16,36 14 4-16,-36-14 13 0,43-5 6 0,-12 2-11 0,12-7-7 16,5-3 1-16,7-1-10 0,-2-5-10 0,7 2-15 15,16-3-2-15,-15 3-11 0,14-1-18 0,-14 2-59 16,16 0-104-16,-22 3-128 0,7 0-139 0,-6 0-295 16,-1 0-728-16,-2 0 323 0</inkml:trace>
  </inkml:traceGroup>
</inkml:ink>
</file>

<file path=ppt/ink/ink29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3T08:08:16.459"/>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D826F8D5-1AD5-4F11-B496-4E1CFB710397}" emma:medium="tactile" emma:mode="ink">
          <msink:context xmlns:msink="http://schemas.microsoft.com/ink/2010/main" type="writingRegion" rotatedBoundingBox="15597,4152 23085,3611 23388,7816 15901,8357"/>
        </emma:interpretation>
      </emma:emma>
    </inkml:annotationXML>
    <inkml:traceGroup>
      <inkml:annotationXML>
        <emma:emma xmlns:emma="http://www.w3.org/2003/04/emma" version="1.0">
          <emma:interpretation id="{BD23B381-6A7F-4760-BECD-BD40D1084644}" emma:medium="tactile" emma:mode="ink">
            <msink:context xmlns:msink="http://schemas.microsoft.com/ink/2010/main" type="paragraph" rotatedBoundingBox="15947,4099 22330,3943 22372,5663 15989,5820" alignmentLevel="1"/>
          </emma:interpretation>
        </emma:emma>
      </inkml:annotationXML>
      <inkml:traceGroup>
        <inkml:annotationXML>
          <emma:emma xmlns:emma="http://www.w3.org/2003/04/emma" version="1.0">
            <emma:interpretation id="{D3CF847D-45CD-485D-9256-9D0B1AC22A21}" emma:medium="tactile" emma:mode="ink">
              <msink:context xmlns:msink="http://schemas.microsoft.com/ink/2010/main" type="line" rotatedBoundingBox="15947,4099 22330,3943 22372,5663 15989,5820"/>
            </emma:interpretation>
          </emma:emma>
        </inkml:annotationXML>
        <inkml:traceGroup>
          <inkml:annotationXML>
            <emma:emma xmlns:emma="http://www.w3.org/2003/04/emma" version="1.0">
              <emma:interpretation id="{1E1E6E1C-3AA0-4E7E-9E98-F66090E404CE}" emma:medium="tactile" emma:mode="ink">
                <msink:context xmlns:msink="http://schemas.microsoft.com/ink/2010/main" type="inkWord" rotatedBoundingBox="15947,4099 22330,3943 22372,5663 15989,5820"/>
              </emma:interpretation>
              <emma:one-of disjunction-type="recognition" id="oneOf0">
                <emma:interpretation id="interp0" emma:lang="" emma:confidence="1">
                  <emma:literal/>
                </emma:interpretation>
              </emma:one-of>
            </emma:emma>
          </inkml:annotationXML>
          <inkml:trace contextRef="#ctx0" brushRef="#br0">16427 4181 90 0,'-21'-7'377'0,"5"1"-2"16,0-3-10-16,-1 2 11 0,7 2 0 0,-8 0-1 15,18 5-11-15,-22-11-9 0,12 6-7 0,10 5-8 16,-17-5-14-16,17 5-10 0,0 0-13 0,-20-4-10 16,20 4-21-16,0 0-16 0,-11-5-25 0,11 5-11 15,0 0-6-15,0 0-18 0,0 0-2 0,0 0 13 0,0 0-19 16,0 0-10-16,43-9-13 0,-15 8-9 0,2-3-13 16,17 0-15-16,-1 0-14 0,9-1-9 15,-2-1-6-15,3-1-18 0,2 1-16 0,3 0-65 0,-2-2 0 16,-3 2 0-16,2 0 0 0,-2 0 0 0,0 2 0 15,-6-2 0-15,-7-3 0 0,-9 6 0 16,-5-1 0-16,-13 1 0 0,0-2 0 0,1-2-10 0,-17 7-124 16,15-8-29-16,-7 1-39 0,-8 7-50 0,6-16-49 15,-6 16-38-15,-3-14-34 0,3 14-28 0,-11-8-52 16,0-3-37-16,-4 1-356 0,1 3-916 0,-2-6 406 16</inkml:trace>
          <inkml:trace contextRef="#ctx0" brushRef="#br0" timeOffset="346.3514">16854 3621 244 0,'-11'-7'352'0,"-1"-1"-12"0,1 0 9 0,11 8 27 16,-9-11-4-16,9 11-10 0,-15-8-21 0,15 8-28 0,0 0-34 15,0 0-22-15,0 0-1 0,0 0 5 0,0 0 6 16,0 0-12-16,0 0-14 16,0 0-13-16,29 39-9 0,-13-24-10 0,11 1-20 0,-9 1-12 0,6 2-15 0,2-3-17 15,1 2-9-15,16-1-18 0,-14-4-9 16,-2 0-7-16,7-1-7 0,9 0-10 0,-4 1-14 0,-4-6-5 15,-6 0-6-15,5 0-8 0,-5 0-4 0,0-7-4 16,-2 5-3-16,-9-5-9 0,-1 4-1 0,-17-4 2 16,21 2-7-16,-21-2 2 0,18 3 1 0,-18-3-2 15,0 0 2-15,14 5-7 0,-14-5 6 0,0 0-1 16,-1 18-6-16,1-18-5 0,-13 20 9 0,5-5-8 16,0 4-1-16,-5 4 2 0,-2 6-2 0,-5 5-4 15,-3 0-4-15,1 3 4 0,-4 4 0 0,3-2-6 16,1-2-3-16,6 4-1 0,3-3 10 0,-8-4-10 15,8-8-10-15,7 3-13 0,-2-2-48 0,5-8-83 16,-2 0-87-16,5-5-76 0,0-2-69 0,5-4-74 16,-5-8-79-16,16 11-388 0,-16-11-1002 0,34-5 444 15</inkml:trace>
          <inkml:trace contextRef="#ctx0" brushRef="#br0" timeOffset="1065.0554">17781 3614 75 0,'0'0'443'16,"3"-19"-28"-16,2 13-2 0,-5 6 15 0,10-14 7 15,-10 14-26-15,14-2-25 0,-14 2-31 0,0 0-28 16,34 16-12-16,-21-4-4 0,8 8-2 0,-12-4-10 16,4 13-1-16,-3-3-15 0,1 4-4 0,-1 8-20 15,-4-9-15-15,2 13 0 0,-5-3-9 0,0 3-10 16,-3-6-10-16,0 4-12 0,0-9-10 0,0 7-20 0,-1-5-14 15,-1-4-9-15,-1-1-12 0,0-2-119 16,3 0-17-16,0-7 0 0,0-4 0 0,0 4 0 16,0-5 0-16,3-2 0 0,-3-12 0 0,-3 19 0 0,3-19 0 15,0 12 0-15,0-12 0 0,0 0 0 0,0 0 0 16,0 0 0-16,0 0 0 0,0 0 0 16,0 0 0-16,0 0 0 0,-5-45 0 0,0 21 0 0,4-5 0 15,-6-13 0-15,-1-3 0 0,2-5 0 0,-5-3 0 16,-1 2 0-16,3-4 0 0,2 4 0 0,1 6 0 15,-1-2 0-15,1 4 0 0,6-1 0 0,0 17 0 16,2-7 0-16,4 11 0 0,0-3 0 0,1 1 0 16,1 2 0-16,3 7 0 0,-1 1 0 0,4-3 0 15,2 1 0-15,2 5 0 0,4-2 0 0,-6 2 0 16,4 5 0-16,1-2 0 0,-4 5 0 0,7-2 0 16,0 2 0-16,-3 1 0 0,3 6 0 0,-5 3 0 0,1-1 0 15,-3 3 0-15,1 3 0 0,3 4 0 0,-3 3 0 16,1 1 0-16,-8 2 0 0,0 4 0 15,-3-9 0-15,0 12 0 0,-1-2 0 0,-3 4 0 0,0-2 0 16,-11 0 0-16,6-2 0 0,-6-2 0 0,1-3 0 16,-2 2 0-16,-5-1 0 0,3-2 0 0,-9 1 0 15,1-5 0-15,-1 1 0 0,5-7 0 0,-7 1 0 16,0 1 0-16,3 0 0 0,-4-2 0 0,4 2 0 16,-3-6 0-16,7 1 0 0,-2-1 0 0,2 3 0 15,-1-4 0-15,15-5 0 0,-21 11 0 0,13-8 0 16,8-3 0-16,-13 5 0 0,13-5 0 0,-8 11 0 15,8-11 0-15,-4 10 0 0,4-10 0 0,0 0 0 0,12 19 0 16,-4-11 0-16,5 0 0 0,2 3 0 16,7 0 0-16,4-1 0 0,-2 1 0 0,5 1 0 15,11 7 0-15,-10-11 0 0,17 8 0 0,-2-4 0 0,-7 4 0 16,4-4 0-16,1-4 0 0,-15 7 0 0,5-6 0 16,-2 2 0-16,-2-3 0 0,0-2 0 0,-2 1 0 15,-6-1 0-15,-4 0 0 0,3-3-51 0,-1 4-334 16,-3-6-50-16,0 3-52 0,-16-4-37 0,26 7-51 15,-26-7-381-15,20 4-1036 0,-20-4 459 0</inkml:trace>
          <inkml:trace contextRef="#ctx0" brushRef="#br0" timeOffset="-718.6951">14813 3494 70 0,'-27'-18'516'0,"0"3"-31"16,4-1 16-16,-1 6-19 0,6 1-30 0,4 1-10 15,6 2-29-15,8 6-34 0,-14-9-40 0,14 9-22 0,0 0-14 16,0 0-26-16,0 0-4 0,8 46 11 0,4-20 4 16,9 7-11-16,-3 8-13 0,1-1-5 15,4 8-16-15,-4 2-4 0,2 0-2 0,-5 6-11 0,11 11-10 16,-11-15-16-16,-1-1-12 0,-3 5-167 0,-2-3-21 16,0 1 0-16,-7 0 0 0,-2-3 0 15,4-4 0-15,-5 0 0 0,-5-3 0 0,5-4 0 0,-1-10 0 16,-2 1 0-16,-1-4 0 0,1-1 0 0,-2-8 0 15,4-3 0-15,-4-1 0 0,5-3 0 0,0-11 0 16,0 13 0-16,0-13 0 0,0 0 0 0,0 0 0 16,0 0 0-16,0 0 0 0,0 0 0 0,-23-31 0 15,17 5 0-15,-8-12 0 0,-1-3 0 0,1-8 0 16,-15-18 0-16,16 17 0 0,-3-2 0 0,0 4 0 16,-3-4 0-16,9-2 0 0,-1 2 0 0,8 0 0 15,-1-2 0-15,-2 3 0 0,11 1 0 0,0-2 0 0,6 6 0 16,0 4 0-16,5-2 0 0,3 7 0 0,2 4 0 15,3-1 0-15,-3 11 0 0,3 3 0 16,4 1 0-16,0 6 0 0,1-2 0 0,0 7 0 0,5 2 0 16,-5 2 0-16,4 3 0 0,-2 4 0 0,-2 1 0 15,-2 1 0-15,0 2 0 0,-1 8 0 0,1-2 0 16,-6 5 0-16,0-2 0 0,-2 7 0 0,-3-3 0 16,-3 6 0-16,-3 2 0 0,-4 0 0 0,-4 2 0 15,-2 8 0-15,-3-8 0 0,-2 7 0 0,-8-9 0 16,-2-3 0-16,1 2 0 0,-2 3 0 0,-8 1 0 15,6-6 0-15,-11 4 0 0,9-7 0 0,-1-2 0 16,-2-1 0-16,2-1 0 0,-1 1 0 0,3-7 0 0,3 3 0 16,0-6 0-16,1 1 0 0,1-1 0 15,-1-4 0-15,1 2 0 0,14-7 0 0,-18 11 0 16,18-11 0-16,-14 6 0 0,14-6 0 0,-8 6 0 0,8-6 0 16,0 0 0-16,0 0 0 0,-10 7 0 0,10-7 0 15,0 0 0-15,0 0 0 0,29 15 0 0,-15-6 0 16,4-6 0-16,9 8 0 0,2-3 0 0,0 4 0 15,5 0 0-15,6 4 0 0,0 3 0 0,2-3 0 16,-1-1 0-16,-12 0 0 0,2-2 0 0,9 4 0 16,-10-5 0-16,-1 4 0 0,-2-3 0 0,2 1 0 15,0-2 0-15,0 0 0 0,-2 0 0 0,-4 2-251 16,-1-3-70-16,6 1-31 0,-6-2-23 0,-1-5-16 0,-7 1-17 16,4 2-27-16,0-3-28 0,-6-1-30 15,-12-4-291-15,17 8-849 0,-17-8 376 0</inkml:trace>
          <inkml:trace contextRef="#ctx0" brushRef="#br0" timeOffset="-359.341">15798 4525 446 0,'0'0'118'0,"0"0"69"16,0 0 31-16,0-22 4 0,0 22 7 0,-1-14 9 16,1 14 1-16,-4-18-4 0,4 18 26 0,7-17-22 15,-2 3 12-15,1 4-6 0,2-6-14 0,0 4-10 16,-1 4 23-16,1-7 8 0,-2 8 12 0,4-5-19 16,1-2-17-16,-2 5-24 0,6-3-23 0,-9 6-14 15,-6 6-14-15,20-11-16 0,-20 11-15 0,17-7-12 16,-17 7-12-16,19-2-7 0,-19 2-10 0,23 9-8 15,-9-1-7-15,-6 0-6 0,0 3-7 0,2 4 0 0,-2-1-11 16,-5 5-1-16,4 0-4 0,-7 4-2 0,-2-4-5 16,-4 8-2-16,-1-1-1 0,-6 0-6 15,2-1 11-15,0 2-9 0,-4-1 1 0,-13 4 2 0,10-6-4 16,-3 1 9-16,-14 3 9 0,14-7 2 0,-6 0-5 16,-1-2 8-16,8 0 0 0,-3 1 0 15,2-6 3-15,4 4 5 0,2-5-10 0,1-2-3 0,2-1 1 16,4-3-8-16,8-7 17 0,-16 9-11 0,16-9 2 15,-6 12 1-15,6-12 1 0,0 0-4 0,0 0-2 16,0 0-1-16,0 0-7 0,63-7-1 0,-38 3 7 16,7 1-10-16,0-2-5 0,10-3-4 0,1-2 4 15,1 4-14-15,-1-5-31 0,4 1-24 0,-2-1-33 16,-2 3-41-16,3-4-51 0,-6 0-64 0,9-6-69 16,-6 8-51-16,-9-1-70 0,7-2-67 0,-9 4-442 15,5-4-1015-15,5-2 449 0</inkml:trace>
          <inkml:trace contextRef="#ctx0" brushRef="#br0" timeOffset="1458.7421">18808 4247 218 0,'0'0'291'0,"-10"-14"1"16,10 14-4-16,-8-10-1 0,8 10-2 0,-6-17 15 15,6 17-12-15,0-14-12 0,0 14-5 16,5-19-15-16,-4 7 11 0,-1 12-5 0,7-16-8 0,-1 6-9 15,-6 10-4-15,8-18-10 16,0 11-14-16,0-1-3 16,-8 8-11-16,13-16-11 0,-2 13-8 0,-11 3-5 15,23-11-8-15,-9 7-13 0,-14 4-20 0,28 0-3 0,-28 0-19 16,32 8-16-16,-18 0-6 0,0 1-12 0,-1 3-11 16,2 2-8-16,-7 0 0 0,3 8-5 0,-8 4-9 15,2-1-6-15,-7 1-2 0,-2 1-9 0,-3 0-5 16,-6 2 5-16,2-2-2 0,-2 1-3 0,-6-3-9 15,-2 1-1-15,2-3 3 0,-7 8-3 0,4-9 0 16,-7 6-2-16,8-9-3 0,0 0 0 0,0 0 1 16,7-5-1-16,-2-2-4 0,1-1 4 0,4-3-1 15,3-3-1-15,8-5-1 0,-14 16-1 0,14-16 4 16,-7 9 0-16,7-9-8 0,-3 8 7 0,3-8 2 16,0 0-1-16,0 0 6 0,0 0-5 0,18 17-1 15,-18-17 18-15,25 2-19 0,-7-2-6 0,-18 0 1 0,48 0-4 16,-21-1-4-16,4 0 3 0,-4-5-20 0,4 4-34 15,-2-7-47-15,3 8-44 0,-2-5-45 16,1 5-43-16,4-6-37 0,-6 3-38 0,5-7-24 0,-4 3-38 16,-3 1-40-16,2-3-53 0,-10 1-331 0,9 1-860 15,-3-4 381-15</inkml:trace>
          <inkml:trace contextRef="#ctx0" brushRef="#br0" timeOffset="1724.3128">19148 3836 48 0,'-18'-4'375'0,"2"3"-13"0,16 1-4 0,-27-4-12 16,27 4-14-16,-21 0-25 0,21 0-8 0,0 0-1 0,0 0 14 15,0 0-5-15,0 0-10 0,0 0-19 0,0 0-22 16,0 0-23-16,37 19-20 0,-18-17-20 0,-19-2-24 15,45 2-14-15,-16-4-11 0,0 0-23 0,3 0-14 16,0-1-14-16,2 0-25 0,-2 1-54 0,2-3-73 16,11-4-79-16,-12 4-57 0,-2-4-66 0,-1 7-65 15,-1-8-84-15,-3 1-306 0,1 2-776 0,2-1 343 16</inkml:trace>
          <inkml:trace contextRef="#ctx0" brushRef="#br0" timeOffset="2389.9795">19881 3504 117 0,'0'0'468'16,"-1"-9"-14"-16,1 9-1 0,6-13 19 0,-6 13 36 16,15-14 21-16,-6 10-2 0,-9 4-44 0,21-5-34 0,-21 5-25 15,0 0-27-15,37 5-19 0,-37-5-18 0,22 13-14 0,-9 0-18 0,-10-2-10 16,9 11-11-16,-6 2-17 0,1 4-14 0,-6 3-20 16,4 6-205-16,-3 2-51 0,-1-1 0 0,-2 4 0 15,1 4 0-15,0-4 0 0,0-1 0 0,0 4 0 0,1-3 0 16,2 0 0-16,4 3 0 0,-4-3 0 0,5-1 0 15,-3-3 0-15,-5-11 0 0,6 1 0 16,-4-3 0-16,4-5 0 0,-1-2 0 0,-5-4 0 0,2-2 0 16,-1 0 0-16,-1-12 0 0,8 11 0 0,-8-11 0 15,4 10 0-15,-4-10 0 0,0 0 0 0,0 0 0 16,0 0 0-16,0 0 0 0,3-48 0 0,-3 22 0 16,0-13 0-16,-3-7 0 0,-4-6 0 0,-1-3 0 15,-6-27 0-15,-4 7 0 0,-4-11 0 0,1 3 0 16,1 6 0-16,6 23 0 0,4 1 0 0,1 5 0 15,2 4 0-15,7 1 0 0,-4 14 0 0,4 2 0 16,8 1 0-16,-4 1 0 0,4 8 0 0,2-1 0 16,4 5 0-16,2-1 0 0,2 2 0 0,5-2 0 15,-3 6 0-15,1 4 0 0,7 1 0 0,-1 3 0 16,-6 1 0-16,-2 5 0 0,7 2 0 0,-7 4 0 0,7 2 0 16,-1 5 0-16,-4 7 0 0,5 1 0 15,-7-1 0-15,-3 2 0 0,-2 0 0 0,1-1 0 16,-2 11 0-16,-7-12 0 0,-1 2 0 0,-5 3 0 0,-3-5 0 15,0 1 0-15,-9-4 0 0,3 3 0 0,-6 1 0 16,-4-2 0-16,1-2 0 0,-7 0 0 0,4-2 0 16,-11 3 0-16,4-6 0 0,1-3 0 0,-2-3 0 15,0 2 0-15,2-5 0 0,-3 3 0 0,4-5 0 16,-3 1 0-16,7-1 0 0,-2-1 0 0,4 0 0 16,4-4 0-16,2 2 0 0,14-4 0 0,-18 7 0 15,18-7 0-15,-9 7 0 0,9-7 0 0,0 0 0 16,0 0 0-16,0 0 0 0,20 26 0 0,-3-14 0 0,-1-2 0 15,9 6 0-15,4-4 0 0,8 5 0 0,6 3 0 16,-1-5 0-16,3 7 0 0,3-5 0 16,-1 2 0-16,-1 0 0 0,2-3 0 0,-6 0 0 0,5-5 0 15,-6 6 0-15,1-4 0 0,-12-6 0 0,4-1 0 16,-5 0 0-16,-8-3-222 0,6-3-164 0,-6-2-45 16,-21 2-40-16,32-8-48 0,-13-3-28 0,-6 3-390 15,-2-6-1013-15,2 3 449 0</inkml:trace>
          <inkml:trace contextRef="#ctx0" brushRef="#br0" timeOffset="2624.3451">20887 3974 70 0,'2'-19'308'16,"3"5"9"-16,-4 2 2 0,-1 12 21 0,7-22-1 15,-2 8 35-15,3 4 25 0,-2 0 19 0,-6 10 3 0,16-13-7 16,-8 7-9-16,-8 6-3 0,22-4-7 0,-22 4-17 16,28 10 9-16,-20-1-10 0,5 6-7 0,3 13 9 15,-5 8-17-15,-5 8-19 0,1 2-27 0,-7 2-26 16,0 4-222-16,-3-2-68 0,11 7 0 0,-5-1 0 15,-2-3 0-15,1 2 0 0,-2-2 0 0,5 0 0 16,-7-5 0-16,2 2 0 0,3-5 0 0,-6-1 0 16,0-3 0-16,0-3 0 0,-4-9 0 0,3-12 0 15,-3 9 0-15,2 0 0 0,-1-14 0 0,-2 6-242 16,-5-5-408-16,0 0-567 0,0-6-1318 0,13-7 583 16</inkml:trace>
        </inkml:traceGroup>
      </inkml:traceGroup>
    </inkml:traceGroup>
    <inkml:traceGroup>
      <inkml:annotationXML>
        <emma:emma xmlns:emma="http://www.w3.org/2003/04/emma" version="1.0">
          <emma:interpretation id="{6DF5D7DA-66BA-4043-8A04-49E2C99F9F80}" emma:medium="tactile" emma:mode="ink">
            <msink:context xmlns:msink="http://schemas.microsoft.com/ink/2010/main" type="paragraph" rotatedBoundingBox="15755,6330 23242,5790 23388,7816 15901,8357" alignmentLevel="1"/>
          </emma:interpretation>
        </emma:emma>
      </inkml:annotationXML>
      <inkml:traceGroup>
        <inkml:annotationXML>
          <emma:emma xmlns:emma="http://www.w3.org/2003/04/emma" version="1.0">
            <emma:interpretation id="{C97E0324-C74B-4D5E-BC9E-FD6273DBD9A4}" emma:medium="tactile" emma:mode="ink">
              <msink:context xmlns:msink="http://schemas.microsoft.com/ink/2010/main" type="line" rotatedBoundingBox="15755,6330 23242,5790 23388,7816 15901,8357"/>
            </emma:interpretation>
          </emma:emma>
        </inkml:annotationXML>
        <inkml:traceGroup>
          <inkml:annotationXML>
            <emma:emma xmlns:emma="http://www.w3.org/2003/04/emma" version="1.0">
              <emma:interpretation id="{1150CC3B-BBE0-44CF-9491-6EB11E67F8FF}" emma:medium="tactile" emma:mode="ink">
                <msink:context xmlns:msink="http://schemas.microsoft.com/ink/2010/main" type="inkWord" rotatedBoundingBox="15755,6330 23242,5790 23388,7816 15901,8357"/>
              </emma:interpretation>
              <emma:one-of disjunction-type="recognition" id="oneOf1">
                <emma:interpretation id="interp1" emma:lang="" emma:confidence="1">
                  <emma:literal/>
                </emma:interpretation>
              </emma:one-of>
            </emma:emma>
          </inkml:annotationXML>
          <inkml:trace contextRef="#ctx0" brushRef="#br0" timeOffset="5874.1103">14666 5962 397 0,'-8'-17'433'0,"1"-2"-1"0,1 2 3 16,4 3 3-16,-3 2-6 0,5 12-7 0,-1-17-15 16,1 17-23-16,-4-14-40 0,4 14-35 0,0 0-19 15,0 0-8-15,0 0-12 0,0 0-9 0,0 0 0 16,33 45-13-16,-19-19-17 0,0 8-4 0,-1 10-14 16,2-3-10-16,-1 5-12 0,1 3-9 0,-4 1-20 0,0-2-11 15,-5 0-15-15,6 0-12 0,-9 0-13 0,3 3-12 16,-4-6-55-16,4 4-47 0,-6-8 0 0,5-1 0 15,-5-10 0-15,0-3 0 0,-5 1 0 0,-1-3 0 16,4-9 0-16,-3-2 0 0,2-2 0 0,-2 2 0 16,5-14 0-16,-9 15 0 0,9-15 0 0,-11 5 0 15,11-5 0-15,0 0 0 0,-31-20 0 0,17-3 0 16,-14-8 0-16,3-12 0 0,-3 4 0 0,3-9 0 16,2 0 0-16,2 2 0 0,1-6 0 0,2 5 0 15,7-1 0-15,3 0 0 0,6-2 0 0,4 1 0 0,11-3 0 16,-4 7 0-16,10 2 0 0,-1 0 0 0,9-2 0 15,2 5 0-15,0 4 0 0,6 1 0 0,6 4 0 16,-5 4 0-16,1-1 0 0,-1 4 0 0,7 1 0 16,-6 6 0-16,-5 5 0 0,-2 4 0 0,-1 2 0 15,0 0 0-15,-2 6 0 0,1 1 0 0,-7 6 0 16,-4 2 0-16,2 1 0 0,4 7 0 0,-2 0 0 16,-7 6 0-16,1 3 0 0,-1 10 0 0,-6-6 0 0,-1 11 0 15,-7-1 0-15,-4 4 0 0,-2 0 0 16,-5 1 0-16,-4-3 0 0,-2 2 0 0,-4-8 0 0,-2 6 0 15,-1-8 0-15,-5 1 0 0,4-4 0 0,-6 2 0 16,9-12 0-16,-1 0 0 0,1 1 0 0,-1-7 0 16,2 4 0-16,4-8 0 0,1 2 0 0,1-2 0 15,3-1 0-15,4-3 0 0,-1-2 0 0,9-5 0 16,-9 12 0-16,9-12 0 0,-11 7 0 0,11-7 0 16,0 0 0-16,0 0 0 0,14 18 0 0,-14-18 0 15,29 12 0-15,-10-10 0 0,5 6 0 0,4-3 0 0,0 2 0 16,8 0 0-16,7 0 0 0,-3 1 0 0,-1 4 0 15,-4-5 0-15,7 4 0 0,-12-4 0 16,2 5 0-16,0-8 0 0,0 4 0 0,-3 1 0 0,-3-2 0 16,-5-1-18-16,0 1-225 0,-7-2-35 0,5-4-44 15,-19-1-25-15,23 5-28 0,-23-5-22 0,16 1-23 16,-16-1-27-16,0 0-32 0,13-15-333 0,-13 15-877 16,5-11 388-16</inkml:trace>
          <inkml:trace contextRef="#ctx0" brushRef="#br0" timeOffset="6305.3821">15540 6613 611 0,'3'-15'152'0,"2"4"62"0,-5 11 21 15,8-17 7-15,-3 7-1 0,0 1-3 0,1 0-6 0,7-2 2 16,-5 0 1-16,-8 11-12 0,14-15-6 0,-2 8-10 16,4 0-6-16,-2 0-17 0,2-2-8 0,5 4-29 15,0 2-6-15,-2 3-17 0,3-2-7 0,-22 2-10 16,36 0-13 0,-20 5-6-16,3 0-7 0,-4 6-8 0,-3-4-16 0,0 5-1 15,-1 2 0-15,-2 0-8 0,-2 5-4 0,-6 1-1 0,3-1-4 16,-9 7-7-16,5 0 5 0,-7-3-12 0,1 6 5 15,-2-6-1-15,2 2 0 0,-4-2-6 0,2-10-5 16,-3 6 0-16,4-5-1 0,1 2-1 0,3-6-5 16,-2 1-2-16,-2 1 2 0,7-12-5 0,-3 12 5 15,3-12-2-15,-5 10 2 0,5-10 0 0,0 0 8 16,0 0-5-16,13 12 14 0,-13-12 2 0,0 0-1 16,0 0 3-16,29 2 5 0,-29-2 2 0,27 0 0 0,-27 0-2 15,34 0-3-15,-15 2-4 0,2 1-4 0,0 5-1 16,0-4-1-16,5 2-3 0,-2 6-5 0,3-2-1 15,-6 5 2-15,-5-6-4 0,0 3-3 0,-2 3 1 16,-1-4-3-16,0 6 3 0,-5-3-1 0,-2 0-2 16,-2 5-1-16,0-1 3 0,-4-2-1 0,-1 3-3 15,-4 0 1-15,-1-3 2 0,-2 1-6 0,-7-3 4 16,-6 5-4-16,0 0 0 0,-4-1-5 0,-11-2-1 16,-5 3-17-16,-6-10-17 0,4 2-16 0,-4-9-16 15,-7-2-20-15,6-2-33 0,1-3-18 0,-1-1-24 16,5-6-20-16,9 4-19 0,-3-8-36 0,7 8-40 0,2-8-51 15,8 3-85-15,3-2-220 0,3-4-688 0,8 4 305 16</inkml:trace>
          <inkml:trace contextRef="#ctx0" brushRef="#br0" timeOffset="6691.0546">16299 6230 430 0,'0'0'462'0,"-27"-1"3"0,27 1-5 0,-21-6-14 15,21 6-18-15,0 0-34 0,-21 0-29 0,21 0-24 16,0 0-9-16,0 0-3 0,0 0-6 0,0 0-9 15,0 0-20-15,0 0-10 0,0 0-16 0,0 0-14 16,61-15-15-16,-32 13-10 0,6 0-10 0,13-8-5 16,2 1-3-16,3 4-2 0,3-5-7 0,24-4-16 0,-19 4-11 15,18-7-57-15,-1 6-118 0,1-8 0 0,-23 7 0 16,2-2 0-16,-4 6 0 0,1 0 0 0,-4-2 0 16,-3 3 0-16,-14 0 0 0,-3-2 0 0,-3 2 0 15,-7 3 0-15,-5-2 0 0,-1-2 0 0,-9-1 0 16,-6 9 0-16,8-8 0 0,-8 8-179 0,0 0-188 15,-22-20-45-15,6 12-38 0,-4 3-54 0,0-6-50 16,-9 1-401-16,-3 0-1033 0,-13-6 457 0</inkml:trace>
          <inkml:trace contextRef="#ctx0" brushRef="#br0" timeOffset="7013.7243">16690 5640 280 0,'-14'-9'407'0,"3"4"-25"0,11 5-21 16,-16-9-19-16,16 9-9 0,0 0-21 0,-17-3-9 15,17 3 3-15,0 0 9 0,0 0 4 0,0 0-11 16,0 0-20-16,37 34-11 0,-21-23-21 0,5 5-11 16,0 2-25-16,6-6-12 0,2 5-19 0,8-1-19 0,3 1-11 0,4-3-15 0,-1 0-13 15,0-1-13-15,1-3-22 0,1-1-1 0,-2-2-6 16,3-1-11-16,-2 1-9 0,-1-2-11 0,-9-4 4 16,9 5-12-16,-13-3-4 0,-1-1-3 0,3 1-4 15,-14-1-2-15,1 2-11 0,-1-3 3 0,-18-1 1 16,21 7-17-16,-21-7 4 0,13 9 3 0,-12 1-4 0,-1-10 0 15,-6 23-9-15,-2-4 7 0,-7 4-3 16,-1 2 4-16,-3-2-6 0,-7 12 1 0,-1 2 2 16,-5 0-7-16,-2 0 1 0,1 5-1 0,-1 1-6 0,2-2 5 15,3-2-20-15,-3 0-52 0,1-2-54 0,3-3-72 16,8-8-60-16,6 0-72 0,-1-2-57 0,3-2-76 16,4-4-471-16,8-6-1007 0,0-4 446 0</inkml:trace>
          <inkml:trace contextRef="#ctx0" brushRef="#br0" timeOffset="7669.8962">17788 5598 111 0,'0'0'462'0,"-4"-13"-36"0,4 13-27 0,0 0-4 15,0 0-1-15,0 0 6 0,0 0-11 0,0 0-23 16,44 32-16-16,-27-8-15 0,1 2-18 0,0 5-23 15,-1 9-16-15,-2-4-7 0,-1 0-14 0,5 2-12 16,-4-1-7-16,-7 3-21 0,0-11-11 0,0 11-24 0,-3 2-2 16,0-13-13-16,-4 7-10 0,-1-8-8 15,-1 1-9-15,-3-3-22 0,3-1-3 0,-4 0-32 0,3-6 15 16,1-5-18-16,-1 2-4 0,-3-5 6 0,1-4-24 16,4-7-2-16,-4 17-3 0,4-17-6 0,0 0-47 15,-8 9 0-15,8-9 0 0,0 0 0 0,0 0 0 16,0 0 0-16,0 0 0 0,-32-33 0 0,24 7 0 15,0 0 0-15,-5-12 0 0,4-7 0 0,-4-4 0 16,5-2 0-16,1-3 0 0,1 2 0 0,3-1 0 16,0 7 0-16,3-1 0 0,4 2 0 0,4 5 0 0,-1 2 0 15,6 2 0-15,1-2 0 0,4 0 0 16,-4 12 0-16,12-8 0 0,-8 9 0 0,14-4 0 16,-2 6 0-16,5-2 0 0,1 0 0 0,-6 13 0 0,-1-2 0 15,5 3 0-15,-5 2 0 0,4 3 0 0,-2 5 0 16,-2 2 0-16,-2 2 0 0,0 5 0 0,-4 4 0 15,-2 5 0-15,-5 2 0 0,-2 7 0 0,-3 2 0 16,-3 10 0-16,-5 3 0 0,-6 0 0 0,-5 0 0 16,-1-3 0-16,-7 3 0 0,-4 2 0 0,-2-7 0 15,-4 1 0-15,2-4 0 0,-5 2 0 0,0-1 0 16,-3-7 0-16,7-4 0 0,1-2 0 0,-2-2 0 0,-1-4 0 16,3-1 0-16,-2 3 0 0,8-8 0 0,-1 3 0 15,3-5 0-15,2 0-10 0,1-1-3 0,13-6 1 16,-21 7-1-16,13-1 5 0,8-6-3 0,-13 7 3 15,13-7-2-15,0 0 5 0,-6 12 0 0,6-12-2 16,0 0 9-16,0 0-7 0,27 12 1 0,-10-8-2 16,0 2 2-16,3-1 8 0,6 1-5 0,1 2 0 15,2 1-4-15,0-1 14 0,5 1-11 0,7-2 3 0,-10 7-7 16,1-4 7-16,8 1-11 0,2 1-11 16,-12-5-38-16,-2 5-48 0,-1-1-47 0,-1-2-55 0,-2 1-41 15,-8-7-48-15,3 3-33 0,-3-4-44 0,-16-2-49 16,21 5-58-16,-21-5-410 0,0 0-967 0,22 0 428 15</inkml:trace>
          <inkml:trace contextRef="#ctx0" brushRef="#br0" timeOffset="8119.8767">18574 6174 231 0,'0'0'308'16,"0"0"-12"-16,1-18-10 15,-1 18-6-15,0 0-7 0,16-10-19 0,-16 10-15 16,20-7-7-16,-20 7-17 0,21-6-11 0,-21 6-22 0,22-4-1 0,-22 4-13 15,26 0-14-15,-26 0-12 0,22 8-13 0,-22-8-7 16,21 10-15-16,-11-3-5 0,-2 0-5 0,0 3-10 16,-2-1 7-16,0 3-6 0,1 2-8 0,-5 0-5 15,2 4-8-15,-2-7-5 0,-2 6-4 0,0 0-8 16,-3-2-8-16,-2-2 3 0,0 3 2 0,0 0-10 16,0-5-12-16,-1 5 10 0,3-7-11 0,3-9 7 15,-11 17 5-15,4-8-21 0,1-1 11 0,6-8-4 0,-8 12-5 16,8-12 5-16,-3 12-5 0,3-12 6 0,0 0 3 15,0 0 9-15,0 0 9 0,-5 11 18 0,5-11 3 16,0 0 15-16,0 0-2 0,0 0-2 0,0 0-3 16,0 0-1-16,51-9-5 0,-51 9-6 0,29-3-7 15,-8 3-6-15,-21 0-3 0,35 0-9 0,-16 1 1 16,-3 1-5-16,4 3-3 0,-4-1-6 0,-2 6 3 16,1-1-7-16,-3 2 2 0,-2 0 3 0,0 1-5 15,-7 4-3-15,5 0-1 0,-8 2 4 0,-2 1-5 16,-3 1 1-16,1 2-7 0,-6 4 1 0,-4-2 3 15,-1-1-2-15,-2 1 1 0,-8-2-6 0,3-1 5 16,-7 5-5-16,-9-2 0 0,-1-2-2 0,2-3-5 0,8-1-4 16,-9 1-17-16,6-8-27 0,-8 7-39 0,-7-9-38 15,5-4-31-15,12-3-39 0,-13-4-41 0,9 2-38 16,3-3-57-16,-10-10-52 0,12 1-407 0,2-3-858 16,-6-10 379-16</inkml:trace>
          <inkml:trace contextRef="#ctx0" brushRef="#br0" timeOffset="8479.2833">19163 5918 473 0,'-20'1'566'16,"20"-1"-16"-16,0 0-8 0,-17 2-2 0,17-2-2 15,0 0-9-15,0 0-41 0,0 0-39 0,0 0-44 0,0 0-40 16,69 5-36-16,-40-3-33 0,4 4-32 15,-1-3-27-15,4 1-23 0,5-1-25 0,3 0-26 0,-14-1-27 16,4 1-64-16,-4-2-74 0,-1 0-69 0,-8-1-69 16,-21 0-73-16,40-7-79 0,-19 4-84 0,-11-3-88 15,-2-1-501-15,-8 7-1045 0,21-13 463 0</inkml:trace>
          <inkml:trace contextRef="#ctx0" brushRef="#br0" timeOffset="9588.5303">19881 5735 188 0,'0'0'414'0,"-14"-6"-14"0,14 6 2 0,-13-10-4 16,13 10-6-16,-10-14-9 0,4 6-16 0,6 8-21 15,-6-18-32-15,4 10-26 0,-3-7-22 0,8 2-7 16,-3 13-11-16,4-21-25 0,0 6-16 0,0 3-13 15,4-1-7-15,-2-3-19 0,0 6-12 0,6-2-14 16,-4 5-16-16,1-5-15 0,6 4-11 0,-4 1-10 16,-11 7-8-16,21-11-6 0,-11 8-8 0,-10 3-5 0,28-4-10 15,-28 4-1-15,28 4-5 0,-28-4-7 16,29 10-6-16,-15 4-1 0,-1-2-2 0,1 4-4 16,1 5-5-16,-6-1-1 0,3 5 0 0,-6 1-1 0,-3 2-7 15,-3 1-1-15,-6-2-3 0,-1 4 2 0,-1-2 0 16,0 1 4-16,-13 6-7 0,9-12 5 0,-4 4-10 15,-5-2-3-15,-2 6 8 0,-6-2-5 0,5-7 2 16,-1-5 1-16,-11 5-2 0,9-4 1 0,-2-4-3 16,0-1 3-16,5-2-1 0,2 2 2 0,4-5-3 15,-3-1-1-15,7-1 2 0,6-3 0 0,8-4 4 16,0 0-14-16,-16 7 13 0,16-7 1 0,0 0 5 16,0 0 10-16,0 0 7 0,30 22 2 0,-2-15-4 15,-1-2 5-15,3 1-8 0,1-3-2 0,19-3-2 16,-1 0-5-16,7 0 11 0,2-3-1 0,-2-3-9 0,5 3 1 15,-6-2-5-15,3-2-5 0,-2 3-15 0,0-11-34 16,-6 4-52-16,-5-2-41 0,1-1-33 0,-9-2-19 16,-7 1-10-16,-2-6 4 0,-6 5 21 0,-3-5 15 15,-4-2 12-15,-1-7 13 0,-2-6 17 0,-8 4 16 16,0-10 7-16,-3-3 11 0,-6 1 37 0,2 2 22 16,-2 1 44-16,-3 9 34 0,3 6 20 0,4 0 15 15,-1 9 29-15,1 2 5 0,-3-1 10 0,4 4 6 16,0 12-1-16,5-18 7 0,-5 18-8 0,3-9-8 0,-3 9 11 15,0 0 9-15,0 0-4 0,0 0-19 0,36 27-2 16,-30-8 0-16,9 5-3 0,-1 16 7 0,-1-2-14 16,-5 3-4-16,-2 1-88 0,6 3-25 0,-4-1 0 15,-5 3 0-15,5 1 0 0,-8-3 0 0,5 4 0 16,-4-6 0-16,2 3 0 0,1-8 0 0,-4-5 0 16,0 6 0-16,3-2 0 0,-3-6 0 0,0-3 0 15,0-9 0-15,0-2 0 0,0-2 0 0,0-2 0 16,0-13 0-16,-3 19 0 0,3-19 0 0,0 15 0 15,0-15 0-15,0 0 0 0,0 0 0 0,0 0 0 0,0 0 0 16,0 0 0-16,0 0 0 0,-21-55 0 0,14 25 0 16,-1-12 0-16,0-6 0 0,-6-25 0 0,-7-2 0 15,11 1 0-15,-2-4 0 0,-3 4 0 0,7 1 0 16,2 21 0-16,4 2 0 0,4 0 0 0,3 2 0 16,-1 3 0-16,9 2 0 0,-5 5 0 0,7 1 0 15,2 9 0-15,1 2 0 0,0 3 0 0,1 1 0 16,2 6 0-16,6-3 0 0,7 5 0 0,-7 2 0 15,16-2 0-15,-11 6 0 0,4 4 0 0,5 2 0 16,1 9 0-16,-10 0 0 0,2 5 0 0,3 9 0 16,-2 3 0-16,-3 4 0 0,-3 4 0 0,-5 1 0 0,-11-3 0 15,-3 9 0-15,-4-1 0 0,-6 2 0 16,-6 1 0-16,-9-4 0 0,1-1 0 0,-9-1 0 16,1-4 0-16,-12-4 0 0,4 6 0 0,-7-7 0 0,-5-5 0 15,0 2 0-15,-6 4 0 0,3-6 0 0,0-4 0 16,-1 0 0-16,4-4 0 0,-1-2 0 0,3-3 0 15,6-3 0-15,0 1 0 0,4-4 0 0,2 0 0 16,8-2 0-16,4 4 0 0,16-4 0 0,-26 1 0 0,26-1 0 16,0 0 0-16,0 0 0 0,0 0 0 15,0 0 0-15,0 0 0 0,0 0 0 0,34 22 0 16,-12-11 0-16,18 8 0 0,-1-3 0 0,2 2 0 0,11 1 0 16,2-6 0-16,-2 9 0 0,4 1 0 0,-5-6 0 15,2 2 0-15,-6 0 0 0,1-3 0 0,-3 3 0 16,-2-3 0-16,-1 0 0 0,-13-3 0 0,4-4 0 15,-2 1 0-15,-2-1 0 0,-2-3 0 0,-6-1 0 16,0-2-305-16,-1-3-197 0,3 4-43 0,6-9-40 16,-8 3-458-16,6-2-1129 0,-3 1 499 0</inkml:trace>
          <inkml:trace contextRef="#ctx0" brushRef="#br0" timeOffset="9807.2732">21898 6156 28 0,'2'-12'419'0,"-2"12"27"16,1-18 9-16,-1 18 21 0,-1-17 24 0,1 17 12 15,-5-17 4-15,5 17 3 0,0 0 5 0,5-10 12 16,-5 10 26-16,0 0 17 0,0 0 2 0,0 0-4 16,53 27-39-16,-39-15-115 0,5 11-423 0,-4-3 0 15,-1 8 0-15,-1 14 0 0,-3 3 0 0,-6 1 0 0,1 2 0 16,-5 3 0-16,0 0 0 0,-3 1 0 16,3 4 0-16,-2-7 0 0,-2 4 0 0,2-2 0 15,-4-4 0-15,-1-2 0 0,-1-4 0 0,0 0 0 0,-5-2 0 16,5-13 0-16,-1 2 0 0,-3-1 0 15,-2-5 0-15,4 1 0 0,2-11-1366 0,-3 2-1478 0,5-9 654 16</inkml:trace>
        </inkml:traceGroup>
      </inkml:traceGroup>
    </inkml:traceGroup>
  </inkml:traceGroup>
</inkml:ink>
</file>

<file path=ppt/ink/ink29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3T08:09:03.142"/>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19DB1BD6-5B2C-4B17-B776-A5741431D50F}" emma:medium="tactile" emma:mode="ink">
          <msink:context xmlns:msink="http://schemas.microsoft.com/ink/2010/main" type="inkDrawing" rotatedBoundingBox="15280,8599 15929,14545 13853,14772 13204,8826" semanticType="verticalRange" shapeName="Other">
            <msink:sourceLink direction="with" ref="{9DE17A56-A81C-4857-A9E6-28EC802FA40C}"/>
            <msink:sourceLink direction="with" ref="{47ABC14D-96E9-428A-A223-519734C605A4}"/>
            <msink:sourceLink direction="with" ref="{2E4EADEC-2C40-49ED-8B5F-00E59911B86D}"/>
          </msink:context>
        </emma:interpretation>
      </emma:emma>
    </inkml:annotationXML>
    <inkml:trace contextRef="#ctx0" brushRef="#br0">112 181 66 0,'-19'-1'344'0,"19"1"-24"16,0 0-15-16,-19-7-20 0,19 7-23 0,0 0-7 15,0 0-10-15,0 0 1 0,0 0 1 0,41-11-17 16,-14 3 0-16,9 7-11 0,12-5-22 0,3 2 7 16,1-2-12-16,4 0-21 0,6 2-8 0,20-3-6 15,-3 0-9-15,-18 2-5 0,-2-4-10 0,20 0-5 16,-18 4-11-16,-2-2-4 0,-3-3-7 0,-4 2-2 0,-1 0-3 15,-1 1 0-15,-4 0-2 0,-14 3-5 0,-3 1-1 16,-2-2 3-16,-6 4-9 0,-5-1 2 16,-16 2-5-16,32-4-4 0,-32 4 2 0,26 6-10 0,-12 2 1 15,-1 0-1-15,2 8 10 0,-1 2 14 0,1 8 0 16,5 10 2-16,1 7 8 0,-9 6 4 0,-4 6 3 16,0 21-2-16,0 10 5 0,0 4 12 0,3 39-7 15,-1 2 1-15,4 8 11 0,-6-3 0 0,-2 2-60 16,9 3-73-16,-2 6 0 0,-5 4 0 0,6 10 0 15,9 5 0-15,-11 3 0 0,8 0 0 0,-6 3 0 16,1 0 0-16,1-6 0 0,4 5 0 0,3-5 0 0,-15-2 0 16,3-5 0-16,4-9 0 0,-14-3 0 0,6-7 0 15,-9-10 0-15,5 2 0 0,-3-7 0 0,7-33 0 16,-1 35 0-16,-4-35 0 0,4 1 0 0,2-3 0 16,-8-7 0-16,7 0 0 0,-7 0 0 0,4-9 0 15,3 2 0-15,-7-22 0 0,8 16 0 0,-7-14 0 16,4-8 0-16,-3 4 0 0,-1-6 0 0,-1-1 0 15,-3-4 0-15,3-2 0 0,-3-10 0 0,1 4 0 16,-2-9 0-16,-1 2 0 0,2 0 0 0,3-7 0 0,-4-3 0 16,0 1 0-16,2-2 0 0,-3-1 0 15,2-5 0-15,3-9 0 0,-7 22 0 0,3-13 0 0,2 3 0 16,-4-3 0-16,6-9 0 0,-10 14 0 0,-1-5 0 16,-4-1 0-16,-1 2 0 0,-11 1 0 0,0 1 0 15,-25-8 0-15,-7 4 0 0,-31-5 0 0,-9-4 0 16,-46-9 0-16,-4 1 0 0,2-11 0 0,-12 4 0 15,1-11 0-15,-12 3 0 0,5-7-1366 0,6 1-1478 16,4-1 654-16</inkml:trace>
  </inkml:traceGroup>
</inkml:ink>
</file>

<file path=ppt/ink/ink295.xml><?xml version="1.0" encoding="utf-8"?>
<inkml:ink xmlns:inkml="http://www.w3.org/2003/InkML">
  <inkml:definitions/>
  <inkml:traceGroup>
    <inkml:annotationXML>
      <emma:emma xmlns:emma="http://www.w3.org/2003/04/emma" version="1.0">
        <emma:interpretation id="{3C211622-F13F-47E1-B9D0-2340211B5D12}" emma:medium="tactile" emma:mode="ink">
          <msink:context xmlns:msink="http://schemas.microsoft.com/ink/2010/main" type="writingRegion" rotatedBoundingBox="18021,11207 31787,10404 32123,16178 18358,16981"/>
        </emma:interpretation>
      </emma:emma>
    </inkml:annotationXML>
    <inkml:traceGroup>
      <inkml:annotationXML>
        <emma:emma xmlns:emma="http://www.w3.org/2003/04/emma" version="1.0">
          <emma:interpretation id="{509E8B8A-1289-4660-ABAE-4EE491F70A40}" emma:medium="tactile" emma:mode="ink">
            <msink:context xmlns:msink="http://schemas.microsoft.com/ink/2010/main" type="paragraph" rotatedBoundingBox="18027,11140 27216,10689 27335,13099 18146,13550" alignmentLevel="1"/>
          </emma:interpretation>
        </emma:emma>
      </inkml:annotationXML>
      <inkml:traceGroup>
        <inkml:annotationXML>
          <emma:emma xmlns:emma="http://www.w3.org/2003/04/emma" version="1.0">
            <emma:interpretation id="{1592081E-5CBE-4546-BEB8-B3434E898376}" emma:medium="tactile" emma:mode="ink">
              <msink:context xmlns:msink="http://schemas.microsoft.com/ink/2010/main" type="line" rotatedBoundingBox="18027,11140 27216,10689 27335,13099 18146,13550"/>
            </emma:interpretation>
          </emma:emma>
        </inkml:annotationXML>
        <inkml:traceGroup>
          <inkml:annotationXML>
            <emma:emma xmlns:emma="http://www.w3.org/2003/04/emma" version="1.0">
              <emma:interpretation id="{2E814395-21DE-4346-92BA-F9E5A05A44BB}" emma:medium="tactile" emma:mode="ink">
                <msink:context xmlns:msink="http://schemas.microsoft.com/ink/2010/main" type="inkWord" rotatedBoundingBox="21100,10989 27216,10689 27332,13048 21216,13349"/>
              </emma:interpretation>
              <emma:one-of disjunction-type="recognition" id="oneOf0">
                <emma:interpretation id="interp0" emma:lang="" emma:confidence="0.5">
                  <emma:literal>RFBRZIRZ</emma:literal>
                </emma:interpretation>
                <emma:interpretation id="interp1" emma:lang="" emma:confidence="0">
                  <emma:literal>RBRZIRZ</emma:literal>
                </emma:interpretation>
                <emma:interpretation id="interp2" emma:lang="" emma:confidence="0">
                  <emma:literal>RBRZFIRZ</emma:literal>
                </emma:interpretation>
                <emma:interpretation id="interp3" emma:lang="" emma:confidence="0">
                  <emma:literal>RFBRZFIRZ</emma:literal>
                </emma:interpretation>
                <emma:interpretation id="interp4" emma:lang="" emma:confidence="0">
                  <emma:literal>83&gt;4522</emma:literal>
                </emma:interpretation>
              </emma:one-of>
            </emma:emma>
          </inkml:annotationXML>
        </inkml:traceGroup>
      </inkml:traceGroup>
    </inkml:traceGroup>
    <inkml:traceGroup>
      <inkml:annotationXML>
        <emma:emma xmlns:emma="http://www.w3.org/2003/04/emma" version="1.0">
          <emma:interpretation id="{946A76BD-55EC-4BA2-9C3C-CDE286AD8060}" emma:medium="tactile" emma:mode="ink">
            <msink:context xmlns:msink="http://schemas.microsoft.com/ink/2010/main" type="paragraph" rotatedBoundingBox="21781,13764 31661,12442 32156,16143 22276,17465" alignmentLevel="2"/>
          </emma:interpretation>
        </emma:emma>
      </inkml:annotationXML>
      <inkml:traceGroup>
        <inkml:annotationXML>
          <emma:emma xmlns:emma="http://www.w3.org/2003/04/emma" version="1.0">
            <emma:interpretation id="{A6823F84-1587-49CE-AE07-B5BD5A45E5A2}" emma:medium="tactile" emma:mode="ink">
              <msink:context xmlns:msink="http://schemas.microsoft.com/ink/2010/main" type="line" rotatedBoundingBox="21781,13764 31235,12499 31654,15631 22200,16896"/>
            </emma:interpretation>
          </emma:emma>
        </inkml:annotationXML>
        <inkml:traceGroup>
          <inkml:annotationXML>
            <emma:emma xmlns:emma="http://www.w3.org/2003/04/emma" version="1.0">
              <emma:interpretation id="{290A9B71-B512-4171-807F-E41C3875C9BC}" emma:medium="tactile" emma:mode="ink">
                <msink:context xmlns:msink="http://schemas.microsoft.com/ink/2010/main" type="inkWord" rotatedBoundingBox="21781,13764 27284,13028 27703,16160 22200,16896"/>
              </emma:interpretation>
              <emma:one-of disjunction-type="recognition" id="oneOf1">
                <emma:interpretation id="interp5" emma:lang="" emma:confidence="0.5">
                  <emma:literal>1274</emma:literal>
                </emma:interpretation>
                <emma:interpretation id="interp6" emma:lang="" emma:confidence="0">
                  <emma:literal>#242)</emma:literal>
                </emma:interpretation>
                <emma:interpretation id="interp7" emma:lang="" emma:confidence="0">
                  <emma:literal>#2472)</emma:literal>
                </emma:interpretation>
                <emma:interpretation id="interp8" emma:lang="" emma:confidence="0">
                  <emma:literal>1274°</emma:literal>
                </emma:interpretation>
                <emma:interpretation id="interp9" emma:lang="" emma:confidence="0">
                  <emma:literal>1274%</emma:literal>
                </emma:interpretation>
              </emma:one-of>
            </emma:emma>
          </inkml:annotationXML>
        </inkml:traceGroup>
        <inkml:traceGroup>
          <inkml:annotationXML>
            <emma:emma xmlns:emma="http://www.w3.org/2003/04/emma" version="1.0">
              <emma:interpretation id="{7F77A789-EE26-49EC-8710-4E0386FCF5D8}" emma:medium="tactile" emma:mode="ink">
                <msink:context xmlns:msink="http://schemas.microsoft.com/ink/2010/main" type="inkWord" rotatedBoundingBox="28504,13828 31361,13446 31560,14934 28703,15316"/>
              </emma:interpretation>
              <emma:one-of disjunction-type="recognition" id="oneOf2">
                <emma:interpretation id="interp10" emma:lang="" emma:confidence="0.5">
                  <emma:literal>-1+1</emma:literal>
                </emma:interpretation>
                <emma:interpretation id="interp11" emma:lang="" emma:confidence="0">
                  <emma:literal>-1+7</emma:literal>
                </emma:interpretation>
                <emma:interpretation id="interp12" emma:lang="" emma:confidence="0">
                  <emma:literal>t</emma:literal>
                </emma:interpretation>
                <emma:interpretation id="interp13" emma:lang="" emma:confidence="0">
                  <emma:literal>-1+7)</emma:literal>
                </emma:interpretation>
                <emma:interpretation id="interp14" emma:lang="" emma:confidence="0">
                  <emma:literal>t]</emma:literal>
                </emma:interpretation>
              </emma:one-of>
            </emma:emma>
          </inkml:annotationXML>
        </inkml:traceGroup>
      </inkml:traceGroup>
      <inkml:traceGroup>
        <inkml:annotationXML>
          <emma:emma xmlns:emma="http://www.w3.org/2003/04/emma" version="1.0">
            <emma:interpretation id="{E42CE132-0BDE-4FFD-8325-BB636D0D2F4B}" emma:medium="tactile" emma:mode="ink">
              <msink:context xmlns:msink="http://schemas.microsoft.com/ink/2010/main" type="line" rotatedBoundingBox="30045,15139 32056,15022 32123,16178 30112,16295"/>
            </emma:interpretation>
          </emma:emma>
        </inkml:annotationXML>
        <inkml:traceGroup>
          <inkml:annotationXML>
            <emma:emma xmlns:emma="http://www.w3.org/2003/04/emma" version="1.0">
              <emma:interpretation id="{E1D986E9-A9F4-44E3-B336-3CA7A01F6973}" emma:medium="tactile" emma:mode="ink">
                <msink:context xmlns:msink="http://schemas.microsoft.com/ink/2010/main" type="inkWord" rotatedBoundingBox="30045,15139 32056,15022 32123,16178 30112,16295"/>
              </emma:interpretation>
              <emma:one-of disjunction-type="recognition" id="oneOf3">
                <emma:interpretation id="interp15" emma:lang="" emma:confidence="0.5">
                  <emma:literal>EO</emma:literal>
                </emma:interpretation>
                <emma:interpretation id="interp16" emma:lang="" emma:confidence="0.5">
                  <emma:literal>= o</emma:literal>
                </emma:interpretation>
                <emma:interpretation id="interp17" emma:lang="" emma:confidence="0">
                  <emma:literal>ID</emma:literal>
                </emma:interpretation>
                <emma:interpretation id="interp18" emma:lang="" emma:confidence="0">
                  <emma:literal>= °</emma:literal>
                </emma:interpretation>
                <emma:interpretation id="interp19" emma:lang="" emma:confidence="0">
                  <emma:literal>= .</emma:literal>
                </emma:interpretation>
              </emma:one-of>
            </emma:emma>
          </inkml:annotationXML>
        </inkml:traceGroup>
      </inkml:traceGroup>
    </inkml:traceGroup>
  </inkml:traceGroup>
</inkml:ink>
</file>

<file path=ppt/ink/ink29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3T08:09:45.624"/>
    </inkml:context>
    <inkml:brush xml:id="br0">
      <inkml:brushProperty name="width" value="0.06667" units="cm"/>
      <inkml:brushProperty name="height" value="0.06667" units="cm"/>
      <inkml:brushProperty name="color" value="#FF0000"/>
      <inkml:brushProperty name="fitToCurve" value="1"/>
    </inkml:brush>
    <inkml:brush xml:id="br1">
      <inkml:brushProperty name="width" value="0.06667" units="cm"/>
      <inkml:brushProperty name="height" value="0.06667" units="cm"/>
      <inkml:brushProperty name="color" value="#FF0000"/>
    </inkml:brush>
  </inkml:definitions>
  <inkml:traceGroup>
    <inkml:annotationXML>
      <emma:emma xmlns:emma="http://www.w3.org/2003/04/emma" version="1.0">
        <emma:interpretation id="{DBB67603-A5E8-4494-8722-CA87B69559F1}" emma:medium="tactile" emma:mode="ink">
          <msink:context xmlns:msink="http://schemas.microsoft.com/ink/2010/main" type="writingRegion" rotatedBoundingBox="18174,10337 32395,11243 31897,19057 17677,18152"/>
        </emma:interpretation>
      </emma:emma>
    </inkml:annotationXML>
    <inkml:traceGroup>
      <inkml:annotationXML>
        <emma:emma xmlns:emma="http://www.w3.org/2003/04/emma" version="1.0">
          <emma:interpretation id="{3D197969-9E9F-4C10-B88B-BB71B355C5CB}" emma:medium="tactile" emma:mode="ink">
            <msink:context xmlns:msink="http://schemas.microsoft.com/ink/2010/main" type="paragraph" rotatedBoundingBox="18174,10337 32395,11243 32092,15993 17872,15087" alignmentLevel="1"/>
          </emma:interpretation>
        </emma:emma>
      </inkml:annotationXML>
      <inkml:traceGroup>
        <inkml:annotationXML>
          <emma:emma xmlns:emma="http://www.w3.org/2003/04/emma" version="1.0">
            <emma:interpretation id="{87974F3E-B945-463C-830F-B47C21B61A1E}" emma:medium="tactile" emma:mode="ink">
              <msink:context xmlns:msink="http://schemas.microsoft.com/ink/2010/main" type="line" rotatedBoundingBox="18174,10337 32395,11243 32092,15993 17872,15087"/>
            </emma:interpretation>
          </emma:emma>
        </inkml:annotationXML>
        <inkml:traceGroup>
          <inkml:annotationXML>
            <emma:emma xmlns:emma="http://www.w3.org/2003/04/emma" version="1.0">
              <emma:interpretation id="{2F1C01AD-07A1-41C4-A6A4-B7A615F2C9ED}" emma:medium="tactile" emma:mode="ink">
                <msink:context xmlns:msink="http://schemas.microsoft.com/ink/2010/main" type="inkWord" rotatedBoundingBox="18110,11350 20432,11498 20296,13639 17974,13491"/>
              </emma:interpretation>
              <emma:one-of disjunction-type="recognition" id="oneOf0">
                <emma:interpretation id="interp0" emma:lang="" emma:confidence="0.5">
                  <emma:literal>BR.</emma:literal>
                </emma:interpretation>
                <emma:interpretation id="interp1" emma:lang="" emma:confidence="0">
                  <emma:literal>RFB,</emma:literal>
                </emma:interpretation>
                <emma:interpretation id="interp2" emma:lang="" emma:confidence="0">
                  <emma:literal>RFBB</emma:literal>
                </emma:interpretation>
                <emma:interpretation id="interp3" emma:lang="" emma:confidence="0">
                  <emma:literal>RFBB.</emma:literal>
                </emma:interpretation>
                <emma:interpretation id="interp4" emma:lang="" emma:confidence="0">
                  <emma:literal>RFBB,</emma:literal>
                </emma:interpretation>
              </emma:one-of>
            </emma:emma>
          </inkml:annotationXML>
          <inkml:trace contextRef="#ctx0" brushRef="#br0">16915 10692 190 0,'0'0'384'0,"-19"-9"-28"0,19 9-7 16,-20-7-10-16,20 7-16 0,0 0-10 0,-27 11 0 16,27-11-3-16,-16 25 12 0,5-2-2 0,3 8 1 15,5 9-13-15,-2 7-2 0,5 5-9 0,6-6-11 0,-1 8-5 16,3 14-10-16,-2-12-23 0,4 15-12 0,-4-21-19 15,3 4-16-15,-1-1-7 0,-2-1-12 0,2-4-20 16,-2-1-17-16,2-1-3 0,0-2-14 0,2-4-26 16,0-4 2-16,-10-6-8 0,1-4-14 0,2-6-7 15,-1-1-7-15,0-3-8 0,-2-3 2 0,5 2-12 16,-5-5-8-16,0-10-36 0,-2 17-6 0,2-17 0 16,0 0 0-16,-3 14 0 0,3-14 0 0,0 0 0 15,0 0 0-15,0 0 0 0,0 0 0 0,-29-38 0 16,21 13 0-16,-2-6 0 0,-1 2 0 0,-3-10 0 15,-1-3 0-15,5-1 0 0,-1-4 0 0,3 4 0 0,10-3 0 16,-9 1 0-16,6 0 0 0,1-2 0 16,1 5 0-16,6-3 0 0,1-1 0 0,5 2 0 0,-1 0 0 15,5-3 0-15,10 1 0 0,-6 2 0 0,1 4 0 16,1-3-1-16,-1 3-8 0,17 5 2 0,-11 5 11 16,-4-4-12-16,-1 11-4 0,1 2 7 0,-6 5 3 15,11 1-6-15,-4 6-1 0,-4 3-5 0,2 2 8 16,-6 2-5-16,-17 2 4 0,32 7 3 0,-16 4-5 0,-1 3 1 15,-4 5-3-15,-3 7 6 0,0 3-5 16,-6-1 7-16,-2 16 0 0,-4-4 0 0,-7-4-4 0,-2 8 5 16,-3-5-9-16,-1 2 1 0,-4-3-7 0,-3 1 1 15,-2-3-14-15,-1-2-5 0,-7-1-6 0,2 1 4 16,-3-4-14-16,-1 3-2 0,3-6-6 0,-1 3-1 16,10-13 6-16,-3 0 7 0,3-1 1 0,3-1 18 15,5-2 1-15,-2-1 6 0,4-5 1 0,-1 0-2 16,7 1 3-16,8-8 3 0,-13 11-1 0,13-11 1 15,-8 8 5-15,8-8-2 0,0 0 6 0,2 18-1 0,-2-18 3 16,19 12 1-16,-4-5 0 0,-1-1 0 16,5 3 1-16,-1 0 3 0,3-1-3 0,6 3 1 15,-3-1 0-15,3 1 1 0,2-1 2 0,0 3 3 0,0-2-1 16,-2 0-6-16,-1 2 0 0,-2 5 8 0,-1-5-10 16,-1 3 0-16,-4-4-17 0,-4-4-28 0,2 3-49 15,-5 3-48-15,-1-6-53 0,4 4-52 0,-7-6-59 16,-7-6-58-16,8 17-66 0,-7-9-96 0,-1-8-268 15,0 0-865-15,0 14 382 0</inkml:trace>
          <inkml:trace contextRef="#ctx0" brushRef="#br0" timeOffset="1468.6205">18437 10865 232 0,'-19'-9'324'16,"6"1"-13"-16,-1-3-11 0,-1 3 1 0,7 1 2 0,8 7 17 15,-12-9 1-15,12 9-6 0,-8-9-13 0,8 9-23 16,0 0-20-16,0 0-8 0,0 0 8 0,0 0 10 15,0 0 2-15,0 0-6 0,0 0 1 0,28 32-11 16,-10-22-19-16,0 0 19 0,9-3-20 0,12 9-1 16,-9-1-29-16,10-3-12 0,2 2 2 0,0-2-23 15,-1-1-19-15,3-1-1 0,-3 1-20 0,-9-8-21 16,2 1 1-16,-3-5-17 0,2 3-2 0,-2 2-14 0,1-3-8 16,-8 1-6-16,-3-4-65 0,-21 2 0 0,37-5 0 15,-18 5 0-15,-3-2 0 0,-16 2 0 16,22-5 0-16,-22 5 0 0,0 0 0 0,21 0 0 0,-21 0 0 15,0 0 0-15,0 0 0 0,18 7 0 0,-18-7 0 16,0 18 0-16,0-18 0 0,-13 27 0 0,0-5 0 16,-6 1 0-16,-7 5 0 0,-6 8 0 0,2-5 0 15,-6 3 0-15,-2 3 0 0,-1 0-88 0,1 0-195 16,-4 1-59-16,5 0-57 0,-4 2-77 0,5-1-85 16,-5-1-446-16,4-5-1092 0,1-5 484 0</inkml:trace>
          <inkml:trace contextRef="#ctx0" brushRef="#br0" timeOffset="1140.5194">17903 11224 174 0,'-16'0'333'0,"16"0"-9"0,0 0-2 15,-24-5 7-15,24 5-14 0,-22 0-19 0,22 0 2 0,-23 0 19 16,23 0 11-16,-34 0-9 0,34 0-12 0,-28 0-11 16,28 0-6-16,-23 0-4 0,23 0-10 0,-22 0-7 15,22 0-15-15,0 0-22 0,-21 4-19 0,21-4-16 16,0 0-14-16,0 0 10 0,0 0-22 0,0 0 24 16,0 0 14-16,0 0-9 0,0 0-9 0,0 0-13 15,77 0-7-15,-31-6-9 0,4 1-1 0,3 3 12 16,6-4-144-16,25-1-29 0,2 1 0 0,3 1 0 15,-4 2 0-15,-2-2 0 0,-4 5 0 0,-22-2 0 16,-4 0 0-16,2 0 0 0,-10 1 0 0,-3-6 0 16,-14 7 0-16,-7-4 0 0,-1 1 0 0,-20 3 0 0,24-2 0 15,-24 2 0-15,19-2 0 0,-19 2 0 16,0 0 0-16,14-5 0 0,-14 5 0 0,0 0 0 16,0 0 0-16,4-11 0 0,-4 11 0 0,0 0 0 0,0 0 0 15,0 0 0-15,0 0 0 0,0 0 0 0,-16-20 0 16,16 20 0-16,-13-10-126 0,13 10-369 0,-23-11-32 15,9 5-22-15,-1-1-22 0,-4-3-417 0,1 6-1069 16,-4-10 473-16</inkml:trace>
          <inkml:trace contextRef="#ctx0" brushRef="#br0" timeOffset="610.3314">17379 11799 252 0,'19'2'339'15,"-19"-2"-15"-15,29 7-34 0,-18-3-11 0,0 1-15 16,0 3-20-16,2 1-18 0,-3-2-15 0,-1 5-11 16,4 0-24-16,-2 6-17 0,-1-2-15 0,-3 3-18 15,-6 4-8-15,4-4-7 0,-10 7-22 0,4-1-4 0,-6 2 3 16,-1-1-18-16,-3 0-11 0,-4 0-1 16,1-3-7-16,-2 4-4 0,-3-5-9 0,-4-3-9 15,1 4 2-15,1-3-8 0,0-2-2 0,0-3 0 0,-1-1 2 16,7-2-14-16,-2-3 5 0,4-4-1 0,0 3-1 15,13-8 1-15,-14 6-5 0,14-6-4 16,-13 5 1-16,13-5-9 0,0 0 7 0,0 0 5 0,0 0 22 16,0 0 23-16,0 0 16 0,0 0 14 0,38-27-7 15,-20 20 3-15,-2 1 2 0,5-1 4 0,0 1 7 16,8 2 1-16,-2 1 3 0,2-2-5 0,0 4-4 16,-1 0-4-16,1 2-6 0,-1 5-1 0,0-3-2 15,1 7-5-15,-3 3-4 0,-2-3-8 0,-3 7-1 16,-7-2-6-16,1 4 1 0,-4-1-9 0,0 4-3 15,-8 2 1-15,1 2-5 0,-4 0-7 0,-4 5 1 0,-5-5-4 16,-2 2-3-16,-9-2-5 0,4 2 0 16,-16 3-4-16,10-9-2 0,-14 3-4 0,0 0-2 15,0-4-7-15,-5-2-24 0,4-4-50 0,-5-2-48 0,-8-5-44 16,10-6-30-16,-10-4-40 0,2-1-31 0,-2-8-33 16,2-3-43-16,2-5-61 0,-2-3-283 0,3-2-745 15,6-9 329-15</inkml:trace>
        </inkml:traceGroup>
        <inkml:traceGroup>
          <inkml:annotationXML>
            <emma:emma xmlns:emma="http://www.w3.org/2003/04/emma" version="1.0">
              <emma:interpretation id="{236446F6-B84A-43DD-A7DA-48BF66808BC6}" emma:medium="tactile" emma:mode="ink">
                <msink:context xmlns:msink="http://schemas.microsoft.com/ink/2010/main" type="inkWord" rotatedBoundingBox="21255,10533 27397,10924 27127,15166 20984,14775"/>
              </emma:interpretation>
              <emma:one-of disjunction-type="recognition" id="oneOf1">
                <emma:interpretation id="interp5" emma:lang="" emma:confidence="0.5">
                  <emma:literal>&amp;</emma:literal>
                </emma:interpretation>
                <emma:interpretation id="interp6" emma:lang="" emma:confidence="0">
                  <emma:literal>E</emma:literal>
                </emma:interpretation>
                <emma:interpretation id="interp7" emma:lang="" emma:confidence="0">
                  <emma:literal>K</emma:literal>
                </emma:interpretation>
                <emma:interpretation id="interp8" emma:lang="" emma:confidence="0">
                  <emma:literal>"</emma:literal>
                </emma:interpretation>
                <emma:interpretation id="interp9" emma:lang="" emma:confidence="0">
                  <emma:literal>?</emma:literal>
                </emma:interpretation>
              </emma:one-of>
            </emma:emma>
          </inkml:annotationXML>
          <inkml:trace contextRef="#ctx0" brushRef="#br0" timeOffset="2499.7938">20111 10694 293 0,'0'0'474'16,"-23"-11"-32"-16,23 11-33 0,-16-8-27 0,16 8-8 15,0 0 16-15,0 0 10 0,0 0-13 0,-25 31-11 16,18-10-10-16,6 10-16 0,1 6-9 0,-2 5-21 16,2 2-5-16,0 2-22 0,2 6-8 0,-2 1-12 0,0-1-19 15,-4 1-15-15,1 2-16 0,3 2-16 0,-3-2-23 16,-2-2-12-16,-1-1-18 0,4 0-12 0,-6-4-12 15,-3-1-114-15,1-5-16 0,-3-6 0 0,5 0 0 16,2-6 0-16,-2-14 0 0,2 2 0 0,-1 1 0 16,4-5 0-16,-2-6 0 0,2 3 0 0,3-11 0 15,-7 13 0-15,7-13 0 0,0 0 0 0,0 0 0 16,0 0 0-16,0 0 0 0,0 0 0 0,-6-57 0 0,6 26 0 16,0-12 0-16,0-5 0 0,0-4 0 15,-5-21 0-15,5 16 0 0,7-13 0 0,-6 18 0 0,-2-2 0 16,5 3 0-16,0-3 0 0,2 6 0 0,2-7 0 15,-1 6 0-15,7-4 0 0,-1 7 0 0,0 2 0 16,4 0 0-16,4 3 0 0,0 3 0 0,1 1 0 16,7 2 0-16,5 6 0 0,-12 6 0 0,12-3 0 15,-5 10 0-15,10-3 0 0,-12 7 0 0,2 3 0 16,-2 1 0-16,-3 3 0 0,-3 5 0 0,0 0 0 16,0 6 0-16,-2 1 0 0,5 7 0 0,-10 0 0 15,1 2 0-15,-7 7 0 0,-2 4 0 0,-1-1 0 16,-5 1 0-16,-11 14 0 0,0-1 0 0,-4 4 0 0,-4-5 0 15,-5 3 0-15,-7-1 0 0,-1-4 0 0,-3-3 0 16,-5 4 0-16,0-4 0 0,-2 1 0 0,0 0 0 16,1-4 0-16,2-4 0 0,4-1 0 0,1-1 0 15,7-6 0-15,1-4 0 0,5 4 0 0,-1-7 0 16,4-1 0-16,4 3 0 0,4-5 0 0,-1-2 0 16,3 4 0-16,8-11 0 0,-2 15-7 0,2-15-26 15,8 13 3-15,-8-13 2 0,21 15-1 0,-5-9 9 0,11 4 3 16,2-5 4-16,0 2 4 0,11 0-1 0,-8 1 4 15,12 1-4-15,-11-2 7 0,11 3-1 0,-3-1 0 16,-10 0 0-16,11 3-1 0,1-4-2 0,-17 4 3 16,-1-1-1-16,-4-4 0 0,-6 1-7 0,4 3 4 15,-6-4-44-15,-5 0-51 0,0 1-67 0,0 3-79 16,-2-3-67-16,-6-8-66 0,5 18-61 0,-5-18-73 16,-3 13-433-16,3-13-1026 0,-8 14 454 0</inkml:trace>
          <inkml:trace contextRef="#ctx0" brushRef="#br0" timeOffset="2890.412">20546 11591 188 0,'28'-7'437'0,"1"3"-14"0,3 1-22 16,0 1-24-16,4 2-25 0,-3 0-24 0,-2 4-23 16,-2 1-31-16,-2 5-34 0,2 1-15 0,-7 5-25 15,-1 3-19-15,-1 2-20 0,-4-1-13 0,-5 5-12 16,-6 1-19-16,-2-2-11 0,-6 2-10 0,-2 4-8 15,-6 9-13-15,1-7-5 0,-4 3-2 0,-4-12-18 16,0 2 4-16,-7 10-4 0,-1-5-8 0,5-8-3 0,-5 0-7 16,6-3-3-16,-1-8-3 0,-2 5-12 0,1-2 1 15,6-4 1-15,-2-5-13 0,0 2-1 16,7-3 2-16,11-4-6 0,-24 1 5 0,24-1-3 0,0 0-5 16,0 0-3-16,-34-12 5 0,34 12 7 0,0-14 21 15,0 14 10-15,8-17 8 0,-8 17 9 0,21-16 6 16,-6 6 5-16,10-4 8 0,-1 6 4 0,-3 2 7 15,13 5 3-15,-5-4 9 0,16 5 2 0,-16 5-6 16,4-4-7-16,-2 6-11 0,1 5-4 0,-3 1-7 16,-5 2-11-16,5 2-3 0,-7 2-9 0,-7 4 1 15,-1-1-6-15,-3 4-6 0,-7-1 2 0,-4 2-6 16,-5-1-3-16,-5 4-3 0,2-4-1 0,-6-1-4 16,-14 5-12-16,9-6-4 0,-11 3-14 0,-2-1-15 15,-4-3-25-15,-1-4-30 0,-3-2-36 0,-3 2-30 0,0-11-40 16,-1 2-20-16,-1-4-32 0,-3 0-50 0,0-5-60 15,2-6-76-15,-4-4-343 0,3-1-839 0,2-7 370 16</inkml:trace>
          <inkml:trace contextRef="#ctx0" brushRef="#br0" timeOffset="3593.4738">21282 11122 354 0,'-16'4'415'0,"0"-3"9"0,16-1 4 0,-32 0 10 0,32 0-4 15,-23 2-16-15,23-2-33 0,-21 2-32 0,21-2-30 16,0 0-21-16,-22 3-18 0,22-3 1 0,0 0 8 15,0 0-6-15,0 0 4 0,0 0-5 0,0 0-5 16,0 0-29-16,63 7-25 0,-33-8-8 0,17-5-21 16,-1 5-18-16,4-5-18 0,0 1-13 0,1-2-19 15,8 2-16-15,-6-2-13 0,3 4-23 0,-6-5-39 16,6 5-52-16,-9-3-60 0,1 0-59 0,-6-1-65 16,-9 6-81-16,7-6-67 0,-7 7-82 0,-8-5-86 15,-6-1-513-15,1 2-1111 0,-3-4 492 0</inkml:trace>
          <inkml:trace contextRef="#ctx0" brushRef="#br0" timeOffset="4155.9557">21794 11454 409 0,'-13'7'428'0,"13"-7"-36"15,-11 6-19-15,11-6 25 0,0 0 25 0,0 0 15 16,3 16 4-16,-3-16-9 0,32 4-19 0,0-2-20 16,11-2-6-16,14-3-7 0,0-1-7 0,7 0-8 0,23 4-9 15,3-8-13-15,-5 2-26 0,-3-2-35 0,3 1-29 16,-7 0-23-16,-20 6-27 0,5-5-57 0,-12-1-147 16,5 0 0-16,-9 1 0 0,-2 2 0 0,-12-3 0 15,-4 5 0-15,-3 0 0 0,-7 1 0 0,-19 1 0 16,27-3 0-16,-27 3 0 0,23-2 0 0,-23 2 0 15,0 0 0-15,0 0 0 0,0 0-390 0,0 0-94 16,0 0-95-16,-50 37-544 0,23-27-1218 0,-2 3 539 16</inkml:trace>
          <inkml:trace contextRef="#ctx0" brushRef="#br0" timeOffset="4655.9246">22049 11974 273 0,'0'0'336'16,"-19"-3"-18"-16,11-5-9 0,8 8-14 0,-13-15-7 16,13 15-10-16,-8-11-9 0,8 11-8 0,-4-16-18 15,4 16 9-15,5-16 6 0,-5 16-6 0,13-16-2 16,0 8-10-16,-3-4-16 0,4 5-14 0,4-2-14 15,-7 6-19-15,3-6-20 0,4 4-14 0,-18 5-6 0,39-2-18 16,-20 2-12-16,-19 0-13 0,37 5-11 0,-21 2-3 16,1 1-11-16,6 5-6 0,-7 1-7 15,-3 0-6-15,3 9-4 0,-5-8-5 0,2 9 0 0,-2 4-6 16,-3-2 0-16,-2 5-8 0,-1-1-1 0,-11 10-2 16,-1-9-2-16,-1-1-3 0,-8 8 0 0,2-12-5 15,-12 8 0-15,2 0 6 0,3-11-8 0,-11 5-1 16,-3-6 0-16,1-2 0 0,-4-1-3 0,9-6 1 15,-2-1-2-15,-10 2 0 0,10-5 1 0,2-1-1 16,0 0 2-16,2-4 9 0,8 0 7 0,-2 1 12 16,7-3 14-16,14-2 11 0,-23 1 5 0,23-1 16 15,0 0 18-15,0 0 20 0,0 0 21 0,0 0-1 16,0 0-6-16,0 0 1 0,37-20-6 0,-8 11 4 16,24-1 13-16,-7 4-56 0,11-4-91 0,0-2 0 15,30-2 0-15,-5 6 0 0,0-2 0 0,3 1 0 0,-24 2 0 16,20-5 0-16,1 3 0 0,-22 4 0 0,-1-9 0 15,0 3 0-15,-9 3 0 0,1-4-133 0,-1-3-292 16,-7 1-65-16,-6-5-70 0,0-2-538 0,-8 2-1188 16,-2-11 525-16</inkml:trace>
          <inkml:trace contextRef="#ctx0" brushRef="#br0" timeOffset="3905.9579">22423 10520 5 0,'-8'-14'501'0,"0"0"-16"0,0-2-16 16,1 8 19-16,7 8 16 0,-8-18-6 15,2 14 0-15,6 4-16 0,-7-11-34 0,7 11-34 16,0 0-17-16,0 0-18 0,0 0-11 0,0 0-14 0,0 0-14 16,0 0-12-16,16 57-19 0,-9-30-23 0,1-1-25 15,-2 2-16-15,1 12-113 0,-1-4-132 0,-1 7 0 16,0-3 0-16,1 1 0 0,-1 3 0 0,-2-3 0 16,2 1 0-16,-3 1 0 0,-2-14 0 0,3 12 0 15,-3-4 0-15,-5 2 0 0,-1-7 0 0,2-3 0 16,-5-7 0-16,1 3 0 0,-2-3 0 0,-1 2 0 15,8-10-242-15,-9 1-245 0,1 0-54 0,6-7-61 0,-9 1-452 16,1 1-1140-16,-5-4 504 0</inkml:trace>
          <inkml:trace contextRef="#ctx0" brushRef="#br0" timeOffset="5810.0534">24364 11219 431 0,'3'-15'446'0,"-3"15"-41"16,3-18-29-16,5 6-2 0,4 2-5 0,-4 1 5 15,6 2-3-15,2-1-20 0,3-1-32 0,4 0-22 16,-1 5-26-16,6 0-26 0,-1 0-27 0,-10 3-20 16,4-1-21-16,0 0-18 0,-21 2-16 0,35 5-11 0,-20 6-11 15,-9-6-8-15,9 3-16 0,-7 8-15 0,-2-2 0 16,-1 4-17-16,-3 4 0 0,-9 5-7 0,-2-3-6 16,-6 12-6-16,1 1-7 0,-7 1-3 0,2-4-5 15,-9 3-3-15,-2-3 2 0,-4 1-6 16,-1-2 1-16,-2-3-1 0,6 2 1 0,-2-1 10 15,1-2-1-15,0-5 16 0,8-5 16 0,-2-1 7 0,8 1 19 16,5-11 3-16,1 4 0 0,4-6 15 0,8-6 25 16,-10 8 27-16,10-8 32 0,2 16 19 15,-2-16-75-15,17 7-138 0,2-5 0 0,4-2 0 0,12 5 0 16,9-10 0-16,8 4 0 0,1-7 0 0,28-3 0 16,7-2 0-16,2-1 0 0,9-5 0 0,42 1 0 15,-40 8 0-15,42 0 0 0,-45 7 0 0,-3 6 0 16,-5-5 0-16,-2 1 0 0,-2 1 0 0,-25 1 0 15,-1-1 0-15,-10 2 0 0,-1-1 0 0,-7-1 0 16,-13 3 0-16,-10-3 0 0,-19 0 0 0,29 0 0 16,-29 0 0-16,18 3 0 0,-18-3 0 0,0 0 0 15,0 0 0-15,0 0 0 0,-65 5-1366 0,21-6-1478 0,-11 2 654 16</inkml:trace>
          <inkml:trace contextRef="#ctx0" brushRef="#br0" timeOffset="5390.2137">23397 10123 188 0,'0'0'552'15,"0"-13"-21"-15,0 13-16 0,9-10-18 0,-9 10 4 16,0 0-18-16,0 0-10 0,40 22-8 0,-29-2-25 15,2 7-23-15,-3 11-17 0,6 5-30 0,-2 6-15 0,-2 4-12 16,-9-7-19-16,-2 10-15 0,9 16-23 0,-7-18-21 16,-3 4-19-16,2 16-21 0,-2-18-219 0,3-2-6 15,-4-2 0-15,1 1 0 0,-2-1 0 0,-3 1 0 16,-1-8 0-16,1 0 0 0,2-3 0 0,-5-4 0 16,8-5 0-16,-7-7 0 0,4-4 0 0,-2 2 0 15,-1-8 0-15,6-3 0 0,-3-2 0 0,3-11 0 16,-5 15 0-16,5-15 0 0,-7 11 0 0,7-11 0 15,0 0 0-15,0 0 0 0,-16-31 0 0,8 5 0 16,-3-14 0-16,3-6 0 0,-2-8 0 0,2-19 0 16,4 17 0-16,-3-20 0 0,6 2 0 0,-4-1 0 0,6 23 0 15,4-2 0-15,2 4 0 0,1 3 0 16,3 1 0-16,3-6 0 0,4 11 0 0,-4-3 0 0,7 5 0 16,2-2 0-16,2 2 0 0,4 2 0 0,0 5 0 15,2 0 0-15,4 4 0 0,0-2 0 0,2 6 0 16,-8 7 0-16,0 3 0 0,3 2 0 0,-2 2 0 15,-1 3 0-15,0 1 0 0,-8 1 0 0,8 9 0 16,-10-2 0-16,-3 6 0 0,7 6 0 0,-9 5 0 16,4 7 0-16,-9 2 0 0,-1 6 0 0,-1 11 0 15,-9-5 0-15,-3 5 0 0,-3-2 0 0,-4 0 0 16,-8 5 0-16,-4-3 0 0,0 0 0 0,-3-1 0 0,-7-1 0 16,-3-2 0-16,5-1 0 0,-10 0 0 15,7-5 0-15,-7 0 0 0,4-3 0 0,-1-8 0 16,3-2 0-16,8-3 0 0,-1-3 0 0,5-1 0 0,2-2 0 15,-4 0 0-15,13-6 0 0,-1 4 0 0,4-8 0 16,10-3 0-16,-16 11 0 0,16-11 0 0,-11 5 0 16,11-5 0-16,0 0 0 0,0 0 0 0,22 22 0 15,-7-15 0-15,11 5 0 0,1-4 0 0,3 1 0 16,9 4 0-16,3 4 0 0,1 1 0 0,0-4 0 16,5 0 0-16,-3 5 0 0,0-7 0 0,-5 7 0 15,7 0 0-15,-9-5 0 0,-6 2 0 0,-1-2 0 0,-1-6 0 16,-2 7 0-16,1-2 0 0,-7 0-67 0,4-5-331 15,-2 7-58-15,-10-6-58 0,5-3-79 16,-4-2-435-16,1 3-1113 0,-16-7 493 0</inkml:trace>
          <inkml:trace contextRef="#ctx0" brushRef="#br1" timeOffset="50590.3196">22682 13130 2863 16,'-3'-4'463'0,"3"4"-35"0,0 0-41 0,0 0-23 16,0 0-12-16,0 0 8 0,0 0-11 0,0 4-6 15</inkml:trace>
          <inkml:trace contextRef="#ctx0" brushRef="#br1" timeOffset="51391.14">23815 13182 382 0,'-1'-16'414'0,"1"3"1"15,-4 3 4-15,4 10 17 0,-6-13-7 0,6 13-19 16,0 0-38-16,-14-11-37 0,14 11-29 0,0 0-23 16,-33 19-15-16,17-5-7 0,-4 9 6 0,4 3-3 0,-10 6-10 15,3 8-1-15,3 5-11 0,0-2-10 16</inkml:trace>
          <inkml:trace contextRef="#ctx0" brushRef="#br1" timeOffset="51770.1829">24507 12622 241 0,'-3'-21'477'0,"4"2"-45"16,4 4-39-16,11-8-8 0,8 6 19 0,21-2 37 15,8 5 54-15,34-7 38 0,18 7 45 0</inkml:trace>
          <inkml:trace contextRef="#ctx0" brushRef="#br1" timeOffset="52173.4223">25779 14438 8191 125,'-1'1'0'0</inkml:trace>
        </inkml:traceGroup>
        <inkml:traceGroup>
          <inkml:annotationXML>
            <emma:emma xmlns:emma="http://www.w3.org/2003/04/emma" version="1.0">
              <emma:interpretation id="{34F870B6-D179-44A3-B6D4-50D1C0996B5C}" emma:medium="tactile" emma:mode="ink">
                <msink:context xmlns:msink="http://schemas.microsoft.com/ink/2010/main" type="inkWord" rotatedBoundingBox="31185,13650 32237,13717 32092,15993 31040,15926"/>
              </emma:interpretation>
              <emma:one-of disjunction-type="recognition" id="oneOf2">
                <emma:interpretation id="interp10" emma:lang="" emma:confidence="0.5">
                  <emma:literal>...</emma:literal>
                </emma:interpretation>
                <emma:interpretation id="interp11" emma:lang="" emma:confidence="0.5">
                  <emma:literal>: "</emma:literal>
                </emma:interpretation>
                <emma:interpretation id="interp12" emma:lang="" emma:confidence="0">
                  <emma:literal>: i</emma:literal>
                </emma:interpretation>
                <emma:interpretation id="interp13" emma:lang="" emma:confidence="0">
                  <emma:literal>..</emma:literal>
                </emma:interpretation>
                <emma:interpretation id="interp14" emma:lang="" emma:confidence="0">
                  <emma:literal>i.</emma:literal>
                </emma:interpretation>
              </emma:one-of>
            </emma:emma>
          </inkml:annotationXML>
          <inkml:trace contextRef="#ctx0" brushRef="#br1" timeOffset="53514.2987">30032 12937 3223 15,'2'-2'474'16,"-2"2"-19"-16,0 0-26 0,0 0-25 0,4 2-22 16</inkml:trace>
          <inkml:trace contextRef="#ctx0" brushRef="#br1" timeOffset="54161.9549">30249 14746 5969 63,'0'2'305'0,"-13"40"-4"0,0-4-3 0,2 7 0 15,3-17-2-15</inkml:trace>
          <inkml:trace contextRef="#ctx0" brushRef="#br1" timeOffset="54162.9549">30767 15267 8191 188,'18'-40'0'0,"-4"-14"0"0,0-14 0 15,-20-7 0-15,4 4 0 0,-10 19 0 0,-16-15 0 16,6 15 0-16,-4 10 0 0</inkml:trace>
          <inkml:trace contextRef="#ctx0" brushRef="#br1" timeOffset="53804.2737">29805 14369 6825 266,'-1'0'-2844'0</inkml:trace>
        </inkml:traceGroup>
      </inkml:traceGroup>
    </inkml:traceGroup>
    <inkml:traceGroup>
      <inkml:annotationXML>
        <emma:emma xmlns:emma="http://www.w3.org/2003/04/emma" version="1.0">
          <emma:interpretation id="{3B30787B-5EED-43D3-95E1-F4C94AC6CA82}" emma:medium="tactile" emma:mode="ink">
            <msink:context xmlns:msink="http://schemas.microsoft.com/ink/2010/main" type="paragraph" rotatedBoundingBox="19255,15754 26039,15888 25986,18576 19202,18443" alignmentLevel="1"/>
          </emma:interpretation>
        </emma:emma>
      </inkml:annotationXML>
      <inkml:traceGroup>
        <inkml:annotationXML>
          <emma:emma xmlns:emma="http://www.w3.org/2003/04/emma" version="1.0">
            <emma:interpretation id="{12E4547E-50C5-4AEB-94E1-3036F126FCE8}" emma:medium="tactile" emma:mode="ink">
              <msink:context xmlns:msink="http://schemas.microsoft.com/ink/2010/main" type="line" rotatedBoundingBox="19255,15754 26039,15888 25986,18576 19202,18443"/>
            </emma:interpretation>
          </emma:emma>
        </inkml:annotationXML>
        <inkml:traceGroup>
          <inkml:annotationXML>
            <emma:emma xmlns:emma="http://www.w3.org/2003/04/emma" version="1.0">
              <emma:interpretation id="{9F43401B-E5C9-4C68-9371-016EC34BBBED}" emma:medium="tactile" emma:mode="ink">
                <msink:context xmlns:msink="http://schemas.microsoft.com/ink/2010/main" type="inkWord" rotatedBoundingBox="19253,15870 24503,15973 24453,18546 19202,18443"/>
              </emma:interpretation>
              <emma:one-of disjunction-type="recognition" id="oneOf3">
                <emma:interpretation id="interp15" emma:lang="" emma:confidence="1">
                  <emma:literal/>
                </emma:interpretation>
              </emma:one-of>
            </emma:emma>
          </inkml:annotationXML>
          <inkml:trace contextRef="#ctx0" brushRef="#br0" timeOffset="127685.2296">19175 16252 26 0,'0'0'359'0,"0"0"-20"0,-3-15-25 16,3 15-14-16,0 0-14 0,7-16-5 0,-7 16-38 15,11-12-15-15,-11 12-9 0,19-16-29 0,-9 8-10 16,-2 1-15-16,-8 7-7 0,30-10-23 0,-15 1-11 0,-1 7-5 15,-14 2-15-15,26-3 5 0,-9 0-18 16,-17 3-8-16,29 6-9 0,-13-4 13 0,-3 7-30 16,0 0-9-16,1 4-3 0,-2 1 1 0,-1 0-5 0,-1 9-4 15,-2 0-3-15,-4-7-6 0,4 8-6 0,-9 4 1 16,-1-2 0-16,-3 1 1 0,-1-1-3 0,0-1-5 16,-7 1-2-16,1-1 6 0,0-1 0 0,-3-3 5 15,-1 0 6-15,5-6 3 0,-3 4 4 0,-1-5 4 16,1-3 7-16,1 1 1 0,-2-5 11 0,7 1 11 15,0-1 0-15,8-7 5 0,-13 7 6 0,13-7 0 16,0 0-5-16,0 0-9 0,-17 4 2 0,17-4-10 16,0 0-6-16,0 0-5 0,0 0-6 0,0 0-4 0,0 0 0 15,0 0-6-15,8-33 5 0,-8 33-7 16,14-16 1-16,-6 9-4 0,-8 7 1 0,16-14-1 16,-1 8-3-16,-4 0-2 0,3-1-5 0,3 4-2 0,-3-6-1 15,5 8-2-15,-19 1-2 0,39 1 2 0,-18 3 3 16,-1-3-9-16,9 5-3 0,-8 1 2 0,6 0-3 15,-3 6 2-15,2 1 1 0,-10-2-4 0,7 6 11 16,-2 1-6-16,-7 1 3 0,5-1 3 0,-4 6 3 16,-9-6 9-16,2 7 5 0,-1-6 8 0,-6 5 6 15,-1 2 5-15,-5 1-1 0,0-1 2 0,-6 1-1 16,5 1-5-16,-2-2 1 0,-5 1-5 0,-1-2-5 16,-4 0-7-16,0-1-2 0,-4-5 5 0,1 1-12 15,-2 0 3-15,-5-4-6 0,-6 5-4 0,5-8-2 16,0 2-5-16,-3-6-5 0,0 0-10 0,-11 1-8 15,-1-6-15-15,12-3-17 0,-13-6-13 0,15 1-20 16,1-1-23-16,6 0-24 0,1-9-33 0,4 4-35 16,4-3-36-16,4-2-30 0,4-4-29 0,1 1-50 15,3-1-41-15,11-6-79 0,2-5-258 0,3 3-779 16,4-12 345-16</inkml:trace>
          <inkml:trace contextRef="#ctx0" brushRef="#br0" timeOffset="128068.8294">19767 16069 45 0,'0'0'506'0,"-28"-1"0"0,28 1 5 15,0 0-8-15,0 0-26 0,-21 0-33 0,21 0-37 0,0 0-13 0,0 0 0 16,0 0-7-16,0 0-1 0,0 0-18 0,0 0-17 16,0 0-15-16,78 1-16 0,-34-1-19 0,-3-4-8 15,9 3-3-15,6-2-10 0,4-2-18 0,18-6-25 16,-17 4-44-16,21 0-193 0,0 0 0 0,-2-5 0 0,0 1 0 16,-3 0 0-16,-19 4 0 0,5-7 0 15,-4 5 0-15,2-3 0 0,-8 1 0 0,1-2 0 0,-9 0 0 16,-3 2 0-16,-13 0 0 0,0 5 0 0,-8 0 0 15,-5 1 0-15,-5 3 0 0,-11 2 0 16,18-8 0-16,-18 8 0 0,8-11 0 0,-8 11 0 0,0 0 0 16,0 0 0-16,-29-12 0 0,29 12 0 0,-26-1-442 15,-3-5-130-15,10 6-67 0,-8-1-451 0,-2-1-1180 16,0 1 521-16</inkml:trace>
          <inkml:trace contextRef="#ctx0" brushRef="#br0" timeOffset="128459.429">20488 15541 4350 0,'-27'-9'188'0,"2"-2"-100"0,-2-2-9 0,8 7 61 15,1-2 46-15,-1 1 42 0,8 2 15 0,11 5-13 16,-18-7-45-16,18 7-17 0,-13-7-10 16,13 7 16-16,0 0 31 0,0 0-17 0,0 0-4 0,0 0-19 15,56 18-14-15,-35-6-15 0,0-2-11 0,8 2-14 16,11 3-9-16,-1 0-9 0,2 1-8 0,1 6-10 15,1-4-5-15,-1-2-7 0,-11 1-42 0,12 2-21 16,2-3 0-16,3 1 0 0,-5-2 0 0,4 4 0 16,-2-10 0-16,-4 7 0 0,-10-8 0 0,-2 1 0 15,3-4 0-15,-6 7 0 0,1-5 0 0,-11 0 0 16,3-2 0-16,-3-3 0 0,-16-2 0 0,21 5 0 0,-21-5 0 16,11 9 0-16,-11-9 0 0,8 13 0 0,-8-2 0 15,0-11 0-15,-5 23 0 0,-3 2 0 16,-1-2 0-16,-12 8 0 0,-1 7 0 0,-7 2 0 0,-2-1 0 15,-3 1 0-15,-4 2 0 0,1-1 0 0,-19 16 0 16,3-4 0-16,11-14 0 0,-14 12 0 0,14-11 0 16,-3-4 0-16,2-1 0 0,3-5 0 0,3 0 0 15,2 1-25-15,11-13-331 0,0-3-81 0,1 3-89 16,12-10-102-16,-7-3-409 0,18-5-1123 0,0 0 497 16</inkml:trace>
          <inkml:trace contextRef="#ctx0" brushRef="#br0" timeOffset="126935.2809">17985 15675 218 0,'-2'-13'366'0,"-1"-6"-4"0,0 5 21 0,1-4-13 0,1 3 16 16,1 15 19-16,-5-24 5 0,2 12-9 0,0 3-9 16,3 9-23-16,-7-16-17 0,7 16-26 0,0 0-22 15,0-11-17-15,0 11-10 0,0 0 3 0,0 0 4 16,0 0 10-16,0 0-14 0,21 48 4 0,-15-24-3 15,6 9-16-15,-1 3-13 0,0 5-16 0,-1 3-109 16,4-3-127-16,-3 0 0 0,-1 4 0 0,-2 2 0 16,0-2 0-16,-2-2 0 0,1 6 0 0,-1-8 0 15,-1-1 0-15,-2 3 0 0,-3 0 0 0,0-3 0 16,0-12 0-16,4-1 0 0,-8-1 0 0,4-6 0 16,-1-4 0-16,-1 5 0 0,-1-9 0 0,3-1 0 0,0-11 0 15,-2 14 0-15,2-14 0 0,-1 13 0 0,1-13 0 16,0 0 0-16,0 0 0 0,0 0 0 15,0 0 0-15,0 0 0 0,-23-42 0 0,17 13 0 0,-5 2 0 16,3-10 0-16,-2-1 0 0,-1-4 0 16,1 1 0-16,-1-1 0 0,1-2 0 0,-1 1 0 0,6-4 0 15,-1-3 0-15,1 2 0 0,7-4 0 0,4-1 0 16,0 2 0-16,9 0 0 0,-1-1 0 0,7 3 0 16,5 0 0-16,-1 5 0 0,9-1 0 0,3 3 0 15,-2 0 0-15,-1 7 0 0,11 3 0 0,-2 3 0 16,1 4 0-16,-3 4 0 0,-1 3 0 0,-11 6 0 15,2 5 0-15,-2 4 0 0,0 3 0 0,-2 3 0 16,-6 8 0-16,1-3 0 0,-1 10 0 0,-5 1 0 16,-2 3 0-16,-1 8 0 0,-6-1 0 0,-2 13 0 15,-9 2 0-15,-4-5 0 0,-5 0 0 0,-4 3 0 16,-2-3 0-16,-9 1 0 0,4 0 0 0,-5 4 0 0,-3-3 0 16,-5-7 0-16,2-1 0 0,3-1 0 0,-2-6 0 15,-7-1 0-15,13-8 0 0,6 2 0 16,-5-2 0-16,4-1 0 0,2-8 0 0,5-2 0 0,0 1 0 15,-3 0 0-15,6-1 0 0,3 0 0 0,10-6 0 16,-16 5 0-16,16-5 0 0,0 0 0 0,-17 7 0 16,17-7 0-16,0 0 0 0,0 0 0 0,0 0 0 15,-8 7 0-15,8-7 0 0,0 0 0 0,0 0 0 16,22 14 0-16,-9-8 0 0,1 1 0 0,7-1 0 16,-5 2 0-16,12 3 0 0,2-3 0 0,-1 6 0 15,13-2 0-15,-1 2 0 0,3-1 0 0,-3 5 0 16,0-6 0-16,-3 5 0 0,-9-7 0 0,5 1 0 0,4 4 0 15,-6-3 0-15,-6-1 0 0,6-2 0 16,-6 4 0-16,1 0 0 0,-5 0-82 0,4-1-272 16,-10-5-21-16,3 4-33 0,-4-3-44 0,-2 3-48 0,1-4-69 15,-4-3-340-15,-10-4-984 0,16 6 435 0</inkml:trace>
          <inkml:trace contextRef="#ctx0" brushRef="#br1" timeOffset="55344.3706">20954 15595 3207 78,'-15'6'-1337'0,"-85"29"308"16</inkml:trace>
          <inkml:trace contextRef="#ctx0" brushRef="#br0" timeOffset="129631.2518">22038 16461 350 0,'-37'16'340'16,"3"-8"-15"-16,-3 7 4 0,5-8 16 0,0 5 10 0,3-4 7 16,2 3 10-16,-2-3-2 0,8-1-27 0,3 0 0 15,2-3-22-15,4 4-13 0,12-8-16 0,-20 2-16 16,20-2 17-16,0 0 15 0,0 0-2 0,0 0-8 16,0 0-17-16,64 5-21 0,-20-10-15 0,6-1-24 15,-1-1-22-15,9-1-23 0,21-7-12 0,-1-1-17 16,6 1-14-16,-7-3-12 0,4 0-113 0,5-2-8 15,-1 2 0-15,-7-4 0 0,1 3 0 0,-7-1 0 16,-11 4 0-16,-5 0 0 0,-3-1 0 0,-2 2 0 16,-7 3 0-16,2-1 0 0,-17 6 0 0,-2 1 0 15,-3 0 0-15,-8 3 0 0,-3-2 0 0,-13 5 0 16,16-4 0-16,-16 4 0 0,0 0-68 0,0 0-177 0,0 0-34 16,0 0-16-16,-16 34-12 0,3-24-29 0,-3 10-27 15,-4 3-23-15,-1-2-28 0,-2-2-30 0,1 1-36 16,-12 8-283-16,4-3-826 0,4-6 366 0</inkml:trace>
          <inkml:trace contextRef="#ctx0" brushRef="#br0" timeOffset="129318.744">22198 15605 325 0,'0'0'419'0,"0"0"21"0,0 0 30 0,-27-11-8 16,27 11-22-16,-13-9-11 0,13 9-12 0,-10-13 3 16,5 6 4-16,5 7 10 0,-6-24-15 0,6 11-8 15,-3-2-5-15,0 1-12 0,3-2-12 0,3 1-4 16,0 0-16-16,3-4-25 0,3 1-32 0,-1-1-188 16,4-1-117-16,6-1 0 0,0-2 0 0,1 4 0 15,16-3 0-15,-11 6 0 0,2 2 0 0,3 7 0 16,-5-5 0-16,10 8 0 0,-7 0 0 0,2 4 0 15,-4 1 0-15,-4 3 0 0,7 10 0 0,-14-7 0 0,8 8 0 16,-1 8 0-16,-3-3 0 0,-7 3 0 16,2 3 0-16,-8 3 0 0,-8 2 0 0,3 8 0 15,-4 2 0-15,-7-3 0 0,0 3 0 0,-7-6 0 0,-9 8 0 16,5-2 0-16,-6 3 0 0,3-4 0 0,-7 1 0 16,1-8 0-16,-6 3 0 0,5-2 0 0,-5-4 0 15,2 1 0-15,-4-3 0 0,-1-5 0 0,10 6 0 16,2-14 0-16,1 1 0 0,5 1 0 0,1-8 0 15,6-1 0-15,1 1 0 0,1-3 0 0,13-6 0 16,-16 7 0-16,16-7 0 0,0 0 0 0,-8 8 0 16,8-8 0-16,0 0 0 0,0 0 0 0,0 0 0 15,59-22 0-15,-26 14 0 0,8 0 0 0,-1-3 0 16,2 0 0-16,13 0 0 0,1 0 0 0,-2 1 0 16,3-3 0-16,-3 3 0 0,5-3 0 0,-1 0 0 0,-5 1 0 15,0 4 0-15,-2-6 0 0,-2 9 0 0,-11-2 0 16,7-4 0-16,-13 6 0 0,-3 2 0 15,-11-1 0-15,-2 1 0 0,-16 3 0 0,0 0-46 0,0 0-300 16,27 2-6-16,-27-2-10 0,0 0-4 0,0 0 1 16,0 0-8-16,-32 32-2 0,14-19-11 0,-8 0 3 15,2 0-27-15,-3 2-329 0,-15 5-798 0,1 2 353 16</inkml:trace>
          <inkml:trace contextRef="#ctx0" brushRef="#br0" timeOffset="130084.3241">22599 16767 79 0,'-27'15'327'0,"-2"-4"2"0,2 3-8 0,4-4-7 16,6-7 11-16,-1 0 15 0,18-3 19 0,-21 4 9 16,21-4 1-16,-16 3-12 0,16-3-12 0,0 0-18 15,0 0-12-15,0 0-18 0,0 0-23 0,0 0-25 16,24-37-26-16,3 25-21 0,-6-2-23 0,5 4-16 15,0 0-22-15,1 1-12 0,0 5-16 0,-6-1-8 0,1 3-14 16,-22 2-9-16,37 6-11 0,-22-1-5 16,-1 5-5-16,-7-1-5 0,7 6-7 0,-7-1-7 15,-6 7-6-15,-1 3 5 0,0 2-12 0,-3 2-4 0,-8 0 1 16,-4 9-1-16,4 1-6 0,-7-3-4 0,7-7 3 16,-13 7-5-16,6-1-1 0,-1-10-2 15,5 0 4-15,-9 7-1 0,7-7-5 0,2-3 0 0,-1-6 3 16,6 1-8-16,-3-1-1 0,9-6 4 0,-5 3-6 15,2-1-3-15,6-11 1 0,-2 13 6 0,2-13 3 16,0 0-3-16,0 0-7 0,10 10 10 0,-10-10-4 16,0 0 0-16,0 0 3 0,56-11 1 0,-35 4-9 15,8-2 1-15,-2 2 4 0,2 4-4 0,0-6 2 16,4 4-7-16,-4 1 11 0,0 4-4 0,-5-1 1 16,-3 2 0-16,0 6 0 0,-5-1-5 0,2 2 6 15,-9 4-4-15,3 2 1 0,-9-2 0 0,2 7-8 16,-2 7 11-16,-5-1-1 0,-4-1 11 0,-4 2-16 15,-6 3 0-15,-3 2 14 0,-7 6-13 0,0-9 1 16,-2 0 10-16,-4-1-14 0,-4 0-3 0,-2-3-8 16,-2-3-31-16,1-1-15 0,-7-3-10 0,2 2-10 0,1-9-14 15,-4 2-20-15,1-5-39 0,1-7-45 0,2-7-48 16,-4-8-44-16,4-8-71 0,-1-12-91 0,-12-20-421 16,13-8-947-16,6-4 420 0</inkml:trace>
        </inkml:traceGroup>
        <inkml:traceGroup>
          <inkml:annotationXML>
            <emma:emma xmlns:emma="http://www.w3.org/2003/04/emma" version="1.0">
              <emma:interpretation id="{F8552DE6-DDA6-4745-95CA-E33CB3A0071D}" emma:medium="tactile" emma:mode="ink">
                <msink:context xmlns:msink="http://schemas.microsoft.com/ink/2010/main" type="inkWord" rotatedBoundingBox="24475,15857 26039,15888 25990,18342 24426,18311"/>
              </emma:interpretation>
              <emma:one-of disjunction-type="recognition" id="oneOf4">
                <emma:interpretation id="interp16" emma:lang="" emma:confidence="0.5">
                  <emma:literal>,</emma:literal>
                </emma:interpretation>
                <emma:interpretation id="interp17" emma:lang="" emma:confidence="0">
                  <emma:literal>B</emma:literal>
                </emma:interpretation>
                <emma:interpretation id="interp18" emma:lang="" emma:confidence="0">
                  <emma:literal>;</emma:literal>
                </emma:interpretation>
                <emma:interpretation id="interp19" emma:lang="" emma:confidence="0">
                  <emma:literal>&amp;</emma:literal>
                </emma:interpretation>
                <emma:interpretation id="interp20" emma:lang="" emma:confidence="0">
                  <emma:literal>{</emma:literal>
                </emma:interpretation>
              </emma:one-of>
            </emma:emma>
          </inkml:annotationXML>
          <inkml:trace contextRef="#ctx0" brushRef="#br0" timeOffset="131302.9793">24239 16011 22 0,'-5'-25'523'15,"3"10"-25"-15,2-4-13 0,4 7-6 0,2-4 5 16,2 0-5-16,3 0-21 0,4 1-33 0,1 2-43 0,5-1-35 15,6 8-19-15,2-6-52 0,-2 5-28 0,-6 1-23 16,5 8-22-16,1 1-22 0,-11 1-19 16,2 4-13-16,-4 6-19 0,-4 2-4 0,1-1-16 0,-5 9-14 15,-6-3-10-15,-3 6-9 0,-3 5-5 0,-2 3-8 16,-7 6-5-16,-6-11-8 0,5 8 10 0,-5-8-18 16,-3 7-7-16,-1-3 3 0,7-10-4 0,-1-3-1 15,6-6-7-15,-5 3-5 0,7-3 1 0,-3-4 1 16,7-3-5-16,4 1 6 0,3-9 14 0,-5 10 27 15,5-10 20-15,0 0 12 0,15 12 0 0,1-8-11 16,-16-4-8-16,41 2-54 0,-12-1-25 0,3 3 0 16,0-3 0-16,0 2 0 0,-1 3 0 0,-1 1 0 0,-1 3 0 15,0 4 0-15,-3 3 0 0,-5 4 0 0,-5 5 0 16,6 8 0-16,-9 4 0 0,-6 1 0 16,-6 0 0-16,-4 6 0 0,-2-2 0 0,-5 1 0 0,-7-3 0 15,-6 11 0-15,2-3 0 0,-9-1 0 0,-12 14 0 16,5-19 0-16,-17 15 0 0,1-6 0 0,-8 0 0 15,-3-5 0-15,-8-4 0 0,-2 2 0 0,-3-7 0 16,-11-4 0-16,-1-4 0 0,-1 0 0 0,-44 2-327 16,49-15-82-16,-2 5-94 0,-3-13-92 0,-3 2-465 15,0-8-1148-15,2-7 508 0</inkml:trace>
          <inkml:trace contextRef="#ctx0" brushRef="#br0" timeOffset="130943.6655">23480 15188 431 0,'0'0'461'0,"0"0"-38"0,0 0-40 15,0 0-15-15,0 0 16 0,0 0 16 0,0 0-3 16,-8 28-8-16,13-9-18 0,-2 7-20 0,3 0-10 15,4 13-8-15,-2 1-3 0,2 5-8 0,1-2-11 16,-6 2-20-16,8 3-19 0,-5 1-19 0,3 4-18 16,-10-1-20-16,7 5-14 0,-3-2-25 0,-2 1-16 15,1 15-14-15,-3-20-17 0,-2 1-12 0,-4-5-116 16,-2-1-1-16,6-4 0 0,-7-2 0 0,3-13 0 16,-3 3 0-16,2-8 0 0,-1-5 0 0,-1-3 0 15,2 0 0-15,-1-5 0 0,7-9 0 0,-8 9 0 0,8-9 0 16,0 0 0-16,0 0 0 0,0 0 0 0,-37-33 0 15,31 14 0-15,-4-11 0 0,-1-10 0 0,3-5 0 16,-5-1 0-16,5-6 0 0,-1-5 0 0,-3 4 0 16,11-3 0-16,1 1 0 0,-2 5 0 0,4-4 0 15,-1 3 0-15,3-3 0 0,-3 6 0 0,6-3 0 16,2 9 0-16,6-2 0 0,2-1 0 0,-1 6 0 16,5 4 0-16,2 0 0 0,1 4 0 0,3 1 0 15,5 1 0-15,-10 9 0 0,6 1 0 0,1 5 0 16,1 0 0-16,-7 5 0 0,-3 3 0 0,0-3 0 15,-3 9 0-15,-17 0 0 0,36 8 0 0,-22-1 0 16,-1 2 0-16,-3 5 0 0,-1 4 0 0,-1 9 0 0,-5-1 0 16,-3 0 0-16,-3 3 0 0,-8 9 0 15,1-11 0-15,-9 12 0 0,3-3 0 0,-11-2 0 16,6 7 0-16,-8-5 0 0,0-2 0 0,-6-5 0 0,3 4 0 16,-4 0 0-16,-2-6 0 0,1 0 0 0,5 0 0 15,0-4 0-15,-3 3 0 0,11-7 0 0,-2-2 0 16,2 1 0-16,-2 0 0 0,5-2 0 0,7-5 0 15,4 2 0-15,2-4 0 0,3-1 0 0,5-8 0 16,-1 16 0-16,1-16 0 0,16 19 0 0,-2-10 0 16,4 3 0-16,8-4 0 0,7-1 0 0,9 5 0 15,3 0 0-15,6-1 0 0,-3-4 0 0,7-3 0 0,-2 6 0 16,-3-4 0-16,-1 0 0 0,3 4 0 16,-9-1 0-16,-1 1 0 0,-1-1 0 0,-10-2 0 15,-2 1 0-15,-2 1 0 0,-8-1 0 0,-3 1 0 0,4-2 0 16,-4-3-445-16,-5 2-67 0,-11-6-66 0,18 10-80 15,-18-10-342-15,19 3-1083 0,-19-3 479 0</inkml:trace>
        </inkml:traceGroup>
      </inkml:traceGroup>
    </inkml:traceGroup>
  </inkml:traceGroup>
</inkml:ink>
</file>

<file path=ppt/ink/ink29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3T08:10:44.019"/>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602EAD42-B578-4D20-973F-A8C394FE3E68}" emma:medium="tactile" emma:mode="ink">
          <msink:context xmlns:msink="http://schemas.microsoft.com/ink/2010/main" type="inkDrawing" rotatedBoundingBox="2987,14828 3245,19344 1760,19429 1502,14913" semanticType="verticalRange" shapeName="Other">
            <msink:sourceLink direction="with" ref="{E5E7AEED-9D55-468A-B24A-6BD2A51BF449}"/>
            <msink:sourceLink direction="with" ref="{F09CD019-1F03-4CB8-82BB-8001386BC0C4}"/>
            <msink:sourceLink direction="with" ref="{341669B6-69B8-4EAF-8268-2C5EED87CC84}"/>
            <msink:destinationLink direction="to" ref="{BF76ADA8-CBD2-41B6-B76B-9C69AE463D49}"/>
          </msink:context>
        </emma:interpretation>
      </emma:emma>
    </inkml:annotationXML>
    <inkml:trace contextRef="#ctx0" brushRef="#br0">171 152 262 0,'0'-10'363'0,"-3"-2"-2"0,0-1-4 0,1-1-2 16,2-1-21-16,-4 2 2 0,4 13 16 0,-2-21 5 0,2 11 0 16,0 10-16-16,-2-17-3 0,2 17-7 15,2-16-4-15,-2 16-17 0,0 0-18 0,0-14-15 0,0 14-23 16,0 0-12-16,0 0-33 0,0 0-19 0,0 0-3 16,0 0-12-16,0 0-4 0,0 0 18 0,0 42-7 15,0-2 3-15,-2 3 8 0,4 2-6 0,-2 4-13 16,2 22-171-16,2 7-3 0,-8 3 0 0,2 6 0 15,-1 39 0-15,-2-34 0 0,-2 41 0 0,-7-9 0 16,8-31 0-16,-6 47 0 0,1-5 0 0,5-2 0 16,-2 1 0-16,1 7 0 0,-1-5 0 0,8-1 0 15,-1-6 0-15,-6 2 0 0,7-38 0 0,0 42 0 0,0-45 0 16,-5 43 0-16,10-41 0 0,-10 37 0 0,5-36 0 16,-1 35 0-16,1-38 0 0,-2-5 0 0,4 3 0 15,-7 2 0-15,5-1 0 0,0-3 0 0,-2-2 0 16,-4-4 0-16,6-4 0 0,-3-23 0 0,-2 23 0 15,-1-24 0-15,2 0 0 0,1-3 0 0,2-3 0 16,-1-1 0-16,-3-16 0 0,4 1 0 0,-4-6 0 16,3-9 0-16,2 4 0 0,-6-5 0 0,6-3 0 15,0-11 0-15,-2 19 0 0,2-19 0 0,0 15 0 16,0-15 0-16,0 0 0 0,2 11 0 0,-2-11 0 16,0 0 0-16,0 0 0 0,0 0 0 0,0 0 0 15,0 0 0-15,0 0 0 0,0 0 0 0,0 0 0 16,0 0 0-16,0 0 0 0,0 0 0 0,0 0 0 0,0 0 0 15,0 0 0-15,0 0 0 0,0 0 0 0,0 0 0 16,0 0 0-16,0 0 0 0,0 0 0 16,0 0 0-16,0 0 0 0,0 0 0 0,0 0 0 0,0 0 0 15,0 0 0-15,46-13 0 0,-46 13 0 0,26-12 0 16,-5 9 0-16,6-6 0 0,2 2 0 0,16-1 0 16,1 0 0-16,6 1 0 0,-1-1 0 0,12 3 0 15,17-5 0-15,5 3 0 0,0-2 0 0,6-3 0 16,-2 9 0-16,-3-3 0 0,-1-1 0 0,7 0 0 15,-7 1-78-15,-28-1-569 0,24-4-71 0,-27-1-407 16,-2 2-1219-16,-3-9 539 0</inkml:trace>
  </inkml:traceGroup>
</inkml:ink>
</file>

<file path=ppt/ink/ink29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3T08:11:10.151"/>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3EFDD87E-DC93-4206-BFF8-6D42FB80F5DF}" emma:medium="tactile" emma:mode="ink">
          <msink:context xmlns:msink="http://schemas.microsoft.com/ink/2010/main" type="inkDrawing" rotatedBoundingBox="15425,14148 16144,19320 14276,19580 13557,14408" semanticType="verticalRange" shapeName="Other">
            <msink:sourceLink direction="with" ref="{E5E7AEED-9D55-468A-B24A-6BD2A51BF449}"/>
            <msink:sourceLink direction="with" ref="{F09CD019-1F03-4CB8-82BB-8001386BC0C4}"/>
            <msink:sourceLink direction="with" ref="{341669B6-69B8-4EAF-8268-2C5EED87CC84}"/>
          </msink:context>
        </emma:interpretation>
      </emma:emma>
    </inkml:annotationXML>
    <inkml:trace contextRef="#ctx0" brushRef="#br0">41 283 358 0,'-13'-6'419'0,"13"6"-20"0,-17-7-9 0,17 7-16 0,-13-7-18 16,13 7-4-16,0 0 7 0,0 0 0 0,33-18-16 15,-2 9-23-15,19 4-23 0,1-2-20 0,7-4-15 16,3-2-23-16,25 0-16 0,-5 5-23 0,4-3-19 15,0 1-6-15,-7-6-27 0,2 8-16 0,4-8-16 16,-26 5-9-16,22-4-9 0,-21 7-13 0,-4-3-3 16,1-9 3-16,-6 11 1 0,-1-2 1 0,-5-2 8 15,-15 6 2-15,-9 0 7 0,1 0-6 0,-5 3-1 16,-1 4 6-16,-15 0-1 0,30 4 8 0,-30-4 5 16,20 19 9-16,-8 6 8 0,1 10-27 0,0 12-105 15,-2 7 0-15,2 25 0 0,13 7 0 0,-15 4 0 0,13 38 0 16,-8 0 0-16,5 3 0 0,-7-37 0 15,7 52 0-15,2 1 0 0,-7-9 0 0,9 8 0 0,0 1 0 16,-5-2 0-16,-4-1 0 0,5 6 0 0,2 0 0 16,-2 0 0-16,-1-3 0 0,-5 3 0 0,-2-1 0 15,-7-5 0-15,9-2 0 0,-7-3 0 0,-4-4 0 16,6-7 0-16,-13-1 0 0,12-36 0 0,4 34 0 16,-9-33 0-16,8-2 0 0,-12 39 0 0,0-41 0 15,5-2 0-15,-8 6 0 0,3-13 0 0,-2 1 0 16,4-6 0-16,1-1 0 0,-1-20 0 0,-7 1 0 15,5-8 0-15,-2 1 0 0,-6-9 0 0,7 7 0 16,-2-19 0-16,-1-2 0 0,1-3 0 0,1 2 0 0,-1-8 0 16,0-7 0-16,3-8 0 0,-3 19 0 0,3-19 0 15,-3 12 0-15,3-12 0 0,-2 11 0 16,2-11 0-16,0 0 0 0,0 0 0 0,0 0 0 0,-10 10 0 16,10-10 0-16,-27 7 0 0,6-7 0 0,-14 4 0 15,-10-8 0-15,-9 4 0 0,-4 0 0 0,-26-7 0 16,3 6 0-16,-11 9 0 0,-7-11 0 0,-2 10 0 15,-41-6 0-15,49-2 0 0,-1 1 0 0,-54 0 0 16,61 1 0-16,7 3 0 0,-6-13-1366 0,2 1-1478 16,1-5 654-16</inkml:trace>
  </inkml:traceGroup>
</inkml:ink>
</file>

<file path=ppt/ink/ink29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3T08:12:17.986"/>
    </inkml:context>
    <inkml:brush xml:id="br0">
      <inkml:brushProperty name="width" value="0.06667" units="cm"/>
      <inkml:brushProperty name="height" value="0.06667" units="cm"/>
      <inkml:brushProperty name="color" value="#FF0000"/>
      <inkml:brushProperty name="fitToCurve" value="1"/>
    </inkml:brush>
    <inkml:brush xml:id="br1">
      <inkml:brushProperty name="width" value="0.06667" units="cm"/>
      <inkml:brushProperty name="height" value="0.06667" units="cm"/>
      <inkml:brushProperty name="color" value="#FF0000"/>
    </inkml:brush>
  </inkml:definitions>
  <inkml:traceGroup>
    <inkml:annotationXML>
      <emma:emma xmlns:emma="http://www.w3.org/2003/04/emma" version="1.0">
        <emma:interpretation id="{9DE2F595-C1E9-4BFA-A78B-683D6B7B8D56}" emma:medium="tactile" emma:mode="ink">
          <msink:context xmlns:msink="http://schemas.microsoft.com/ink/2010/main" type="writingRegion" rotatedBoundingBox="1244,411 27735,83 27949,17277 1457,17605"/>
        </emma:interpretation>
      </emma:emma>
    </inkml:annotationXML>
    <inkml:traceGroup>
      <inkml:annotationXML>
        <emma:emma xmlns:emma="http://www.w3.org/2003/04/emma" version="1.0">
          <emma:interpretation id="{B8A7BBC4-69E5-49B9-9A3D-1B3DE5E5DCB6}" emma:medium="tactile" emma:mode="ink">
            <msink:context xmlns:msink="http://schemas.microsoft.com/ink/2010/main" type="paragraph" rotatedBoundingBox="1378,-571 26135,1616 25860,4726 1103,2538" alignmentLevel="1"/>
          </emma:interpretation>
        </emma:emma>
      </inkml:annotationXML>
      <inkml:traceGroup>
        <inkml:annotationXML>
          <emma:emma xmlns:emma="http://www.w3.org/2003/04/emma" version="1.0">
            <emma:interpretation id="{7C770B7D-2EB0-4503-963B-3D0B06CF959F}" emma:medium="tactile" emma:mode="ink">
              <msink:context xmlns:msink="http://schemas.microsoft.com/ink/2010/main" type="inkBullet" rotatedBoundingBox="1270,645 2031,713 2010,947 1250,880"/>
            </emma:interpretation>
            <emma:one-of disjunction-type="recognition" id="oneOf0">
              <emma:interpretation id="interp0" emma:lang="" emma:confidence="0">
                <emma:literal>-</emma:literal>
              </emma:interpretation>
            </emma:one-of>
          </emma:emma>
        </inkml:annotationXML>
        <inkml:trace contextRef="#ctx0" brushRef="#br0">34 162 95 0,'0'0'476'0,"-19"1"-22"0,19-1 13 0,0 0 26 0,0 0 13 16,-19 4-7-16,19-4-28 0,0 0-28 16,0 0-10-16,0 0-15 0,0 0-31 0,59-15-35 0,-30 3-36 15,10-2-27-15,4-3-28 0,3 3-27 0,4 3-22 16,0-6-30-16,1 4-44 0,1-5-64 0,-1 8-98 16,-1 0-88-16,-1 7-96 0,1-4-96 0,-8 6-93 15,1-6-123-15,-14 9-420 0,-2-2-1017 0,-6 0 450 16</inkml:trace>
      </inkml:traceGroup>
      <inkml:traceGroup>
        <inkml:annotationXML>
          <emma:emma xmlns:emma="http://www.w3.org/2003/04/emma" version="1.0">
            <emma:interpretation id="{21485C6C-C79A-40DC-A4E7-1349F482B2E8}" emma:medium="tactile" emma:mode="ink">
              <msink:context xmlns:msink="http://schemas.microsoft.com/ink/2010/main" type="line" rotatedBoundingBox="2758,-449 26135,1616 25860,4726 2484,2660"/>
            </emma:interpretation>
          </emma:emma>
        </inkml:annotationXML>
        <inkml:traceGroup>
          <inkml:annotationXML>
            <emma:emma xmlns:emma="http://www.w3.org/2003/04/emma" version="1.0">
              <emma:interpretation id="{5348A04F-9FCA-41A4-AE9F-161FE1290C6B}" emma:medium="tactile" emma:mode="ink">
                <msink:context xmlns:msink="http://schemas.microsoft.com/ink/2010/main" type="inkWord" rotatedBoundingBox="2647,816 2737,823 2654,1765 2563,1757"/>
              </emma:interpretation>
              <emma:one-of disjunction-type="recognition" id="oneOf1">
                <emma:interpretation id="interp1" emma:lang="" emma:confidence="1">
                  <emma:literal/>
                </emma:interpretation>
              </emma:one-of>
            </emma:emma>
          </inkml:annotationXML>
          <inkml:trace contextRef="#ctx0" brushRef="#br0" timeOffset="312.4285">1425 167 191 0,'0'0'594'0,"-11"-19"6"16,8 12 11-16,3 7 22 0,-5-15 9 0,5 15-16 16,-6-11-38-16,6 11-50 0,0 0-45 0,0 0-44 15,-7-12-36-15,7 12-25 0,0 0-22 0,0 0-14 16,0 0-12-16,0 0-8 0,7 42-297 0,-1-15-35 16,-1 0 0-16,-3 4 0 0,-1 8 0 0,4 2 0 0,-2 1 0 15,4 5 0-15,-6-1 0 0,2 1 0 16,-3 0 0-16,2-1 0 0,-4 0 0 0,-2 4 0 0,4-7 0 15,-8 1 0-15,1 0 0 0,1-2 0 16,-2-13 0-16,0 9 0 0,0-11 0 0,3 1 0 16,-2-4-62-16,7-5-652 0,-3-4-523 0,0 0-1338 0,3-15 592 15</inkml:trace>
        </inkml:traceGroup>
        <inkml:traceGroup>
          <inkml:annotationXML>
            <emma:emma xmlns:emma="http://www.w3.org/2003/04/emma" version="1.0">
              <emma:interpretation id="{4F30E3E8-1BED-4982-936D-6976BF591AEE}" emma:medium="tactile" emma:mode="ink">
                <msink:context xmlns:msink="http://schemas.microsoft.com/ink/2010/main" type="inkWord" rotatedBoundingBox="4165,255 7902,585 7703,2829 3967,2499"/>
              </emma:interpretation>
              <emma:one-of disjunction-type="recognition" id="oneOf2">
                <emma:interpretation id="interp2" emma:lang="" emma:confidence="1">
                  <emma:literal/>
                </emma:interpretation>
              </emma:one-of>
            </emma:emma>
          </inkml:annotationXML>
          <inkml:trace contextRef="#ctx0" brushRef="#br0" timeOffset="91756.5607">4446 58 124 0,'0'-15'127'16,"0"15"-11"-16,0 0-6 0,-1-12-4 0,1 12-11 16,0 0-14-16,0-18-4 0,0 18-15 0,1-11-32 15,-1 11-25-15,5-14-38 0,-5 14-117 0,3-9-163 16,-3 9 72-16</inkml:trace>
          <inkml:trace contextRef="#ctx0" brushRef="#br0" timeOffset="843.6348">3939 235 404 0,'-9'-8'615'0,"9"8"13"0,-7-10 27 0,7 10-4 0,0 0-19 16,0 0-45-16,0 0-46 0,0 0-24 0,0 0-21 15,0 0-10-15,0 0-14 0,-14 40-23 0,11-24-32 16,1 11-31-16,2 1-131 0,2 3-255 0,3 9 0 15,-10 0 0-15,11 3 0 0,-1-4 0 0,1 8 0 16,-4-3 0-16,4 2 0 0,-4 3 0 0,-4-11 0 16,1 5 0-16,-2-2 0 0,1-1 0 0,-4-11 0 15,4 13 0-15,-3-13 0 0,2-3 0 0,-2-7 0 16,4 1-9-16,-4-5-690 0,-2-2-549 0,11-4-1351 16,-4-9 599-16</inkml:trace>
          <inkml:trace contextRef="#ctx0" brushRef="#br0" timeOffset="94381.8652">4020-71 185 0,'-8'-10'252'0,"0"-2"-14"0,-5-1-17 0,-2-3-5 15,1 5-12-15,-1-5 1 0,-7-1-15 0,1 0 5 0,-1 4-20 16,-4-2-8-16,2 3-9 0,-7-2-5 16,3 2 4-16,-4 1-10 0,3 3-7 0,-5 4-13 15,2 4-9-15,-15 0-5 0,4 3-6 0,3 6 7 0,-7 5-10 16,2 7-5-16,-3 5-3 0,0 7-13 0,-6 21-5 16,1 6 5-16,6 13 3 0,-1 8 12 15,13 3 0-15,-9 47 3 0,9-7-10 0,19-33 6 0,3 35-4 16,13-35-1-16,10 2-4 0,4 0-5 0,25 32-2 15,-7-45 4-15,24 38-7 0,-13-42 6 0,12 3 5 16,1-8 8-16,11-3-3 0,2-3 1 0,8-4 1 16,4-4 5-16,-1-11 4 0,-1-8-10 0,7-5 4 15,2-7-4-15,-4-7 2 0,6-8-4 0,1-4-2 16,-3-11 5-16,-4-2-7 0,-6-10 3 0,-21-2 2 16,16-12-10-16,0-4-3 0,-8-12 3 0,-2-2 2 15,-5-5-10-15,-9-10-1 0,1-4-7 0,-8-12-7 16,-5-7-3-16,4-43-11 0,-10 0-2 0,-18-2-2 0,-8-7-9 15,-17-2-13-15,-4 0 4 0,-13 1-6 16,-4 3-7-16,-12 8 7 0,5 43-9 0,0 6-3 16,-17 7-3-16,-10 4 1 0,-8 9 0 0,-12 16-12 0,-9 3-18 15,-47 3-17-15,47 26-22 0,-47-1-1 0,39 12-2 16,4 8-19-16,-43 11-18 0,50 0-26 0,-5 10-52 16,-30 22-41-16,48-18-43 0,-5 10-39 0,6 7-23 15,2 6-31-15,10 9-48 0,4 1-59 0,6-2-342 16,13-5-873-16,1 3 387 0</inkml:trace>
          <inkml:trace contextRef="#ctx0" brushRef="#br0" timeOffset="1312.389">5478 527 287 0,'-11'4'470'0,"11"-4"5"0,-15 6 2 16,15-6-1-16,0 0-9 0,0 0-32 0,0 0-19 16,0 0-20-16,0 0-34 0,44 12-27 0,-15-10-31 15,6-2-24-15,13-5-22 0,5 3-30 0,3 0-17 16,-1-1-22-16,2 1-21 0,-4-3-22 0,3 0-19 15,-4 3-37-15,1 0-64 0,-8 2-61 0,4-2-60 16,-5 1-90-16,-1-1-74 0,-16 0-92 0,2 1-91 16,-13-3-434-16,4 2-949 0,-8-6 419 0</inkml:trace>
          <inkml:trace contextRef="#ctx0" brushRef="#br0" timeOffset="1544.2661">6473 153 4677 0,'-10'-12'622'0,"10"12"-267"0,-5-13-111 0,5 13 44 0,0 0 44 15,0 0 17-15,0 0-39 0,15-9-37 0,-15 9-23 16,0 0 5-16,0 0-19 0,0 0-236 0,29 44 0 0,-21-19 0 16,0 1 0-16,-2 2 0 0,2 15 0 15,-3 0 0-15,1 0 0 0,-4 5 0 0,3 3 0 16,-4 0 0-16,6 1 0 0,-7 0 0 0,-5 4 0 0,3-3 0 15,-4-5 0-15,12 5 0 0,-12 0 0 0,0-8 0 16,4 0-30-16,2 0-667 0,0-5-547 16,0-13-1348-16,2-8 596 0</inkml:trace>
        </inkml:traceGroup>
        <inkml:traceGroup>
          <inkml:annotationXML>
            <emma:emma xmlns:emma="http://www.w3.org/2003/04/emma" version="1.0">
              <emma:interpretation id="{97229AAB-EFE9-4D94-A86E-DF0500F48B0D}" emma:medium="tactile" emma:mode="ink">
                <msink:context xmlns:msink="http://schemas.microsoft.com/ink/2010/main" type="inkWord" rotatedBoundingBox="9784,729 10075,755 9984,1793 9692,1767"/>
              </emma:interpretation>
              <emma:one-of disjunction-type="recognition" id="oneOf3">
                <emma:interpretation id="interp3" emma:lang="" emma:confidence="1">
                  <emma:literal/>
                </emma:interpretation>
              </emma:one-of>
            </emma:emma>
          </inkml:annotationXML>
          <inkml:trace contextRef="#ctx0" brushRef="#br0" timeOffset="2153.5986">8716 983 300 0,'4'10'453'0,"-4"-10"25"16,7 12 33-16,-7-12 24 0,0 13 15 0,0-13-9 15,0 0-31-15,0 0-30 0,8 7-30 0,-8-7-33 0,0 0-18 16,0 0-25-16,0 0-32 0,0 0-35 0,0 0-28 16,2-33-28-16,-2 33-24 0,-2-16-24 15,2 16-25-15,-7-17-16 0,-1 6-18 0,8 11-44 0,-8-8-100 16,8 8 0-16,-14-7 0 0,14 7 0 0,0 0 0 16,-34 2 0-16,34-2 0 0,-30 8 0 0,17-1 0 15,-1 4-169-15,-2-2-62 0,3 4-62 0,0-3-38 16,-2-1-40-16,6 4-36 0,-2 2-60 0,7-7-55 15,-4 1-378-15,8-9-975 0,0 15 431 0</inkml:trace>
          <inkml:trace contextRef="#ctx0" brushRef="#br0" timeOffset="1903.668">8608 133 6838 0,'-6'8'99'0,"4"3"-84"0,2 3-3 15,0-14 55-15,5 15 76 0,-5-15 49 0,13 11 0 16,-13-11-23-16,11 6-21 0,-11-6-8 0,21 0-13 0,-21 0-78 16,0 0-49-16,34-10 0 0,-25 4 0 15,-9 6 0-15,21-15 0 0,-13 8 0 0,5-5 0 0,-11 4 0 16,-2 8 0-16,8-22 0 0,-4 11 0 0,-4-4 0 16,0 15 0-16,-6-22 0 0,4 14 0 0,2 8 0 15,-13-15 0-15,5 9 0 0,-4-3 0 0,12 9 0 16,-29 2 0-16,29-2-161 0,-36 9-297 0,11 10-87 15,-1-1-107-15,-8 9-411 0,12-8-1151 0,4 8 509 16</inkml:trace>
        </inkml:traceGroup>
        <inkml:traceGroup>
          <inkml:annotationXML>
            <emma:emma xmlns:emma="http://www.w3.org/2003/04/emma" version="1.0">
              <emma:interpretation id="{00B2AFA5-03CE-4403-B607-8E6325B8E6D6}" emma:medium="tactile" emma:mode="ink">
                <msink:context xmlns:msink="http://schemas.microsoft.com/ink/2010/main" type="inkWord" rotatedBoundingBox="11300,424 12370,519 12232,2086 11162,1992"/>
              </emma:interpretation>
              <emma:one-of disjunction-type="recognition" id="oneOf4">
                <emma:interpretation id="interp4" emma:lang="" emma:confidence="1">
                  <emma:literal/>
                </emma:interpretation>
              </emma:one-of>
            </emma:emma>
          </inkml:annotationXML>
          <inkml:trace contextRef="#ctx0" brushRef="#br0" timeOffset="3044.1606">10174 824 182 0,'-14'-11'400'0,"14"11"-23"0,-4-12 6 16,4 12 30-16,0 0 40 0,18-15 32 0,-4 6 28 0,12-1 9 16,16-8-1-16,4 2-1 0,12 0-25 15,-2 2-40-15,2-4-43 0,-2 3-42 0,2 1-40 16,-5 1-40-16,3 1-66 0,-5-1-85 0,-1 0-117 0,-3 2-98 15,-4 2-97-15,-3-3-107 0,-8 5-80 0,-16 1-88 16,11-3-107-16,-10 0-381 0,0 2-1014 0,-1-1 449 16</inkml:trace>
          <inkml:trace contextRef="#ctx0" brushRef="#br0" timeOffset="2872.2988">10033 17 250 0,'0'0'385'0,"0"0"-7"15,-13-4 11-15,13 4-9 0,0 0-3 0,0 0-10 16,0 0-12-16,0 0-12 0,0 0-13 0,87 3-1 0,-52-3 0 16,15 6-11-16,-1-6-15 0,3 2-23 15,10-5-13-15,-1 3-11 0,-1 0-25 0,2-4-27 16,-2 4-20-16,-6 0-15 0,-1 0-18 0,-6-2-17 0,-2 0-13 16,-12 4-13-16,-2-8-9 0,-4 2-13 0,-6-1 0 15,-4-1-6-15,-2 0-6 0,-1-3-10 0,-6 2 4 16,-1-3-9-16,-7 10-2 0,11-16-7 0,-9 3 1 15,-2 0-7-15,0 13 4 0,-2-24-4 0,-9 14-12 16,4-7 5-16,-1 3-3 0,0 0 3 0,0 3 5 16,-3-2 4-16,1 6-1 0,10 7-4 0,-14-12-12 15,6 6-29-15,8 6 0 0,-19-7 0 0,19 7 0 16,0 0 0-16,0 0 0 0,-42 19 0 0,32-8 0 16,-2 8 0-16,-1 7 0 0,-3 14 0 0,1 5 0 15,1 1 0-15,1 10 0 0,-3 16 0 0,-5 1 0 16,7-1 0-16,-2-1 0 0,-4 5 0 0,12 2 0 0,-6-1 0 15,4 0 0-15,-1-20 0 0,5 14 0 0,-9-3 0 16,14-16 0-16,-12 0 0 0,5-2 0 16,1 1 0-16,-2-8 0 0,1 2 0 0,1-5 0 0,1-3 0 15,1-11 0-15,-3-7 0 0,3 1 0 0,4-4 0 16,1-6 0-16,0-10 0 0,-2 16 0 0,2-16 0 16,-6 16 0-16,6-16-269 0,0 0-249 0,0 0-53 15,-36-23-51-15,20 1-414 0,-1-1-1121 0,5-1 496 16</inkml:trace>
        </inkml:traceGroup>
        <inkml:traceGroup>
          <inkml:annotationXML>
            <emma:emma xmlns:emma="http://www.w3.org/2003/04/emma" version="1.0">
              <emma:interpretation id="{FA1D3D8E-5849-40B8-BBDE-9AAE09FB09CE}" emma:medium="tactile" emma:mode="ink">
                <msink:context xmlns:msink="http://schemas.microsoft.com/ink/2010/main" type="inkWord" rotatedBoundingBox="16275,1391 21437,1847 21299,3406 16137,2950"/>
              </emma:interpretation>
              <emma:one-of disjunction-type="recognition" id="oneOf5">
                <emma:interpretation id="interp5" emma:lang="" emma:confidence="1">
                  <emma:literal/>
                </emma:interpretation>
              </emma:one-of>
            </emma:emma>
          </inkml:annotationXML>
          <inkml:trace contextRef="#ctx0" brushRef="#br1" timeOffset="83094.6668">15192 1132 3789 0,'-6'-24'61'0,"0"8"-33"0,4 9 33 0,2 7 4 16,-6-19 40-16,6 19 27 0,-7-10 23 0,7 10 6 16,0 0-9-16,-3-12 0 0,3 12-1 0,0 0 3 15,0 0 13-15,0 0 13 0,-18 36 30 0,12-19-8 16,4 9 11-16,1 6 4 0,1 8-2 0,0 5 2 15,0 0 3-15,0 4 0 0,1 3-9 0,1 0-8 16,-2 0-7-16,-2 0-12 0,4 3-14 0,-2 14-170 16,0-16 0-16,-2-1 0 0,-4-4 0 0,4 0 0 15,-7-1 0-15,5-3 0 0,-4-2 0 0,-1-1 0 16,-1-4 0-16,2-8 0 0,5-2 0 0,-5-1 0 16,-2 0 0-16,6-7 0 0,-1-5 0 0,0 5 0 15,2-11 0-15,3-8 0 0,-1 3 0 0</inkml:trace>
          <inkml:trace contextRef="#ctx0" brushRef="#br1" timeOffset="83421.7629">15016 2249 8191 219,'-2'-14'0'0,"-2"-16"0"0,-1-8 0 0,0-9 0 0,-3-2 0 16,-3-8 0-16,3-15 0 0,-2-3 0 0,-1-5 0 15,11 4 0-15,0 9 0 0,-2 13 0 0,2-20 0 16,2 25 0-16,4 1 0 0,5 3 0 0,4 3 0 16,3-6 0-16,2 6 0 0,0 2 0 0,4 1 0 15,-2 1 0-15,5 9 0 0,1-2 0 0,5 3 0 16,-9 8 0-16,4 4 0 0,9-5 0 0,-15 12 0 15,7 2 0-15,-5 2 0 0,2 2 0 0,1 3 0 16,2 1 0-16,-8 6 0 0,0 4 0 0,-5-1 0 16,3 3 0-16,-3 7 0 0,-2 1 0 0,1 3 0 15,-7 1 0-15,-2 2 0 0,1 9 0 0,-9-5 0 16,-4-4 0-16,-7 16 0 0,2-1 0 0,-7-4 0 0,0 1 0 16,-6 3 0-16,2-3 0 0,-9 4 0 0,1-3 0 15,-2-9 0-15,-4 7 0 0,6-3 0 0,-4 1 0 16,-1-10 0-16,0 0 0 0,12-5 0 0,-4-2 0 15,8 1 0-15,-1-2 0 0,4-4 0 0,4-2 0 16,-1 3 0-16,6 0 0 0,-6-7 0 0,12 3 0 16,1-11 0-16,0 22 0 0,6-10 0 0,2 3 0 15,7-2 0-15,-1 3 0 0,4-6 0 0,3 9 0 16,0-7 0-16</inkml:trace>
          <inkml:trace contextRef="#ctx0" brushRef="#br0" timeOffset="57091.5702">16221 1696 25 0,'-16'-4'344'0,"1"1"-18"0,-2-3-9 15,17 6 2-15,-23-5-12 0,23 5-5 0,-22-2 0 16,22 2-19-16,0 0-10 0,-21-1-18 0,21 1-17 16,0 0 4-16,0 0 20 0,0 0 9 0,0 0 7 15,0 0 1-15,0 0-12 0,0 0-10 0,0 0-16 16,83 10-21-16,-52-6-14 0,20-4 7 0,4 3-35 16,1-5-5-16,3 1-8 0,-1 2-7 0,6-8-18 15,-3 7-10-15,27-6-9 0,-30 6-16 0,-2 0-13 16,-4-6-9-16,5 2-8 0,-4 3-6 0,-6-7-9 15,-5 2-10-15,-10 5-5 0,-7-1 3 0,-4-3-14 0,-3 3-2 16,-2-2-8-16,-16 4-10 0,16-7-23 16,-16 7-42-16,14-6-51 0,-14 6-58 0,0 0-60 15,0 0-54-15,0 0-54 0,0 0-41 0,-28-25-37 0,13 21-42 16,-6-4-65-16,-3-1-312 0,-3-6-892 0,0 8 396 16</inkml:trace>
          <inkml:trace contextRef="#ctx0" brushRef="#br0" timeOffset="57435.3039">16712 1226 128 0,'-8'-7'419'16,"8"7"-41"-16,-11-16-25 0,11 16-35 0,-8-7-22 15,8 7 15-15,0 0 24 0,0 0 19 0,0 0-9 16,0 0-18-16,0 0-9 0,0 0-6 0,0 0-18 0,51 15-20 16,-27-4-20-16,2 1-22 0,1 1-19 0,10 0-14 15,3 7-11-15,3-5-17 0,2 2-16 16,2-1-17-16,-1-3-11 0,4 7-11 0,0-6-15 0,-2 1-5 15,0 1-16-15,-2 2-5 0,3-10-11 0,-8 6-6 16,-9-7-5-16,4 0-2 0,-7-2-8 0,-2-1-7 16,0 3 0-16,0-3-8 0,-9 0 2 0,1 0-7 15,-3-1-3-15,-16-3 2 0,21 4 0 0,-21-4-8 16,11 10 5-16,-11-10-9 0,-4 20 0 0,-6-5 0 16,-8 7 0-16,1-4 1 0,-9 6 1 0,-11 5-6 15,3 5-1-15,-4 2 1 0,-5-1 0 0,1-1 0 16,-5 3-1-16,4 0-7 0,-18 5 0 0,15-5-2 0,4-3-11 15,2-5-22-15,6 4-33 0,-1-3-45 16,4-1-54-16,9-8-59 0,4 1-48 0,7-6-62 16,0 2-51-16,3-7-56 0,3 0-80 0,5-11-293 0,8 14-887 15,-8-14 393-15</inkml:trace>
          <inkml:trace contextRef="#ctx0" brushRef="#br1" timeOffset="83921.7461">17978 1306 197 0,'9'-16'605'0,"3"4"-61"0,-4 2-42 15,4-3-33-15,1 9-36 0,2 0-16 0,-15 4-16 16,0 0-22-16,27 11-15 0,-17 1-12 0,2 10-23 16,4 13-12-16,-3 5-22 0,-5-13-12 0,0 24-12 15,4-3-18-15,-6 2-23 0,-3-1-15 0,2 3-9 0,-2 4-20 16,0-5-19-16,1 3-17 0,-4-4-12 0,0-3-14 15,-2 2-13-15,2-6-13 0,-5-1-9 0,4-6-23 16,-1-4-66-16,-1-2 0 0,1-4 0 0,-4-3 0 16,4-8 0-16,-4-1 0 0,3 2 0 0,-1-6 0 15,4-10 0-15,-8 12 0 0,8-12 0 0,0 0 0 16,0 0 0-16,0 0 0 0,0 0 0 0,-35-45 0 16,25 8 0-16,-1-6 0 0,8-11 0 0,-4-25 0 15,3 1 0-15,-3 3 0 0,10-2 0 0,-6 6 0 16,10-1 0-16,-1 17 0 0,2 3 0 0,-1 0 0 15,5 0 0-15,1 7 0 0,3-5 0 0,4 5 0 0,-1 5 0 16,5 0 0-16,-2 3 0 0,7 4 0 0,2 6 0 16,-6 5 0-16,7-3 0 0,7 5 0 0,-1 4 0 15,-9 9 0-15,7-2 0 0,-8 7 0 0,0 2 0 16,-7 0 0-16,9 7 0 0,-3 4 0 0,-3 5 0 16,0 6 0-16,-6 4 0 0,0 13 0 0,-7 0 0 15,-6 5 0-15,-5-3 0 0,-5 6 0 0,2-2 0 16,-10 0 0-16,-8 3 0 0,-6-4 0 0,-2 1 0 15,-2-2 0-15,-5-2 0 0,-5-2 0 0,5-1 0 16,-8-4 0-16,3 3-11 0,-1-8-39 0,-1-1 4 16,4-6 6-16,-1 4 5 0,5-5 1 0,6-4 2 15,8-1 9-15,-3-2 1 0,5-3 0 0,9-7 5 0,-1 3 5 16,11-7-5-16,-12 15 4 0,12-15 1 16,2 11 15-16,-2-11-4 0,16 18-1 0,0-10 2 15,3 4 0-15,10 2 6 0,0-1 6 0,11 8 4 0,-1-6-5 16,1 0-1-16,6 5 5 0,3-2-1 0,-16 0-6 15</inkml:trace>
          <inkml:trace contextRef="#ctx0" brushRef="#br0" timeOffset="58653.9684">19439 1670 457 0,'-8'-6'432'0,"8"6"-43"16,-14-7-6-16,14 7 36 0,0 0 43 0,0 0 40 15,0 0 4-15,0 0-6 0,0 0-29 0,37-12-42 16,-16 11-32-16,7-1-42 0,3 0-34 0,3-1-29 16,9 3-36-16,0-5-22 0,-1 4-28 0,1 1-32 15,4-1-48-15,-1-3-114 0,-4 1-84 0,-8 2-84 16,9-5-99-16,-1 1-81 0,-10 1-78 0,2-3-86 15,-7-1-432-15,5-4-1010 0,-5 2 448 0</inkml:trace>
        </inkml:traceGroup>
        <inkml:traceGroup>
          <inkml:annotationXML>
            <emma:emma xmlns:emma="http://www.w3.org/2003/04/emma" version="1.0">
              <emma:interpretation id="{6837B149-D4E0-4AA7-9864-02A4AE6B8247}" emma:medium="tactile" emma:mode="ink">
                <msink:context xmlns:msink="http://schemas.microsoft.com/ink/2010/main" type="inkWord" rotatedBoundingBox="16738,785 26135,1616 25860,4726 16463,3895"/>
              </emma:interpretation>
            </emma:emma>
          </inkml:annotationXML>
          <inkml:trace contextRef="#ctx0" brushRef="#br0" timeOffset="75148.3379">21594 915 5941 0,'5'-8'66'0,"-5"8"-22"0,9-18 11 0,-2 12 19 15,-7 6 22-15,13-6 24 0,-13 6 2 0,0 0 2 16,0 0-6-16,0 0 14 0,28 26 20 0,-18-8 5 16,-2 8 2-16,2 10 4 0,-5 6 11 0,1 6-3 15,0-2-1-15,2 2-17 0,-1 4-153 0,-1 5 0 0,1 12 0 16,1-15 0-16,-2 18 0 0,-1-16 0 0,3 13 0 15,0-17 0-15,-5 0 0 0,0-1 0 0,1-5 0 16,0 6 0-16,-2-3 0 0,-2-2 0 0,0-5 0 16,0 3 0-16,0-15 0 0,-2-2 0 0,-4-4 0 15,6 2 0-15,0-8 0 0,-5-1 0 0,4-8 0 16,1 3 0-16,0-12 0 0,-2 11 0 0,2-11 0 16,0 16 0-16,0-16 0 0,0 0 0 0,-5 13 0 15,5-13 0-15,0 0 0 0,0 0 0 0,0 0 0 16,0 0 0-16,0 0 0 0,-27-35 0 0,22 11 0 15,-5-2 0-15,1-15 0 0,2-5 0 0,-1-2 0 0,-1-3 0 16,-7-21 0-16,8 18 0 0,1-19 0 0,4 20 0 16,-2-3 0-16,2 2 0 0,-2-18 0 15,5 20 0-15,0 3 0 0,0 3 0 0,-1-5 0 0,4 5 0 16,3-2 0-16,2 2 0 0,2-1 0 0,0 7 0 16,4-2 0-16,0 4 0 0,1-1 0 0,6 0 0 15,1 1 0-15,-1-1 0 0,6 7 0 0,1-2 0 16,0 4 0-16,3 4 0 0,-9 5 0 0,7 4 0 15,-1 2 0-15,-6 1 0 0,5 2 0 0,-4 1 0 16,-2 9 0-16,-2 1 0 0,-19 1 0 0,38 8 0 16,-20 5 0-16,0 7 0 0,-1 3 0 0,1 1 0 15,-4 12 0-15,-1-6 0 0,2 10 0 0,-6 1 0 0,4 3 0 16,-8-2 0-16,-3-1 0 0,-4 0 0 0,-6 6 0 16,-5-5 0-16,0 3 0 0,-1-4 0 0,-5 1 0 15,2-4 0-15,-10 0 0 0,5-5 0 0,-9 0 0 16,-1-2 0-16,-2-6 0 0,1 4 0 0,-4-3 0 15,-3-2 0-15,-2-5 0 0,2-3 0 0,1-1 0 16,7-2 0-16,-1-5 0 0,-9 8 0 0,11-13 0 16,3 3 0-16,-3-5 0 0,4 6 0 0,0-7 0 15,7 0 0-15,20 0 0 0,-35 0 0 0,35 0 0 16,-22-2 0-16,22 2 0 0,-21 2 0 0,21-2 0 16,0 0 0-16,0 0 0 0,0 0 0 0,0 0 0 0,0 0 0 15,0 0 0-15,0 0 0 0,0 0 0 0,38 31 0 16,-12-19 0-16,12 8 0 0,6-1 0 0,2 5 0 15,2 0 0-15,4 4 0 0,18 5 0 0,-18-2 0 16,-3-4 0-16,6-2 0 0,-7 2 0 0,-3-1 0 16,-2 0 0-16,-6-1 0 0,0-5 0 0,-2-1 0 15,-9-3 0-15,-3-3 0 0,-7-5 0 0,1 2 0 16,-7-2 0-16,-2-4 0 0,6 5 0 0,-14-9 0 16,15 9 0-16,-15-9 0 0,13 7 0 0,-13-7 0 15,8 5 0-15,-8-5 0 0,0 0 0 0,6 12 0 16,-6-12 0-16,0 0 0 0,0 0 0 0,0 0 0 15,0 0 0-15,0 0 0 0,0 0 0 0,0 0 0 0,13 6 0 16,-13-6 0-16,0 0 0 0,0 0 0 0,0 0 0 16,0 0 0-16,0 0 0 0,0 0 0 0,0 0 0 15,18 3 0-15,-18-3 0 0,0 0 0 0,0 0 0 16,0 0 0-16,0 0 0 0,0 0 0 0,0 0 0 16,0 0 0-16,20 5 0 0,-20-5 0 0,0 0 0 15,0 0 0-15,0 0 0 0,0 0 0 0,0 0 0 16,0 0 0-16,0 0 0 0,0 0 0 0,0 0 0 15,0 0 0-15,0 0 0 0,0 0 0 0,0 0 0 16,0 0 0-16,0 0 0 0,0 0-333 0,0 0-116 16,0 0-46-16,0 0-64 0,0 0-501 0,0 0-1147 15,0 0 508-15</inkml:trace>
          <inkml:trace contextRef="#ctx0" brushRef="#br0" timeOffset="87076.7417">15330 1924 270 0,'0'0'322'0,"0"0"-13"15,0 0-6-15,-8-9-12 0,8 9-20 0,0 0-5 16,0 0 16-16,0 0 7 0,0 0-12 0,0 0 3 16,28 32-5-16,-12-22 6 0,5 9-16 0,7-1-8 0,0-3-12 15,12 8-14-15,-2-3-20 0,4-1-11 0,8 2-26 16,-12-2-14-16,6 0-19 0,-3 4-11 0,3-8-15 15,-6 6-13-15,-7-9-10 0,-2 3-8 0,-2 3-9 16,0 1-9-16,-1-5-9 0,-4 6-11 0,2-1-26 16,-6 0-77-16,-7-7-110 0,-3 2-72 0,-1 1-85 15,-4-2-86-15,-3 3-455 0,-2-6-938 0,2-10 415 16</inkml:trace>
          <inkml:trace contextRef="#ctx0" brushRef="#br0" timeOffset="87329.561">16043 2427 385 0,'0'0'428'0,"0"0"0"16,0 0 9-16,0-15 12 0,0 15-13 0,0 0-12 0,0 0-19 16,0 0-3-16,0 0 0 0,0 0-9 15,0 0 4-15,0 0-2 0,14 41-23 0,-12-20-13 16,3 5-12-16,-4 4-15 0,2-1-24 0,1 0-31 0,-4 9-28 15,-7 2-27-15,10 2-17 0,-1-1-66 0,0-3-139 16,-2 9 0-16,-8-8 0 0,9 5 0 0,2 0 0 16,-6-1 0-16,2-1 0 0,-4-9 0 0,2 5 0 15,1-11-41-15,-4 3-511 0,-2-4-173 0,3 0-421 16,-2-7-1241-16,4-9 550 0</inkml:trace>
          <inkml:trace contextRef="#ctx0" brushRef="#br0" timeOffset="88157.5929">18233 2189 351 0,'-7'-15'388'0,"7"15"-7"0,-1-13 2 0,1 13-10 16,0 0-18-16,8-16-20 0,-8 16-28 0,8-9-22 16,-8 9-23-16,0 0-19 0,40 6-24 0,-40-6-20 15,32 18-16-15,-11-3-2 0,1 3-12 0,4 2-16 16,9 6-11-16,-3-1-15 0,7 2-14 0,-4 6-8 16,2-4-11-16,0-1-8 0,0 2-13 0,1-3-3 15,-1 1-9-15,-1 3-7 0,-1-5-7 0,-3 0-5 16,-6-6-13-16,-4-2-53 0,-1-2-79 0,-5-6-81 15,3 6-91-15,-9-7-105 0,4 1-428 0,-7-1-874 16,-7-9 386-16</inkml:trace>
          <inkml:trace contextRef="#ctx0" brushRef="#br0" timeOffset="89256.6767">22972 2355 126 0,'-27'-15'402'0,"1"0"-27"0,2-2-13 0,5 0-11 16,1-2-25-16,10 4-3 0,-2-1 2 0,1 2-29 16,4-1-29-16,2-3-28 0,6 10-23 0,2-10-22 15,4 5-15-15,3 0-19 0,2 1-14 0,7 2-8 16,-2 0-9-16,5-1-14 0,4 6-6 0,-1 2-8 16,0 1-8-16,-1 4-9 0,1 3-7 0,-1 2-9 15,-2 5-1-15,-3 2-8 0,1 5 0 0,-4 1-7 0,-1 5-9 16,-4 2-1-16,2 11 0 0,1 2-3 15,-11-2-3-15,-4 5 4 0,-1 0 0 0,-6-5 4 16,-2 6 8-16,-7-5 2 0,1 3-7 0,-7-6 19 0,-3 2 3 16,-2 0 6-16,-3-3 11 0,1 1 7 0,0-8 0 15,-1 3 12-15,7-9 8 0,-1-1-8 16,4-2 9-16,-2-4-2 0,5-2 6 0,2-5-15 0,1 4 6 16,5-5-2-16,8-7 5 0,-14 17 13 0,14-17 12 15,-4 9 27-15,4-9 20 0,0 0-100 0,0 0-84 16,32 11 0-16,-3-14 0 0,15 0 0 0,9-2 0 15,1 2 0-15,31-8 0 0,5-1 0 0,5 2 0 16,41-9 0-16,-35 7 0 0,40-3 0 0,-41 0 0 16,43 5 0-16,-49 5 0 0,-2-4 0 0,-2 0 0 15,-9 1 0-15,-2 6 0 0,-23-4 0 0,-1 5 0 16,-10-4 0-16,-12 3 0 0,9 0 0 0,-16 1 0 0,-7-3 0 16,-3 3 0-16,-16 1 0 0,21-3 0 0,-21 3 0 15,0 0 0-15,0 0 0 0,0 0-1366 0,0 0-1478 16,0 0 654-16</inkml:trace>
        </inkml:traceGroup>
      </inkml:traceGroup>
    </inkml:traceGroup>
    <inkml:traceGroup>
      <inkml:annotationXML>
        <emma:emma xmlns:emma="http://www.w3.org/2003/04/emma" version="1.0">
          <emma:interpretation id="{99BFB32B-C509-4891-8FF7-A74BCCDAE522}" emma:medium="tactile" emma:mode="ink">
            <msink:context xmlns:msink="http://schemas.microsoft.com/ink/2010/main" type="paragraph" rotatedBoundingBox="2284,2324 13292,2245 13303,3843 2295,3921" alignmentLevel="1"/>
          </emma:interpretation>
        </emma:emma>
      </inkml:annotationXML>
      <inkml:traceGroup>
        <inkml:annotationXML>
          <emma:emma xmlns:emma="http://www.w3.org/2003/04/emma" version="1.0">
            <emma:interpretation id="{08417B50-473C-4677-ABBE-4F9AB894A722}" emma:medium="tactile" emma:mode="ink">
              <msink:context xmlns:msink="http://schemas.microsoft.com/ink/2010/main" type="line" rotatedBoundingBox="2284,2324 13292,2245 13303,3843 2295,3921">
                <msink:destinationLink direction="with" ref="{DF6E65C5-C537-490A-9BF7-C165B78722E6}"/>
              </msink:context>
            </emma:interpretation>
          </emma:emma>
        </inkml:annotationXML>
        <inkml:traceGroup>
          <inkml:annotationXML>
            <emma:emma xmlns:emma="http://www.w3.org/2003/04/emma" version="1.0">
              <emma:interpretation id="{9536F3AC-34A6-4178-8119-3B7A9215E46A}" emma:medium="tactile" emma:mode="ink">
                <msink:context xmlns:msink="http://schemas.microsoft.com/ink/2010/main" type="inkWord" rotatedBoundingBox="2286,2668 3033,2662 3039,3480 2292,3486"/>
              </emma:interpretation>
              <emma:one-of disjunction-type="recognition" id="oneOf6">
                <emma:interpretation id="interp6" emma:lang="" emma:confidence="1">
                  <emma:literal/>
                </emma:interpretation>
              </emma:one-of>
            </emma:emma>
          </inkml:annotationXML>
          <inkml:trace contextRef="#ctx0" brushRef="#br0" timeOffset="4231.6149">1299 2097 316 0,'-26'-1'500'0,"26"1"-11"0,-24 5-1 16,8-2 11-16,16-3-11 0,-26 14-19 0,13-5-16 16,2 5-12-16,-3-1-13 0,1 1-8 0,0 4-24 15,-1 4-21-15,6 1-13 0,1 3-24 0,1-3-27 0,4-2-17 16,2 6-16-16,-1 1-22 0,9 11-19 0,0-8-26 15,1-5-69-15,4 12-142 0,1-11 0 16,4-1 0-16,6 9 0 0,-3-10 0 0,6 4 0 0,-3-4 0 16,5-1 0-16,-1-5 0 0,-6-1 0 0,4-4 0 15,-4-2 0-15,5 0 0 0,-6-5 0 0,-3-1 0 16,3-5 0-16,0-1 0 0,-21 0 0 0,41-7 0 16,-17-5 0-16,2 2 0 0,-2-6 0 0,-3-1 0 15,0-5 0-15,1-1 0 0,-1-4 0 0,2-7 0 16,-9-6 0-16,1-2 0 0,-4-4 0 0,-2 2 0 15,-5-1 0-15,-4-3 0 0,-7 2 0 0,-4-3 0 0,-4 6 0 16,-1 0 0-16,-4 3 0 0,-8 2 0 0,-4 9 0 16,-3 1 0-16,-5 4 0 0,-2 6 0 15,0 0 0-15,2 13 0 0,-8 2 0 0,0 3 0 0,3 3 0 16,-5 2 0-16,9 9 0 0,-4 2 0 0,13 0 0 16,8 0 0-16,-5 10 0 0,9-9-650 0,-2 6-608 15,14-4-1361-15,0-4 603 0</inkml:trace>
        </inkml:traceGroup>
        <inkml:traceGroup>
          <inkml:annotationXML>
            <emma:emma xmlns:emma="http://www.w3.org/2003/04/emma" version="1.0">
              <emma:interpretation id="{B56A01D3-E178-4CDC-BCC4-5B01EE298CEA}" emma:medium="tactile" emma:mode="ink">
                <msink:context xmlns:msink="http://schemas.microsoft.com/ink/2010/main" type="inkWord" rotatedBoundingBox="4618,2635 6359,2623 6365,3476 4624,3488"/>
              </emma:interpretation>
              <emma:one-of disjunction-type="recognition" id="oneOf7">
                <emma:interpretation id="interp7" emma:lang="" emma:confidence="1">
                  <emma:literal/>
                </emma:interpretation>
              </emma:one-of>
            </emma:emma>
          </inkml:annotationXML>
          <inkml:trace contextRef="#ctx0" brushRef="#br0" timeOffset="6279.3237">4294 2116 146 0,'-56'4'459'0,"56"-4"10"0,0 0-12 0,-15-10 4 16,15 10-1-16,-6-11-15 0,6 11-15 0,-2-19-29 15,2 19-30-15,4-19-20 0,2 4-14 0,2 2-20 0,5 0-18 16,3-6-18-16,-3 6-10 0,3 1-20 16,8-3-16-16,-6 4-16 0,4-2-9 0,-1 6-5 15,0 1-25-15,0 2-15 0,1 0-12 0,-1 3-6 0,-21 1-22 16,35 6-11-16,-16 0-12 0,-1 1-14 0,-5 6-46 15,1 1-42-15,1 8 0 0,-4 4 0 0,0 16 0 16,-4-4 0-16,-3 2 0 0,-7 2 0 0,-2-1 0 16,-7 1 0-16,-1 3 0 0,-2-4 0 0,-6 1 0 15,-1 2 0-15,-5-6 0 0,-1 0 0 0,3-1 0 16,-2-3 0-16,-2-1 0 0,1-6 0 0,4-5 0 16,5-4 0-16,-2-1 0 0,-1 1 0 0,7-8 0 15,1 2 0-15,6-5 0 0,-2 0 0 0,10-7 0 16,-14 8 0-16,14-8 0 0,-10 7 0 0,10-7 0 15,0 0 0-15,0 0 0 0,0 0 0 0,0 0 0 16,43 10 0-16,-20-10 0 0,4 0 0 0,17-1 0 0,-1-4 0 16,5 1 0-16,3-4 0 0,5 6 0 15,2-5 0-15,0 2 0 0,-2 3 0 0,-6-1 0 16,8 2 0-16,-9 0 0 0,-1-4 0 0,-4 3 0 0,-14 2 0 16,-2-4 0-16,-8 4 0 0,-2-1 0 0,-18 1 0 15,24-2 0-15,-24 2 0 0,23 0 0 0,-23 0 0 16,0 0 0-16,16-4 0 0,-16 4 0 0,0 0 0 15,0 0 0-15,0 0 0 0,0 0-612 0,0 0-652 16,-36-16-1368-16,36 16 605 0</inkml:trace>
          <inkml:trace contextRef="#ctx0" brushRef="#br0" timeOffset="5809.6349">3598 2327 145 0,'0'0'463'0,"-21"1"14"0,21-1 10 0,-32 0 7 15,13 0 10-15,19 0 3 0,-42 6-4 0,24-6-9 16,18 0-12-16,-35 2-17 0,16-2-18 0,19 0-17 16,-21 1-29-16,21-1-31 0,0 0-35 0,0 0-26 15,-24 3-23-15,24-3-25 0,0 0-21 0,0 0-149 16,0 0-91-16,0 0 0 0,0 0 0 0,67 4 0 0,-33-5 0 15,7-5 0-15,3 1 0 0,1 1 0 0,1-3 0 16,4-2 0-16,-3 3 0 0,4-2-6 16,-1 1-484-16,-2-4-105 0,-5 4-589 0,4-8-1281 0,-9-1 566 15</inkml:trace>
        </inkml:traceGroup>
        <inkml:traceGroup>
          <inkml:annotationXML>
            <emma:emma xmlns:emma="http://www.w3.org/2003/04/emma" version="1.0">
              <emma:interpretation id="{67169CB5-0FDD-464A-A097-6E34EC8F9969}" emma:medium="tactile" emma:mode="ink">
                <msink:context xmlns:msink="http://schemas.microsoft.com/ink/2010/main" type="inkWord" rotatedBoundingBox="7450,2443 8270,2437 8279,3605 7458,3611"/>
              </emma:interpretation>
              <emma:one-of disjunction-type="recognition" id="oneOf8">
                <emma:interpretation id="interp8" emma:lang="" emma:confidence="1">
                  <emma:literal/>
                </emma:interpretation>
              </emma:one-of>
            </emma:emma>
          </inkml:annotationXML>
          <inkml:trace contextRef="#ctx0" brushRef="#br0" timeOffset="7494.3047">6394 2264 353 0,'-13'-7'402'15,"4"-4"-11"-15,9 11-6 0,-13-14-8 0,13 2-15 16,0 12-8-16,5-21-15 0,3 8-12 0,1 1-16 15,9-1-9-15,-2 0-6 0,6 1-11 0,1-2-16 16,-2 7-16-16,1-5-19 0,4 3-15 0,-5 6-16 16,-4-1-20-16,3 4-18 0,-20 0-12 0,33 0-19 15,-33 0-10-15,23 7-12 0,-10 3-14 0,-9 1-3 16,9 1-13-16,-11 2-7 0,1 0-6 0,-1 3-6 16,-4 1-8-16,-3 5-4 0,2-4-4 0,-7 7-10 15,2-4-3-15,-3-3 0 0,0 3-6 0,1-6-5 16,-4 7-5-16,3-6-11 0,-2-1-3 0,-2-1-13 15,6-3-5-15,-4 1-4 0,3-1 2 0,2-5-4 0,2 1-2 16,6-8-7-16,-15 12-4 0,15-12-1 16,-6 12 6-16,6-12 2 0,0 0 3 0,0 0 5 15,0 0 1-15,0 0 2 0,0 0 5 0,0 0 10 0,45-20 8 16,-31 15 15-16,7 3 8 0,7-9 10 0,0 3 12 16,3 4 15-16,3 8 13 0,9-4 5 0,-13 0 9 15,4 7 3-15,-3-4-5 0,2 8-6 0,-4-3-8 16,0 8-6-16,-7-2-11 0,4 1 3 0,-13-1-14 15,-2 3-4-15,0 1-18 0,-4 8-29 0,-4-7 0 16,-3 7 0-16,-8-1 0 0,-5 1 0 0,2-1 0 16,-7-3 0-16,-9-1 0 0,-3 4 0 0,-4 0 0 15,5-8 0-15,-11 4-25 0,-2-2-97 0,-1-5-7 0,-4-2-18 16,1-8-12-16,-7-1-1 0,10 2-10 16,-2-10-17-16,0 2-10 0,-2-6-17 0,18-4-31 15,-4 1-42-15,7-2-49 0,-9-10-61 0,14 4-86 0,-7-13-340 16,9-4-890-16,11 8 394 0</inkml:trace>
          <inkml:trace contextRef="#ctx0" brushRef="#br0" timeOffset="140419.3092">6571 1759 115 0,'0'0'203'0,"0"0"-16"0,-12-9-8 15,12 9-6-15,0 0-11 0,-8-8-11 0,8 8-15 16,0 0-11-16,0 0-9 0,0 0-10 0,0 0-10 16,0 0-4-16,0 0-11 0,0-14-5 0,0 14-10 0,0 0-5 15,0 0-7-15,0 0-1 0,0 0-8 0,0 0-7 16,0 0-4-16,0 0-4 0,0 0-8 0,0 0-15 15,0 0-25-15,0 0-28 0,0 0-43 16,0 0-37-16,0 0-63 0,-12 29-135 0,12-29-350 0,-9 14 155 16</inkml:trace>
        </inkml:traceGroup>
        <inkml:traceGroup>
          <inkml:annotationXML>
            <emma:emma xmlns:emma="http://www.w3.org/2003/04/emma" version="1.0">
              <emma:interpretation id="{C3B00437-6EE8-4FB0-B6AA-5ECA8D4EF299}" emma:medium="tactile" emma:mode="ink">
                <msink:context xmlns:msink="http://schemas.microsoft.com/ink/2010/main" type="inkWord" rotatedBoundingBox="9848,2596 10076,2595 10082,3424 9854,3426"/>
              </emma:interpretation>
              <emma:one-of disjunction-type="recognition" id="oneOf9">
                <emma:interpretation id="interp9" emma:lang="" emma:confidence="1">
                  <emma:literal/>
                </emma:interpretation>
              </emma:one-of>
            </emma:emma>
          </inkml:annotationXML>
          <inkml:trace contextRef="#ctx0" brushRef="#br0" timeOffset="8228.631">8797 2674 385 0,'2'11'445'0,"-2"-11"0"16,-2 14 22-16,2-14 15 0,0 0-1 0,-3 13-4 16,3-13-36-16,0 0-24 0,0 0-28 0,0 0-15 15,0 0-28-15,0 0-20 0,0 0-32 0,0 0-32 0,0 0-10 16,28-31-34-16,-24 14-20 0,-2 4-21 0,-2-5-13 16,0 4-17-16,-2-2-14 0,2-2-9 15,-4 4-17-15,-4-3-14 0,1 2-8 0,-1 2-11 0,0 6-12 16,-5-5-5-16,4 2-4 0,9 10-4 0,-26-12-8 15,13 6 3-15,13 6-30 0,-26 0 14 0,26 0-2 16,-28 11-12-16,16-8-14 0,12-3 0 0,-24 14 0 16,13-2-18-16,1-3-42 0,2-2-29 0,4 5-30 15,-1 0-29-15,5 5-33 0,-2 0-38 0,9-4-56 16,-3 0-43-16,3 0-41 0,2 0-60 0,4-1-65 16,2-5-433-16,1-1-994 0,3-5 439 0</inkml:trace>
          <inkml:trace contextRef="#ctx0" brushRef="#br0" timeOffset="7931.8033">8764 2013 4457 0,'0'0'456'0,"8"7"-285"15,-8-7-95-15,0 0-36 0,0 0 56 0,14 5 73 16,-14-5 67-16,0 0 15 0,0 0-6 0,0 0-7 16,0 0-7-16,11 11 1 0,-11-11 5 0,0 0 7 15,0 0-2-15,0 0-6 0,0 0-21 0,0 0-96 0,0 0-119 16,0 0 0-16,0 0 0 0,0 0 0 16,4-30 0-16,-4 30 0 0,-2-17 0 0,2 17 0 15,0-19 0-15,0 19 0 0,-6-17 0 0,4 2 0 0,-3 5 0 16,5 10 0-16,-9-17 0 0,1 10 0 0,8 7 0 15,-15-14 0-15,15 14 0 0,-19-5 0 0,19 5 0 16,-21-2-198-16,21 2-252 0,-29 12-65 0,16-6-80 16,-4 5-478-16,2 5-1161 0,4 3 514 0</inkml:trace>
        </inkml:traceGroup>
        <inkml:traceGroup>
          <inkml:annotationXML>
            <emma:emma xmlns:emma="http://www.w3.org/2003/04/emma" version="1.0">
              <emma:interpretation id="{ACECB867-3EDF-404D-B3CA-17B745F8BC10}" emma:medium="tactile" emma:mode="ink">
                <msink:context xmlns:msink="http://schemas.microsoft.com/ink/2010/main" type="inkWord" rotatedBoundingBox="11155,2261 13292,2245 13303,3843 11167,3858"/>
              </emma:interpretation>
              <emma:one-of disjunction-type="recognition" id="oneOf10">
                <emma:interpretation id="interp10" emma:lang="" emma:confidence="1">
                  <emma:literal/>
                </emma:interpretation>
              </emma:one-of>
            </emma:emma>
          </inkml:annotationXML>
          <inkml:trace contextRef="#ctx0" brushRef="#br0" timeOffset="9041.071">10092 2155 287 0,'-24'0'460'16,"24"0"20"-16,-29 0 16 0,10-1 2 0,19 1 10 16,-35-1-17-16,35 1-14 0,-36 0 1 0,36 0-10 15,-22 2-21-15,22-2-30 0,0 0-32 0,-21-1-27 16,21 1-18-16,0 0-17 0,0 0-10 0,0 0-16 16,0 0-17-16,0 0-22 0,0 0-128 0,0 0-130 15,90-5 0-15,-45 1 0 0,3 0 0 0,-3 4 0 0,5-4 0 16,-1 2 0-16,3 1 0 0,-3-3 0 15,1-3 0-15,5 4 0 0,-9-1 0 0,7-1 0 16,-6-2-265-16,-6-1-349 0,-7 3-605 0,1-2-1320 0,-6 0 583 16</inkml:trace>
          <inkml:trace contextRef="#ctx0" brushRef="#br0" timeOffset="10275.3618">11438 1570 233 0,'0'0'342'0,"-6"-10"-8"16,6 10-2-16,0 0-6 0,0 0-9 0,0 0-4 15,0 0 16-15,0 0-1 0,6-14-10 0,-6 14-13 0,0 0-6 16,0 0-7-16,0 0-8 0,10-9-7 16,-10 9-5-16,0 0-13 0,0 0-11 0,0 0-8 15,0 0-12-15,0 0-9 0,0 0-18 0,0 0-16 0,0 0-9 16,0 0-18-16,0 0-10 0,0 0 5 0,0 0-2 15,5 48-7-15,-10-21-4 0,-2 0-10 0,6 17-3 16,-6-4-5-16,6 6-11 0,-7 1-9 0,-3 1-54 16,3 0-48-16,-2-3 0 0,2 4 0 0,-3-3 0 15,3-1 0-15,-5-5 0 0,5 2 0 0,-2-6 0 16,-1-9 0-16,1 3 0 0,-1-4 0 0,5-3 0 16,-2-7 0-16,1 3 0 0,-1-5 0 0,7-5 0 15,-6 1 0-15,7-10 0 0,-5 18 0 0,5-18 0 16,-4 8 0-16,4-8 0 0,0 0 0 0,0 0 0 15,0 0 0-15,0 0 0 0,0 0 0 0,0 0 0 16,61-14 0-16,-39 13 0 0,-3-4 0 0,12 3 0 0,4-2 0 16,-1 1 0-16,11-1 0 0,3 1 0 0,-5 1 0 15,5-3 0-15,-3 3 0 0,-2-2 0 16,-9-2 0-16,-3 2 0 0,2 3 0 0,-2-6 0 0,-4 6 0 16,-4-2 0-16,-3-1 0 0,-4 0 0 0,4 0 0 15,-20 4 0-15,27-8 0 0,-17 3 0 0,2-4 0 16,-4 0 0-16,-1-1 0 0,-7 10 0 0,8-19 0 15,-5 8 0-15,-3 0 0 0,0 11 0 0,0-23 0 16,0 12 0-16,0 11 0 0,-3-20 0 0,3 20 0 16,-8-15 0-16,8 15 0 0,0-10 0 0,0 10 0 15,0 0 0-15,-7-10 0 0,7 10 0 0,0 0 0 16,0 0 0-16,0 0 0 0,-8 38 0 0,4-13 0 16,2 12 0-16,-4 3 0 0,2 6 0 0,-2 2 0 15,-7 4 0-15,7 3 0 0,-2 16 0 0,-2-18 0 16,-3 4 0-16,7-3 0 0,-13 14 0 0,1-17 0 0,0-1 0 15,-1 2 0-15,1-6-418 0,-2 3-878 0,-3-11-1403 16,2 3 620-16</inkml:trace>
        </inkml:traceGroup>
      </inkml:traceGroup>
    </inkml:traceGroup>
    <inkml:traceGroup>
      <inkml:annotationXML>
        <emma:emma xmlns:emma="http://www.w3.org/2003/04/emma" version="1.0">
          <emma:interpretation id="{93979BD1-2A55-49F3-8534-3107F56B2FFB}" emma:medium="tactile" emma:mode="ink">
            <msink:context xmlns:msink="http://schemas.microsoft.com/ink/2010/main" type="paragraph" rotatedBoundingBox="2304,4261 13544,4288 13542,5268 2302,5242" alignmentLevel="1"/>
          </emma:interpretation>
        </emma:emma>
      </inkml:annotationXML>
      <inkml:traceGroup>
        <inkml:annotationXML>
          <emma:emma xmlns:emma="http://www.w3.org/2003/04/emma" version="1.0">
            <emma:interpretation id="{C8A4428C-4CD8-473E-96E5-F5562E320693}" emma:medium="tactile" emma:mode="ink">
              <msink:context xmlns:msink="http://schemas.microsoft.com/ink/2010/main" type="line" rotatedBoundingBox="2304,4261 13544,4288 13542,5268 2302,5242">
                <msink:destinationLink direction="with" ref="{DF6E65C5-C537-490A-9BF7-C165B78722E6}"/>
              </msink:context>
            </emma:interpretation>
          </emma:emma>
        </inkml:annotationXML>
        <inkml:traceGroup>
          <inkml:annotationXML>
            <emma:emma xmlns:emma="http://www.w3.org/2003/04/emma" version="1.0">
              <emma:interpretation id="{41DFE086-2196-43B5-8892-FBFD1B6DCDEA}" emma:medium="tactile" emma:mode="ink">
                <msink:context xmlns:msink="http://schemas.microsoft.com/ink/2010/main" type="inkWord" rotatedBoundingBox="2304,4435 3053,4436 3051,5200 2302,5198">
                  <msink:destinationLink direction="to" ref="{4E6F2A82-EFD5-4B06-9BB4-85DD5AE4C308}"/>
                </msink:context>
              </emma:interpretation>
              <emma:one-of disjunction-type="recognition" id="oneOf11">
                <emma:interpretation id="interp11" emma:lang="" emma:confidence="1">
                  <emma:literal/>
                </emma:interpretation>
              </emma:one-of>
            </emma:emma>
          </inkml:annotationXML>
          <inkml:trace contextRef="#ctx0" brushRef="#br0" timeOffset="11228.4157">1443 3817 225 0,'0'0'498'0,"-14"-2"17"15,14 2 20-15,0 0-5 0,-29-4-28 0,29 4-24 16,0 0-42-16,-31 6-19 0,31-6-25 0,-19 6-17 16,19-6-21-16,-18 9-23 0,12 4-6 0,-5 0-21 0,-4 8-1 15,2 3 7-15,-1 4-17 0,4-2-22 16,4 1-22-16,-2 4-26 0,2 1-19 0,4 6-83 0,4 3-121 15,2-4 0-15,-2-5 0 0,4-3 0 0,4 9 0 16,3-8 0-16,1-3 0 0,1 1 0 0,1-2 0 16,11 4 0-16,-1-11 0 0,-4-2 0 0,5-2 0 15,2-3 0-15,0-5 0 0,0 0 0 0,-2-1 0 16,2-5 0-16,-5-2 0 0,5-5 0 0,-2-2 0 16,-3 0 0-16,-4-2 0 0,2-6 0 0,-7 0 0 15,-3-3 0-15,-2-6 0 0,3-2 0 0,0-17 0 0,-4 3 0 16,1-5 0-16,-8 1 0 0,-4-4 0 15,-3-1 0-15,-8-1 0 0,-1 7 0 0,-2-1 0 16,-3 6 0-16,-4 2 0 0,2 13 0 0,-9-4 0 0,-4-2 0 16,-4 10 0-16,4 8 0 0,-9 2 0 0,-6 3 0 15,6 1 0-15,-7 8 0 0,1 5 0 0,4 4 0 16,1 2 0-16,3 1-518 0,1 7-92 0,8 3-80 16,4-7-373-16,7 2-1150 0,7-2 509 0</inkml:trace>
        </inkml:traceGroup>
        <inkml:traceGroup>
          <inkml:annotationXML>
            <emma:emma xmlns:emma="http://www.w3.org/2003/04/emma" version="1.0">
              <emma:interpretation id="{116DC9CD-127A-4AAC-B431-CF8B314EF6A3}" emma:medium="tactile" emma:mode="ink">
                <msink:context xmlns:msink="http://schemas.microsoft.com/ink/2010/main" type="inkWord" rotatedBoundingBox="5262,4432 5888,4433 5886,5173 5261,5172"/>
              </emma:interpretation>
              <emma:one-of disjunction-type="recognition" id="oneOf12">
                <emma:interpretation id="interp12" emma:lang="" emma:confidence="1">
                  <emma:literal/>
                </emma:interpretation>
              </emma:one-of>
            </emma:emma>
          </inkml:annotationXML>
          <inkml:trace contextRef="#ctx0" brushRef="#br0" timeOffset="11915.8511">4196 3843 411 0,'0'0'551'15,"-13"-10"10"-15,13 10-18 0,0 0-15 0,-17-3-24 0,17 3-29 16,0 0-24-16,0 0-11 0,0 0-24 16,-40 13-20-16,30-7-19 0,-1 3-24 0,-4 4-23 0,1 0-21 15,4 3-19-15,-1-3-12 0,1 10-24 0,-3-1-23 16,7 8-23-16,-2-4-19 0,2 3-93 0,2-3-96 16,6 5 0-16,-4 6 0 0,7-5 0 0,6-4 0 15,-3 10 0-15,7-4 0 0,1-4 0 0,5-1 0 16,0-3 0-16,0-6 0 0,4 0 0 0,4-3 0 15,-3-5 0-15,6 3 0 0,-3-7 0 0,0 0 0 16,1-4 0-16,4-2 0 0,-5-2 0 0,0-6 0 16,-1-1 0-16,0-5 0 0,-6-1 0 0,1-1 0 15,-3-7 0-15,1-2 0 0,-1 1 0 0,-6-2 0 16,2-12 0-16,-1-3 0 0,-7 5 0 0,-8-11 0 16,0 7 0-16,0-7 0 0,-4 4 0 0,-7-3 0 0,-3-2 0 15,-2 6 0-15,-5 5 0 0,-8 2 0 16,8 9 0-16,-14-2 0 0,1 6 0 0,-4 3 0 0,-4 1 0 15,0 7 0-15,-3 2 0 0,3 4 0 0,9 3 0 16,1 4-119-16,0 2-471 0,6 3-87 0,0-2-458 16,5 3-1228-16,7-3 543 0</inkml:trace>
        </inkml:traceGroup>
        <inkml:traceGroup>
          <inkml:annotationXML>
            <emma:emma xmlns:emma="http://www.w3.org/2003/04/emma" version="1.0">
              <emma:interpretation id="{77CDFC16-7087-4359-8527-59CB3B030F72}" emma:medium="tactile" emma:mode="ink">
                <msink:context xmlns:msink="http://schemas.microsoft.com/ink/2010/main" type="inkWord" rotatedBoundingBox="7964,4309 8058,4310 8056,5256 7961,5255"/>
              </emma:interpretation>
              <emma:one-of disjunction-type="recognition" id="oneOf13">
                <emma:interpretation id="interp13" emma:lang="" emma:confidence="1">
                  <emma:literal/>
                </emma:interpretation>
              </emma:one-of>
            </emma:emma>
          </inkml:annotationXML>
          <inkml:trace contextRef="#ctx0" brushRef="#br0" timeOffset="12509.5306">6710 3695 460 0,'3'-15'519'0,"-3"15"24"0,7-19 11 0,-6 9 1 16,-1 10-1-16,4-23-9 0,-1 18-15 0,-3 5-16 0,1-12-19 15,-1 12 8-15,0 0-25 0,2-14-27 0,-2 14-29 16,0 0-27-16,0 0-17 0,0 0-83 0,0 0-295 15,0 0 0-15,0 0 0 0,0 0 0 0,-8 56 0 16,8-32 0-16,0 9 0 0,0 7 0 0,2 1 0 16,-2 5 0-16,0 1 0 0,0 0 0 0,4 2 0 15,-4-4 0-15,0 3 0 0,2-2 0 0,-2-2 0 16,6 2 0-16,-4-5 0 0,4 3 0 0,-1-5 0 0,-1-9 0 16,0-4 0-16,1 1 0 0,-3-1 0 15,-1-4 0-15,6-6 0 0,-1-2 0 0,-4 1 0 0,3-3 0 16,-2-2 0-16,-3-10-1366 0,13 12-1478 0,-13-12 654 15</inkml:trace>
        </inkml:traceGroup>
        <inkml:traceGroup>
          <inkml:annotationXML>
            <emma:emma xmlns:emma="http://www.w3.org/2003/04/emma" version="1.0">
              <emma:interpretation id="{E7CCFF3C-81DE-4EAE-B5FD-C1D9426869C4}" emma:medium="tactile" emma:mode="ink">
                <msink:context xmlns:msink="http://schemas.microsoft.com/ink/2010/main" type="inkWord" rotatedBoundingBox="9919,4279 10233,4280 10231,5203 9917,5202"/>
              </emma:interpretation>
              <emma:one-of disjunction-type="recognition" id="oneOf14">
                <emma:interpretation id="interp14" emma:lang="" emma:confidence="1">
                  <emma:literal/>
                </emma:interpretation>
              </emma:one-of>
            </emma:emma>
          </inkml:annotationXML>
          <inkml:trace contextRef="#ctx0" brushRef="#br0" timeOffset="13290.7263">8951 4380 70 0,'-1'9'597'0,"1"-9"-13"0,-7 17-1 0,7-17 3 15,-3 10 17-15,3-10-8 0,0 0-29 0,-5 11-37 16,5-11-47-16,0 0-43 0,0 0-44 0,0 0-36 15,0 0-38-15,0 0-25 0,0 0-28 0,20-42-16 16,-19 35-20-16,-1 7-19 0,7-17-18 0,-7 17-169 0,1-14-26 16,-1 14 0-16,0-12 0 0,0 12 0 0,0 0 0 15,0 0 0-15,0 0 0 0,-21-3 0 16,21 3 0-16,0 0 0 0,-22 19 0 0,16-11 0 0,6-8 0 16,-15 21 0-16,7-8 0 0,2 2 0 0,4-1 0 15,-3-4 0-15,5-10 0 0,-1 21 0 0,1-21 0 16,0 14 0-16,0-14 0 0,6 12 0 0,-6-12 0 15,8 8 0-15,-8-8 0 0,0 0 0 0,16 3 0 16,-16-3 0-16,0 0 0 0,0 0 0 0,27-17 0 16,-20 8 0-16,1-6 0 0,-2 1 0 0,1-1 0 15,-1-1 0-15,-3-8 0 0,-4-2 0 0,1 4 0 16,-7 3 0-16,1-6 0 0,-2 3 0 0,-7-2 0 16,1 3 0-16,0 7 0 0,-1-2 0 0,1 7 0 15,-6-1-155-15,-5 6-87 0,4-1-50 0,-5-1-34 0,4 6-54 16,22 0-58-16,-48 7-73 0,30 4-464 0,-1-5-1055 15,4-1 466-15</inkml:trace>
          <inkml:trace contextRef="#ctx0" brushRef="#br0" timeOffset="12884.5105">8871 3695 5532 0,'2'11'414'0,"-2"-11"-242"0,0 0-86 16,0 0-20-16,13 17 39 0,-13-17 44 0,8 7 23 0,-8-7 16 15,13 2-6-15,-13-2 0 0,0 0 6 16,22 0-2-16,-22 0-9 0,0 0 9 0,0 0 5 0,27-7-176 15,-27 7-15-15,0 0 0 0,15-11 0 0,-15 11 0 16,5-12 0-16,-5 12 0 0,3-11 0 0,-3 11 0 16,-3-18 0-16,3 18 0 0,-5-20 0 0,2 11 0 15,-7-4 0-15,3 2 0 0,-1 2 0 0,8 9 0 16,-14-19 0-16,8 12 0 0,-2-2 0 0,8 9 0 16,-15-9 0-16,15 9 0 0,0 0 0 0,-27 0 0 15,27 0 0-15,0 0 0 0,-32 18-607 0,19-4-144 0,0-2-389 16,3 4-1233-16,-1 3 547 0</inkml:trace>
        </inkml:traceGroup>
        <inkml:traceGroup>
          <inkml:annotationXML>
            <emma:emma xmlns:emma="http://www.w3.org/2003/04/emma" version="1.0">
              <emma:interpretation id="{B75C3B16-9163-464E-BD51-1384458EF32C}" emma:medium="tactile" emma:mode="ink">
                <msink:context xmlns:msink="http://schemas.microsoft.com/ink/2010/main" type="inkWord" rotatedBoundingBox="11487,4385 13544,4390 13542,5235 11485,5230"/>
              </emma:interpretation>
              <emma:one-of disjunction-type="recognition" id="oneOf15">
                <emma:interpretation id="interp15" emma:lang="" emma:confidence="0.5">
                  <emma:literal>2</emma:literal>
                </emma:interpretation>
                <emma:interpretation id="interp16" emma:lang="" emma:confidence="0">
                  <emma:literal>z</emma:literal>
                </emma:interpretation>
                <emma:interpretation id="interp17" emma:lang="" emma:confidence="0">
                  <emma:literal>Z</emma:literal>
                </emma:interpretation>
                <emma:interpretation id="interp18" emma:lang="" emma:confidence="0">
                  <emma:literal>Q</emma:literal>
                </emma:interpretation>
                <emma:interpretation id="interp19" emma:lang="" emma:confidence="0">
                  <emma:literal>I</emma:literal>
                </emma:interpretation>
              </emma:one-of>
            </emma:emma>
          </inkml:annotationXML>
          <inkml:trace contextRef="#ctx0" brushRef="#br0" timeOffset="17056.0871">11345 3887 389 0,'-19'-5'461'0,"5"0"14"0,14 5 12 0,-28-9-5 15,17-1-23-15,-2 3-22 0,2-1-32 0,11 8-28 16,-8-14-33-16,8 14-23 0,0-19-28 0,6 5-14 16,6 3-18-16,-1-2-25 0,8 0-14 0,5 0-23 15,2-4-19-15,4 6-3 0,-2-2-25 0,5 6-16 16,-1 0-10-16,0 0-16 0,0 0-11 0,4 6-6 15,-9 1-16-15,4 0-4 0,-4 3-11 0,-6 3-2 16,1 4-9-16,4 0-2 0,-5 3-4 0,-4 8-6 0,-4 2-1 16,0 3-6-16,-3 3-1 0,-6 6-2 15,-2 6-1-15,0-3-6 0,-9 2 4 0,2-2-4 0,-9-3-3 16,3 2 12-16,-2 3-9 0,2-5-1 0,-7 0-7 16,4-5-1-16,-9 4 0 0,9-8 18 0,-7-1-24 15,3-3 4-15,-1 2-4 0,-2-2-1 0,-1-3 4 16,2-1-1-16,6-2-1 0,-7-2 5 0,5-1-2 15,0-1-1-15,-2-5 4 0,4 2 9 0,-1 1-9 16,1-4-14-16,14-6 0 0,-14 8 0 0,6-2 0 16,8-6 0-16,0 0 0 0,-17 8 0 0,17-8 0 15,0 0 0-15,0 0 0 0,0 0 0 0,0 0 0 0,0 0 0 16,0 0 0-16,0 0 0 0,0 0 0 0,74-19 0 16,-40 12 0-16,11-1 0 0,-2-5 0 15,12 6 0-15,-5-2 0 0,2-1 0 0,5 1 0 0,0 0 0 16,-2 2 0-16,1 0 0 0,-5 0 0 0,-2-4 0 15,-5 8 0-15,-2-6 0 0,-11 6 0 0,-2-5 0 16,-9 2 0-16,0 1 0 0,-3 0 0 0,-17 5-392 16,21-7-319-16,-14-2-471 0,-7 9-1280 0,0-16 567 15</inkml:trace>
          <inkml:trace contextRef="#ctx0" brushRef="#br0" timeOffset="16196.78">10318 3945 163 0,'0'0'202'0,"0"0"-10"15,0 0-6-15,0 0-12 0,0 0-8 0,0 0-17 16,0 0-2-16,0 0-5 0,0 0-5 0,0 0-5 0,0 0-5 15,0 0-5-15,0 0-7 0,0 0-5 0,0 0-5 16,0 0-2-16,0 0-6 0,0 0-6 0,0 0-3 16,0 0-1-16,0 0 0 0,0 0-1 0,0 0-6 15,0 0 4-15,0 0-3 0,0 0-4 0,0 0 0 16,0 0-4-16,0 0-2 0,0 0 3 0,0 0-3 16,0 0 1-16,0 0-3 0,0 0-10 0,0 0 1 15,0 0 2-15,0 0 4 0,0 0-10 0,0 0-13 16,0 0 15-16,0 0-3 0,0 0-4 0,0 0 5 15,0 0-2-15,0 0-1 0,0 0-7 0,0 0 4 16,0 0 0-16,0 0-13 0,0 0-3 0,0 0 0 0,0 0-3 16,0 0 8-16,0 0 4 0,0 0-6 0,0 0 2 15,0 0 4-15,0 0-1 0,0 0-4 0,0 0-1 16,0 0 5-16,0 0 1 0,0 0 10 0,0 0 6 16,0 0-2-16,-8 12 4 0,8-12 6 0,0 0 13 15,-25 4 8-15,25-4 13 0,0 0 3 0,-16 3 2 16,16-3 0-16,0 0-3 0,-15 5-1 0,15-5-4 15,0 0-4-15,0 0-1 0,0 0-7 0,0 0-6 16,0 0-6-16,-21 2-8 0,21-2-2 0,0 0-4 0,0 0 2 16,0 0 0-16,0 0 32 0,0 0-8 15,0 0 17-15,0 0 11 0,0 0 11 0,0 0 0 0,60 6 0 16,-33-6 12-16,7 3 7 0,-5-2-127 0,4-1-17 16,7-1 0-16,7 1 0 0,-17-3 0 15,14 6 0-15,-12-6 0 0,-2-2 0 0,1 4 0 0,-2 0 0 16,-2 0 0-16,-5 2 0 0,-22-1 0 0,36 0 0 15,-36 0 0-15,25 0 0 0,-25 0 0 0,18 0 0 16,-18 0 0-16,0 0 0 0,0 0 0 0,0 0 0 16,26 0 0-16,-26 0 0 0,0 0 0 0,0 0-330 15,0 0-140-15,0 0-54 0,0 0-56 0,0 0-469 0,0 0-1134 16,0 0 502-16</inkml:trace>
        </inkml:traceGroup>
      </inkml:traceGroup>
    </inkml:traceGroup>
    <inkml:traceGroup>
      <inkml:annotationXML>
        <emma:emma xmlns:emma="http://www.w3.org/2003/04/emma" version="1.0">
          <emma:interpretation id="{AAAEFA06-344F-4D7E-964D-A8CCC6E87566}" emma:medium="tactile" emma:mode="ink">
            <msink:context xmlns:msink="http://schemas.microsoft.com/ink/2010/main" type="paragraph" rotatedBoundingBox="2570,6590 13474,6361 13511,8133 2607,8363" alignmentLevel="1"/>
          </emma:interpretation>
        </emma:emma>
      </inkml:annotationXML>
      <inkml:traceGroup>
        <inkml:annotationXML>
          <emma:emma xmlns:emma="http://www.w3.org/2003/04/emma" version="1.0">
            <emma:interpretation id="{C30F803E-795E-440D-AF5C-72511BE85197}" emma:medium="tactile" emma:mode="ink">
              <msink:context xmlns:msink="http://schemas.microsoft.com/ink/2010/main" type="line" rotatedBoundingBox="2570,6590 13474,6361 13511,8133 2607,8363">
                <msink:destinationLink direction="with" ref="{1DC36B22-7E69-4B34-AB4B-5656B50A951A}"/>
              </msink:context>
            </emma:interpretation>
          </emma:emma>
        </inkml:annotationXML>
        <inkml:traceGroup>
          <inkml:annotationXML>
            <emma:emma xmlns:emma="http://www.w3.org/2003/04/emma" version="1.0">
              <emma:interpretation id="{C474D7EA-1D44-46F0-9401-3D16E16B2A4F}" emma:medium="tactile" emma:mode="ink">
                <msink:context xmlns:msink="http://schemas.microsoft.com/ink/2010/main" type="inkWord" rotatedBoundingBox="2579,7011 2781,7006 2807,8206 2604,8210"/>
              </emma:interpretation>
              <emma:one-of disjunction-type="recognition" id="oneOf16">
                <emma:interpretation id="interp20" emma:lang="" emma:confidence="1">
                  <emma:literal/>
                </emma:interpretation>
              </emma:one-of>
            </emma:emma>
          </inkml:annotationXML>
          <inkml:trace contextRef="#ctx0" brushRef="#br0" timeOffset="107172.0141">1533 6533 140 0,'-8'-14'322'0,"-2"-3"-8"0,2-2 0 15,2 1 3-15,4-1-1 0,-4 3-7 0,-1-2-9 16,4 6-2-16,-2-3-2 0,5-3-4 0,-3 6-8 16,3-3-6-16,0 15 4 0,-3-19-5 0,3 19 3 15,0-14-9-15,0 14-2 0,-2-12-18 0,2 12-24 16,0 0-14-16,0 0-15 0,0 0-9 0,0 0-9 16,0 0 9-16,0 0 10 0,0 0 8 0,-6 60-1 15,6-29 0-15,2 12 0 0,-2 3-4 0,-2 3-7 16,2 1-31-16,-2 1-164 0,1-1 0 0,-3 2 0 15,3 0 0-15,1-3 0 0,-2 1 0 0,2-2 0 0,-5 0 0 16,2-5 0-16,-6 3 0 0,2-6 0 0,2 1 0 16,1 0 0-16,-3 0 0 0,-1-12 0 0,2-1 0 15,4-1 0-15,-4-1 0 0,-1-1 0 0,4-6 0 16,0 0 0-16,0-2 0 0,-1-1 0 0,3-6 0 16,1-10 0-16,-2 21 0 0,-1-14 0 0,3-7 0 15,-2 15 0-15,2-15 0 0,0 0 0 0,0 0 0 16,0 12 0-16,0-12 0 0,0 0 0 0,0 0 0 0,0 0 0 15,0 0 0-15,0 0 0 0,0 0-501 16,-8-55-132-16,2 27-544 0,4-2-1273 0,2-7 563 0</inkml:trace>
        </inkml:traceGroup>
        <inkml:traceGroup>
          <inkml:annotationXML>
            <emma:emma xmlns:emma="http://www.w3.org/2003/04/emma" version="1.0">
              <emma:interpretation id="{0085571E-10BB-42F8-BEFC-4E0E62B8E7C4}" emma:medium="tactile" emma:mode="ink">
                <msink:context xmlns:msink="http://schemas.microsoft.com/ink/2010/main" type="inkWord" rotatedBoundingBox="4499,7082 5211,7067 5230,7958 4518,7973"/>
              </emma:interpretation>
              <emma:one-of disjunction-type="recognition" id="oneOf17">
                <emma:interpretation id="interp21" emma:lang="" emma:confidence="1">
                  <emma:literal/>
                </emma:interpretation>
              </emma:one-of>
            </emma:emma>
          </inkml:annotationXML>
          <inkml:trace contextRef="#ctx0" brushRef="#br0" timeOffset="110672.3482">3498 6484 104 0,'-6'-8'302'0,"-2"-3"-16"16,0 1-6-16,8 10-15 0,-16-21-7 0,5 10-4 16,2-1-17-16,3 2-18 0,6 10-3 0,-10-15-13 15,10 15-11-15,-8-12-5 0,8 12 3 0,-11-7-7 16,11 7-12-16,0 0-14 0,0 0-12 0,0 0-11 0,0 0-2 16,0 0 4-16,0 0 1 0,-30 30 3 15,18-7-3-15,4 2-5 0,-1 1-7 0,1 1-1 0,-2 11 2 16,5 0-3-16,1 2-7 0,-1 2-2 0,3-1-9 15,2-3 1-15,2 6-5 0,3-5-6 0,-1-1-7 16,6 3-3-16,-2-2 4 0,5-1-7 0,0-2-4 16,-2 0 4-16,2-10-3 0,0 4 0 0,1-4-6 15,2-3 5-15,2 0 2 0,-1-6-12 0,-1-4-1 16,10 2 13-16,-3-1-7 0,-1-4-6 0,5-5 19 16,-6 0-17-16,8-6-5 0,-8 1 6 0,1-6 12 15,7 3-17-15,-2-7-6 0,1-1 0 0,-4-2-7 16,-3 0 3-16,1-2 4 0,-1-4-1 0,-2 0-2 15,-3-2-3-15,-1-2-3 0,2-4-4 0,-5 0-18 0,0-1-28 16,-4-10 0-16,5 0 0 0,-9-6 0 0,-1-1 0 16,-3 3 0-16,-7-2 0 0,-4 3 0 0,1-2 0 15,-6 5 0-15,-4-2 0 0,-6 4 0 0,0 4 0 16,-6-1 0-16,3 6 0 0,-6 4 0 0,8 8 0 16,-10-7 0-16,6 8 0 0,-12 0 0 0,1 5 0 15,1 1 0-15,-3 4 0 0,11 3 0 0,2 1 0 16,1 5 0-16,2-2-93 0,1 4-74 0,0 0-46 15,11 2-39-15,0 2-56 0,3 2-44 0,3 4-47 16,4-2-76-16,1-4-514 0,5-1-1072 0,0-10 475 16</inkml:trace>
        </inkml:traceGroup>
        <inkml:traceGroup>
          <inkml:annotationXML>
            <emma:emma xmlns:emma="http://www.w3.org/2003/04/emma" version="1.0">
              <emma:interpretation id="{84688FA9-6E9F-4182-BB67-F3B19BCE7F24}" emma:medium="tactile" emma:mode="ink">
                <msink:context xmlns:msink="http://schemas.microsoft.com/ink/2010/main" type="inkWord" rotatedBoundingBox="7088,6495 9048,6454 9086,8226 7125,8268"/>
              </emma:interpretation>
              <emma:one-of disjunction-type="recognition" id="oneOf18">
                <emma:interpretation id="interp22" emma:lang="" emma:confidence="1">
                  <emma:literal/>
                </emma:interpretation>
              </emma:one-of>
            </emma:emma>
          </inkml:annotationXML>
          <inkml:trace contextRef="#ctx0" brushRef="#br0" timeOffset="117420.1958">5852 6078 201 0,'-7'-20'322'0,"6"10"-8"0,1 10-5 0,-2-22-7 16,-1 14-6-16,3 8-4 0,0-20-23 0,0 20 2 15,0-16-10-15,0 16-7 0,5-16 9 0,-5 16 1 16,1-10-6-16,-1 10-14 0,7-12-9 0,-7 12-9 16,0 0-8-16,0 0-5 0,0 0-5 0,0 0-4 0,0 0-11 15,24 29-9-15,-13-4-15 0,-3-1-8 16,0 5-10-16,0 10-14 0,5 0-8 0,-2 2-14 0,4 2-11 16,-6-1-12-16,3 3-11 0,-1-4-6 0,0 4-6 15,-1-4-4-15,1 4-12 0,5-7-7 0,-6 4-18 16,1-6-3-16,-3-5-52 0,1-3-66 0,-2 0-66 15,6-6-83-15,-2-3-70 0,-3-3-68 0,2 1-77 16,2-7-482-16,-2-4-1016 0,-10-6 449 0</inkml:trace>
          <inkml:trace contextRef="#ctx0" brushRef="#br0" timeOffset="117670.1711">6486 5850 24 0,'-5'-19'445'15,"-3"4"-41"-15,0 3-19 0,1 4-5 0,7 8-16 16,-8-18-10-16,8 18-13 0,-5-8-20 0,5 8-11 16,0 0-2-16,0 0 0 0,0 0-5 0,-22 30-4 15,17-7-5-15,4 4 1 0,-6 10-37 0,6 6-15 0,-6 4-14 16,4 1-28-16,0 4-22 0,-4 19-9 0,-1-1-18 16,8 4-16-16,-17-3-13 0,2 11-23 15,-4-3 10-15,5-3-24 0,-7 7-9 0,-2-7-6 0,2-2-15 16,-1-3-23-16,3-17-34 0,-4 15-62 0,7-19-64 15,-5-2-60-15,8 1-68 0,-1-4-29 0,1-2-45 16,7-12-52-16,-2-7-60 0,1-6-442 0,6-3-954 16,1-3 422-16</inkml:trace>
          <inkml:trace contextRef="#ctx0" brushRef="#br0" timeOffset="118138.8894">6611 7005 83 0,'0'0'381'0,"-5"-16"-19"16,5 16-5-16,-11-14 1 0,4 7-4 0,7 7-9 16,-9-17-3-16,2 10-5 0,7 7-24 0,-6-15-26 15,6 15-25-15,-5-18-17 0,5 18-14 0,5-14-17 16,8-2-11-16,-4 5-11 0,4-1-9 0,10-2-13 0,4 0-4 16,-5 1-4-16,7 2-5 0,13 0-10 15,-13 7-19-15,4-2-13 0,-2 1-14 0,4 4-5 16,1 2-12-16,-3 2-6 0,-4 1-9 0,3 4-12 0,-5 3 0 15,-1 1-3-15,-2 3-11 0,-3 3-5 0,-5 1-1 16,-1 3-2-16,-9 3-5 0,0 0 7 0,-1 1-7 16,-5 0-10-16,-6 4-1 0,-5-4-3 0,-4 1 1 15,-6 6-2-15,-1 0-4 0,-6-2-1 0,-2 3-2 16,-7-5 0-16,0 3-2 0,-1-10-1 0,1 3-2 16,2-1 3-16,-9 1 1 0,7-3 0 0,2 1-1 15,8-7 1-15,-2-2-2 0,5 1-3 0,-2-4 2 16,10 0-3-16,2-3 3 0,1 1 5 0,3-1 1 15,10-8-8-15,-13 10-2 0,13-10 6 0,-4 9 9 0,4-9 12 16,0 0-1-16,20 11 5 0,1-6 8 0,7-4 6 16,2-1 7-16,20 0 17 0,-1-1 6 0,9-2 22 15,3-3 16-15,21-3 16 0,1-2-2 0,-4-3 0 16,1 2-62-16,-22 4-65 0,3 0 0 0,-3 0 0 16,-2-2 0-16,-3 1 0 0,-3-1 0 0,1-9 0 15,3 8 0-15,-10 0 0 0,-1-2-226 0,-14 0-160 16,-8-2-84-16,1-3-64 0,-7 5-563 0,4-10-1186 15,-6 2 525-15</inkml:trace>
        </inkml:traceGroup>
        <inkml:traceGroup>
          <inkml:annotationXML>
            <emma:emma xmlns:emma="http://www.w3.org/2003/04/emma" version="1.0">
              <emma:interpretation id="{98FC32E9-71BB-45CD-BF08-92658B1C2A32}" emma:medium="tactile" emma:mode="ink">
                <msink:context xmlns:msink="http://schemas.microsoft.com/ink/2010/main" type="inkWord" rotatedBoundingBox="10158,6801 10594,6792 10618,7946 10182,7955"/>
              </emma:interpretation>
              <emma:one-of disjunction-type="recognition" id="oneOf19">
                <emma:interpretation id="interp23" emma:lang="" emma:confidence="1">
                  <emma:literal/>
                </emma:interpretation>
              </emma:one-of>
            </emma:emma>
          </inkml:annotationXML>
          <inkml:trace contextRef="#ctx0" brushRef="#br0" timeOffset="119545.0759">9179 7147 185 0,'-5'16'338'0,"-1"-2"-17"0,1 0-5 16,5-1-8-16,0-13 0 0,-1 15 8 15,1-15-12-15,-5 11-10 0,5-11-13 0,0 0-10 0,0 0-13 16,0 0-8-16,0 0-17 0,0 0-18 0,0 0-17 15,0 0-16-15,0 0-7 0,40-23-14 0,-32 12-12 16,-5-2-14-16,2-1-12 0,-3 4-4 0,-2 10 1 16,11-18-6-16,-10 9-5 0,-1 9-6 0,2-14-5 15,-2 14-4-15,0 0-9 0,5-13-8 0,-5 13-5 16,0 0-7-16,0 0-9 0,0 0-5 0,0 0-6 16,0 0-3-16,0 0-5 0,0 0-3 0,-40 35-6 0,37-28 1 15,3-7-4-15,-5 22 2 0,2-14-7 0,3-8 0 16,0 19-4-16,0-19-1 0,3 18 0 0,3-13 4 15,-6-5-5-15,15 9 3 0,-15-9-3 0,20 6-1 16,-20-6-3-16,23 2 1 0,-23-2-3 0,0 0 9 16,35-10-9-16,-22 3-1 0,0-3 3 0,-4 3 0 15,4-4-3-15,-5 1 1 0,0-7 1 0,-1 7 0 0,-7-4-6 16,6-1 2-16,-7 0-2 0,-3 0 3 0,1-1-4 16,-8 0 0-16,3-1-2 0,-5 3 4 0,2-1-1 15,-7 6-13-15,2 1-6 0,-5-3-17 0,0 6-28 16,-7-4-29-16,-1 5-42 0,0 3-46 0,2 1-51 15,6 0-50-15,-8 1-69 0,3 3-76 0,8-2-452 16,-2 2-949-16,5-1 419 0</inkml:trace>
          <inkml:trace contextRef="#ctx0" brushRef="#br0" timeOffset="119107.6059">9128 6189 217 0,'-8'14'343'15,"2"-2"4"-15,6-12-16 0,-8 14-7 0,8-14-25 16,-7 12-9-16,7-12-20 0,-3 9-15 0,3-9-12 0,0 0-3 16,0 0 7-16,0 0 0 0,0 0-6 15,10 15-7-15,-10-15-15 0,0 0-13 0,0 0-9 16,0 0-10-16,0 0-8 0,0 0-6 0,0 0-14 0,0 0-14 16,44-24-10-16,-37 19-8 0,-7 5-4 0,6-18-10 15,-6 18-11-15,8-22-8 0,-8 13-9 0,0-6-8 16,0-1-8-16,0 16-4 0,-9-18-5 0,4 3-4 15,2 7-3-15,3 8-10 0,-13-15-2 0,13 15-7 16,-19-9-6-16,11 3-2 0,8 6 0 0,-28 0-6 16,28 0-1-16,-29 6-4 0,15 0 0 0,-4 5-2 0,1-4-9 15,2 5-19-15,1-3-38 0,-1 4-56 16,7 2-57-16,-5 1-55 0,5-2-71 0,-1 4-62 0,1 2-72 16,3-2-96-16,0 1-291 0,8-4-881 0,-1 8 389 15</inkml:trace>
        </inkml:traceGroup>
        <inkml:traceGroup>
          <inkml:annotationXML>
            <emma:emma xmlns:emma="http://www.w3.org/2003/04/emma" version="1.0">
              <emma:interpretation id="{D6E2EC53-66F8-407D-B7F8-0FF79DF11E1C}" emma:medium="tactile" emma:mode="ink">
                <msink:context xmlns:msink="http://schemas.microsoft.com/ink/2010/main" type="inkWord" rotatedBoundingBox="11835,6780 13482,6745 13504,7784 11857,7819"/>
              </emma:interpretation>
              <emma:one-of disjunction-type="recognition" id="oneOf20">
                <emma:interpretation id="interp24" emma:lang="" emma:confidence="0.5">
                  <emma:literal>5</emma:literal>
                </emma:interpretation>
                <emma:interpretation id="interp25" emma:lang="" emma:confidence="0">
                  <emma:literal>G</emma:literal>
                </emma:interpretation>
                <emma:interpretation id="interp26" emma:lang="" emma:confidence="0">
                  <emma:literal>£5</emma:literal>
                </emma:interpretation>
                <emma:interpretation id="interp27" emma:lang="" emma:confidence="0">
                  <emma:literal>5S</emma:literal>
                </emma:interpretation>
                <emma:interpretation id="interp28" emma:lang="" emma:confidence="0">
                  <emma:literal>5s</emma:literal>
                </emma:interpretation>
              </emma:one-of>
            </emma:emma>
          </inkml:annotationXML>
          <inkml:trace contextRef="#ctx0" brushRef="#br0" timeOffset="122410.4804">10845 6363 78 0,'0'0'302'0,"-36"-1"-12"0,17 1-9 0,19 0-10 16,-42 4-5-16,20-3-12 0,3 6-20 0,1 0-19 15,-1-2-22-15,3 4-15 0,0-2-6 0,3 3-6 16,0 1-17-16,5 4-4 0,2-4-6 0,-1 6-10 0,6-4-8 16,2 6-16-16,1-4 6 0,4 0-2 15,7 2 8-15,3 0 1 0,3 2 5 0,4-1 0 0,6-3 1 16,-2 3-6-16,3-5-2 0,12 1-12 0,1 0-3 16,-2-1-5-16,2-2 2 0,-5 0-2 15,-4-3-5-15,-5 1-4 0,14 0-6 0,-14 1-4 0,-2-1-1 16,1-1 0-16,-11 3-7 0,3-4-3 0,-1 1-4 15,-3 3-7-15,-2-3 2 0,-6 0-2 0,0 2-7 16,-1-1-4-16,-1 2 1 0,-4 3 0 0,-4-2-2 16,-3 3-5-16,1-2-1 0,-9 6-6 0,-7-4-2 15,-2 4 0-15,-5-2-6 0,-2-3-2 0,-6 9 0 0,-4-8-3 16,5 0 0-16,-3-4-5 0,4 4-3 16,-4 0-1-16,3-8-6 0,2 1-15 0,3-3-21 0,0-2-31 15,2 0-37-15,0-2-30 0,4-5-28 0,2 1-26 16,7-3-36-16,-7-3-36 0,7-2-22 0,-1-2-47 15,1-5-36-15,1-4-387 0,7-6-810 0,-6-10 359 16</inkml:trace>
          <inkml:trace contextRef="#ctx0" brushRef="#br0" timeOffset="122660.4518">10670 6419 346 0,'8'-12'321'0,"3"2"-14"15,5-1 0-15,5-4 14 0,16-4 11 0,3 0 14 16,5 0 15-16,6-3 14 0,23-5 3 15,-16 6-6-15,20-3-6 0,7 5-3 0,-1-2-14 0,-2 2-13 16,-2 0-17-16,-3 6-24 0,-18-1-41 0,20-1-23 16,-18 6-5-16,-8 0-24 0,3 2-23 0,-6 0-20 15,1-2-10-15,-8 5-26 0,-7-2-11 0,-3 6-2 16,-2-1-13-16,-4-3-18 0,-1 4 0 0,-7-8-9 16,0 8-8-16,-19 0-15 0,23 0-3 0,-23 0-16 15,21-3-40-15,-21 3-60 0,0 0-55 0,0 0-64 16,20 7-80-16,-20-7-79 0,5 9-83 0,-5-9-103 0,0 0-474 15,-6 21-1092-15,6-21 484 0</inkml:trace>
        </inkml:traceGroup>
      </inkml:traceGroup>
    </inkml:traceGroup>
    <inkml:traceGroup>
      <inkml:annotationXML>
        <emma:emma xmlns:emma="http://www.w3.org/2003/04/emma" version="1.0">
          <emma:interpretation id="{FAAC02DE-7E4A-4162-A47F-350261EAE4D3}" emma:medium="tactile" emma:mode="ink">
            <msink:context xmlns:msink="http://schemas.microsoft.com/ink/2010/main" type="paragraph" rotatedBoundingBox="2241,8356 13162,8220 13188,10255 2267,10391" alignmentLevel="1"/>
          </emma:interpretation>
        </emma:emma>
      </inkml:annotationXML>
      <inkml:traceGroup>
        <inkml:annotationXML>
          <emma:emma xmlns:emma="http://www.w3.org/2003/04/emma" version="1.0">
            <emma:interpretation id="{90107865-ADC8-4B8F-B096-C2DE8518AE6F}" emma:medium="tactile" emma:mode="ink">
              <msink:context xmlns:msink="http://schemas.microsoft.com/ink/2010/main" type="line" rotatedBoundingBox="2241,8356 13162,8220 13188,10255 2267,10391">
                <msink:destinationLink direction="with" ref="{1DC36B22-7E69-4B34-AB4B-5656B50A951A}"/>
              </msink:context>
            </emma:interpretation>
          </emma:emma>
        </inkml:annotationXML>
        <inkml:traceGroup>
          <inkml:annotationXML>
            <emma:emma xmlns:emma="http://www.w3.org/2003/04/emma" version="1.0">
              <emma:interpretation id="{F6B5605B-B13A-4FEC-83D3-42C2B48DE973}" emma:medium="tactile" emma:mode="ink">
                <msink:context xmlns:msink="http://schemas.microsoft.com/ink/2010/main" type="inkWord" rotatedBoundingBox="2249,8970 3169,8959 3180,9838 2260,9850"/>
              </emma:interpretation>
              <emma:one-of disjunction-type="recognition" id="oneOf21">
                <emma:interpretation id="interp29" emma:lang="" emma:confidence="1">
                  <emma:literal/>
                </emma:interpretation>
              </emma:one-of>
            </emma:emma>
          </inkml:annotationXML>
          <inkml:trace contextRef="#ctx0" brushRef="#br0" timeOffset="123800.9794">1178 8446 218 0,'0'0'335'0,"-6"-16"-10"16,6 16 7-16,-7-15-2 0,4 8 11 0,3 7-15 15,-6-14-16-15,6 14-31 0,-15-4-24 0,15 4-22 16,0 0-11-16,0 0 9 0,-33 12 11 0,22-2-2 15,1 0 1-15,2 7-4 0,-7 9-3 0,6-2-4 16,-2 4-8-16,1 3-17 0,-1 7 4 0,7 2-8 16,0 1-18-16,0-3-3 0,0-1-1 0,-1 5-22 15,10-1-10-15,3 0-3 0,-2-10 2 0,7 6-6 0,8 0-3 16,8-4-7-16,1-2 7 0,5-5-7 16,7-6-2-16,-3-1 3 0,2-3-7 0,6-6-124 0,-1-4 0 15,4-6 0-15,0-3 0 0,-4-3 0 0,1-7 0 16,3-5 0-16,-2-1 0 0,-5-2 0 0,-1-3 0 15,-4-3 0-15,-4-3 0 0,-3-7 0 0,-4 3 0 16,-6-2 0-16,-5-6 0 0,-5 3 0 0,-8-5 0 16,-3-1 0-16,-9-1 0 0,-6 1 0 0,-7 0 0 15,-10 4 0-15,-1 0 0 0,-7 4 0 0,-1 1 0 16,-4 1 0-16,-2 9 0 0,-1 2 0 0,-5 5 0 16,2 3 0-16,-1 3 0 0,1 5 0 0,-2 2 0 15,2 4 0-15,7 6 0 0,3 0 0 0,12 4 0 0,0 3 0 16,5 2 0-16,-2 2 0 0,7 2-162 0,9-1-171 15,2 1-36-15,4 1-45 0,7 8-53 0,6-2-58 16,4-2-463-16,8 2-1068 0,14 2 473 0</inkml:trace>
        </inkml:traceGroup>
        <inkml:traceGroup>
          <inkml:annotationXML>
            <emma:emma xmlns:emma="http://www.w3.org/2003/04/emma" version="1.0">
              <emma:interpretation id="{01D52622-4CC0-436C-BCB1-C58EDD523D22}" emma:medium="tactile" emma:mode="ink">
                <msink:context xmlns:msink="http://schemas.microsoft.com/ink/2010/main" type="inkWord" rotatedBoundingBox="4519,8327 8712,8275 8738,10310 4544,10362"/>
              </emma:interpretation>
              <emma:one-of disjunction-type="recognition" id="oneOf22">
                <emma:interpretation id="interp30" emma:lang="" emma:confidence="1">
                  <emma:literal/>
                </emma:interpretation>
              </emma:one-of>
            </emma:emma>
          </inkml:annotationXML>
          <inkml:trace contextRef="#ctx0" brushRef="#br0" timeOffset="124675.9176">4297 8423 278 0,'0'0'299'16,"-35"-3"-8"-16,35 3-12 0,-15-7-13 0,15 7-15 16,-9-11-5-16,9 11-13 0,-8-13-7 0,8 13-6 15,-5-14-19-15,0 2-18 0,5 12-20 0,-1-21-5 16,1 9-9-16,0 12-23 0,1-21 16 0,4 6-4 16,-3 5-9-16,4 0-5 0,2-2-6 0,3-3-3 15,-1 4-4-15,1 3-5 0,0 0-1 0,4-3-1 16,1 4-6-16,2 2-6 0,-2 2-10 0,3-1-3 0,-3 1-5 15,3-2-5-15,-19 5 0 0,39 5-3 0,-20-2-8 16,-5 2-3-16,6 1-1 0,-4 2-9 0,-2 3 1 16,-1-1-5-16,1 6-6 0,-6-4-1 0,-1 5-1 15,-1 2-2-15,-4 5-7 0,-2 0 3 0,-2 4-1 16,-4 4-1-16,-2-3-7 0,-5 8 3 0,-2 0-1 16,-4-2-7-16,-3 0 0 0,1-2-4 0,-3 4 5 15,-2-7-6-15,0 3 0 0,-4 0-5 0,1-5 5 16,7-4 0-16,-1 0 0 0,-1-5-2 0,-2 0-1 15,6 0 2-15,5-5-2 0,-7 2 0 0,6-2-3 16,1-6 3-16,4 3-1 0,3-4 0 0,8-7 1 0,-13 12 1 16,13-12 8-16,-8 8 17 0,8-8 16 15,0 0 9-15,0 0 5 0,0 0-2 0,35 11 6 0,-35-11-5 16,50-7 1-16,-19 5-4 0,15-5 1 0,-1 1-4 16,3-2 0-16,-1 3-7 0,6-4-2 0,-8 2-3 15,6-1-8-15,-9 3-1 0,1-2-11 0,-8 0 3 16,-4 0-5-16,2 2-36 0,-5 1-54 0,-4 1-73 15,3-4-84-15,-11 3-54 0,3 1-69 0,-4-1-70 16,1-4-116-16,-2 1-303 0,4-2-908 0,-4-1 402 16</inkml:trace>
          <inkml:trace contextRef="#ctx0" brushRef="#br0" timeOffset="124175.9867">3277 8529 252 0,'0'0'356'16,"0"0"-20"-16,0 0 1 0,0 0-2 0,0 0 9 16,0 11-3-16,0-11-7 0,0 0-16 0,0 0-6 15,0 0-14-15,0 0-4 0,26 3-12 0,-26-3-18 16,25-2-21-16,-25 2-21 0,40-4-17 0,-19 3-24 16,8-6-13-16,-2 3-21 0,4-3-12 0,-1 1-12 15,17 0-13-15,3 1-9 0,-9-4-9 0,3 1-15 0,-1 3-9 16,-8 1-11-16,10-3-22 0,-11 5-55 0,-2-3-85 15,2 0-73-15,7-2-67 0,-10 0-60 16,-1 6-60-16,15-6-43 0,-14 1-383 0,2 0-856 0,-1-1 379 16</inkml:trace>
          <inkml:trace contextRef="#ctx0" brushRef="#br0" timeOffset="141633.2446">6495 7753 56 0,'-14'-10'316'15,"4"-1"-16"-15,-4 1-4 0,-1 1-11 0,1-1-15 16,-1 1-6-16,3 0-7 0,-1 1-12 0,0 0-6 0,2-1-8 16,-4 3-8-16,2-1-14 0,1 0-10 0,12 7-3 15,-25-8-3-15,11 3-7 0,0 2-10 0,14 3-6 16,-32-6-14-16,14 3-16 0,18 3-11 0,-43 0-13 15,22 3-10-15,-5 0-7 0,-3 1-7 0,2 6-10 16,-2 1-9-16,0 3-6 0,-9 6-4 0,2 5-4 0,-1 2 0 16,2 6 4-16,0 2 3 0,1 10 8 15,4 1 3-15,-12 17-3 0,5 4 0 0,3-2 2 16,10 5 6-16,10-17 5 0,-5 26 6 0,6 3 6 0,6-4-2 16,4 3-1-16,5 3-11 0,11-4-7 0,1-4 2 15,4 7-15-15,11-4 2 0,4-2-5 0,11-7-4 16,2-3-6-16,7-1-5 0,3-5-1 0,2-8-1 15,1-2-6-15,4 0 1 0,-13-16-1 0,15 3 4 16,-15-11 5-16,6-5-3 0,0 0 3 0,4-10 5 16,-1 3 8-16,-1-8 1 0,0-3 11 0,1-6 6 15,-1-5-4-15,3-7 0 0,-4 2 13 0,-4-5-60 0,8-6-28 16,-9 1 0-16,2-8 0 0,-2 1 0 16,-7-7 0-16,4 1 0 0,3-19 0 0,-14 9 0 15,5-20 0-15,-6-1 0 0,0-8 0 0,-9-2 0 0,-9-1 0 16,-8-3 0-16,2 0 0 0,-5 6 0 0,-2 3 0 15,-7-5 0-15,-4 24 0 0,2-20 0 16,-5 19 0-16,-4-4 0 0,-4 5 0 0,-11-24 0 16,-3 10 0-16,-6-2 0 0,-5 4 0 0,-8 6 0 15,-2-1 0-15,-8 0 0 0,-2 7 0 0,-2 2 0 16,-3 5 0-16,15 19 0 0,-5 4 0 0,-21-1 0 16,22 8 0-16,-7 13 0 0,-22 4 0 0,4 9 0 15,22 5 0-15,1 7 0 0,2 3 0 0,-15 19 0 16,9 5-295-16,0 2-308 0,3 8-613 0,21-13-1317 0,3 1 583 15</inkml:trace>
          <inkml:trace contextRef="#ctx0" brushRef="#br0" timeOffset="125464.3205">6211 8318 118 0,'0'0'340'0,"-1"-18"-35"0,1 18-31 0,6-16-23 16,2 9-18-16,-8 7-18 0,21-19-9 0,-7 10 6 15,6 0 6 1,-3 4-10-16,4-5-2 0,6 6-15 0,2 0-15 0,2 1-9 16,-1 3-17-16,-1 0-5 0,0 3-7 0,-3 1-12 15,-5 0-4-15,-1 6-5 0,6-2-15 0,-10 3-9 0,-6-1-6 16,4 6-8-16,-3-2-5 0,-3 1-9 15,-1 4 1-15,-7-3-10 0,-2 4-1 0,-9 5-4 16,3-2-4-16,-5 0-10 0,-3 2-3 0,-6 4-6 16,1-6-7-16,-5-3 6 0,-4 6 2 0,9-5-10 0,-7-5-2 15,6 4-1-15,0-2-4 0,7-6 1 0,-4-1 2 16,4 1-7-16,1-2 3 0,6-2 3 0,-2-1-5 16,10-7 0-16,-12 8-5 0,12-8 5 0,0 0-4 15,0 0 0-15,0 0 4 0,0 0-2 0,0 0-4 16,0 0 5-16,0 0 1 0,0 0 3 0,44-23 4 15,-24 16 15-15,2-5 8 0,7 2 22 0,-2 0 16 0,2 0 16 16,6 3 17-16,9 0 2 0,-1 6 4 16,-8-2-6-16,-4 3-7 0,11 2-5 0,-9-1-10 0,-2 5-6 15,-4 1-5-15,2 5-9 0,-2-3-7 0,-9 3-5 16,0 2-5-16,-2 3-5 0,-4-1-4 0,-4 9-2 16,-1 1-2-16,-6 2-6 0,-2 0-4 0,-6-1 1 15,-1 2-5-15,-4 0-7 0,-9 3 6 0,-3 0-11 16,-2 2-1-16,-5-5 1 0,-2-3-4 0,-4 3 2 15,-2-6-7-15,-6-2 3 0,1 1-7 0,-6-5-7 16,5-4-18-16,-3-1-22 0,0 0-32 0,1-5-25 16,-3-5-29-16,9 3-26 0,5-5-21 0,6-5-19 15,1-2-30-15,8-4-30 0,-5 1-27 0,4-6-27 0,12 2-22 16,1-9-46-16,6-2-346 0,4-14-786 0,7-2 347 16</inkml:trace>
        </inkml:traceGroup>
        <inkml:traceGroup>
          <inkml:annotationXML>
            <emma:emma xmlns:emma="http://www.w3.org/2003/04/emma" version="1.0">
              <emma:interpretation id="{9CA22BB4-94EF-45C0-BC78-284FA19AE1FB}" emma:medium="tactile" emma:mode="ink">
                <msink:context xmlns:msink="http://schemas.microsoft.com/ink/2010/main" type="inkWord" rotatedBoundingBox="10005,8657 13167,8618 13187,10194 10025,10233"/>
              </emma:interpretation>
              <emma:one-of disjunction-type="recognition" id="oneOf23">
                <emma:interpretation id="interp31" emma:lang="" emma:confidence="1">
                  <emma:literal/>
                </emma:interpretation>
              </emma:one-of>
            </emma:emma>
          </inkml:annotationXML>
          <inkml:trace contextRef="#ctx0" brushRef="#br0" timeOffset="126617.3246">9946 8506 11 0,'-19'2'401'0,"5"3"-19"0,14-5-5 0,-21 11-7 16,21-11-4-16,-16 7-6 0,16-7-6 0,0 0-7 15,-12 5 0-15,12-5 1 0,0 0-10 0,0 0-12 16,44 5-16-16,-12-6-14 0,11-5-15 0,0-1-27 16,7 1-21-16,6 0-24 0,0-3-21 0,-6 2-20 0,5 2-17 15,-2-3-14-15,-4 2-7 0,3 2-40 0,-7 0-59 16,-13 0-87-16,-3-3-107 0,1 0-100 0,-9 2-100 16,-5 3-102-16,-16 2-452 0,32-13-991 0,-16 6 439 15</inkml:trace>
          <inkml:trace contextRef="#ctx0" brushRef="#br0" timeOffset="127179.7473">11263 7970 18 0,'-1'-17'426'0,"1"17"-13"16,5-15 3-16,-5 15 12 0,3-13 7 0,-3 13-16 16,0 0-33-16,8-12-32 0,-8 12-30 0,0 0-24 15,0 0-26-15,0 0-21 0,0 0-26 0,0 0-15 0,-10 41-21 16,4-25-12-16,-1 9-18 0,-10-2-17 16,-3 12-13-16,-4-2-11 0,-3 4-16 0,-2-4-9 0,2 5-9 15,-4-7-10-15,3 3-4 0,0-1-11 0,1 5-3 16,8-12-4-16,1-5-10 0,2 3-5 15,0-3-1-15,5-1-4 0,4-2 1 0,3 1-6 0,4-6-2 16,4 3 0-16,4-3-4 0,2 2 2 0,9-3-1 16,4-2-2-16,10 1-6 0,1-3 7 0,11 3-5 15,5-7-6-15,-2-7 0 0,5 2-2 0,-2-2-2 16,2-7 3-16,0 4 6 0,-2-1-1 0,4-4 13 16,-4 0 17-16,-4 0 5 0,-1-3 11 0,-2 0 17 15,-1-1 17-15,-16 2 27 0,5-3 1 0,-6 0 4 16,-2-2 8-16,-1 3 6 0,-7-6 1 0,-7 4-38 0,4 1-105 15,-6-1 0-15,-1-4 0 0,-1 4 0 0,-4 1 0 16,1-3 0-16,-2 2 0 0,-3 0 0 0,0 4 0 16,3 0 0-16,0 13 0 0,-8-16 0 0,8 16 0 15,-7-16 0-15,7 16 0 0,-3-8 0 0,3 8 0 16,0 0 0-16,0 0 0 0,0 0 0 0,0 0 0 16,-15 53 0-16,12-14 0 0,0 4 0 0,-2 3 0 15,7 11 0-15,-4 16 0 0,-4 0 0 0,9-1 0 16,-13 5 0-16,7-5 0 0,-2 6 0 0,-4-1 0 0,-2-3 0 15,2-20 0-15,1 4 0 0,-11 14 0 16,3-19 0-16,-13 15 0 0,8-20-483 0,1 0-802 0,-4-3-1392 16,-2-4 616-16</inkml:trace>
          <inkml:trace contextRef="#ctx0" brushRef="#br0" timeOffset="126257.9724">8942 9095 174 0,'0'0'308'0,"0"0"2"0,0 15-7 15,0-15 8-15,0 0-20 0,0 0-6 16,0 0-23-16,0 0 13 0,14-34-12 0,-7 21-2 0,-2-4-16 16,-4 1-3-16,1-3-20 0,6-6-3 0,-5 5-9 15,-1-6-14-15,-1 0-6 0,-1 9-4 0,0-9-11 16,0 10-13-16,0 1-1 0,-1 0-13 0,-1 5-12 15,2 10-11-15,-10-20-11 0,9 13-12 0,1 7-10 16,-8-11-9-16,8 11-7 0,-20-5-9 0,20 5-5 16,0 0-9-16,-36 8-3 0,21-2-6 0,-1 1-5 15,2 6-5-15,-1-2-3 0,1 3-2 0,3-2-5 0,-4 4-3 16,2-2-1-16,5-1-6 0,0 1-1 0,2-2-11 16,3 2-2-16,-1-3-36 0,3 2-72 0,1-13-76 15,8 16-84-15,0-7-79 0,3-5-90 0,-11-4-438 16,31 4-949-16,-31-4 420 0</inkml:trace>
          <inkml:trace contextRef="#ctx0" brushRef="#br0" timeOffset="125948.6261">9163 8195 386 0,'0'0'393'16,"0"0"-11"-16,2 14 16 0,-2-14 25 0,0 0 17 16,0 0-2-16,3 11-19 0,-3-11-26 0,0 0-31 0,0 0-17 15,0 0-25-15,0 0-14 0,0 0-21 16,0 0-20-16,0 0-25 0,0 0-17 0,0 0-24 0,24-26-23 16,-17 15-9-16,-1 0-20 0,-6 11-17 0,8-22-13 15,-8 8-5-15,2-3-12 0,1 3-8 0,-8-1-7 16,5-1-15-16,-5-3-7 0,4 2-6 0,-7 3 1 15,-2-3-6-15,-1 2-14 0,1 3-2 0,-1 1-10 16,-4 0-3-16,7 6-1 0,-8-3-42 0,16 8-44 16,-33 0-46-16,33 0-59 0,-39 12-59 0,21-5-64 0,-4 6-61 15,-2 2-58-15,0 3-71 0,1 3-462 0,6 1-1022 16,-1 3 453-16</inkml:trace>
        </inkml:traceGroup>
      </inkml:traceGroup>
    </inkml:traceGroup>
    <inkml:traceGroup>
      <inkml:annotationXML>
        <emma:emma xmlns:emma="http://www.w3.org/2003/04/emma" version="1.0">
          <emma:interpretation id="{527BEF1F-EA84-414B-BA31-E135279A8ED0}" emma:medium="tactile" emma:mode="ink">
            <msink:context xmlns:msink="http://schemas.microsoft.com/ink/2010/main" type="paragraph" rotatedBoundingBox="2462,10019 25173,7684 25511,10972 2800,13306" alignmentLevel="1"/>
          </emma:interpretation>
        </emma:emma>
      </inkml:annotationXML>
      <inkml:traceGroup>
        <inkml:annotationXML>
          <emma:emma xmlns:emma="http://www.w3.org/2003/04/emma" version="1.0">
            <emma:interpretation id="{7805E1C4-D5F1-43CB-8DA5-7F805DE6E56C}" emma:medium="tactile" emma:mode="ink">
              <msink:context xmlns:msink="http://schemas.microsoft.com/ink/2010/main" type="line" rotatedBoundingBox="2462,10019 25173,7684 25511,10972 2800,13306"/>
            </emma:interpretation>
          </emma:emma>
        </inkml:annotationXML>
        <inkml:traceGroup>
          <inkml:annotationXML>
            <emma:emma xmlns:emma="http://www.w3.org/2003/04/emma" version="1.0">
              <emma:interpretation id="{D1571179-C4E0-4133-B64A-29604231DD4B}" emma:medium="tactile" emma:mode="ink">
                <msink:context xmlns:msink="http://schemas.microsoft.com/ink/2010/main" type="inkWord" rotatedBoundingBox="2531,10694 3302,10614 3380,11374 2609,11453"/>
              </emma:interpretation>
              <emma:one-of disjunction-type="recognition" id="oneOf24">
                <emma:interpretation id="interp32" emma:lang="" emma:confidence="1">
                  <emma:literal/>
                </emma:interpretation>
              </emma:one-of>
            </emma:emma>
          </inkml:annotationXML>
          <inkml:trace contextRef="#ctx0" brushRef="#br0" timeOffset="128429.5228">1494 9959 76 0,'-9'7'339'0,"-6"7"-9"15,1-2-11-15,1 4-18 0,-1 6 0 0,-4 3 5 16,4 1-14-16,-4 2 2 0,8 1-2 0,-3 1-5 16,1 5 2-16,4-7-16 0,0 4-14 0,3-3-18 15,3 13-6-15,2-12-14 0,0-1-14 0,2-2-7 16,7 1-12-16,1 0-10 0,3-4-11 0,9 8-9 0,-7-9-4 16,7-1 0-16,10 5-9 0,-6-8-1 15,12-1-10-15,-9-3 1 0,15 0 8 0,-4-4-4 16,1 1-4-16,-5-9-21 0,-4-3 1 0,11 0-2 0,-11-3-11 15,2-4-8-15,-4-1-1 0,3-3 0 16,-8-1-6-16,4 0-8 0,-2-6-4 0,-4-1-4 0,-4 4-11 16,2-9-3-16,-5 0-55 0,-3-2-2 0,0-11 0 15,-7-2 0-15,-6-1 0 0,0 0 0 0,-11-7 0 16,-4 2 0-16,-1-1 0 0,-9-1 0 0,-1 5 0 16,-6-2 0-16,-5 13 0 0,-5 3 0 0,-1 4 0 0,0 6 0 15,1 5 0-15,-8 1 0 0,4 10 0 16,-1 4-82-16,2 6-68 0,-1 4-36 0,2 2-39 15,15 3-47-15,5 1-36 0,4 3-48 0,0-1-47 0,9 2-68 16,0 0-486-16,11-5-1036 0,8 0 459 0</inkml:trace>
        </inkml:traceGroup>
        <inkml:traceGroup>
          <inkml:annotationXML>
            <emma:emma xmlns:emma="http://www.w3.org/2003/04/emma" version="1.0">
              <emma:interpretation id="{0BD89E79-608C-4600-85AD-5F00F54B8BA9}" emma:medium="tactile" emma:mode="ink">
                <msink:context xmlns:msink="http://schemas.microsoft.com/ink/2010/main" type="inkWord" rotatedBoundingBox="5364,10803 6119,10725 6190,11411 5435,11489"/>
              </emma:interpretation>
              <emma:one-of disjunction-type="recognition" id="oneOf25">
                <emma:interpretation id="interp33" emma:lang="" emma:confidence="1">
                  <emma:literal/>
                </emma:interpretation>
              </emma:one-of>
            </emma:emma>
          </inkml:annotationXML>
          <inkml:trace contextRef="#ctx0" brushRef="#br0" timeOffset="129070.1021">4451 10129 310 0,'-38'6'348'16,"20"-2"-4"-16,-1 2-10 0,-2 2-14 0,0 7-12 0,3-6-8 16,-1 10-5-16,2 0-7 0,-1 2-10 0,3-1-8 15,1 1-11-15,6 3-10 0,2-1-14 0,-2 1-12 16,1 0-17-16,6 1-15 0,2 1-9 0,4 0-15 16,3-1-12-16,0 1-13 0,5-1-2 0,3-3-10 15,0-1-10-15,10 4-1 0,-4-3-1 0,13 4-6 16,-7-11-3-16,9 8-6 0,3-7-9 0,-8-6 0 15,1-1 1-15,-2-3-8 0,12-2-4 0,-11-3-8 16,-3-1-3-16,2-1-3 0,-2-7-3 0,-2 5-2 16,-10-8 24-16,11-1-11 0,-11 4 12 0,3-6-16 0,-6 0-2 15,4 1-4-15,-4-5-3 0,1-5-3 0,-7-1-4 16,0-3-11-16,-4 0 2 0,-2-12-6 0,-2-2-6 16,-8 1-3-16,-5-7-5 0,-1 2-1 0,-7 1-7 15,-3 3 14-15,-5 3-6 0,-5 4-20 0,1 6-2 16,-3 2-5-16,-4 6 0 0,-3 4-4 0,-4 11-45 15,-4-1-44-15,-5 9-53 0,0 2-54 0,0 2-70 16,4 8-61-16,6-3-51 0,-1 7-66 0,18-3-89 16,5-1-416-16,3 2-1031 0,10-5 456 0</inkml:trace>
        </inkml:traceGroup>
        <inkml:traceGroup>
          <inkml:annotationXML>
            <emma:emma xmlns:emma="http://www.w3.org/2003/04/emma" version="1.0">
              <emma:interpretation id="{7C7FBB66-49D1-4F2D-9704-0FE33C64F329}" emma:medium="tactile" emma:mode="ink">
                <msink:context xmlns:msink="http://schemas.microsoft.com/ink/2010/main" type="inkWord" rotatedBoundingBox="8255,10486 8288,10482 8395,11521 8361,11525"/>
              </emma:interpretation>
              <emma:one-of disjunction-type="recognition" id="oneOf26">
                <emma:interpretation id="interp34" emma:lang="" emma:confidence="1">
                  <emma:literal/>
                </emma:interpretation>
              </emma:one-of>
            </emma:emma>
          </inkml:annotationXML>
          <inkml:trace contextRef="#ctx0" brushRef="#br0" timeOffset="129804.4609">7034 9921 232 0,'0'0'353'15,"0"-22"10"-15,0 8-12 0,2 1 17 0,-1 2-13 16,-1-7-15-16,0 2 2 0,0 16 6 0,0-19 3 16,0 19 3-16,0-15-3 0,0 15-8 0,-6-13-16 0,6 13-20 15,0 0-28-15,0-10-18 0,0 10-23 0,0 0-6 16,0 0-12-16,0 0 10 0,0 0 2 0,-6 38-1 15,6-12-15-15,0 4 4 0,0 10-9 0,3 3 1 16,-2 2-15-16,4 4-70 0,-2 0-127 0,-1 0 0 16,3 3 0-16,1-3 0 0,-1 2 0 0,0-2 0 15,1-1 0-15,1-5 0 0,-1 2 0 0,-1-3 0 16,-3-5 0-16,-1 4 0 0,4-14 0 0,-3 4 0 16,2-5 0-16,-2-7 0 0,0-2 0 0,-1 1 0 15,2-1 0-15,-1-7 0 0,0 1 0 0,-2-11 0 0,4 19 0 16,-4-19 0-16,2 8 0 0,-2-8 0 0,0 0 0 15,0 0 0-15,3 12 0 0,-3-12 0 0,0 0-240 16,0 0-328-16,0 0-99 0,-11-46-453 0,6 27-1212 16,2-3 536-16</inkml:trace>
        </inkml:traceGroup>
        <inkml:traceGroup>
          <inkml:annotationXML>
            <emma:emma xmlns:emma="http://www.w3.org/2003/04/emma" version="1.0">
              <emma:interpretation id="{1DE3F0A2-E9D2-44F1-A776-15DBFEB9DF6B}" emma:medium="tactile" emma:mode="ink">
                <msink:context xmlns:msink="http://schemas.microsoft.com/ink/2010/main" type="inkWord" rotatedBoundingBox="10727,10234 13804,9918 13951,11342 10873,11659"/>
              </emma:interpretation>
              <emma:one-of disjunction-type="recognition" id="oneOf27">
                <emma:interpretation id="interp35" emma:lang="" emma:confidence="0.5">
                  <emma:literal>-2</emma:literal>
                </emma:interpretation>
                <emma:interpretation id="interp36" emma:lang="" emma:confidence="0.5">
                  <emma:literal>- 2</emma:literal>
                </emma:interpretation>
                <emma:interpretation id="interp37" emma:lang="" emma:confidence="0">
                  <emma:literal>_ 2</emma:literal>
                </emma:interpretation>
                <emma:interpretation id="interp38" emma:lang="" emma:confidence="0">
                  <emma:literal>. 2</emma:literal>
                </emma:interpretation>
                <emma:interpretation id="interp39" emma:lang="" emma:confidence="0">
                  <emma:literal>-22</emma:literal>
                </emma:interpretation>
              </emma:one-of>
            </emma:emma>
          </inkml:annotationXML>
          <inkml:trace contextRef="#ctx0" brushRef="#br0" timeOffset="130944.9734">10838 10231 253 0,'-14'6'398'0,"14"-6"-22"16,0 0-16-16,-15 6-7 0,15-6 7 0,0 0 6 16,0 0 4-16,0 0 6 0,0 0-13 0,0 0-20 15,0 0-27-15,0 0-24 0,36 15-29 0,-19-11-29 16,4-4-22-16,8 1-23 0,0-1-17 0,0-1-22 0,3-3-15 15,-2 4-28-15,4-1-31 0,-2 0-67 16,-5 0-97-16,9-4-100 0,-7 3-97 0,-1-3-106 0,1-2-463 16,0-1-925-16,3 2 410 0</inkml:trace>
          <inkml:trace contextRef="#ctx0" brushRef="#br0" timeOffset="131507.442">11584 10134 171 0,'-14'-9'361'0,"14"9"-18"0,-11-13-9 15,11 13-6-15,-7-13-8 0,4 4-19 0,3 9-18 0,0-19-9 16,3 4-16-16,0 0-24 0,4 4-9 0,-1-3-11 16,1 1-8-16,2-1-4 0,2-2-8 0,-1 5-12 15,3-4-5-15,1 8-6 0,-1 0-4 0,3-1-15 16,-1 0-12-16,6 0-10 0,6 3-13 0,-6 0-7 15,-4 1-8-15,-17 4-10 0,40 3-4 0,-24-2-11 16,5 9-2-16,-1-1-7 0,-4 1-9 0,5 8-3 16,-5 8-8-16,-2-1 0 0,-3 4-8 0,-3 1-2 15,0 7-4-15,-6 5-5 0,-2-1-4 0,-2 0 0 16,-4-1-5-16,-2-1-1 0,-5 3-3 0,-1-4-1 16,-4 2-1-16,-6-6-2 0,6 3-5 0,-9-3 2 0,-2-3 3 15,-5-2-5-15,4 2 0 0,3-13-1 0,-1 2 1 16,6-2-4-16,-7-3-1 0,5 1 4 0,-2-6-1 15,9 2-2-15,-3-5 1 0,7 0-3 0,2 0 4 16,11-7-1-16,-17 9 12 0,17-9 13 0,-8 3 13 16,8-3 22-16,0 0 24 0,0 0 9 0,0 0-1 15,0 0 0-15,0 0-5 0,70-15-8 0,-41 9-1 16,5-2 13-16,15-3-3 0,1-1-1 0,3-1 7 0,3 0 18 16,2 0 15-16,1 0-29 0,25-7-102 15,-4 3 0-15,2 0 0 0,-24 2 0 0,-2 2 0 0,-2 4 0 16,3-2 0-16,-3-1 0 0,-11 2 0 0,-12-2 0 15,-4 5 0-15,2 2 0 0,-8-3 0 0,-7 1 0 16,1 1 0-16,-15 6 0 0,19-8 0 0,-19 8 0 16,8-12 0-16,-8 12 0 0,0 0 0 0,-6-21-175 15,6 21-357-15,-21-17-75 0,6 8-540 0,-1-3-1241 16,-1-2 549-16</inkml:trace>
          <inkml:trace contextRef="#ctx0" brushRef="#br0" timeOffset="130398.1368">9797 9659 312 0,'0'0'398'0,"-5"9"-18"0,5-9 5 16,0 0 23-16,-3 13 22 0,3-13 2 15,0 0-12-15,0 0-18 0,0 0-26 0,0 0-21 0,0 0-13 16,0 0-8-16,0 0-18 0,0 0-15 0,0 0-19 15,43-15-11-15,-43 15-11 0,15-12-15 0,-9 1-15 16,-6 11-18-16,10-14-7 0,-4 2-23 0,-6 12-20 16,2-17-17-16,-4 5-4 0,2 12-21 0,-9-21-17 0,-3 9-61 15,4 2-42-15,-5-4 0 0,-1 5 0 16,-2 1 0-16,0 1 0 0,-3 1 0 0,-1 5 0 0,0-3 0 16,20 4 0-16,-39 4 0 0,17 0-102 0,2 6-187 15,-7-1-48-15,3 6-70 0,3 0-63 0,0 3-74 16,2-3-463-16,8 2-1092 0,0 6 484 0</inkml:trace>
          <inkml:trace contextRef="#ctx0" brushRef="#br0" timeOffset="130695.0249">9799 10592 73 0,'6'12'330'0,"-4"5"11"0,4-10 7 0,-6-7 12 0,6 17 19 16,-6-17 17-16,7 9 6 0,-7-9-4 0,0 0-30 15,0 0-25-15,0 0-29 0,0 0-22 0,22-23-27 16,-22 23-24-16,7-27-15 0,-2 10-20 0,-4-2-18 16,-2 0-17-16,-3-2-15 0,4 0-18 0,-8-2-17 15,0 0-3-15,-5-2-13 0,4 9-10 0,-4 0-8 16,0 3-13-16,-1 1-4 0,-2 2-7 0,3 5-8 16,-3-4-9-16,-3 2-6 0,3 4-7 0,16 3-2 0,-34 10-2 15,16-5-2-15,1 2 3 0,2 4-11 0,1 2-14 16,4 0-18-16,2 4-29 0,0-2-29 0,5 4-35 15,3-1-28-15,3-4-30 0,7 2-27 0,-1-3-30 16,4 0-33-16,3 2-37 0,8 0-55 0,0-6-43 16,4-4-405-16,0-1-860 0,8-4 381 0</inkml:trace>
        </inkml:traceGroup>
        <inkml:traceGroup>
          <inkml:annotationXML>
            <emma:emma xmlns:emma="http://www.w3.org/2003/04/emma" version="1.0">
              <emma:interpretation id="{D3C17444-63D5-4E07-9A52-F0BE05B2236D}" emma:medium="tactile" emma:mode="ink">
                <msink:context xmlns:msink="http://schemas.microsoft.com/ink/2010/main" type="inkWord" rotatedBoundingBox="17543,8469 25173,7684 25511,10972 17881,11756"/>
              </emma:interpretation>
              <emma:one-of disjunction-type="recognition" id="oneOf28">
                <emma:interpretation id="interp40" emma:lang="" emma:confidence="1">
                  <emma:literal/>
                </emma:interpretation>
              </emma:one-of>
            </emma:emma>
          </inkml:annotationXML>
          <inkml:trace contextRef="#ctx0" brushRef="#br0" timeOffset="149429.5793">17755 8409 330 0,'-21'-7'410'0,"0"0"-40"16,3-1-32-16,4 3-23 0,1-2 0 0,13 7 2 15,-19-7-8-15,19 7-8 0,-15-7-24 0,15 7-21 16,0 0-6-16,0 0 2 0,0 0 2 0,0 0 5 0,0 0 8 16,44-19-2-16,-12 12 18 0,14-3 33 0,7 1 19 15,27-3-4-15,-20 5-19 0,-4-4-31 16,23-1-27-16,-18 7-26 0,-1-4-20 0,22 3-20 0,0-5-19 16,-3 4-20-16,-18 0-97 0,-4 3-52 0,3 1 0 15,2-3 0-15,-4 0 0 0,-2 1 0 0,-9 2 0 16,-1-2 0-16,-15 3 0 0,-2-2 0 0,-8 1 0 15,-7-1-157-15,-14 4-61 0,19-7-48 0,-12 0-58 16,-7 7-50-16,-5-15-65 0,5 15-83 0,-24-23-461 16,5 7-1062-16,-6-2 469 0</inkml:trace>
          <inkml:trace contextRef="#ctx0" brushRef="#br0" timeOffset="149757.6874">18319 7794 5121 0,'0'0'403'0,"-32"-3"-231"0,18 2-93 0,14 1-40 15,-19-8-21-15,19 8-8 0,0 0-5 0,0 0 4 16,0 0-2-16,0 0 5 0,0 0 6 0,-7 18 4 0,7-18 12 16,0 0 20-16,29 26 21 0,-10-13 10 0,4 0 8 15,1 3-2-15,3 0-5 0,2-6-7 0,8 9-9 16,5-6-8-16,-9-2-2 0,9 0-10 0,-3 3-2 16,4-5-3-16,-1-2-9 0,2 0-2 0,1 1-3 15,-6-3-6-15,-4 1-3 0,9-2 1 0,-11 4-3 16,-2-5-5-16,-1 1-3 0,-3 0-1 0,1 1-1 15,-12 0-1-15,1 2-5 0,-7 2 5 0,-2-2-7 16,-3 4-2-16,-4 2 0 0,-2 4-1 0,-6 6-1 0,-5-2-8 16,-4 6-16-16,-12 7-20 0,-7 3-20 0,-3 1-20 15,-3-1-20-15,-2 1-20 0,-13 14-20 0,9-13-27 16,7-6-23-16,-3 4-23 0,-2-3-26 0,-1 1-27 16,4-2-36-16,3-4-48 0,12-10-57 0,-8 0-307 15,11-7-778-15,11-3 345 0</inkml:trace>
          <inkml:trace contextRef="#ctx0" brushRef="#br0" timeOffset="150429.5095">19511 7800 140 0,'0'0'537'16,"0"-18"-27"-16,0 18-22 0,4-10-28 0,-4 10-29 0,0 0-27 15,3-11-22-15,-3 11-29 0,0 0-27 16,0 0-25-16,0 0-24 0,0 0-12 0,14 31-18 0,-2-5-8 16,-3 2-22-16,4 13-13 0,-3-2-14 0,4 1-10 15,-3 2-12-15,-1 3-16 0,-2-5-10 0,5 6-14 16,-8-2 0-16,1 1-16 0,-3-4-15 0,-3-1-7 16,0 3-8-16,2-6-3 0,-2-6-14 0,0-4-3 0,-2 2-6 15,2-4-8-15,-3-1-9 0,0-5 0 16,-4 0-2-16,6-1-9 0,-6-3-6 0,6 2 3 0,-4-8 1 15,5-9-11-15,-8 15-2 0,5-7 13 0,3-8-18 16,0 0 0-16,-12 8-6 0,12-8-3 0,0 0 3 16,0 0-2-16,0 0 6 0,-20-31 3 0,20 12 0 15,-2-9 4-15,2-3 7 0,-2-14-6 0,2-7 0 16,2-5-12-16,0-18 6 0,-2 1-5 0,6-2-4 16,-1 4 8-16,4 18-8 0,-1 4 3 0,-1 0-1 15,11-1-3-15,-4 5 1 0,0 5 6 0,6 6 2 0,1 2-5 16,4 0 4-16,-4 11 1 0,8-8 7 0,-5 10-2 15,3 2 19-15,-1 8 5 0,0-7 10 0,-1 4-4 16,-1 8-11-16,8-2-31 0,-7 6 0 0,3 2 0 16,-7 3 0-16,8 3 0 0,0 5 0 0,-3 2 0 15,-4 1 0-15,1 8 0 0,-7-1 0 0,1 8 0 16,-5-3 0-16,-1 3 0 0,-8 1 0 0,2 9 0 0,-7-1 0 16,-3-10 0-16,-1 1 0 0,-4-2 0 15,-6-2 0-15,2 0 0 0,-10 10 0 0,8-10 0 0,-5 0 0 16,-3 7 0-16,3-13 0 0,-2 0 0 0,4 4 0 15,-2-4-7-15,1-1-9 0,-1-5 5 0,0 4 2 16,6-6 2-16,-1 2-4 0,3-2 0 0,1 0 2 16,4-2 2-16,0-1 0 0,1 1 2 0,7-10 1 0,-3 16 4 15,3-16-3-15,2 21 0 0,4-9 6 16,-3-4-1-16,7 3 0 0,1-3 3 0,2 4 9 16,1-3 30-16,7 3-4 0,2 3-40 0,9 1 0 0,-7-3 0 15,3 3 0-15,9 2 0 0,-9-4 0 0,0-1 0 16,1-2 0-16,11 1 0 0,-10-1 0 0,-3 0-28 15,2 0-137-15,0 1-56 0,-5 0-64 0,7-5-53 16,-6 6-53-16,-4-5-60 0,-1-4-63 0,0 0-453 16,-4 4-1047-16,4-7 464 0</inkml:trace>
          <inkml:trace contextRef="#ctx0" brushRef="#br0" timeOffset="148789.0302">16454 7907 5768 0,'-18'-8'1'0,"18"8"7"0,0 0-9 16,-29 5 1-16,29-5 0 0,0 0-7 0,-14 10 6 15,14-10 8-15,-8 22 3 0,3-6 23 0,3 3 42 16,2 7 18-16,7 4 12 0,1 8 7 0,0 6 9 15,4-1-2-15,1 2 4 0,3 5-3 0,0-2-3 0,4-1 8 16,-6 1-14-16,0 3 1 0,1 0-2 0,-2-2-11 16,-5-1-2-16,5 0-7 0,-7-4-4 0,-3-1-6 15,2 0-4-15,1-1-11 0,-2-4-2 0,-1-8-6 16,-3 0-4-16,0 0-9 0,-5-1-2 0,-1-5-7 16,6-3 2-16,-4-7-31 0,1 3-6 0,2-3 0 15,-4-5 0-15,5-9 0 0,-8 12 0 0,8-12 0 0,-10 9 0 16,10-9 0-16,0 0 0 0,0 0 0 15,-34-30 0-15,22 4 0 0,-6-8 0 0,-1-10 0 16,1-5 0-16,-6-19 0 0,8-6 0 0,3-1 0 0,5 2 0 16,0-4 0-16,8 7 0 0,2 18-6 0,4-1-17 15,7-1 4-15,1 6 0 0,2-1 10 0,7 1 5 16,-2-1 5-16,6 6-7 0,-1-4 6 0,4-2-3 16,1 7 0-16,2 1 5 0,1 4 4 0,-3 4-8 15,4 4-1-15,-5 3-5 0,-1 7 7 0,0 3-4 16,0 3 4-16,-2 2-1 0,0 1-2 0,-6 6 5 0,-5 3-7 15,13 4-2-15,-8 2 6 0,2 7 4 0,-3 4-3 16,1 6-4-16,2 10 8 0,-4 6-3 0,-9 3 3 16,-4 1-10-16,0-1 3 0,-7 0-1 0,-4 4 6 15,-3-4 0-15,-5 0-5 0,-1-1 0 0,-4 3 1 16,-1-9-2-16,-4 7-5 0,-2-4 4 0,-7-6-7 16,3 9 6-16,-3-13-2 0,9-4-1 0,1-1 4 0,-12 4-1 15,10-8 7-15,-2-2-9 0,2 3 4 0,-1-7-1 16,9 0 4-16,1 1 4 0,1-2-4 15,1 0 1-15,2-4 1 0,1 1-4 0,10-8 3 0,-11 12 0 16,11-12 2-16,3 12 6 0,-3-12-8 0,14 14 3 16,-1-3 1-16,3-3 0 0,4 3 0 0,2-1 0 15,7 3 1-15,0-2 1 0,8 7 2 0,-5-8-7 16,-2 0-5-16,14 8-15 0,-16-3-31 0,13 0-32 16,0 3-38-16,-10-8-38 0,-4 3-38 0,0 0-37 15,2 0-29-15,-5 0-19 0,2-4-16 0,-2 3-15 0,-8-4-7 16,2-1-14-16,-9 5-14 0,4-1-19 0,-5-8-15 15,-8-3-22-15,10 15-229 0,-10-15-686 0,6 10 303 16</inkml:trace>
          <inkml:trace contextRef="#ctx0" brushRef="#br0" timeOffset="149132.7236">17283 8967 129 0,'0'0'117'0,"0"0"95"0,0 0 46 0,0 0 19 16,0 0 6-16,0 0 5 0,0 0 6 0,0 0 3 16,16-35 6-16,-8 28-11 0,3 1-13 0,-1-1-13 0,4-1-8 15,1 3-19-15,-2-1-17 0,3 1-21 0,1-2-19 16,-17 7-18-16,32-1-17 0,-32 1-15 0,32 4-12 15,-20 2-12-15,2 4-10 0,-1-3-9 0,0 9-9 16,-4-6-9-16,1 9-7 0,-5 4-8 0,0 3-3 16,-1-2-8-16,-7 2-6 0,2 2 0 0,-6-1-3 15,-1 3-5-15,-5-3-5 0,4 1-1 0,-4-2-2 0,3-2-4 16,-4 2 1-16,-4-1-7 0,1-5-1 16,-1-1 5-16,4-1-7 0,-1-5 2 0,-7 6-2 0,9-6-2 15,3-5 3-15,-6 4 2 0,5-5 0 0,4 4 0 16,7-11 1-16,-11 11 1 0,11-11 4 0,-6 11 12 15,6-11 17-15,0 0 14 0,0 14 7 0,0-14 3 16,0 0 1-16,24 12 0 0,-11-11-7 0,-13-1-7 16,37 4-8-16,-10-2 0 0,0-2-7 0,-1-2-14 15,6-2-14-15,-2 0-16 0,1-1-27 0,1-1-31 16,-2-2-36-16,6-4-42 0,1-1-41 0,6-3-40 0,-1-3-28 16,-5 0-45-16,3-4-43 0,-5 3-54 0,-11 2-74 15,2 0-270-15,4-11-791 0,-4-2 350 0</inkml:trace>
          <inkml:trace contextRef="#ctx0" brushRef="#br0" timeOffset="150852.3868">20610 8601 571 0,'-6'-12'535'0,"6"12"-44"0,0 0-54 15,0 0-40-15,3-15-29 0,-3 15-17 0,15-14-10 16,-7 9-12-16,-8 5-14 0,22-12-19 0,-7 9-25 16,-1-3-21-16,-14 6-22 0,30-5-21 0,-13 3-20 0,-17 2-16 15,32 2-18-15,-32-2-18 0,32 7-14 16,-16-2-19-16,-2 5-18 0,-1 1-15 0,-3 2-12 0,-4 1-13 16,-4 4-14-16,-2 1-11 0,0 4-4 0,-7 3-6 15,-1-1-1-15,2 2-5 0,-9 3-3 0,1-3-5 16,0-1-8-16,-7 7-2 0,0 1 3 0,5-8-4 15,-5-3 1-15,0 0 1 0,0 3 3 0,2-8-3 16,0 4 4-16,-1 0 1 0,3-3 2 0,-1-5 1 16,9-1 0-16,-4-2 2 0,6-4-1 0,-1 2 4 0,8-9-3 15,-13 14 6-15,13-14 15 0,-4 7 7 0,4-7 4 16,0 0 3-16,0 0-3 0,16 17-2 0,-16-17-6 16,17 7-3-16,-17-7-1 0,39-4-2 0,-10 3-6 15,0-1-8-15,1 1-19 0,-1-3-31 0,0-1-40 16,14-2-43-16,-1-2-53 0,1-3-60 0,0 1-49 15,-1-2-51-15,1-3-76 0,-10 6-391 0,7-9-879 16,-2-4 390-16</inkml:trace>
          <inkml:trace contextRef="#ctx0" brushRef="#br0" timeOffset="151038.8383">21018 8225 67 0,'-26'0'674'0,"1"-3"-95"0,7 2-91 0,18 1-73 16,-26-6-51-16,26 6-32 0,-13-6-8 0,13 6 0 0,0 0 0 15,0 0-9-15,0 0-12 0,-1-12-19 0,1 12-23 16,0 0-27-16,0 0-20 0,40-9-21 0,-22 5-18 16,2 3-22-16,9-3-21 0,0 2-34 0,7-3-37 15,-3 2-48-15,-1-1-53 0,2 1-58 0,9-4-53 16,1-3-69-16,-1 4-64 0,-11-1-72 0,15-6-92 15,-14 4-341-15,9-3-854 0,-12 0 378 0</inkml:trace>
          <inkml:trace contextRef="#ctx0" brushRef="#br0" timeOffset="151507.577">21557 7845 524 0,'-14'-10'515'0,"14"10"-57"16,-12-11-51-16,12 11-42 0,5-15-36 0,-5 15-32 15,15-15-14-15,-6 11-5 0,4-5-15 0,3 1-12 16,3 3-5-16,1 1-10 0,0-3-15 0,6 4-9 16,1-1-9-16,1 1-18 0,-1 5-13 0,-1-4-20 0,1 4-11 15,-6-1-19-15,1 2-10 0,-1 1-14 0,-6 2-8 16,2 3-13-16,-6 0-4 0,2 4-11 0,-3-2-9 16,-4 5-8-16,-3-1-13 0,-3 3-11 0,-3-3-16 15,0 3-13-15,-8 1-11 0,3-4-20 0,-8 4-12 16,-3 4-13-16,2-4-12 0,-2 3-8 0,-3-4 2 15,1-3-1-15,5-3-7 0,-3-3-17 0,3 4 8 16,-4-4-15-16,6-2 14 0,4-1 11 0,10-6 5 0,-19 10 3 16,19-10 15-16,-14 6 4 0,14-6 7 15,0 0 23-15,0 0 4 0,0 0 29 0,0 0 17 0,0 0 16 16,0 0 7-16,0 0 12 0,0 0 7 0,0 0 8 16,0 0 9-16,64 0 3 0,-50 1-2 0,-14-1-1 15,35 9 2-15,-15-3-3 0,1 4 1 0,3 1-7 16,-4 5-1-16,3-1-4 0,-2 5-4 0,1-2-6 15,-1 2-8-15,-3 2 3 0,-4-1-5 0,-3 5-12 16,2-2-3-16,-8-7 0 0,1 9-5 0,-6 0-6 16,-3 4 1-16,0-7-3 0,-8-1-16 0,-2 1-14 0,2-3-19 15,-10-1-20-15,-2 0-12 0,-2-2-18 0,-4-1-11 16,0-6-26-16,0 2-29 0,-13-1-17 0,12-8-20 16,-13 1-24-16,9-8 5 0,-16 4-41 0,9-8-16 15,-3-3-19-15,2 2-17 0,12-4-31 0,1-2-288 16,0-1-667-16,4-9 295 0</inkml:trace>
          <inkml:trace contextRef="#ctx0" brushRef="#br0" timeOffset="152357.802">22523 7712 250 0,'14'-7'696'0,"1"2"-70"0,-15 5-64 15,19 0-55-15,-19 0-49 0,0 0-47 0,29 8-37 16,-16 3-30-16,-5 4-22 0,-2 1-13 0,2 13-10 16,-6-1-16-16,1 12 11 0,-1 1-7 0,-1 4-5 15,4 0-13-15,-2 3-16 0,0-3-16 0,-1 1-26 16,0 6-5-16,-4-6-23 0,4-1-17 0,-2 4-13 16,0-2-12-16,4-1-73 0,0-1-68 0,0-5 0 15,-2 5 0-15,3-3 0 0,-5-3 0 0,3-11 0 0,-3 3 0 16,0-3 0-16,3-4 0 0,-3 2 0 0,0 0 0 15,0-11 0 1,2 3 0-16,-4-6 0 0,2-1 0 0,0-11 0 0,0 19 0 16,0-19 0-16,0 15 0 0,0-15 0 0,0 0 0 15,0 0 0-15,0 12 0 0,0-12 0 0,0 0 0 16,0 0 0-16,0 0 0 0,0 0 0 0,0 0 0 16,-5-50 0-16,4 12 0 0,-2-3 0 0,1-10 0 15,-4-25 0-15,6-3 0 0,-4-3 0 0,0 1 0 16,0-2 0-16,4 1 0 0,2 6 0 0,0 23 0 0,-2 4 0 15,8 1 0-15,0 3 0 0,4 4 0 0,0 3 0 16,-3 8 0-16,6-7 0 0,1 10 0 0,5-7 0 16,-2 8 0-16,0 1 0 0,0 1 0 0,5 2 0 15,1 1 0-15,-3 4 0 0,5-3 0 0,1 7 0 16,-4 2 0-16,3 4 0 0,2 2 0 0,-7 5 0 16,6 2 0-16,-3 5 0 0,-1 3 0 0,-1 6 0 15,-2 3 0-15,-1 7 0 0,0 8 0 0,-3 6 0 16,-4 0 0-16,-2-4 0 0,-6 5 0 0,-2-4 0 15,-7 3 0-15,-3-2 0 0,1 1 0 0,-5-4 0 0,-1-7 0 16,-2 9 0-16,-7-3 0 0,-8-3 0 0,5 2-55 16,-8-6-36-16,6-7 2 0,-9 7 0 0,1-6 4 15,-6 1 6-15,10-6 9 0,-6 1 5 0,-5 1 11 16,12-3 7-16,5-7 0 0,-7 0 9 0,4 2 10 16,0-1 9-16,-1-1 9 0,11-1 3 0,-2-4 4 15,-1 5 5-15,6-6 7 0,14-2-5 0,-23 6 5 16,23-6 8-16,-14 2-5 0,14-2 5 0,0 0 19 0,0 0-10 15,-6 12 20-15,6-12-2 0,0 0 6 16,27 26 4-16,-14-14 5 0,11 2 14 0,-2 5 26 16,13 7 9-16,4-3 22 0,1-1-49 0,10 4-81 0,0-2 0 15,-4-2 0-15,-3 4 0 0,2-3 0 0,2-1 0 16,-7-2 0-16,0 1 0 0,-9-6 0 0,5 0 0 16,-3-2 0-16,-3 0 0 0,-1-2 0 0,-3 0 0 15,-9-2 0-15,1-2-208 0,-2 2-36 0,-6-4-37 16,7 0-31-16,-17-5-33 0,16 4-42 0,-16-4-56 15,0 0-73-15,0 0-394 0,16 3-984 0,-16-3 435 16</inkml:trace>
          <inkml:trace contextRef="#ctx0" brushRef="#br0" timeOffset="152560.9373">24044 8611 520 0,'0'0'736'0,"13"-16"-56"16,-13 16-94-16,12-6-61 0,-12 6-56 0,0 0-49 16,0 0-20-16,0 0 13 0,0 0-5 0,0 0-19 15,20 30-28-15,-24-16-22 0,3 9-22 0,-4 3-4 16,3 5-13-16,-4 9-8 0,-2 1-17 0,2 4-13 16,-2 1-76-16,1 2-186 0,-2 8 0 0,-3-1 0 15,1 18 0-15,5-20 0 0,-1 4 0 0,2-5 0 16,-1 22 0-16,6-18 0 0,-3-7 0 0,-4 3 0 15,3-7 0-15,-3 0 0 0,4-7 0 0,-2-9 0 16,-3-2 0-16,2 3 0 0,2-11-372 0,1 2-98 0,-5-8-74 16,8 5-101-16,-6-10-382 0,-1-1-1112 0,7-7 491 15</inkml:trace>
          <inkml:trace contextRef="#ctx0" brushRef="#br0" timeOffset="154779.829">23758 9067 290 0,'0'0'284'0,"-19"-14"-9"0,9 3-7 0,5 3-13 16,5 8-8-16,-11-18-18 0,6 6-3 0,4 4-17 15,1 8-20-15,-3-21-12 0,3 10-16 0,3-2-13 16,5 1-15-16,1-1-7 0,3 0-4 0,5 3-7 15,3-8-1-15,4 7-5 0,-7 1-10 0,4 0 2 16,5-1-8-16,-2 3 0 0,-3 1-8 0,0 0 1 0,-5 5 10 16,5 2 0-16,-21 0-3 0,40 6-3 0,-23 1-1 15,1 1 3-15,-2 6-4 0,0 9-6 16,-3 0 5-16,-5 7 7 0,-2-2-4 0,-4 10-9 0,-2 4-4 16,-2-3-4-16,-6 4-5 0,-5 0-4 15,1 1-4-15,-4-4-3 0,-5 1-5 0,-2-1-4 0,-4 1-6 16,0-1-2-16,-2-3-6 0,-2-2 0 0,-2-2-4 15,7-3-4-15,0-7-1 0,4-5-4 0,-1 3 0 16,4-2-4-16,5-9 1 0,-1 4-2 0,2-3-2 16,4-6 0-16,1 4 0 0,8-9-2 0,-11 10 4 15,11-10-1-15,0 0-2 0,-10 9 0 0,10-9 0 0,0 0-3 16,0 0 3-16,0 0-5 0,0 0 3 0,45-29 6 16,-28 21-8-16,1 1 0 0,11-4 2 0,-3 3 3 15,-2 1 6-15,5-1 3 0,-9 5 12 0,9-1 2 16,0 4 2-16,-3 0 5 0,-2 5 2 0,8 1 6 15,-6 7-1-15,-1 0 7 0,-1 3-2 0,-1 6-2 16,-2 0-7-16,0 9-5 0,-7-3-5 0,1 10 0 16,-9-9 4-16,-4 10-9 0,-4 2-5 0,-11 0-4 15,-3-3-2-15,0 4-2 0,-10-5 1 0,-4 0-6 16,-4-2-2-16,-4-1 2 0,-6-2 3 0,-4-5-6 16,-2-5-3-16,-2 0-3 0,-3-6 5 0,0-3-6 15,4-4-2-15,1-1-6 0,1-1-8 0,-1-7-19 16,-1-4-44-16,9 1-51 0,7-4-64 0,4 2-82 0,1-7-91 15,2-2-109-15,1-4-491 0,6-4-1043 0,4-4 463 16</inkml:trace>
        </inkml:traceGroup>
      </inkml:traceGroup>
    </inkml:traceGroup>
    <inkml:traceGroup>
      <inkml:annotationXML>
        <emma:emma xmlns:emma="http://www.w3.org/2003/04/emma" version="1.0">
          <emma:interpretation id="{0DF50FFB-2F91-4E0A-A43C-1F42B3B833C0}" emma:medium="tactile" emma:mode="ink">
            <msink:context xmlns:msink="http://schemas.microsoft.com/ink/2010/main" type="paragraph" rotatedBoundingBox="1448,12403 12667,12459 12658,14187 1440,14132" alignmentLevel="1"/>
          </emma:interpretation>
        </emma:emma>
      </inkml:annotationXML>
      <inkml:traceGroup>
        <inkml:annotationXML>
          <emma:emma xmlns:emma="http://www.w3.org/2003/04/emma" version="1.0">
            <emma:interpretation id="{A488A29D-9B26-453C-BC94-C21AF183BD17}" emma:medium="tactile" emma:mode="ink">
              <msink:context xmlns:msink="http://schemas.microsoft.com/ink/2010/main" type="inkBullet" rotatedBoundingBox="1447,12652 2103,12656 2102,12765 1447,12762"/>
            </emma:interpretation>
            <emma:one-of disjunction-type="recognition" id="oneOf29">
              <emma:interpretation id="interp41" emma:lang="" emma:confidence="0">
                <emma:literal>-</emma:literal>
              </emma:interpretation>
            </emma:one-of>
          </emma:emma>
        </inkml:annotationXML>
        <inkml:trace contextRef="#ctx0" brushRef="#br0" timeOffset="156748.4174">193 12049 60 0,'0'0'296'0,"0"0"-27"0,0 0-25 0,58-18-21 15,-37 11-19-15,5-3-21 0,6 3-15 0,1-2-17 16,12-1-18-16,-3 1-8 0,8-4-15 0,-2 6-13 16,-3-1-21-16,4 4-59 0,-4 2-70 0,4 1-96 15,-16 0-210-15,3 1-390 0,8 2 173 0</inkml:trace>
      </inkml:traceGroup>
      <inkml:traceGroup>
        <inkml:annotationXML>
          <emma:emma xmlns:emma="http://www.w3.org/2003/04/emma" version="1.0">
            <emma:interpretation id="{2BDB71FA-8EAE-4530-BE80-C8B597B23EF2}" emma:medium="tactile" emma:mode="ink">
              <msink:context xmlns:msink="http://schemas.microsoft.com/ink/2010/main" type="line" rotatedBoundingBox="2708,12410 12667,12459 12658,14187 2699,14138">
                <msink:destinationLink direction="with" ref="{1DC36B22-7E69-4B34-AB4B-5656B50A951A}"/>
                <msink:destinationLink direction="with" ref="{C870848F-9CD9-459C-AD63-7A470816DD80}"/>
              </msink:context>
            </emma:interpretation>
          </emma:emma>
        </inkml:annotationXML>
        <inkml:traceGroup>
          <inkml:annotationXML>
            <emma:emma xmlns:emma="http://www.w3.org/2003/04/emma" version="1.0">
              <emma:interpretation id="{AEFBE4AA-8BD7-4D59-BD78-390DAFD8C616}" emma:medium="tactile" emma:mode="ink">
                <msink:context xmlns:msink="http://schemas.microsoft.com/ink/2010/main" type="inkWord" rotatedBoundingBox="2706,12704 2840,12705 2835,13727 2701,13726"/>
              </emma:interpretation>
              <emma:one-of disjunction-type="recognition" id="oneOf30">
                <emma:interpretation id="interp42" emma:lang="" emma:confidence="1">
                  <emma:literal/>
                </emma:interpretation>
              </emma:one-of>
            </emma:emma>
          </inkml:annotationXML>
          <inkml:trace contextRef="#ctx0" brushRef="#br0" timeOffset="157076.492">1586 12038 210 0,'0'0'395'16,"-10"-16"16"-16,10 16 14 0,-11-14 9 0,8 6-3 0,3 8-23 15,0 0-28-15,-11-8-33 0,11 8-29 0,0 0-30 16,0 0-21-16,0 0-2 0,0 0 5 0,-12 27 5 16,7-6-13-16,4 5-3 0,-4 2-12 0,-5 14-12 15,6-5-21-15,0 8-23 0,-5 1-2 0,2 1-21 16,6 3-19-16,-7 0-19 0,1 2-11 0,-1-1-7 15,4 4-19-15,-1-2-5 0,0-3-13 0,3-1-12 16,-3-1-7-16,12-5-51 0,-7-1-72 0,0-3-93 16,0-8-90-16,8-6-90 0,-2 1-107 0,2-9-122 0,4-3-422 15,-1-6-1075-15,3-8 476 0</inkml:trace>
        </inkml:traceGroup>
        <inkml:traceGroup>
          <inkml:annotationXML>
            <emma:emma xmlns:emma="http://www.w3.org/2003/04/emma" version="1.0">
              <emma:interpretation id="{C08AADE3-E8F2-49AC-95C1-92DB1031BC15}" emma:medium="tactile" emma:mode="ink">
                <msink:context xmlns:msink="http://schemas.microsoft.com/ink/2010/main" type="inkWord" rotatedBoundingBox="5073,12855 5631,12857 5628,13491 5070,13488"/>
              </emma:interpretation>
              <emma:one-of disjunction-type="recognition" id="oneOf31">
                <emma:interpretation id="interp43" emma:lang="" emma:confidence="1">
                  <emma:literal/>
                </emma:interpretation>
              </emma:one-of>
            </emma:emma>
          </inkml:annotationXML>
          <inkml:trace contextRef="#ctx0" brushRef="#br0" timeOffset="157810.8095">4020 12190 19 0,'0'0'346'0,"-7"-14"-2"0,7 14 6 15,-9-14-2-15,9 14-9 0,-7-10-22 0,7 10-4 16,-13-9-5-16,13 9-28 0,0 0-18 0,-22 0-14 16,22 0 5-16,0 0 16 0,-31 11 6 0,19 0 2 15,-3 2 1-15,7 3-19 0,-11 4-11 0,4 3-13 16,4-2-13-16,0 4-11 0,1 0-11 0,4 2-1 0,1 1-18 16,4-1-19-16,2 3-15 0,1-3-3 15,3 2-15-15,1-1 0 0,2 2-14 0,5-2-10 16,3-2-4-16,5 9 24 0,1-3-2 0,1-9-21 0,1-3-9 15,0-2-1-15,-2 1-49 0,5-6-43 0,1-3 0 16,-4-1 0-16,3-3 0 0,2-2 0 0,-2-5 0 16,-3-2 0-16,4-3 0 0,-8-3 0 0,3-6 0 15,-1 0 0-15,-1-6 0 0,0-2 0 0,-8-1 0 16,1-3 0-16,-4 1 0 0,0-4 0 0,-9-13 0 16,1-2 0-16,-5 7 0 0,-9-1 0 0,-4-1 0 15,0 3 0-15,-5 1 0 0,-6 1 0 0,6 15 0 0,-4-1 0 16,1 2 0-16,-4 2 0 0,-1 6 0 15,-1 6 0-15,-2-1 0 0,1 6 0 0,4 0 0 16,-3 8 0-16,6-1 0 0,-4 5-274 0,9-4-121 0,5 3-52 16,4 4-60-16,4-2-86 0,1-1-404 0,5 0-1078 15,0-12 477-15</inkml:trace>
        </inkml:traceGroup>
        <inkml:traceGroup>
          <inkml:annotationXML>
            <emma:emma xmlns:emma="http://www.w3.org/2003/04/emma" version="1.0">
              <emma:interpretation id="{071ED613-431F-4CAE-8595-F03CD7AD9476}" emma:medium="tactile" emma:mode="ink">
                <msink:context xmlns:msink="http://schemas.microsoft.com/ink/2010/main" type="inkWord" rotatedBoundingBox="7006,12431 9131,12441 9123,14170 6998,14159"/>
              </emma:interpretation>
              <emma:one-of disjunction-type="recognition" id="oneOf32">
                <emma:interpretation id="interp44" emma:lang="" emma:confidence="1">
                  <emma:literal/>
                </emma:interpretation>
              </emma:one-of>
            </emma:emma>
          </inkml:annotationXML>
          <inkml:trace contextRef="#ctx0" brushRef="#br0" timeOffset="158467.0411">6510 11786 4572 0,'-4'-14'193'0,"-2"-3"-131"0,1 8-21 0,5 9 15 15,-8-17 18-15,7 10 48 0,1 7 31 0,0 0 18 16,0 0 11-16,0 0 24 0,0 0 16 0,0 0-3 16,0 0-7-16,-5 34 15 0,5-8-16 0,0 4-7 15,1 9-11-15,3 3-1 0,-8 1-15 0,3 6-15 16,-6 4-13-16,4 0-15 0,-5 18-77 0,2-15-57 0,-6 18 0 15,4 1 0-15,-4-3 0 0,4-1 0 0,0 1 0 16,1-18 0-16,-1 20 0 0,7-18 0 0,1 16 0 16,-5-18 0-16,5-4 0 0,0-2 0 0,0-1 0 15,1 0 0-15,6-8-333 0,1-2-75 0,3 0-71 16,-5-11-72-16,2-7-88 0,5-4-325 0,-3-7-1044 16,4 0 462-16</inkml:trace>
          <inkml:trace contextRef="#ctx0" brushRef="#br0" timeOffset="158888.8583">6768 12988 225 0,'5'-17'364'16,"0"-1"-19"-16,-4-2-2 0,1 1 7 0,4-6 4 15,2 2-11-15,-1 1-9 0,1 4 1 0,4-5-9 0,3 1-16 16,-1 3-10-16,7 0-33 0,0 2-17 0,2 1-16 16,5 4-16-16,0 2-21 0,-1 3-16 15,-1 2-23-15,4 1-15 0,-4 6-16 0,3 3-13 0,-2 4-9 16,-1 5-14-16,-6 1-9 0,-2 7-4 0,-2 0-13 15,-3 3-5-15,-7 3-4 0,-1 12-8 0,-10-8-5 16,1 8-5-16,-6-2-10 0,-11 0-2 0,-1 6-3 16,-7-3-13-16,-2 9 0 0,-2-14-4 0,-1 3 1 15,-3-4-3-15,0-3-2 0,8-1 2 0,-4-4 0 16,4-8 0-16,6 0 0 0,-4-5-1 0,6 0 2 16,7-3-1-16,1-3 1 0,5-3-2 0,8-5 2 15,-10 13 7-15,10-13-6 0,0 0 11 0,-3 10 5 0,3-10 18 16,0 0 1-16,46 2-7 0,-12-2 0 15,11-2-3-15,6 4-5 0,1-4 8 0,7-5-12 16,21-2-2-16,-17 5 5 0,12-5-9 0,-17-1-7 0,5 7-3 16,-6-7-23-16,-2 3-87 0,3-8-129 15,-9 4-117-15,0 1-114 0,5-6-94 0,-6 1-327 16,4-7-959-16,2 0 424 0</inkml:trace>
          <inkml:trace contextRef="#ctx0" brushRef="#br0" timeOffset="158201.4123">5752 11919 159 0,'7'-13'452'0,"1"2"15"0,0 4 34 0,-8 7 7 0,17-16-11 16,-17 16-17-16,15-7-19 0,-15 7-20 0,0 0-7 16,26 4-26-16,-26-4-31 0,25 11-2 0,-10 0-42 15,-6 4-26-15,4 1-30 0,2 6-29 0,-1 0-18 16,0 1-24-16,1 3-20 0,3 0-20 0,-2 12-18 15,0 1-21-15,1 0 4 0,1 3-23 0,-5-4-13 16,-4 2-26-16,4-2-69 0,0 0 0 0,2-2-33 16,-12-5-164-16,8-4-89 0,2 1-78 0,-4-2-83 15,6-9-91-15,-7 2-517 0,5-7-1142 0,0-2 505 0</inkml:trace>
        </inkml:traceGroup>
        <inkml:traceGroup>
          <inkml:annotationXML>
            <emma:emma xmlns:emma="http://www.w3.org/2003/04/emma" version="1.0">
              <emma:interpretation id="{ACA29B4E-748B-4B89-90CE-92831A997406}" emma:medium="tactile" emma:mode="ink">
                <msink:context xmlns:msink="http://schemas.microsoft.com/ink/2010/main" type="inkWord" rotatedBoundingBox="10168,12455 12667,12468 12661,13666 10162,13653"/>
              </emma:interpretation>
              <emma:one-of disjunction-type="recognition" id="oneOf33">
                <emma:interpretation id="interp45" emma:lang="" emma:confidence="1">
                  <emma:literal/>
                </emma:interpretation>
              </emma:one-of>
            </emma:emma>
          </inkml:annotationXML>
          <inkml:trace contextRef="#ctx0" brushRef="#br0" timeOffset="159826.3214">10139 12142 4108 0,'0'0'247'0,"9"-16"-120"0,-9 16-76 0,12-10-6 15,-12 10 23-15,11-12 27 0,-11 12 20 0,8-6 4 0,-8 6-8 16,0 0 0-16,0 0-5 0,0 0-6 0,0 0-1 15,0 0 10-15,0 0 13 0,0 0 11 0,17 26-2 16,-17-14-1-16,0 4 1 0,2 0-3 0,3-1-1 16,-2 4-7-16,4 2 5 0,1 1-13 0,-2 3-3 15,8-2-2-15,-1 2 1 0,2-2 3 0,4-1 3 16,-1 4-12-16,1 0-5 0,2-4 4 0,8 7-10 16,-2 1-3-16,-3-8-8 0,-2 1-9 0,12 4-4 0,-11-7 0 15,-3 2-59-15,0-1-8 0,-3 0 0 16,-2-2 0-16,-1-6 0 0,-6 3 0 0,-1-1 0 15,-7-2 0-15,0 2 0 0,-8 2 0 0,0-1 0 0,-12 3 0 16,-1-2 0-16,-3-4 0 0,-9 2 0 0,-9-1-90 16,-3-2-186-16,-3-7-65 0,1 2-60 0,-4-5-57 15,-2-4-53-15,2-5-79 0,-5-4-331 0,6-1-998 16,0-3 442-16</inkml:trace>
          <inkml:trace contextRef="#ctx0" brushRef="#br0" timeOffset="160063.3662">10026 12126 4520 0,'37'-28'302'0,"0"1"-134"16,3 1 60-16,5-1 32 0,3 2 3 0,2 3-16 15,6 2-35-15,-3 3-35 0,2-1-13 0,-4-2 13 0,7 7-17 16,-8-1-7-16,1 3-7 0,3 1-11 16,1 0-16-16,-2-1-12 0,-3 9-6 0,1-7-9 15,-1 1-13-15,0 6-3 0,-1-4 2 0,-1 0-6 0,-4 1-20 16,-11 3-6-16,-1-4-3 0,4 0-29 0,-7 5-14 15,-8-1 0-15,-1-2 0 0,3 3 0 16,-9-6 0-16,-14 7-137 0,23 0-107 0,-23 0-94 0,0 0-85 16,21-5-99-16,-21 5-567 0,0 0-1178 0,0 0 522 15</inkml:trace>
          <inkml:trace contextRef="#ctx0" brushRef="#br0" timeOffset="159435.7238">9096 12897 26 0,'11'14'348'0,"0"-1"-4"0,-7-6-8 0,7-1 17 16,-11-6 8-16,11 5 7 0,-11-5 4 0,0 0-13 16,0 0-18-16,0 0-17 0,32-21-26 0,-29 12-21 15,4-3-12-15,-7-2-15 0,5-5-12 0,-4 4-17 16,-1-2-20-16,0-6-19 0,-6 6-15 0,-1-2-15 16,2 5-8-16,-6-1-19 0,3 0-4 0,-5 5-18 15,1 1-10-15,2 1-8 0,-4 5-10 0,14 3-8 16,-29 0-10-16,29 0-2 0,-26 5-7 0,10 3-10 0,1 1-8 15,6 3-18-15,-2 0-44 0,3 1-52 0,0 0-65 16,1 1-59-16,2 0-58 0,4 3-54 0,1-2-66 16,5-2-83-16,-2-1-352 0,8-4-888 0,0 3 393 15</inkml:trace>
          <inkml:trace contextRef="#ctx0" brushRef="#br0" timeOffset="159185.7222">9020 12116 112 0,'12'15'389'16,"-4"-7"10"-16,-8-8 6 0,9 13 7 0,-2-8 19 16,-7-5 7-16,14 11-8 0,-14-11-16 0,0 0-9 15,13 5-23-15,-13-5-26 0,0 0 2 0,0 0-38 0,0 0-23 16,21-18-30-16,-21 18-19 0,3-16-26 0,-3 4-16 16,3-3-24-16,-3 1-19 0,-4-1-20 15,-1-2-11-15,3 1-13 0,-4 0-11 0,-1 0-16 0,1 3-2 16,3 0-18-16,-9 2-7 0,12 11-17 0,-9-17-18 15,2 8-50-15,7 9-58 0,-17-4-71 0,17 4-71 16,0 0-74-16,-39 4-62 0,25 7-81 0,-1 2-88 16,1 0-418-16,-2 10-1021 0,-5 14 451 0</inkml:trace>
        </inkml:traceGroup>
      </inkml:traceGroup>
    </inkml:traceGroup>
    <inkml:traceGroup>
      <inkml:annotationXML>
        <emma:emma xmlns:emma="http://www.w3.org/2003/04/emma" version="1.0">
          <emma:interpretation id="{83F882F2-596C-43F5-95FD-4A97D08AE074}" emma:medium="tactile" emma:mode="ink">
            <msink:context xmlns:msink="http://schemas.microsoft.com/ink/2010/main" type="paragraph" rotatedBoundingBox="2614,14019 27870,13249 27957,16104 2701,16874" alignmentLevel="1"/>
          </emma:interpretation>
        </emma:emma>
      </inkml:annotationXML>
      <inkml:traceGroup>
        <inkml:annotationXML>
          <emma:emma xmlns:emma="http://www.w3.org/2003/04/emma" version="1.0">
            <emma:interpretation id="{E526C009-4AEB-4AA4-AE2F-56673B49AE7F}" emma:medium="tactile" emma:mode="ink">
              <msink:context xmlns:msink="http://schemas.microsoft.com/ink/2010/main" type="line" rotatedBoundingBox="2614,14019 27870,13249 27957,16104 2701,16874">
                <msink:destinationLink direction="with" ref="{C870848F-9CD9-459C-AD63-7A470816DD80}"/>
              </msink:context>
            </emma:interpretation>
          </emma:emma>
        </inkml:annotationXML>
        <inkml:traceGroup>
          <inkml:annotationXML>
            <emma:emma xmlns:emma="http://www.w3.org/2003/04/emma" version="1.0">
              <emma:interpretation id="{B2EE0874-EBF7-4676-8D36-98B791A58A6B}" emma:medium="tactile" emma:mode="ink">
                <msink:context xmlns:msink="http://schemas.microsoft.com/ink/2010/main" type="inkWord" rotatedBoundingBox="2634,14695 6483,14578 6513,15559 2664,15677"/>
              </emma:interpretation>
              <emma:one-of disjunction-type="recognition" id="oneOf34">
                <emma:interpretation id="interp46" emma:lang="" emma:confidence="1">
                  <emma:literal/>
                </emma:interpretation>
              </emma:one-of>
            </emma:emma>
          </inkml:annotationXML>
          <inkml:trace contextRef="#ctx0" brushRef="#br0" timeOffset="161953.898">3397 14212 345 0,'0'0'405'0,"-22"3"-1"15,6 1 10-15,0 3 6 0,0-4 0 0,16-3-7 16,-21 7-13-16,21-7-23 0,-15 4-25 0,15-4-19 16,0 0-9-16,-14 6-21 0,14-6-5 0,0 0-9 0,0 0-4 15,0 0-25-15,0 0-22 0,0 0-23 16,0 0-21-16,78-8-19 0,-44 6-18 0,0-3-17 0,9 2-13 15,2-1-12-15,-2-2-12 0,6 0-14 0,-3 4-15 16,1-1 3-16,-4-1-72 0,0 4-84 0,1 0-92 16,-16 0-102-16,6 0-88 0,-3 2-101 0,4-4-77 15,-13 2-439-15,6-4-1059 0,-1 3 468 0</inkml:trace>
          <inkml:trace contextRef="#ctx0" brushRef="#br0" timeOffset="162516.3226">4231 14146 336 0,'0'0'398'0,"0"0"-9"0,-27-3 0 16,27 3-28-16,-14-12-26 0,14 12-20 0,-15-11-11 16,9 3-15-16,6 8-13 0,0-18-18 0,0 18-14 15,3-20-11-15,0 11-15 0,5-7-10 0,-1 6-10 16,4-2-8-16,-1 0-6 0,4 0-15 0,5-6-7 15,-3 5-12-15,0 2-4 0,5 2 1 0,2 1-5 16,-4 0-9-16,10-1-9 0,-4 3-3 0,1 5-18 16,0 1 1-16,-2 5-7 0,3-3-13 0,-4 4-10 15,-1 12-5-15,-1-6-8 0,3 10 2 0,-6 1-9 16,-4 1-8-16,1 4-4 0,-4 3-5 0,-6 6-3 16,-1-1-4-16,-4 7-4 0,0 2-4 0,-8 0 1 15,-3-3 0-15,2 2-6 0,-8 1 2 0,-3-5-2 0,-3 3-6 16,-3-2-2-16,-2 3 2 0,-3-10-5 0,-1-1 0 15,2 0 4-15,-4-1-5 0,11-9 11 16,-4-1-14-16,1-4 6 0,1-1-5 0,2 0 8 0,2-5-9 16,5 0 5-16,5-5-6 0,0-1 1 0,11-6 1 15,-18 12 5-15,18-12-8 0,-9 6-1 16,9-6 3-16,0 0-6 0,0 0 12 0,0 0-2 0,0 0-4 16,0 0 12-16,0 0-4 0,72-18 8 0,-43 11 13 15,14 0 7-15,2 1 6 0,3-2 29 0,7-1 21 16,1-1 26-16,-2-2 31 0,3 6-151 0,-1 0 0 15,3-7 0-15,-3 8 0 0,-3-3 0 0,5 2 0 16,-5 1 0-16,-7 0 0 0,-2-1 0 0,-12 3 0 16,-3-1 0-16,-2 0 0 0,-11 0 0 0,3 0 0 15,-19 4 0-15,26-3 0 0,-26 3 0 0,18-4 0 16,-18 4 0-16,16-2 0 0,-16 2 0 0,0 0 0 16,0 0 0-16,12-6 0 0,-12 6 0 0,0 0 0 0,0 0 0 15,0 0 0-15,2-13 0 0,-2 13-306 16,0 0-244-16,0 0-73 0,0 0-496 0,-10-23-1212 15,10 23 536-15</inkml:trace>
          <inkml:trace contextRef="#ctx0" brushRef="#br0" timeOffset="161282.028">1514 14027 198 0,'-15'-12'356'0,"10"5"4"0,5 7 5 0,-9-11-15 0,9 11-14 15,0 0-19-15,-19-4-22 0,19 4-11 0,0 0 0 16,-23 15 14-16,17-7 12 0,-2 8 3 0,4 0-2 15,-7 9-12-15,5 1-14 0,3 3-16 0,-4 1-14 16,1-2-2-16,6 12-21 0,0 0-24 0,0 2-10 16,0-1-17-16,6-5-15 0,2-5-26 0,7 8 0 15,-1-2-14-15,5-3-13 0,-3 4-13 0,7-1-3 16,4-4-8-16,-3-4-5 0,2-10-4 0,-2 1-15 16,5-1 11-16,1-4-9 0,-1-2 3 0,0-8-4 0,1 0 3 15,-1-5-3-15,5-1-46 0,-3-8-20 16,-3-6 0-16,1 2 0 0,0-2 0 0,-3-4 0 15,-2-5 0-15,-3-2 0 0,4-3 0 0,-7-9 0 0,-4 0 0 16,-1-6 0-16,-6 1 0 0,-7 0 0 0,-5-7 0 16,2 3 0-16,-10-1 0 0,-8 1 0 0,0 1 0 15,-3 9 0-15,-2 1 0 0,2 3 0 0,-4 2 0 16,3 12 0-16,0 7 0 0,-4 1 0 0,-3 3 0 16,3 3 0-16,-2 5 0 0,-2 6 0 0,4 1 0 15,2 5-23-15,-2-1-221 0,5 4-45 0,3 1-41 16,6-1-40-16,3 3-35 0,-1 3-56 0,9-4-74 15,-2 1-388-15,8-3-999 0,6-1 442 0</inkml:trace>
        </inkml:traceGroup>
        <inkml:traceGroup>
          <inkml:annotationXML>
            <emma:emma xmlns:emma="http://www.w3.org/2003/04/emma" version="1.0">
              <emma:interpretation id="{53D51446-266E-49F5-A4CD-A635730E9638}" emma:medium="tactile" emma:mode="ink">
                <msink:context xmlns:msink="http://schemas.microsoft.com/ink/2010/main" type="inkWord" rotatedBoundingBox="7879,14513 13004,14357 13044,15649 7918,15805"/>
              </emma:interpretation>
              <emma:one-of disjunction-type="recognition" id="oneOf35">
                <emma:interpretation id="interp47" emma:lang="" emma:confidence="1">
                  <emma:literal/>
                </emma:interpretation>
              </emma:one-of>
            </emma:emma>
          </inkml:annotationXML>
          <inkml:trace contextRef="#ctx0" brushRef="#br0" timeOffset="164422.435">8743 14212 117 0,'8'14'395'0,"-2"-7"21"0,-6-7 13 15,0 0 32-15,15 11 14 0,-15-11 8 0,8 6 2 16,-8-6-5-16,0 0-8 0,0 0-9 0,0 0-15 16,0 0-24-16,0 0-24 0,0 0-25 0,19-24-22 15,-19 24-21-15,2-16-29 0,-2 16-26 0,-2-18-23 16,2 18-18-16,-2-20-123 0,-2 6-113 0,4 2 0 0,0 12 0 16,-13-26 0-16,5 15 0 0,0 0 0 15,-2-3 0-15,-1 3 0 0,-2 3 0 0,2-1 0 16,-4 1 0-16,1 2 0 0,14 6 0 0,-27-5 0 0,27 5-40 15,-34 2-463-15,13 5-79 0,5 1-98 0,-8 3-385 16,0 4-1153-16,3 4 510 0</inkml:trace>
          <inkml:trace contextRef="#ctx0" brushRef="#br0" timeOffset="164688.0733">8727 14941 362 0,'8'17'369'0,"-2"-1"17"0,2-4 34 0,0 1 17 15,-1-6 12-15,-7-7 1 0,13 15 6 0,-13-15-10 16,9 7-19-16,-9-7-32 0,0 0-29 0,0 0-30 16,0 0-30-16,36-22-13 0,-30 15-16 0,2-6-33 15,-2-1-20-15,-1-5-22 0,-5 1-17 0,0-1-11 0,-5-1-29 16,2-5-22-16,-6-2-10 0,1 5-15 16,-7 1-3-16,1-2-11 0,1 10-10 0,-2-1-21 15,1 3-3-15,-2 3-10 0,0-3-33 0,-3 10-34 0,-1-2-20 16,20 3-23-16,-32 0-19 0,32 0-23 0,-29 7-25 15,17-3-27-15,-3 7-35 0,9-4-37 16,6-7-34-16,-15 13-33 0,9-6-35 0,6-7-42 0,-8 16-47 16,8-16-60-16,-3 14-313 0,3-14-867 0,0 0 383 15</inkml:trace>
          <inkml:trace contextRef="#ctx0" brushRef="#br0" timeOffset="164063.0901">6924 14212 366 0,'0'0'392'0,"-21"-5"3"15,21 5-3-15,-21-2-9 0,21 2-10 0,-34 5-13 16,17 3-5-16,-1 3-6 0,-6 6 2 0,6 2-9 16,-4 1-2-16,2 6-11 0,1 8-8 0,2 0-18 15,-1 4 11-15,8 0-40 0,1-1-7 0,4 4-15 16,3-4-15-16,4 4-23 0,-1-10-7 0,6 0-19 16,7 5-19-16,1 4-5 0,2-14-11 0,9 7-7 0,3-4-11 15,3 6-15-15,-2-7-120 0,7-6 0 16,0 1 0-16,2-4 0 0,-1-3 0 0,-9-5 0 0,5 1 0 15,-4-6 0-15,-1-1 0 0,3-2 0 0,-1-6 0 16,-2-3 0-16,-4 0 0 0,-1-5 0 0,-3 1 0 16,0-4 0-16,0-5 0 0,-5-3 0 0,0-3 0 15,2-1 0-15,-7 0 0 0,3-12 0 0,-2-3 0 16,-6-8 0-16,-4 7 0 0,-2-7 0 0,-7-3 0 16,-1 6 0-16,-6-3 0 0,-2 6 0 0,-5 5 0 15,0-5 0-15,-6 11 0 0,4 10 0 0,-12 1 0 16,6 3 0-16,-5 8 0 0,4 0 0 0,-13 4 0 15,9 3 0-15,-3 4 0 0,-5 5 0 0,12 0 0 16,-13 7 0-16,10-2 0 0,9 6-301 0,-3 0-248 16,6-2-85-16,0 4-485 0,7-4-1210 0,8-1 535 15</inkml:trace>
          <inkml:trace contextRef="#ctx0" brushRef="#br0" timeOffset="166797.2757">10591 14001 157 0,'-29'2'358'0,"29"-2"-12"0,-35-2 4 15,13-1-2-15,1-1-4 0,5 0-26 0,-4-4-13 16,4 1-1-16,-3-3-19 0,5 1-6 0,1-3-19 15,2-2-12-15,-1 2-19 0,4-2-19 0,2-5-12 16,6 5-7-16,-3-4-4 0,-2 2-10 0,11-1-13 16,-1-1-15-16,3-1-13 0,3 2-13 0,1 1-4 15,2 0-11-15,8 2-13 0,1 0-8 0,6 5-7 16,-8 0-8-16,6 3-6 0,-5 6-4 0,6 3-6 16,-4 2-5-16,3 4-4 0,-6 6-16 0,5 4-2 15,-2 12 2-15,-2 3-8 0,-4 7 0 0,-7-2-4 0,2 5-6 16,-8-2 3-16,-4 2-3 0,1 2 1 15,-10 3-6-15,-2 4 1 0,-9-8 1 0,-2 0 0 16,0 6-1-16,-8-5-4 0,7 6 6 0,-23 8-6 0,3-17 1 16,7-1 0-16,4 1 3 0,-10 0-3 0,1-7-1 15,4-2 5-15,1-4 8 0,5 0 3 0,-1 0 15 16,7-10 4-16,2-1 9 0,4-3-2 0,3-4 5 16,4 1 0-16,-2-2 0 0,9-4 4 0,4-7 9 15,-5 17 25-15,5-17 19 0,6 16 24 0,-6-16 10 16,24 12 7-16,-3-4 1 0,6-5-54 0,17 1-97 15,-1-1 0-15,7-4 0 0,6-2 0 0,3-1 0 16,26-8 0-16,-3 3 0 0,6 1 0 0,-1-8 0 16,3 6 0-16,-4-6 0 0,6 13 0 0,-5-8 0 15,-9 4 0-15,1 1 0 0,-21-1 0 0,1 0 0 16,-5 5 0-16,-2-3 0 0,-4 5 0 0,-14-4 0 0,-2 3 0 16,-3-2 0-16,-9 0 0 0,-4 2 0 15,-16 1 0-15,21-4 0 0,-21 4 0 0,0 0 0 0,24-2 0 16,-24 2 0-16,0 0 0 0,0 0 0 0,0 0 0 15,0 0 0-15,0 0 0 0,0 0 0 0,0 0 0 16,0 0 0-16,0 0 0 0,0 0 0 0,0 0-1366 16,-67 10-1478-16,67-10 654 0</inkml:trace>
        </inkml:traceGroup>
        <inkml:traceGroup>
          <inkml:annotationXML>
            <emma:emma xmlns:emma="http://www.w3.org/2003/04/emma" version="1.0">
              <emma:interpretation id="{E740D1A6-28D7-4473-B3D7-281E1086327F}" emma:medium="tactile" emma:mode="ink">
                <msink:context xmlns:msink="http://schemas.microsoft.com/ink/2010/main" type="inkWord" rotatedBoundingBox="17659,13616 21213,13508 21274,15497 17720,15605"/>
              </emma:interpretation>
              <emma:one-of disjunction-type="recognition" id="oneOf36">
                <emma:interpretation id="interp48" emma:lang="" emma:confidence="1">
                  <emma:literal/>
                </emma:interpretation>
              </emma:one-of>
            </emma:emma>
          </inkml:annotationXML>
          <inkml:trace contextRef="#ctx0" brushRef="#br0" timeOffset="173530.9258">18262 13916 430 0,'0'0'411'0,"-21"-8"-2"0,21 8-1 0,-16-5-1 15,16 5-9-15,-13-6-16 0,13 6-29 0,0 0-31 16,0 0-24-16,0 0-7 0,0 0 6 0,0 0 18 15,0 0 9-15,0 0 5 0,0 0-4 0,58 13 6 16,-15-13-1-16,7-4 3 0,12-3 2 0,25-3 0 16,3-2 0-16,9-2-10 0,41-9-157 0,-44 15-168 15,-1-4 0-15,-4-2 0 0,1 0 0 0,-11 5 0 0,0-2 0 16,-20 5 0-16,-5 1 0 0,24-3 0 0,-29 5 0 16,-4-5 0-16,-2 4 0 0,-16 0 0 15,-10 4 0-15,-3-1 0 0,-16 1 0 0,0 0 0 0,14-8 0 16,-14 8 0-16,0 0 0 0,0 0-163 0,-43-13-328 15,14 9-18-15,-4 2-28 0,2-5-42 0,-17 0-407 16,1-6-1067-16,1 0 472 0</inkml:trace>
          <inkml:trace contextRef="#ctx0" brushRef="#br0" timeOffset="173234.0608">16680 13130 447 0,'-5'-7'432'0,"5"7"-8"0,-11-13-10 16,11 13-20-16,-7-9-30 0,7 9-24 0,0 0 1 0,0 0 17 16,0 0-4-16,-11 35-3 0,11-10 3 0,3 13-23 15,5 6-13-15,-1 4-14 0,-1 2-12 0,4 4-15 16,1 16-9-16,-1 0-12 0,4 1-18 0,-3-17-17 16,2 19-19-16,-8-18-16 0,6 16-8 0,-4-20-23 15,-6 2-12-15,1-4-15 0,1 0-10 0,-6-5-115 16,1-1-3-16,1 0 0 0,-1-3 0 0,-1-16 0 15,1-4 0-15,-4-7 0 0,6 2 0 0,-2-4 0 16,-3-2 0-16,5-9 0 0,-3 12 0 0,3-12 0 0,0 0 0 16,0 0 0-16,0 0 0 0,0 0 0 0,-27-40 0 15,14 4 0-15,-1-6 0 0,-1-5 0 0,5-5 0 16,-7-27 0-16,2-4 0 0,1-1 0 0,0-1 0 16,-1-3 0-16,7 3 0 0,0 6 0 0,3-1 0 15,-3 7 0-15,8 24 0 0,5-3 0 0,-2 2 0 16,8 6 0-16,-1-1 0 0,5 4 0 0,5 3 0 15,6 5 0-15,-2-2 0 0,-3 12 0 0,3 2 0 16,3 4 0-16,2-1 0 0,0 10 0 0,5-4 0 16,-4 6 0-16,-2 6 0 0,5 4 0 0,-2 6 0 15,9 6 0-15,-16 1 0 0,5 9 0 0,-2 9 0 0,-8-1 0 16,-4 5 0-16,-4-2 0 0,-5 3 0 0,-6 3 0 16,-6 5 0-16,-2-3 0 0,-7 5 0 15,-5 1 0-15,-4-2 0 0,-9 0 0 0,3-6 0 0,-20 18 0 16,15-16 0-16,-7 1 0 0,5-6 0 0,-4 1 0 15,-3-5 0-15,3 5 0 0,-3-5 0 0,7-2 0 16,-1-3 0-16,4 0 0 0,4-1 0 0,6-10 0 16,8 0 0-16,1 0 0 0,6-5 0 0,2 1 0 15,2-2 0-15,10 1 0 0,2-1 0 0,4 2 0 16,3-7 0-16,5 0 0 0,10 2 0 0,0 1 0 16,15 2 0-16,2-7 0 0,1 0 0 0,1-4 0 15,1 4 0-15,8-5 0 0,-6 3 0 0,-3-5 0 0,-1 0 0 16,-15 0 0-16,11 2-71 0,-13 2-210 0,-1-4-32 15,-8 0-19-15,-5 1-12 0,-16-1-1 16,26 4 3-16,-26-4 0 0,13 4 4 0,-13-4 9 0,0 0 27 16,0 0 19-16,0 0 28 0,0 0 31 0,0 0 28 15,0 0 32-15,0 0 24 0,0 0 25 0,0 0 25 16,0 0 20-16,0 0 22 0,0 0 16 0,0 0 32 16,0 0 19-16,0 0 16 0,0 0 11 0,0 0 12 15,-5-29 5-15,13 26 15 0,6-4 12 0,1 0 11 16,4-1 9-16,-3 6-1 0,5-2 1 0,1 4-6 15,-22 0-4-15,37 4-7 0,-16 4-5 0,0-2-8 16,-6 2-2-16,-1 4-11 0,-6 4-5 0,2 3-4 16,-7 5-8-16,0 3-1 0,-6 2-9 0,3 3-3 15,-8 10 2-15,-5-4-2 0,2 1-5 0,-9-2 7 16,-2-1 1-16,3-4 14 0,-4 3 4 0,4-9 7 0,-7 3 0 16,9-7-5-16,-6-2 2 0,-1 2 2 0,0-1-2 15,2-8 0-15,4 3 0 0,4-3 3 0,-1 0-5 16,1-2-8-16,1-1-3 0,8-2-4 0,5-8-4 15,-16 9-2-15,16-9 5 0,0 0 5 0,0 0-4 16,0 0-1-16,0 0-2 0,29 7-6 0,-29-7-3 16,38-8-5-16,-6-3-2 0,12-2 1 0,-1 0-3 15,5-3-7-15,5 3-4 0,2-8 0 0,19-3-17 16,-17 7-42-16,-1 2-71 0,23-13-72 0,-21 9-76 16,-2 3-56-16,0-1-70 0,16-11-82 0,-27 9-319 15,5 0-857-15,-2-7 380 0</inkml:trace>
          <inkml:trace contextRef="#ctx0" brushRef="#br0" timeOffset="173874.6412">19040 13343 197 0,'-15'-14'366'0,"6"2"-23"0,1 3-15 15,1 2-8-15,7 7-7 0,-11-13-12 0,11 13 7 16,-8-11 3-16,8 11 6 0,0 0 0 0,0 0 6 0,0 0 9 15,0 0 1-15,0 0-5 0,29 26-1 16,-16-12-9-16,3 6-12 0,3 2-3 0,3 1-14 16,9 3-22-16,1-3-20 0,3 4-27 0,1-2-20 0,4-5-18 15,1 5-18-15,9-5-17 0,2 0-13 0,0 4-13 16,0-14-14-16,-2 6-10 0,-1-6-72 0,-4 2-25 16,5-7 0-16,-2 1 0 0,-17-6 0 0,-1 0 0 15,4 0 0-15,-7-3 0 0,0 2 0 0,-9-2 0 16,0-1 0-16,-18 4 0 0,25-8 0 0,-25 8 0 15,18-4 0-15,-18 4 0 0,10-3 0 0,-10 3 0 16,0 0 0-16,0 0 0 0,0 0 0 0,0 0 0 0,0 0 0 16,4 26 0-16,-18-7 0 0,-1 8 0 0,-10 9 0 15,-11 3 0-15,-8 19 0 0,-6 1 0 16,-5 3 0-16,-11 5 0 0,4-8 0 0,-5 8 0 0,-9-8 0 16,6 3 0-16,5-10-322 0,4-2-110 0,4 4-103 15,18-15-616-15,10-4-1246 0,4-6 551 16</inkml:trace>
        </inkml:traceGroup>
        <inkml:traceGroup>
          <inkml:annotationXML>
            <emma:emma xmlns:emma="http://www.w3.org/2003/04/emma" version="1.0">
              <emma:interpretation id="{C22B61E3-E333-480A-A2FA-3E366C29AE15}" emma:medium="tactile" emma:mode="ink">
                <msink:context xmlns:msink="http://schemas.microsoft.com/ink/2010/main" type="inkWord" rotatedBoundingBox="21900,13431 27870,13249 27957,16104 21987,16286"/>
              </emma:interpretation>
              <emma:one-of disjunction-type="recognition" id="oneOf37">
                <emma:interpretation id="interp49" emma:lang="" emma:confidence="0.5">
                  <emma:literal>Fr</emma:literal>
                </emma:interpretation>
                <emma:interpretation id="interp50" emma:lang="" emma:confidence="0">
                  <emma:literal>ERs</emma:literal>
                </emma:interpretation>
                <emma:interpretation id="interp51" emma:lang="" emma:confidence="0.5">
                  <emma:literal>1 242</emma:literal>
                </emma:interpretation>
                <emma:interpretation id="interp52" emma:lang="" emma:confidence="0">
                  <emma:literal>l 242</emma:literal>
                </emma:interpretation>
                <emma:interpretation id="interp53" emma:lang="" emma:confidence="0">
                  <emma:literal>IRs</emma:literal>
                </emma:interpretation>
              </emma:one-of>
            </emma:emma>
          </inkml:annotationXML>
          <inkml:trace contextRef="#ctx0" brushRef="#br0" timeOffset="175687.0059">20806 13585 168 0,'-38'7'402'0,"20"-7"8"0,18 0 5 0,-34 1 14 16,20 1-10-16,14-2-10 0,0 0-15 0,-29 1-26 16,29-1-26-16,0 0-28 0,0 0-17 0,0 0-2 0,0 0-2 15,0 0-10-15,0 0-22 0,0 0-15 0,0 0-30 16,80-8-19-16,-38 5-17 0,14-2-22 0,-11-1-20 15,5 1-15-15,3 4-14 0,1-1-18 0,-4-5-26 16,6 3-76-16,-6 1-101 0,4-6-114 0,-7 1-106 16,1-1-79-16,-5-4-94 0,-14 3-400 0,11-7-979 15,-16 3 434-15</inkml:trace>
          <inkml:trace contextRef="#ctx0" brushRef="#br0" timeOffset="176140.114">21188 14323 301 0,'-14'6'450'16,"7"0"-22"-16,7-6-31 0,-16 7-23 0,16-7 11 0,0 0 20 15,0 0 13-15,0 0-6 0,0 0-16 0,64-18-8 16,-19 3-6-16,10-3 4 0,25-1-4 0,3-1-9 16,6 2-17-16,-4 3-40 0,-2-1-32 0,-3 2-27 15,-17 6-28-15,17-8-22 0,-22 8-24 0,-2 1-19 16,-5 0-18-16,-4 0-22 0,-12 2-76 0,-6 3-48 16,-6-2 0-16,-7 1 0 0,-2 2 0 0,-14 1 0 15,0 0-46-15,0 0-170 0,0 0-66 0,0 0-68 16,6 15-60-16,-6-15-72 0,-24 21-76 0,-1-3-417 15,-3 0-1055-15,-4 6 466 0</inkml:trace>
          <inkml:trace contextRef="#ctx0" brushRef="#br0" timeOffset="176530.6963">21427 14812 118 0,'0'0'507'0,"-32"-6"-46"0,32 6-40 15,-6-14-34-15,6 14-20 0,12-21-9 0,3 6-19 16,7 5-22-16,7-3-22 0,-2 5-21 0,17-4-27 16,4 5-22-16,-3 0-22 0,5 7-23 0,-7 0-20 15,-1 2-14-15,-6 0-13 0,-3 6-15 0,-3 1-12 16,-4 4-10-16,-7 5-7 0,2 2-12 0,-7 5-6 16,-7-1-8-16,-3 5-8 0,-8 1-3 0,-6 11-6 0,-8 2-5 15,-7-1-6-15,1 3-5 0,-10-4-4 0,-19 13 0 16,10-15-4-16,-4-1 0 0,-14 10-5 0,13-14 2 15,-16 7-3-15,17-10 1 0,-1-2 1 0,3-3-2 16,2 1-3-16,3-2 10 0,13-8-1 0,1-4 7 16,2 2 1-16,8-6-1 0,8-2 12 0,1-4 27 15,7-3 32-15,0 0 22 0,0 0 8 0,0 0 4 16,45 11 1-16,0-17-13 0,8-1-10 0,32-6 0 16,8-12 1-16,44-7 26 0,-4-7 22 0,-40 17-6 15,2-2-14-15,46-10-97 0,-45 9-44 0,-1-2 0 16,1-3 0-16,40-15 0 0,-52 18-111 0,2-6-266 15,-5 0-111-15,-4 5-106 0,-26-2-510 0,19-14-1195 0,-12-4 528 16</inkml:trace>
          <inkml:trace contextRef="#ctx0" brushRef="#br0" timeOffset="175905.7403">21656 13092 394 0,'-11'-14'385'0,"0"1"-7"15,0 0 23-15,4 1 23 0,1 4 14 0,6 8-2 0,-10-11-21 16,10 11-29-16,-8-7-21 0,8 7-23 0,0 0-11 16,0 0 30-16,0 0 12 0,0 0-6 15,0 0-9-15,10 44-17 0,-2-17-14 0,3 11-33 0,-1 0-19 16,1 0-23-16,3 7-24 0,-2-1-22 0,4 2-92 16,-2-1-114-16,4 3 0 0,-4 6 0 0,1-4 0 15,2 0 0-15,-5 1 0 0,2 3 0 0,-9-2 0 16,4-3 0-16,-5 0 0 0,-4-1 0 0,-4-6-85 15,3-4-346-15,-9-1-84 0,-1-10-80 0,-3-2-500 16,-2-5-1185-16,-4 2 525 0</inkml:trace>
          <inkml:trace contextRef="#ctx0" brushRef="#br0" timeOffset="177463.2961">23009 12973 380 0,'5'-15'470'0,"3"-1"-48"16,0 4-24-16,0-2-10 0,3 9-4 0,-11 5-7 16,16-2-24-16,-16 2 0 0,21 15-7 0,-7 7-6 15,-1 5-17-15,-3 14-2 0,3 3-14 0,0 6 6 16,-1 2-8-16,3 17-6 0,-6 4-13 0,-1-22-14 0,0 19-14 16,2-17-25-16,-7 2-21 0,2 2-19 15,-3-4-14-15,-1 3-19 0,-1-10-13 0,-1 3-18 16,-1-8-86-16,-3 3-43 0,2-13 0 0,-2-5 0 0,-1-7 0 15,3-4 0-15,-7 3 0 0,7-3 0 0,-2-7 0 16,5-8 0-16,-6 10 0 0,6-10 0 0,0 0 0 16,0 0 0-16,-29-25 0 0,13 2 0 0,1-16 0 15,2-4 0-15,1-13 0 0,0-23 0 0,1-2 0 16,-3-12 0-16,6-1 0 0,1 3 0 0,1 3 0 16,6 5 0-16,6 8 0 0,2 4 0 0,3 23 0 15,7-2 0-15,6 7 0 16,0-4 0-16,7 2 0 0,2 6 0 0,4 6 0 0,2 0 0 15,1 3 0-15,2 3 0 0,1 8 0 0,-11 7 0 16,8-2 0-16,-6 9 0 0,-4 3 0 0,2 4 0 16,-14 5 0-16,11 7 0 0,-2 4 0 0,2 13 0 15,-14-4 0-15,-3 10 0 0,-2 2 0 0,-5 6 0 16,-10-2 0-16,-6 5 0 0,-8-2 0 0,-6 3 0 16,-7-8 0-16,0 4 0 0,-8-4 0 0,-13 15 0 0,0 0 0 15,10-18 0-15,-4-8 0 0,1 5 0 0,-1 0 0 16,1-3 0-16,4-4 0 0,-1-4 0 0,11 2 0 15,4-8 0-15,6-1 0 0,4-8 0 0,9 4 0 16,4-2 0-16,2 2 0 0,3-13 0 0,17 17 0 16,-2-7 0-16,12 3 0 0,15 1 0 0,3-2 0 15,11-4 0-15,5-1 0 0,19-1 0 0,2-5 0 16,3 3 0-16,-2 0 0 0,-2-1 0 0,-4 1 0 16,-21-3 0-16,-3 4 0 0,1-4 0 0,-2 2 0 15,-6-3 0-15,-6 2 0 0,-6-2 0 0,-7 0-161 16,-6 0-175-16,-3-2-4 0,-1-2 19 0,-17 4 35 15,18-8 31-15,-18 8 24 0,8-14 44 0,-2 4 26 0,-6 10 33 16,4-23 36-16,-4 5 47 0,1 2 36 0,-1-2 47 16,0 6 20-16,-1-6 19 0,5 0 7 15,-4 2 11-15,10 2 10 0,0-2 6 0,6 0 13 0,6 0 18 16,5 2 28-16,2 2-10 0,13-1-6 0,1 5-7 16,-1 4-13-16,-8 4-4 0,-2 8-26 15,0-4-11-15,-2 11-8 0,-2 0 3 0,-4 7-20 0,1 10-8 16,-13-4-8-16,-1 14 0 0,-10 2-8 0,-7 1-6 15,-10 1-9-15,-5 3 5 0,-6 3 0 0,-13 12-4 16,-5-4-18-16,2 0-12 0,-7-3 0 0,11-16 0 16,-17 10 0-16,19-9 0 0,0-3 0 0,2-2 0 15,0-6 0-15,1 3 0 0,18-9 0 0,-2-6 0 16,9-4 0-16,2 3 0 0,7-3 0 0,5-7 0 16,5 5 0-16,11-5 0 0,27-1 0 0,8 2 0 15,31-9 0-15,7-9 0 0,51-1 0 0,-43-6 0 0,52-6 0 16,-6-4 0-16,3 0 0 0,0 5 0 0,6-5 0 15,0 0 0-15,-5 2 0 0,-6 4 0 0,2 4 0 16,-52 4 0-16,4 1 0 0,-4 3 0 0,-8-1 0 16,-30-3 0-16,-3 5 0 0,-11 0 0 0,-8 4 0 15,-11-8 0-15,-9 5 0 0,-8-1 0 0,-8 7 0 16,5-14 0-16,-5 14 0 0,-21-21-1366 0,-4 2-1478 16,2-1 654-16</inkml:trace>
        </inkml:traceGroup>
      </inkml:traceGroup>
    </inkml:traceGroup>
    <inkml:traceGroup>
      <inkml:annotationXML>
        <emma:emma xmlns:emma="http://www.w3.org/2003/04/emma" version="1.0">
          <emma:interpretation id="{C0A80E10-6CF1-4D65-A9E2-9CBD863CA3DD}" emma:medium="tactile" emma:mode="ink">
            <msink:context xmlns:msink="http://schemas.microsoft.com/ink/2010/main" type="paragraph" rotatedBoundingBox="3284,16016 13099,16440 13048,17614 3233,17190" alignmentLevel="1"/>
          </emma:interpretation>
        </emma:emma>
      </inkml:annotationXML>
      <inkml:traceGroup>
        <inkml:annotationXML>
          <emma:emma xmlns:emma="http://www.w3.org/2003/04/emma" version="1.0">
            <emma:interpretation id="{968A59F6-9071-49A6-807A-33CD9A63D7B9}" emma:medium="tactile" emma:mode="ink">
              <msink:context xmlns:msink="http://schemas.microsoft.com/ink/2010/main" type="line" rotatedBoundingBox="3284,16016 13099,16440 13048,17614 3233,17190">
                <msink:destinationLink direction="with" ref="{C870848F-9CD9-459C-AD63-7A470816DD80}"/>
              </msink:context>
            </emma:interpretation>
          </emma:emma>
        </inkml:annotationXML>
        <inkml:traceGroup>
          <inkml:annotationXML>
            <emma:emma xmlns:emma="http://www.w3.org/2003/04/emma" version="1.0">
              <emma:interpretation id="{35A72A2B-6F65-4CC3-9C80-1A81F988257E}" emma:medium="tactile" emma:mode="ink">
                <msink:context xmlns:msink="http://schemas.microsoft.com/ink/2010/main" type="inkWord" rotatedBoundingBox="3273,16262 3970,16292 3938,17027 3241,16997"/>
              </emma:interpretation>
              <emma:one-of disjunction-type="recognition" id="oneOf38">
                <emma:interpretation id="interp54" emma:lang="" emma:confidence="1">
                  <emma:literal/>
                </emma:interpretation>
              </emma:one-of>
            </emma:emma>
          </inkml:annotationXML>
          <inkml:trace contextRef="#ctx0" brushRef="#br0" timeOffset="168437.7858">2170 15646 236 0,'-13'-11'360'0,"13"11"-8"15,-18-5-7-15,18 5-4 0,0 0-9 0,-35 11-16 16,22-5-10-16,-1 7-14 0,4 2 11 0,-1 1 5 16,-4 8-3-16,7 2-7 0,-3 2-17 0,2 7-19 15,4-6-6-15,3 8-12 0,1-6-20 0,-1 0-15 16,7-2-9-16,1 10-15 0,2-11-12 0,3-1-10 16,-1 4-1-16,3-3-16 0,6 10-13 0,-1-14-7 15,3 0-4-15,0-5-13 0,14 4 1 0,-8-4-7 16,2-7 3-16,1 2 0 0,3-7-15 0,-1-2 3 15,1-5 15-15,11 0-10 0,-11-5-3 0,-1-1-1 16,-3-7-4-16,5 0-89 0,-7-4-2 0,-3 0 0 16,-1-2 0-16,-2-4 0 0,4-10 0 0,-9 6 0 15,-1-1 0-15,-7 0 0 0,3-16 0 0,-8 5 0 16,-3-2 0-16,-1 2 0 0,-12-3 0 0,3-3 0 16,-9 5 0-16,-5 0 0 0,-3 5 0 0,-4 3 0 0,-4 5 0 15,1-3 0-15,-3 10 0 0,5 8 0 0,2 3 0 16,-4 0 0-16,-11 6 0 0,2 6 0 0,12 2 0 15,-10 6 0-15,12 3 0 0,-13 2 0 0,21 2 0 16,0 1 0-16,-1 4 0 0,7 0-199 0,2 2-144 16,5 1-58-16,2 1-59 0,6 4-86 0,6-5-495 15,9 0-1127-15,7 6 499 0</inkml:trace>
        </inkml:traceGroup>
        <inkml:traceGroup>
          <inkml:annotationXML>
            <emma:emma xmlns:emma="http://www.w3.org/2003/04/emma" version="1.0">
              <emma:interpretation id="{60AFCA05-A632-4D9B-9BC6-D5341AA17A59}" emma:medium="tactile" emma:mode="ink">
                <msink:context xmlns:msink="http://schemas.microsoft.com/ink/2010/main" type="inkWord" rotatedBoundingBox="5836,16409 6556,16440 6522,17217 5802,17186"/>
              </emma:interpretation>
              <emma:one-of disjunction-type="recognition" id="oneOf39">
                <emma:interpretation id="interp55" emma:lang="" emma:confidence="1">
                  <emma:literal/>
                </emma:interpretation>
              </emma:one-of>
            </emma:emma>
          </inkml:annotationXML>
          <inkml:trace contextRef="#ctx0" brushRef="#br0" timeOffset="169015.8663">4713 15725 102 0,'0'0'371'0,"0"0"-8"0,0 0-6 15,0 0-16-15,0 0-3 0,0 0-3 0,-31 28-11 0,25-12 8 16,-1 3 3-16,-1-3-4 0,-1 7-3 15,-2 5-7-15,3-1-15 0,-7 10-11 0,5-6-3 16,4-2-24-16,-2 9-10 0,3-8-24 0,2 0-16 0,3 0-17 16,0 3-14-16,10-6-10 0,-1 15-16 0,2-13-11 15,6 6-6-15,3-1-19 0,-5-9 0 0,7 0-5 16,1-4-2-16,4 8 4 0,0-11-2 0,1-1-4 16,-1-2-7-16,-1-1-2 0,1-3-47 0,2-6-60 15,0-2 0-15,-2-3 0 0,2-1 0 0,6-5 0 16,-6 0 0-16,0-7 0 0,0-2 0 0,0-4 0 15,-4-2 0-15,-1 1 0 0,-3-6 0 0,0-7 0 16,0-2 0-16,-8 9 0 0,1-13 0 0,-11 9 0 0,-3-11 0 16,0-1 0-16,-9-1 0 0,-4-5 0 15,-8 2 0-15,-6 0 0 0,-2-1 0 0,-3 8 0 16,-4 2 0-16,0 1 0 0,-5 14 0 0,0 4 0 0,-3 3 0 16,1 8 0-16,0 3 0 0,-2 8 0 0,-2 3 0 15,17 1-17-15,1 5-455 0,-13 8-51 0,15-3-63 16,-10 6-514-16,21-1-1189 0,-2-4 526 0</inkml:trace>
        </inkml:traceGroup>
        <inkml:traceGroup>
          <inkml:annotationXML>
            <emma:emma xmlns:emma="http://www.w3.org/2003/04/emma" version="1.0">
              <emma:interpretation id="{893CD7A6-518C-4DFA-9685-986E515DBB8A}" emma:medium="tactile" emma:mode="ink">
                <msink:context xmlns:msink="http://schemas.microsoft.com/ink/2010/main" type="inkWord" rotatedBoundingBox="8642,16325 8743,16330 8696,17426 8595,17421"/>
              </emma:interpretation>
              <emma:one-of disjunction-type="recognition" id="oneOf40">
                <emma:interpretation id="interp56" emma:lang="" emma:confidence="1">
                  <emma:literal/>
                </emma:interpretation>
              </emma:one-of>
            </emma:emma>
          </inkml:annotationXML>
          <inkml:trace contextRef="#ctx0" brushRef="#br0" timeOffset="169625.2546">7423 15699 138 0,'0'0'382'0,"-2"-17"7"15,2 17 2-15,-5-19 16 0,4 10 4 0,1 9-4 16,-7-16 0-16,7 16-3 0,-6-15-1 0,6 15-3 16,-7-10-17-16,7 10-23 0,0 0-13 0,0 0-20 0,0 0-13 15,0 0 2-15,0 0-6 0,0 0 2 0,-8 40-4 16,8-13-7-16,3-1-16 0,-3 17-10 15,0 4-61-15,2 3-214 0,-2-2 0 0,-2 3 0 0,6 21 0 16,0-17 0-16,-7 0 0 0,8 16 0 0,-5-17 0 16,0-4 0-16,-2 0 0 0,4 1 0 15,-4-3 0-15,4 2 0 0,0-9 0 0,-2-3 0 0,-2-10 0 16,2-2 0-16,2-5 0 0,1 2 0 0,-2-8 0 16,1-5 0-16,3-1 0 0,-5-9-458 0,0 0-246 15,0 0-468-15,0 0-1269 0,30-19 562 0</inkml:trace>
        </inkml:traceGroup>
        <inkml:traceGroup>
          <inkml:annotationXML>
            <emma:emma xmlns:emma="http://www.w3.org/2003/04/emma" version="1.0">
              <emma:interpretation id="{7BA17A39-CAC0-4519-B546-2AABB8BCBF7C}" emma:medium="tactile" emma:mode="ink">
                <msink:context xmlns:msink="http://schemas.microsoft.com/ink/2010/main" type="inkWord" rotatedBoundingBox="10046,16308 10414,16324 10371,17325 10003,17309"/>
              </emma:interpretation>
              <emma:one-of disjunction-type="recognition" id="oneOf41">
                <emma:interpretation id="interp57" emma:lang="" emma:confidence="1">
                  <emma:literal/>
                </emma:interpretation>
              </emma:one-of>
            </emma:emma>
          </inkml:annotationXML>
          <inkml:trace contextRef="#ctx0" brushRef="#br0" timeOffset="169984.5844">9004 15811 225 0,'2'11'498'0,"-2"-11"-20"0,0 0-9 16,8 8 9-16,-8-8 11 0,0 0-12 0,0 0-25 0,0 0-29 15,0 0-17-15,0 0-27 0,18-29-33 0,-9 19-29 16,-7-1-5-16,4-3-29 0,-4 6-23 0,-2-9-20 15,3 1-20-15,-6 4-15 0,3 12-16 0,-3-26-6 16,-2 12-25-16,-1 2-20 0,2 0-14 0,-4 2-13 16,-1 1-10-16,9 9-14 0,-20-15-10 0,8 9-20 15,-3 0-48-15,15 6-9 0,-26-1-97 0,26 1-85 16,-32 1-69-16,20 8-62 0,-5 0-55 0,-7 5-54 16,5 5-60-16,5 3-66 0,-4 1-374 0,8 6-998 0,-2 9 442 15</inkml:trace>
          <inkml:trace contextRef="#ctx0" brushRef="#br0" timeOffset="170234.535">9016 16530 304 0,'12'17'309'0,"-5"-1"16"0,1-4 23 0,0 2 23 0,-2-7 18 16,-6-7 13-16,15 10 4 0,-15-10-10 0,8 5-18 16,-8-5-27-16,0 0-36 0,0 0-34 0,0 0 0 15,27-23-27-15,-19 8-23 0,-5 1-23 0,-1 1-16 16,-2-6-16-16,-6 3-21 0,2-1-16 0,-5 0-8 15,4 1-11-15,-5 0-13 0,2 5-16 0,-1-1-10 16,-4 2-5-16,3 5-9 0,10 5-9 0,-27-10-9 16,12 6-5-16,15 4-9 0,0 0-15 0,-40 10-32 15,40-10-37-15,-22 13-45 0,7-6-47 0,3 1-48 16,5 2-48-16,7-10-59 0,-14 16-63 0,12-5-69 0,2-11-100 16,0 15-266-16,0-15-858 0,8 13 380 0</inkml:trace>
        </inkml:traceGroup>
        <inkml:traceGroup>
          <inkml:annotationXML>
            <emma:emma xmlns:emma="http://www.w3.org/2003/04/emma" version="1.0">
              <emma:interpretation id="{95CD5E42-322B-48A4-A782-34D59C0D1A94}" emma:medium="tactile" emma:mode="ink">
                <msink:context xmlns:msink="http://schemas.microsoft.com/ink/2010/main" type="inkWord" rotatedBoundingBox="11357,16565 13090,16640 13052,17512 11319,17438"/>
              </emma:interpretation>
              <emma:one-of disjunction-type="recognition" id="oneOf42">
                <emma:interpretation id="interp58" emma:lang="" emma:confidence="0.5">
                  <emma:literal>-Z</emma:literal>
                </emma:interpretation>
                <emma:interpretation id="interp59" emma:lang="" emma:confidence="0.5">
                  <emma:literal>- 2</emma:literal>
                </emma:interpretation>
                <emma:interpretation id="interp60" emma:lang="" emma:confidence="0">
                  <emma:literal>_ 2</emma:literal>
                </emma:interpretation>
                <emma:interpretation id="interp61" emma:lang="" emma:confidence="0">
                  <emma:literal>-z</emma:literal>
                </emma:interpretation>
                <emma:interpretation id="interp62" emma:lang="" emma:confidence="0">
                  <emma:literal>-2</emma:literal>
                </emma:interpretation>
              </emma:one-of>
            </emma:emma>
          </inkml:annotationXML>
          <inkml:trace contextRef="#ctx0" brushRef="#br0" timeOffset="170500.1533">10113 16025 177 0,'0'0'505'0,"0"0"-37"0,-10 7-28 0,10-7-14 0,0 0 3 16,-8 11 10-16,8-11-8 0,0 0-8 16,0 0-27-16,0 0-26 0,16 11-16 0,-16-11-37 15,29 8-31-15,-8-8-32 0,8-4-26 0,2 1-25 0,2 2-23 16,-2-2-34-16,18-1-58 0,-16 2-77 0,-1 1-85 16,1 0-80-16,1-2-89 0,-5 1-82 0,-7 4-72 15,6-6-67-15,-9 8-355 0,-19-4-888 0,29-4 393 16</inkml:trace>
          <inkml:trace contextRef="#ctx0" brushRef="#br0" timeOffset="171149.3506">10800 16028 303 0,'6'-7'353'15,"-6"7"15"-15,26-16-11 0,-12 6 19 0,2 1 9 0,10-3 10 16,-4 2 2-16,2-1-8 0,4 3-2 15,1-3-10-15,3 3-10 0,-2-3-23 0,1 4-15 16,1 5-24-16,-2-3-30 0,1 4-26 0,-4 1-31 0,-5 6-22 16,4 0-15-16,-2 1-14 0,-6 5-15 0,-4-2-21 15,-4 7-14-15,-4-1-16 0,1 10 5 0,-10 2-28 16,-2 2-4-16,-6 1-4 0,-4 9-9 0,-1 2-13 16,-6 3-6-16,-11-4 3 0,5 4-8 0,-8-7-8 15,1 7-2-15,-2-2 1 0,2-3-6 0,0-4 5 16,-2-1 0-16,1-2-10 0,3-4-2 0,2 0 4 15,9-10 3-15,-1 0-5 0,4-2-1 0,3-2 1 16,3-3-10-16,0-5 5 0,5 1 10 0,8-8-13 16,-9 14 26-16,9-14 8 0,0 0-43 0,0 0 0 15,0 0 0-15,25 14 0 0,-5-12 0 0,8-2 0 16,6 0 0-16,9 3 0 0,2-6 0 0,10 1 0 0,-2 0 0 16,3-3 0-16,5-2 0 0,-3 0 0 15,1-4 0-15,-1 1 0 0,-2 0 0 0,0 1 0 16,0-7 0-16,-3 6 0 0,-3-2 0 0,-7 0 0 0,-1 1 0 15,-13 1 0-15,-8 4 0 0,-7-5 0 0,1 3 0 16,-7-1 0-16,0-3 0 0,-5 0-374 0,-3 12-389 16,0-23-413-16,-7 8-1274 0,-5-8 564 0</inkml:trace>
        </inkml:traceGroup>
      </inkml:traceGroup>
    </inkml:traceGroup>
  </inkml:traceGroup>
</inkml:ink>
</file>

<file path=ppt/ink/ink30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3T08:12:36.026"/>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DF6E65C5-C537-490A-9BF7-C165B78722E6}" emma:medium="tactile" emma:mode="ink">
          <msink:context xmlns:msink="http://schemas.microsoft.com/ink/2010/main" type="inkDrawing" rotatedBoundingBox="14615,411 15370,5943 13058,6258 12304,726" semanticType="verticalRange" shapeName="Other">
            <msink:sourceLink direction="with" ref="{4DC08042-F523-4473-8227-A4C98A364E62}"/>
            <msink:sourceLink direction="with" ref="{08417B50-473C-4677-ABBE-4F9AB894A722}"/>
            <msink:sourceLink direction="with" ref="{D087AE78-F8B3-464B-8246-81853B193FCE}"/>
            <msink:sourceLink direction="with" ref="{C8A4428C-4CD8-473E-96E5-F5562E320693}"/>
          </msink:context>
        </emma:interpretation>
      </emma:emma>
    </inkml:annotationXML>
    <inkml:trace contextRef="#ctx0" brushRef="#br0">85 231 239 0,'-29'-2'431'0,"29"2"32"0,-21-1 7 16,21 1-4-16,0 0-31 0,-18-4-18 0,18 4-12 15,0 0-16-15,0 0-31 0,39-21-26 0,-10 14-7 16,20-10-26-16,1 5-20 0,5-4-33 0,4 2-11 16,20-5-27-16,6 5-25 0,0 0-17 0,-5 1-17 15,-1 1-16-15,4-1-8 0,-24 5-11 0,20-3-9 16,-23 6-15-16,-1 2-6 0,-2-4-10 0,-4 6-10 15,-1-3 0-15,-4 2-18 0,-14 2 4 0,-1-2-1 16,-8 4-1-16,-3 0 1 0,-1 6 3 0,-4 1 24 16,0 5-1-16,-2 12 13 0,0 0 14 0,4 14 12 0,-6 10-20 15,0 22-94-15,0 6 0 0,-1 8 0 16,7 5 0-16,7 44 0 0,-6-3 0 0,10 1 0 16,3-2 0-16,0 2 0 0,6 10 0 0,3 3 0 0,-2 1 0 15,-1 3 0-15,2 5 0 0,1-6 0 0,-6 1 0 16,4-7 0-16,-3 3 0 0,-9-3 0 0,-3-8 0 15,0-7 0-15,-10-35 0 0,1 39 0 0,-4-42 0 16,-4 4 0-16,-4 34 0 0,0-43 0 0,2-3 0 16,-4 5 0-16,2-1 0 0,0 1 0 0,-1-8 0 15,-6 4 0-15,1-8 0 0,1-4 0 0,2 4 0 16,-2-3 0-16,-3-1 0 0,2-17 0 0,-2 0 0 16,1 0 0-16,-1 17 0 0,2-22 0 0,3-3 0 0,-1 1 0 15,4 3 0-15,0-6 0 0,-1 2 0 16,1-2 0-16,0-5 0 0,1 1 0 0,3 0 0 15,-1-2 0-15,-3-9 0 0,0-1 0 0,1-1 0 0,4 3 0 16,-5-3 0-16,2-1 0 0,1-5 0 0,-6-5 0 16,6 1 0-16,-3-17 0 0,-3 28 0 0,3-28 0 15,3 18 0-15,-3-18 0 0,0 16 0 0,0-16 0 16,0 0 0-16,-5 21 0 0,5-21 0 0,-6 12 0 16,3-4 0-16,3-8 0 0,-26 15 0 0,12-4 0 15,-10 0 0-15,-5 1 0 0,-16 3 0 0,0 3 0 16,-32 2 0-16,3 1 0 0,-16-2 0 0,-48 1 0 15,35-2 0-15,-49-6 0 0,1 6 0 0,-6 5 0 16,1-16 0-16,6 11 0 0,0-2 0 0,8-1-1366 16,41-12-1478-16,-5 6 654 0</inkml:trace>
  </inkml:traceGroup>
</inkml:ink>
</file>

<file path=ppt/ink/ink30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3T08:12:17.486"/>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4E6F2A82-EFD5-4B06-9BB4-85DD5AE4C308}" emma:medium="tactile" emma:mode="ink">
          <msink:context xmlns:msink="http://schemas.microsoft.com/ink/2010/main" type="inkDrawing" rotatedBoundingBox="2463,523 3130,5659 1614,5856 946,720" semanticType="callout" shapeName="Other">
            <msink:sourceLink direction="to" ref="{41DFE086-2196-43B5-8892-FBFD1B6DCDEA}"/>
          </msink:context>
        </emma:interpretation>
      </emma:emma>
    </inkml:annotationXML>
    <inkml:trace contextRef="#ctx0" brushRef="#br0">34 261 218 0,'-4'-15'390'0,"2"-4"4"0,-3 4 5 16,-1-4-6-16,4 0 3 0,-4 5-7 0,-2-1-10 15,1-2-14-15,6 1-8 0,-6 4-19 0,1-2-20 16,-1-3-8-16,7 8 6 0,0 9-20 0,-6-24-7 15,4 16-15-15,2 8-8 0,-3-18-13 0,3 18-9 16,-3-10-6-16,3 10-9 0,0 0-10 0,-6-16-13 16,6 16-14-16,0 0-13 0,-2-10-18 0,2 10-15 15,0 0-109-15,0 0-37 0,0 0 0 0,0 0 0 16,0 0 0-16,0 0 0 0,8 43 0 0,-2-17 0 0,2 4 0 16,4 11 0-16,-1 4 0 0,0 1 0 15,-1 6 0-15,4 3 0 0,4 14 0 0,-4 2 0 16,2 2 0-16,-1 5 0 0,-9-4 0 0,9 2 0 0,-6-2 0 15,1 9 0-15,-7-7 0 0,4 6 0 0,-1 5 0 16,-1 7 0-16,0 33 0 0,-9-42 0 16,8 5 0-16,0 2 0 0,-4-3 0 0,2 3 0 0,-2-4 0 15,5-4 0-15,-4 3 0 0,-1 1 0 0,2-1 0 16,1-1 0-16,-1-8 0 0,-2 11 0 0,0-21 0 16,6 12 0-16,-4-1 0 0,3 0 0 0,-4-3 0 15,4 6 0-15,-2-7 0 0,-3 0 0 0,7-3 0 16,-7-16 0-16,4 13 0 0,0 5 0 0,-4-22 0 15,5 1 0-15,-4 4 0 0,4 13 0 0,-5-17 0 16,6 3 0-16,-4-2 0 0,6-3 0 0,-3 2 0 16,-2 0 0-16,2-4 0 0,1 5 0 0,-3-4 0 0,4-2 0 15,-7-1 0-15,8 0 0 0,-2-4 0 0,-4 5 0 16,3-12 0-16,-5 3 0 0,8-1 0 16,-2 1 0-16,-1-6 0 0,0-7 0 0,0 3 0 0,-5-2 0 15,4 2 0-15,0-6 0 0,2-7 0 0,-6 6 0 16,2-6 0-16,1 1 0 0,-2 2 0 0,-1-3 0 15,2 5 0-15,-2-13 0 0,0 10 0 0,0-6 0 16,0-12 0-16,-2 27 0 0,1-21 0 0,1-6 0 16,1 15 0-16,-1-15 0 0,-1 12 0 0,1-12 0 0,0 0 0 15,0 0 0-15,0 18 0 0,0-18 0 16,0 0 0-16,-3 12 0 0,3-12 0 0,0 0 0 16,0 0 0-16,0 0 0 0,0 0 0 0,0 0 0 0,0 0 0 15,-7 12 0-15,7-12 0 0,0 0 0 0,0 0 0 16,0 0 0-16,0 0 0 0,0 0 0 0,0 0 0 15,0 0 0-15,0 0 0 0,0 0 0 0,16 7 0 16,-16-7 0-16,23 12 0 0,-7-9 0 0,3 1 0 16,12 1 0-16,2 5 0 0,12-2 0 0,5-4 0 15,8 1 0-15,-1 4 0 0,25 1 0 0,-3-5 0 16,17-1 0-16,-4-4 0 0,1 1 0 0,4 2 0 16,0-11 0-16,1 1 0 0,-1 4-403 0,5-11-288 15,-13 5-493-15,0-9-1280 0,-3 6 566 0</inkml:trace>
  </inkml:traceGroup>
</inkml:ink>
</file>

<file path=ppt/ink/ink30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3T08:14:30.463"/>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1DC36B22-7E69-4B34-AB4B-5656B50A951A}" emma:medium="tactile" emma:mode="ink">
          <msink:context xmlns:msink="http://schemas.microsoft.com/ink/2010/main" type="inkDrawing" rotatedBoundingBox="15189,5786 15708,12790 13681,12940 13163,5936" semanticType="verticalRange" shapeName="Other">
            <msink:sourceLink direction="with" ref="{C30F803E-795E-440D-AF5C-72511BE85197}"/>
            <msink:sourceLink direction="with" ref="{1547C2C0-25A4-411A-8537-467668BC2A1B}"/>
            <msink:sourceLink direction="with" ref="{B505FC8A-8FAD-449A-820E-0437B9939BEF}"/>
            <msink:sourceLink direction="with" ref="{2BDB71FA-8EAE-4530-BE80-C8B597B23EF2}"/>
            <msink:sourceLink direction="with" ref="{5E9117B7-2936-41C5-9060-914EEDDE40CA}"/>
            <msink:sourceLink direction="with" ref="{90107865-ADC8-4B8F-B096-C2DE8518AE6F}"/>
          </msink:context>
        </emma:interpretation>
      </emma:emma>
    </inkml:annotationXML>
    <inkml:trace contextRef="#ctx0" brushRef="#br0">286 115 3401 0,'-23'6'124'0,"23"-6"-43"15,0 0-36-15,-24 1 6 0,24-1 11 0,0 0 11 16,0 0-7-16,-18 4 8 0,18-4-1 0,0 0 20 16,0 0 26-16,0 0 14 0,0 0 10 0,0 0 1 15,0 0 5-15,0 0 3 0,92-5 3 0,-47-1-4 0,0 1 0 16,5 2-6-16,-2-1-10 0,5 1-3 0,0-2-5 16,1-1-4-16,-1-1-9 0,0 2-10 15,-2-2-3-15,2 1-1 0,2 0-1 0,-7-2 2 0,-2 2-5 16,-4 0-1-16,-8 2-7 0,-4 2-6 0,-1 1 4 15,7-2 2-15,-16 0 1 0,0 3-2 0,-20 0-6 16,33 0 1-16,-33 0-16 0,24 7 5 0,-14 4-1 16,3-1 12-16,-4 2-1 0,4 12 5 0,-1 2 2 15,-1 15-36-15,2 3-52 0,-5 6 0 0,4 21 0 16,3 0 0-16,-7 1 0 0,5 10 0 0,-4-3 0 16,6 9 0-16,2-2 0 0,6 40 0 0,-7-39 0 0,5 46 0 15,-5-5 0-15,2 1 0 0,-9-39 0 0,7 49 0 16,-1-8 0-16,4-2 0 0,-6-39 0 0,3 48 0 15,-2-3 0-15,-3 0 0 0,-1-6 0 0,5 5 0 16,-7 2 0-16,6-9 0 0,4 0 0 0,4 5 0 16,-6-7 0-16,-11 12 0 0,-2-12 0 0,5 10 0 15,-1-1 0-15,1 2 0 0,-4-5 0 0,4 1 0 16,-8-1 0-16,-8-3 0 0,2 10 0 0,-4-2 0 0,7-3 0 16,0 0 0-16,-2-5 0 0,-4 2 0 15,4-41 0-15,-3 43 0 0,1-39 0 0,-1 34 0 0,3-37 0 16,4-3 0-16,-7 2 0 0,8 2 0 0,5-5 0 15,-10 3 0-15,6-7 0 0,6-2 0 0,-6-8 0 16,4-18 0-16,3 0 0 0,-3 0 0 0,3-5 0 16,0 3 0-16,-1-9 0 0,1 0 0 0,-4-5 0 15,0-8 0-15,0-3 0 0,3-8 0 0,-6-3 0 16,-1-4 0-16,5 0 0 0,-5-12 0 0,2 14 0 16,-2-14 0-16,1 13 0 0,-1-13 0 0,0 0 0 0,0 0 0 15,0 0 0-15,0 0 0 0,0 0 0 16,0 0 0-16,-64-27 0 0,18 8 0 0,-30-7 0 0,-10 7 0 15,-49-14 0-15,35 17 0 0,-57-2 0 0,11 1 0 16,-22 4 0-16,9 6 0 0,5 2 0 0,8-2 0 16,5 14-1366-16,40-2-1478 0,-39 2 654 0</inkml:trace>
  </inkml:traceGroup>
</inkml:ink>
</file>

<file path=ppt/ink/ink30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3T08:13:33.118"/>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BFD122DB-194E-4F9A-A676-1CD2B5276342}" emma:medium="tactile" emma:mode="ink">
          <msink:context xmlns:msink="http://schemas.microsoft.com/ink/2010/main" type="writingRegion" rotatedBoundingBox="20831,1446 24711,2456 23520,7031 19640,6021"/>
        </emma:interpretation>
      </emma:emma>
    </inkml:annotationXML>
    <inkml:traceGroup>
      <inkml:annotationXML>
        <emma:emma xmlns:emma="http://www.w3.org/2003/04/emma" version="1.0">
          <emma:interpretation id="{B0F18139-208E-419A-B901-82267ED882D9}" emma:medium="tactile" emma:mode="ink">
            <msink:context xmlns:msink="http://schemas.microsoft.com/ink/2010/main" type="paragraph" rotatedBoundingBox="21643,1508 22961,3429 20866,4868 19548,2947" alignmentLevel="1"/>
          </emma:interpretation>
        </emma:emma>
      </inkml:annotationXML>
      <inkml:traceGroup>
        <inkml:annotationXML>
          <emma:emma xmlns:emma="http://www.w3.org/2003/04/emma" version="1.0">
            <emma:interpretation id="{A4D094AE-75CB-4BD9-878A-A5C554988134}" emma:medium="tactile" emma:mode="ink">
              <msink:context xmlns:msink="http://schemas.microsoft.com/ink/2010/main" type="line" rotatedBoundingBox="21643,1508 22961,3429 20866,4868 19548,2947"/>
            </emma:interpretation>
          </emma:emma>
        </inkml:annotationXML>
        <inkml:traceGroup>
          <inkml:annotationXML>
            <emma:emma xmlns:emma="http://www.w3.org/2003/04/emma" version="1.0">
              <emma:interpretation id="{1559370C-D06E-4791-889E-2C6BF4B8C78A}" emma:medium="tactile" emma:mode="ink">
                <msink:context xmlns:msink="http://schemas.microsoft.com/ink/2010/main" type="inkWord" rotatedBoundingBox="22121,2206 22561,2845 21447,3610 21008,2971"/>
              </emma:interpretation>
            </emma:emma>
          </inkml:annotationXML>
          <inkml:trace contextRef="#ctx0" brushRef="#br0">19818 2250 193 0,'-23'1'451'16,"4"1"-31"-16,19-2-26 0,-22 5 0 0,22-5 23 0,0 0 25 15,0 0 17-15,0 0 5 0,0 0 0 0,0 0-4 16,0 0-10-16,0 0-10 0,93-14-1 0,-39 13-10 16,9-5-22-16,15-2-12 0,6 0-24 0,4-2-28 15,0 5-44-15,2-2-239 0,-3 6-60 0,-5-3 0 16,-21-2 0-16,19 2 0 0,-24-2 0 0,7 1 0 16,-9 1 0-16,6 1 0 0,-1-4 0 0,-1 1 0 15,-1 3 0-15,-5 0 0 0,-7-2 0 0,-15 2 0 0,-7 3 0 16,-4-4 0-16,-19 4 0 0,29-2 0 0,-29 2 0 15,0 0 0-15,0 0 0 0,0 0-23 16,0 0-453-16,0 0-9 0,0 0-15 0,-68 28-37 0,38-16-21 16,-12 2-378-16,10-3-1013 0,-11 5 448 0</inkml:trace>
        </inkml:traceGroup>
        <inkml:traceGroup>
          <inkml:annotationXML>
            <emma:emma xmlns:emma="http://www.w3.org/2003/04/emma" version="1.0">
              <emma:interpretation id="{792E4899-212F-4AD9-89E1-9EA09F412013}" emma:medium="tactile" emma:mode="ink">
                <msink:context xmlns:msink="http://schemas.microsoft.com/ink/2010/main" type="inkWord" rotatedBoundingBox="21636,1655 22888,3479 20866,4868 19614,3044"/>
              </emma:interpretation>
            </emma:emma>
          </inkml:annotationXML>
          <inkml:trace contextRef="#ctx0" brushRef="#br0" timeOffset="14.6457">20437 2572 288 0,'0'0'321'0,"0"0"-3"0,-27-7-4 0,27 7-4 16,-8-11-19-16,8 11-5 0,-7-17-6 0,6 8 2 15,1 9-13-15,3-22-8 0,3 13-9 0,2-1-13 16,5-5-14-16,0 7-12 0,3-3-4 0,-1 3-7 16,4 1-14-16,2 4-10 0,1-9-10 0,1 8-7 0,-2-3-7 15,6 6-17-15,-6 0-10 0,3 1-14 0,1 1-13 16,-7 5-6-16,3 1-11 0,-8-1-6 0,1 1-9 15,-6 6-11-15,5-1-1 0,-5 2-9 0,-6 4-4 16,4 4-6-16,-9 4-4 0,0 1-1 0,-7-4-6 16,-3 7 1-16,0-3-4 0,-3-1-4 0,-11 7-5 15,1-1 6-15,-6 0-10 0,3 0-5 0,1-5-5 16,-6 3-4-16,-1-8-3 0,-2 4-2 0,-2-2-1 16,4-4 1-16,8-1 5 0,-2-6-5 0,-2 1 3 15,4 1-1-15,0-4 2 0,4 0 2 0,7-3 1 16,-3-1 1-16,11-1 0 0,8-6 1 0,-16 9 3 15,16-9 4-15,-5 10 20 0,5-10 26 0,0 0 20 16,0 0 4-16,30 9-1 0,-10-9 0 0,10 3-5 0,14-3 11 16,5 1 17-16,6-2 23 0,4-3 30 0,20 1 37 15,4-4 8-15,-3 2-5 0,1-2-77 0,-19 1-115 16,17-4 0-16,-17 4 0 0,-4 2 0 0,-3-3 0 16,-2-4 0-16,3 3 0 0,-11-3 0 0,-5 3-128 15,-10-6-277-15,-1 3-79 0,-8-4-88 0,-6 3-529 16,-1-9-1192-16,-1 4 528 0</inkml:trace>
          <inkml:trace contextRef="#ctx0" brushRef="#br0" timeOffset="-1">20395 992 342 0,'-6'-9'434'15,"6"9"-9"-15,-3-14 5 0,3 14 26 0,-5-12 23 16,5 12 10-16,0 0 13 0,0 0-36 0,2-14-20 15,-2 14-22-15,0 0-21 0,0 0-21 0,0 0-23 0,0 0-7 16,0 0-28-16,6 42-26 0,-3-23-27 0,-1 12-25 16,-7-5-23-16,10 11-17 0,-4 6-23 0,-2 0-132 15,4 0-51-15,2 2 0 0,-5 2 0 0,-5 2 0 16,5-4 0-16,3 3 0 0,-1 1 0 0,-1-8 0 16,6 4 0-16,-7-3 0 0,-2 3 0 0,4-1 0 15,-5-2 0-15,-2-5 0 0,-2 1-60 0,6-7-339 16,-4-3-57-16,-3-1-60 0,5-2-70 0,-8-4-443 15,-2 4-1115-15,1-3 493 0</inkml:trace>
          <inkml:trace contextRef="#ctx0" brushRef="#br0" timeOffset="13295.9188">19144 2501 295 0,'-6'-10'523'0,"6"10"11"0,0 0 20 0,-5-16 10 16,5 16 13-16,0 0-17 0,-7-8-20 0,7 8-28 15,0 0-32-15,0 0-29 0,0 0-19 0,0 0-15 16,0 0-11-16,0 0-20 0,0 0-20 0,0 0-32 0,4 45-74 16,-3-21-260-16,1 6 0 0,-1 11 0 0,-1 1 0 15,-3-1 0-15,3 5 0 0,2 1 0 0,-2 1 0 16,-3 6 0-16,-2-2 0 0,0 2 0 0,3 0 0 15,-1 0 0-15,-10-4 0 0,9 2 0 0,0-4-319 16,-7-3-993-16,1-5-1422 0,4-14 629 0</inkml:trace>
        </inkml:traceGroup>
        <inkml:traceGroup>
          <inkml:annotationXML>
            <emma:emma xmlns:emma="http://www.w3.org/2003/04/emma" version="1.0">
              <emma:interpretation id="{31DC42BA-3DB7-4004-A36C-38182EEAE194}" emma:medium="tactile" emma:mode="ink">
                <msink:context xmlns:msink="http://schemas.microsoft.com/ink/2010/main" type="inkWord" rotatedBoundingBox="21027,1932 21545,2688 20921,3116 20402,2360"/>
              </emma:interpretation>
              <emma:one-of disjunction-type="recognition" id="oneOf0">
                <emma:interpretation id="interp0" emma:lang="" emma:confidence="1">
                  <emma:literal/>
                </emma:interpretation>
              </emma:one-of>
            </emma:emma>
          </inkml:annotationXML>
          <inkml:trace contextRef="#ctx0" brushRef="#br0" timeOffset="26344.5821">19755 1385 42 0,'0'0'259'0,"-1"-13"-10"0,1 13-10 0,0 0-11 16,0-13-12-16,0 13-11 0,0-16-8 0,0 16-2 16,0 0-12-16,0-20-11 0,0 20-13 0,5-11-3 15,-5 11-6-15,6-13-4 0,-6 13 6 0,0 0-3 16,2-19 5-16,-2 19-26 0,6-13 13 0,-6 13-7 0,2-8 29 15,-2 8 3-15,0 0 3 0,6-14-6 16,-6 14-7-16,0 0-5 0,-2-15-14 0,2 15-5 0,0 0 0 16,0 0-5-16,-6-11-2 0,6 11-9 0,0 0-9 15,0 0-10-15,0 0-8 0,0 0-4 0,0 0 12 16,0 0 4-16,-26 32 14 0,23-5 7 0,-2 11-3 16,-3 7 6-16,2 4 7 0,-1 0-1 0,6 2-2 15,-4 6-2-15,2 15-7 0,1-15-5 0,-4 16-5 16,1-23-1-16,3 3-15 0,1-1-3 0,-4 1-12 15,0-5-5-15,5-3-8 0,-2 1 0 0,1 0-9 16,-2-18-4-16,3 2-9 0,0-1-5 0,0-3-3 16,0-1-4-16,-2-7-4 0,2-1-17 0,-3 0-11 15,0-8 0-15,3-9 0 0,-2 19 0 0,2-10-110 0,0-9-65 16,0 15-66-16,0-15-69 0,0 0-43 0,0 0-61 16,0 0-73-16,0 0-98 0,0 0-335 0,0 0-995 15,-13-34 440-15</inkml:trace>
        </inkml:traceGroup>
      </inkml:traceGroup>
    </inkml:traceGroup>
    <inkml:traceGroup>
      <inkml:annotationXML>
        <emma:emma xmlns:emma="http://www.w3.org/2003/04/emma" version="1.0">
          <emma:interpretation id="{682D85CF-FDFE-4B5D-93E6-A233547F73A4}" emma:medium="tactile" emma:mode="ink">
            <msink:context xmlns:msink="http://schemas.microsoft.com/ink/2010/main" type="paragraph" rotatedBoundingBox="20169,4505 23923,5483 23520,7031 19766,6054" alignmentLevel="1"/>
          </emma:interpretation>
        </emma:emma>
      </inkml:annotationXML>
      <inkml:traceGroup>
        <inkml:annotationXML>
          <emma:emma xmlns:emma="http://www.w3.org/2003/04/emma" version="1.0">
            <emma:interpretation id="{8D090861-09E8-4CBF-8387-E0ED88B7DE08}" emma:medium="tactile" emma:mode="ink">
              <msink:context xmlns:msink="http://schemas.microsoft.com/ink/2010/main" type="line" rotatedBoundingBox="20169,4505 23923,5483 23520,7031 19766,6054"/>
            </emma:interpretation>
          </emma:emma>
        </inkml:annotationXML>
        <inkml:traceGroup>
          <inkml:annotationXML>
            <emma:emma xmlns:emma="http://www.w3.org/2003/04/emma" version="1.0">
              <emma:interpretation id="{0EAFF91F-C3B8-45F9-900F-8D5CEF403B75}" emma:medium="tactile" emma:mode="ink">
                <msink:context xmlns:msink="http://schemas.microsoft.com/ink/2010/main" type="inkWord" rotatedBoundingBox="20169,4505 23923,5483 23520,7031 19766,6054"/>
              </emma:interpretation>
              <emma:one-of disjunction-type="recognition" id="oneOf1">
                <emma:interpretation id="interp1" emma:lang="" emma:confidence="1">
                  <emma:literal/>
                </emma:interpretation>
              </emma:one-of>
            </emma:emma>
          </inkml:annotationXML>
          <inkml:trace contextRef="#ctx0" brushRef="#br0" timeOffset="39330.4248">20136 4849 168 0,'0'0'273'0,"0"0"-8"0,0 0-11 0,0 0-9 16,0 0-1-16,0 0-13 0,0 0-5 0,0 0-15 0,0 0-7 16,0 0-6-16,0 0-14 0,0 0-12 0,0 0-15 15,0 0-8-15,0 0-8 0,0 0 8 0,0 0 1 16,0 0 8-16,0 0 13 0,0 0-2 0,0 0 5 16,0 0-8-16,46-11-8 0,-28 10 0 0,1-3-1 15,8 4-7-15,7-3-8 0,-4-1-11 0,6 4-13 16,7-3-11-16,0 1-10 0,4-1-11 0,-5-1-8 15,-10 3-7-15,3 1-6 0,8 0-8 0,-11 0-8 16,0 1-3-16,-3 6-8 0,0-9-5 0,0 4-9 16,-8-2-29-16,-21 0-56 0,26-3-55 0,-26 3-49 15,20-6-41-15,-20 6-43 0,10-6-45 0,-10 6-62 0,0 0-52 16,0 0-320-16,-10-20-787 0,10 20 348 0</inkml:trace>
          <inkml:trace contextRef="#ctx0" brushRef="#br0" timeOffset="39547.9748">20460 4547 45 0,'-15'-11'372'0,"15"11"-18"15,-9-8-19-15,9 8-26 0,0 0-29 0,-12-6-21 16,12 6-29-16,0 0-18 0,0 0-15 0,0 0-9 16,0 0-11-16,-14 26-4 0,12-8 1 0,2 1-8 15,-5 4-13-15,5 7-9 0,-1-7-19 0,2 7-7 16,-2-2-11-16,-4 8-13 0,3 4-7 0,2-2-11 15,0 2-5-15,0 0-7 0,0-3-10 0,-1-7-24 16,1 0-44-16,-2-1-68 0,-1 2-80 0,1-4-87 16,-2-1-101-16,2-7-274 0,-1-1-674 0,0-3 299 0</inkml:trace>
          <inkml:trace contextRef="#ctx0" brushRef="#br0" timeOffset="40272.0433">20703 5329 210 0,'0'0'338'0,"0"0"-9"16,33 14-9-16,-13-14 4 0,13 0 17 0,10-2 7 16,11-5 24-16,27-3 22 0,-1 0 18 0,11-6 14 15,-7 2-22-15,-6 7-38 0,1-1-36 0,-21 1-19 16,1 0-36-16,-4 2-40 0,1 1-21 0,-3 2-25 0,-4 1-23 16,-5-4-14-16,-9 6-27 0,-8-2-32 0,-6 1-36 15,-2 0-50-15,-19 0-36 0,26 6-44 16,-26-6-52-16,13 2-63 0,-13-2-61 0,0 0-36 0,0 0-53 0,-21 26-48 15,7-15-44-15,-7 5-343 0,-8-1-837 0,0 0 371 16</inkml:trace>
          <inkml:trace contextRef="#ctx0" brushRef="#br0" timeOffset="40047.9466">21093 4467 178 0,'2'-16'300'0,"-2"16"-24"0,5-10-21 0,-5 10-10 0,14-13-10 16,-4 7-13-16,4 1-12 0,1-3-10 0,2 7-4 15,-17 1-13-15,39-6-19 0,-18 6-13 0,-21 0-10 16,48 7-6-16,-22-1-21 0,-6-1-11 0,1 6-9 16,-2-1-8-16,-2-1-8 0,-1 6-13 0,-4-4-6 15,0 4-5-15,-6 1-1 0,-3-2-3 0,-1 5-6 16,-4-4-5-16,-4 4-2 0,-1-3-6 0,-1 1-6 16,-6 3 5-16,1-5-6 0,2 0-6 0,-2-3 4 15,0 3-3-15,-1-5-4 0,-1 2 0 0,1-5-6 16,7 1 6-16,7-8 0 0,-17 8-4 0,17-8-7 0,-15 11 5 15,15-11-6-15,0 0 10 0,-11 5-7 16,11-5 3-16,0 0 1 0,0 0-3 0,0 0 4 16,0 0-2-16,0 0 8 0,0 0 3 0,47-17-5 0,-47 17 6 15,32-7 8-15,-21 5 2 0,-11 2 6 0,35-5 5 16,-17 5 4-16,-18 0-1 0,34 10 10 0,-18-8 0 16,5 1-1-16,-5 8 5 0,4-3-8 0,-5 2-1 15,3 3-1-15,-4 1-5 0,-3 1-5 0,2-3-4 16,-5 7-1-16,3-3-4 0,-7 7-2 0,0-3-3 15,-4-2-5-15,0 5 3 0,-6 0-4 0,-2 1-9 16,-5 0-25-16,-1-1-39 0,-1-8-74 0,-9 7-73 0,-2-3-86 16,-1-3-79-16,-11 6-340 0,-4-5-763 15,-6-2 338-15</inkml:trace>
          <inkml:trace contextRef="#ctx0" brushRef="#br0" timeOffset="40678.2461">21393 5533 92 0,'-12'7'310'0,"12"-7"-8"0,-13 8-18 16,13-8-16-16,0 0-11 0,0 0-5 15,0 0-4-15,0 0-1 0,0 0-15 0,0 0-19 0,48 6-18 16,-34-5-21-16,9 3-8 0,-2 3-20 0,6 0-16 15,-5 1-8-15,-1-2-24 0,-2 6-1 0,-3-4-8 16,1 7-9-16,-5-4-14 0,0 4 2 0,-8 0-15 16,3 2 4-16,-9 0-11 0,-4 2-1 0,-1 7-3 15,-7-6-6-15,-1 3-1 0,1-1-7 0,-7-2 10 16,-1 4-11-16,-2-4-1 0,0 1 0 0,1-2-9 0,2 0 13 16,-3-1-1-16,3 2 10 0,5-4 6 15,3-1 4-15,-1-2 9 0,3 0 2 0,6-4 12 0,-1 1 7 16,6-10 20-16,-7 16 19 0,7-16 6 0,0 0 19 15,13 16 4-15,-13-16-1 0,29 1 1 16,0 2 19-16,1-6 26 0,15 2 30 0,5-10 31 0,6 0 26 16,2-1 3-16,0-2-9 0,19-4-22 0,-16 1-20 15,-7 4-186-15,1 0-45 0,-4 1 0 0,-1-2 0 16,-7 2 0-16,5-2 0 0,-6 3 0 0,-12 1 0 16,-2 3 0-16,-1 0 0 0,-1-2 0 0,-9 3 0 15,1 0 0-15,-4 1 0 0,-1 2 0 0,-13 3 0 16,16-7 0-16,-16 7 0 0,15-5 0 0,-15 5 0 15,0 0 0-15,0 0 0 0,19-6 0 0,-19 6 0 0,0 0 0 16,0 0 0-16,0 0-29 0,0 0-510 0,0 0-83 16,0 0-546-16,0 0-1263 0,-45-8 559 0</inkml:trace>
          <inkml:trace contextRef="#ctx0" brushRef="#br0" timeOffset="38617.6032">18698 4876 49 0,'0'0'400'0,"-22"0"-27"15,22 0-16-15,0 0-12 0,-25 2-17 0,25-2-13 16,0 0-12-16,-19 5-22 0,19-5-19 0,0 0-20 15,0 0-15-15,0 0-10 0,0 0 0 0,0 0 3 0,0 0-15 16,0 0-12-16,0 0-16 0,55 14-12 0,-26-12-13 16,0 0-19-16,3 2-10 0,9-4-16 0,3 0-12 15,-1-3-8-15,-1 2-6 0,1 2-9 0,0-1-10 16,-7 0-9-16,7-1-9 0,-11 1-30 0,0 0-62 16,-3-5-62-16,5 3-62 0,-4 0-56 0,-4-1-61 15,-9-3-59-15,4 1-88 0,-6 0-276 0,-2-2-770 16,1-3 340-16</inkml:trace>
          <inkml:trace contextRef="#ctx0" brushRef="#br0" timeOffset="38851.9548">19439 4601 83 0,'0'0'364'0,"0"0"-17"16,0 0-16-16,0-15-23 0,0 15-27 0,0 0-6 0,0 0-27 15,0 0-7-15,0 0 15 0,0 0-7 0,0 0 4 16,0 0 12-16,0 0-5 0,0 52-12 0,5-24-19 15,-3 0-12-15,-1-1-7 0,4 11-20 0,-3 3-17 16,2 3-17-16,0-3-13 0,-4 1-11 0,3 1-14 16,0 1-11-16,-1-2-11 0,3 2-9 0,-4-3-11 15,6-3-10-15,-4 1-13 0,0-9-37 0,-3-2-72 16,0-1-76-16,2-1-76 0,-2-7-71 0,0-4-82 16,3-3-75-16,-3-12-332 0,0 18-832 0,0-18 368 0</inkml:trace>
        </inkml:traceGroup>
      </inkml:traceGroup>
    </inkml:traceGroup>
  </inkml:traceGroup>
</inkml:ink>
</file>

<file path=ppt/ink/ink30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3T08:14:02.228"/>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1765F688-AA6B-4761-B899-19D2B516F017}" emma:medium="tactile" emma:mode="ink">
          <msink:context xmlns:msink="http://schemas.microsoft.com/ink/2010/main" type="writingRegion" rotatedBoundingBox="2703,6751 3161,17109 1828,17168 1370,6810"/>
        </emma:interpretation>
      </emma:emma>
    </inkml:annotationXML>
    <inkml:traceGroup>
      <inkml:annotationXML>
        <emma:emma xmlns:emma="http://www.w3.org/2003/04/emma" version="1.0">
          <emma:interpretation id="{E8888888-95BE-4130-98A5-788250225D17}" emma:medium="tactile" emma:mode="ink">
            <msink:context xmlns:msink="http://schemas.microsoft.com/ink/2010/main" type="paragraph" rotatedBoundingBox="2703,6751 3161,17109 1828,17168 1370,6810" alignmentLevel="1"/>
          </emma:interpretation>
        </emma:emma>
      </inkml:annotationXML>
      <inkml:traceGroup>
        <inkml:annotationXML>
          <emma:emma xmlns:emma="http://www.w3.org/2003/04/emma" version="1.0">
            <emma:interpretation id="{A22B92E5-8CEA-4050-AD97-4D4826BBD537}" emma:medium="tactile" emma:mode="ink">
              <msink:context xmlns:msink="http://schemas.microsoft.com/ink/2010/main" type="line" rotatedBoundingBox="2703,6751 3161,17109 1828,17168 1370,6810"/>
            </emma:interpretation>
          </emma:emma>
        </inkml:annotationXML>
        <inkml:traceGroup>
          <inkml:annotationXML>
            <emma:emma xmlns:emma="http://www.w3.org/2003/04/emma" version="1.0">
              <emma:interpretation id="{C6A0FFE4-C9DD-489A-87FD-AFB9B435D6D5}" emma:medium="tactile" emma:mode="ink">
                <msink:context xmlns:msink="http://schemas.microsoft.com/ink/2010/main" type="inkWord" rotatedBoundingBox="2703,6751 2900,11205 1567,11264 1370,6810"/>
              </emma:interpretation>
              <emma:one-of disjunction-type="recognition" id="oneOf0">
                <emma:interpretation id="interp0" emma:lang="" emma:confidence="1">
                  <emma:literal/>
                </emma:interpretation>
              </emma:one-of>
            </emma:emma>
          </inkml:annotationXML>
          <inkml:trace contextRef="#ctx0" brushRef="#br0">400 6547 37 0,'-6'-17'269'0,"4"-4"-11"0,1 5-9 16,-4-3 4-16,3-3-7 0,-3 6-6 0,-1-6-17 15,4-4-8-15,-4 0 9 0,4 9-5 0,-3 1-14 16,4-3-5-16,-4 4-3 0,3-1-5 0,1 5 7 15,1-5-6-15,0 16-3 0,0-18 4 0,0 18-8 16,0-14 0-16,0 14-16 0,-2-10-14 0,2 10-6 16,0 0-9-16,0 0-14 0,0 0-6 0,0 0 2 15,0 0 16-15,0 0 15 0,0 0 9 0,11 50-3 16,1-7-4-16,-4 0 9 0,0 10-5 0,6 22 3 0,-1 4 3 16,-3 7 6-16,-4 3 3 0,5 37-7 15,-7-36-9-15,-3 38-17 0,4 7-4 0,-11-9 8 0,2 3 6 16,-2 2-3-16,-2-3-148 0,3 0-1 0,-6-35 0 15,1 46 0-15,1-13 0 0,-4 11 0 16,5-3 0-16,-4-1 0 0,6-3 0 0,-4-2 0 0,2-4 0 16,2-34 0-16,-5 39 0 0,9-40 0 0,-4 2 0 15,3 35 0-15,-2-41 0 0,5 1 0 0,-3 0 0 16,4-8 0-16,-1-2 0 0,2 2 0 0,-2-24 0 16,-3 1 0-16,3 0 0 0,1-5 0 0,1-1 0 0,3-4 0 15,-4-8 0-15,1-11 0 0,1-3 0 0,0-1 0 16,-3-7 0-16,2 0 0 0,-2-8 0 15,0-7 0-15,0 17 0 0,0-17 0 0,3 10 0 0,-3-10 0 16,0 0 0-16,0 0 0 0,-3 16 0 0,3-16 0 16,0 0 0-16,0 0 0 0,0 0 0 0,0 0 0 15,0 0 0-15,0 0 0 0,0 0 0 0,0 0 0 16,0 0 0-16,0 0 0 0,0 0 0 0,0 0 0 16,0 0 0-16,0 0 0 0,0 0 0 0,0 0 0 15,0 0 0-15,0 0 0 0,0 0 0 0,0 0 0 16,0 0 0-16,0 0 0 0,0 0 0 0,0 0 0 0,0 0 0 15,0 0 0-15,0 0 0 0,0 0 0 0,0 0 0 16,0 0 0-16,0 0 0 0,19-35 0 0,-19 35 0 16,55 0 0-16,-23 8 0 0,17-5 0 0,3 4 0 15,2-1 0-15,6 5 0 0,23-8 0 0,-3 2 0 16,-17-3 0-16,20 2 0 0,-4-4 0 0,-20 0-136 16,26-6-218-16,-6-2-27 0,1-4-31 0,-22 5-43 15,19-16-53-15,-19 6-484 0,-9-7-1072 0,22-14 474 16</inkml:trace>
          <inkml:trace contextRef="#ctx0" brushRef="#br0" timeOffset="312.5017">265 6302 341 0,'0'0'368'0,"-12"-8"-35"0,12 8-37 16,0 0-24-16,0-16-33 0,0 16-20 0,17-9-24 15,-1-1-19-15,12 3-17 0,13-5-17 16,3-4-19-16,7 4-10 0,-1-5-38 0,-1 6-79 0,0-4-113 16,-3-4-161-16,4-6-164 0,-2-1-480 0,0-5 213 15</inkml:trace>
        </inkml:traceGroup>
        <inkml:traceGroup>
          <inkml:annotationXML>
            <emma:emma xmlns:emma="http://www.w3.org/2003/04/emma" version="1.0">
              <emma:interpretation id="{8D4CC61B-10AE-4BA0-876D-DADB3A4AF36A}" emma:medium="tactile" emma:mode="ink">
                <msink:context xmlns:msink="http://schemas.microsoft.com/ink/2010/main" type="inkWord" rotatedBoundingBox="2858,12485 3063,17113 1875,17166 1671,12538"/>
              </emma:interpretation>
              <emma:one-of disjunction-type="recognition" id="oneOf1">
                <emma:interpretation id="interp1" emma:lang="" emma:confidence="1">
                  <emma:literal/>
                </emma:interpretation>
              </emma:one-of>
            </emma:emma>
          </inkml:annotationXML>
          <inkml:trace contextRef="#ctx0" brushRef="#br0" timeOffset="52083.8648">628 11974 166 0,'-6'-15'329'0,"2"7"-2"0,4 8-6 15,-11-25 0-15,10 15-17 0,-7-4 3 0,3 6-3 16,-2-6 8-16,7 14-5 0,-8-18-11 0,3 8-15 16,5 10-12-16,-8-10-3 0,8 10-12 0,-3-12-19 15,3 12-19-15,0 0-18 0,-5-11-19 0,5 11-16 16,0 0-2-16,0 0 1 0,0 0-8 0,0 0 3 15,5 45 3-15,-2-17-3 0,4 10 4 0,-1 10 3 16,2 0-1-16,-1 6-2 0,1 19 5 16,-2 1-11-16,2 5-3 0,-1 6-9 0,-3 8-8 0,0 43-5 15,0-8-9-15,-2-34-7 0,-5 37-10 0,0 6-88 16,-4 1-16-16,-1-5 0 0,5 12 0 0,0-1 0 16,-4-3 0-16,6-3 0 0,-2-7 0 0,-4 4 0 0,2-45 0 15,2 49 0-15,-2-46 0 0,4 39 0 0,-3-37 0 16,3-2 0-16,-6 31 0 0,6-37 0 0,2 3 0 15,4-4 0-15,-3-4 0 0,3 1 0 0,-2-5 0 16,8-2 0-16,-4 0 0 0,1 0 0 0,-2-22 0 16,0 0 0-16,-1 2 0 0,5-1 0 0,-7-5 0 15,3 1 0-15,1-5 0 0,-4-3 0 0,2-3 0 16,1 0 0-16,-4-13 0 0,-2-1 0 0,2-7 0 16,-2-1 0-16,0-2 0 0,0-1 0 0,0-7 0 15,0-8 0-15,-2 22 0 0,2-22 0 0,-2 15 0 16,2-15 0-16,-4 11 0 0,4-11 0 0,-7 11 0 0,7-11 0 15,0 0 0-15,-8 11 0 0,8-11 0 0,0 0 0 16,0 0 0-16,0 0 0 0,-14 6 0 16,14-6 0-16,0 0 0 0,0 0 0 0,0 0 0 0,0 0 0 15,0 0 0-15,0 0 0 0,0 0 0 0,0 0 0 16,0 0 0-16,0 0 0 0,0 0 0 0,0 0 0 16,0 0 0-16,0 0 0 0,0 0 0 0,0 0 0 15,0 0 0-15,0 0 0 0,0 0 0 0,0 0 0 16,0 0 0-16,0 0 0 0,0 0 0 0,0 0 0 15,0 0 0-15,77-5 0 0,-34 10 0 0,0 2 0 16,9-5 0-16,7 2 0 0,2-4 0 0,24-3 0 16,-2 7 0-16,2-2 0 0,2-4 0 0,1-6-327 15,-4 0-124-15,-4-2-58 0,0-2-65 0,-24 4-481 16,5-2-1144-16,-8-6 507 0</inkml:trace>
        </inkml:traceGroup>
      </inkml:traceGroup>
    </inkml:traceGroup>
  </inkml:traceGroup>
</inkml:ink>
</file>

<file path=ppt/ink/ink30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3T08:15:09.798"/>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C870848F-9CD9-459C-AD63-7A470816DD80}" emma:medium="tactile" emma:mode="ink">
          <msink:context xmlns:msink="http://schemas.microsoft.com/ink/2010/main" type="inkDrawing" rotatedBoundingBox="14296,12531 15270,17828 13635,18129 12661,12832" semanticType="verticalRange" shapeName="Other">
            <msink:sourceLink direction="with" ref="{2BDB71FA-8EAE-4530-BE80-C8B597B23EF2}"/>
            <msink:sourceLink direction="with" ref="{E526C009-4AEB-4AA4-AE2F-56673B49AE7F}"/>
            <msink:sourceLink direction="with" ref="{968A59F6-9071-49A6-807A-33CD9A63D7B9}"/>
          </msink:context>
        </emma:interpretation>
      </emma:emma>
    </inkml:annotationXML>
    <inkml:trace contextRef="#ctx0" brushRef="#br0">90 297 370 0,'-16'-4'378'0,"16"4"-31"16,-30-3-7-16,30 3-9 0,-26 0-24 0,26 0-19 15,-21 0-22-15,21 0-23 0,0 0-13 0,0 0 9 0,0 0 14 16,0 0 10-16,0 0-5 0,0 0 2 15,0 0-4-15,0 0-14 0,79-13-16 0,-33 2-13 16,6-7-13-16,4 2-15 0,2-3-15 0,17-6-16 0,2 2-18 16,-21 4 5-16,2-2-15 0,19-2-12 0,-26 4-8 15,4 4-13-15,-4-1-12 0,-3 2-4 0,-8 1-4 16,5 3-10-16,-19 6-5 0,-5-1-8 0,1 4 1 0,-1 1 0 0,-21 0 0 16,27 13-4-16,-10-3 3 0,3 12 15 0,-5 7-5 15,4 10-1-15,-5 8 24 0,1 6 2 0,1 25 6 16,-2 1 19-16,10 11 11 0,-6 34 9 0,8 4-130 15,-1 8 0-15,3-13 0 0,5 9 0 0,3 2 0 16,-4 18 0-16,3-1 0 0,0 13 0 0,2 1 0 16,5 1 0-16,-7-5 0 0,-1 8 0 0,1-5 0 15,-6 2 0-15,2-2 0 0,-2-6 0 0,-10 0 0 16,8-11 0-16,-1-6 0 0,-5-1 0 0,-2-4 0 16,-3-10 0-16,-2-33 0 0,4 35 0 0,-4 3 0 0,-10-44 0 15,2-3 0-15,0 3 0 0,-7 1 0 0,2-9 0 16,-1 1 0-16,2-8 0 0,-4-14 0 15,-2-3 0-15,2 0 0 0,-3-5 0 0,4 2 0 0,-3-11 0 16,-2-11 0-16,1-1 0 0,-1-3 0 0,6-7 0 16,-8-4 0-16,5 1 0 0,-2-2 0 0,-2-2 0 15,6-4 0-15,1-8 0 0,-8 14 0 0,8-14 0 16,-7 12 0-16,7-12 0 0,-6 11 0 0,6-11 0 16,0 0 0-16,0 0 0 0,-13 7 0 0,13-7 0 15,0 0 0-15,-18 4 0 0,18-4 0 0,0 0 0 16,-32 0 0-16,32 0 0 0,-30-3 0 0,9 2 0 15,-10-1 0-15,-15 4 0 0,-1-8 0 0,-14-2 0 0,-19 1 0 16,-6 0 0-16,-11-3 0 0,-4 3 0 16,-42-5 0-16,46-1 0 0,-43 4 0 0,44-2 0 15,3 0-1366-15,3 0-1478 0,11-1 654 0</inkml:trace>
  </inkml:traceGroup>
</inkml:ink>
</file>

<file path=ppt/ink/ink30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3T08:15:36.030"/>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66125A9D-787F-4BCA-9240-E0B265F76059}" emma:medium="tactile" emma:mode="ink">
          <msink:context xmlns:msink="http://schemas.microsoft.com/ink/2010/main" type="writingRegion" rotatedBoundingBox="1130,470 15297,284 15535,18408 1367,18594"/>
        </emma:interpretation>
      </emma:emma>
    </inkml:annotationXML>
    <inkml:traceGroup>
      <inkml:annotationXML>
        <emma:emma xmlns:emma="http://www.w3.org/2003/04/emma" version="1.0">
          <emma:interpretation id="{250BC5F6-BAF5-4255-868E-A51CEBCD023D}" emma:medium="tactile" emma:mode="ink">
            <msink:context xmlns:msink="http://schemas.microsoft.com/ink/2010/main" type="paragraph" rotatedBoundingBox="1129,475 14908,287 14944,2933 1165,3121" alignmentLevel="1"/>
          </emma:interpretation>
        </emma:emma>
      </inkml:annotationXML>
      <inkml:traceGroup>
        <inkml:annotationXML>
          <emma:emma xmlns:emma="http://www.w3.org/2003/04/emma" version="1.0">
            <emma:interpretation id="{1A17E7CE-1EC9-4139-A247-6BF5A7EDA222}" emma:medium="tactile" emma:mode="ink">
              <msink:context xmlns:msink="http://schemas.microsoft.com/ink/2010/main" type="line" rotatedBoundingBox="1129,475 14908,287 14944,2933 1165,3121">
                <msink:destinationLink direction="with" ref="{7B8334D6-4104-48BA-B66E-4B519224535E}"/>
                <msink:destinationLink direction="with" ref="{94BAE8E8-B320-47C9-A192-228346CAAF2C}"/>
              </msink:context>
            </emma:interpretation>
          </emma:emma>
        </inkml:annotationXML>
        <inkml:traceGroup>
          <inkml:annotationXML>
            <emma:emma xmlns:emma="http://www.w3.org/2003/04/emma" version="1.0">
              <emma:interpretation id="{8FB2375B-71D6-4291-B2ED-E7621F3C8D15}" emma:medium="tactile" emma:mode="ink">
                <msink:context xmlns:msink="http://schemas.microsoft.com/ink/2010/main" type="inkWord" rotatedBoundingBox="1139,1229 1946,1218 1953,1773 1147,1784"/>
              </emma:interpretation>
              <emma:one-of disjunction-type="recognition" id="oneOf0">
                <emma:interpretation id="interp0" emma:lang="" emma:confidence="1">
                  <emma:literal/>
                </emma:interpretation>
              </emma:one-of>
            </emma:emma>
          </inkml:annotationXML>
          <inkml:trace contextRef="#ctx0" brushRef="#br0">87 0 293 0,'-24'14'312'0,"5"3"-2"0,4-5 18 0,1 2 8 16,7-6 22-16,4-1 6 0,3-7 12 0,-5 12-6 15,5-12-15-15,19 9-29 0,-19-9-28 0,44 9-22 16,-14-5-39-16,18-3-24 0,-3-1-30 0,10-1-53 15,-2-2-65-15,3 0-65 0,29-9-94 0,-26 8-81 16,20 0-71-16,-18-4-101 0,-5 1-365 0,3 0-770 16,-2-3 340-16</inkml:trace>
          <inkml:trace contextRef="#ctx0" brushRef="#br0" timeOffset="-171.8036">342-447 3892 0,'0'0'42'15,"-23"6"-46"-15,23-6 1 16,-19 7 1-16,19-7 8 0,-14 5 38 0,14-5 33 0,0 0 47 16,-15 6 12-16,15-6 15 0,0 0-1 0,0 0-8 15,0 0-14-15,0 0-10 0,0 0-9 0,65-4-13 16,-38 1-10-16,0-1-24 0,5 3-22 0,-3-5-48 16,3 5-51-16,11-6-55 0,-12 5-62 0,-4 0-57 15,-4 2-80-15,-2-1-76 0,-21 1-295 0,28 0-741 16,-28 0 328-16</inkml:trace>
        </inkml:traceGroup>
        <inkml:traceGroup>
          <inkml:annotationXML>
            <emma:emma xmlns:emma="http://www.w3.org/2003/04/emma" version="1.0">
              <emma:interpretation id="{F02B66E8-E199-4765-8CCE-5C7AFB924548}" emma:medium="tactile" emma:mode="ink">
                <msink:context xmlns:msink="http://schemas.microsoft.com/ink/2010/main" type="inkWord" rotatedBoundingBox="3176,648 4539,630 4557,1924 3194,1943"/>
              </emma:interpretation>
              <emma:one-of disjunction-type="recognition" id="oneOf1">
                <emma:interpretation id="interp1" emma:lang="" emma:confidence="1">
                  <emma:literal/>
                </emma:interpretation>
              </emma:one-of>
            </emma:emma>
          </inkml:annotationXML>
          <inkml:trace contextRef="#ctx0" brushRef="#br0" timeOffset="1311.5169">2046-926 253 0,'0'0'377'0,"-15"7"-2"0,15-7 17 0,0 0 18 15,0 0 1-15,0 0-1 0,0 0-6 0,0 0-22 0,0 0-15 16,55 5-21-16,-26-6-20 0,4-3-10 0,3 0-20 16,7-4-34-16,2-1-31 0,2 0-14 0,-3 1-29 15,-10-1-23-15,11 0-45 0,-11-2-61 0,7 0-65 16,-12 6-66-16,0-2-76 0,-1-1-77 0,-11 1-82 16,4 3-84-16,-5 1-105 0,-16 3-281 0,26-4-842 15,-26 4 372-15</inkml:trace>
          <inkml:trace contextRef="#ctx0" brushRef="#br0" timeOffset="1639.5908">3398-675 351 0,'-3'-7'556'0,"3"7"31"0,-5-21 23 16,4 11 6-16,1 10-14 0,-8-14-16 0,8 14-28 16,-7-9-43-16,7 9-39 0,0 0-35 0,0 0-33 15,-8-10-27-15,8 10-19 0,0 0-11 0,0 0-10 16,-6 40-23-16,3-16-186 0,1 3-132 0,0 11 0 16,1 2 0-16,-2 6 0 0,1-2 0 0,0 9 0 15,-1-2 0-15,2 3 0 0,-3 2 0 0,-1-4 0 16,-1-3 0-16,3 0 0 0,-2 3 0 0,-1-6 0 15,-2-1 0-15,-4-1 0 0,3-6 0 0,2-8 0 16,1-2 0-16,-2-2 0 0,1-1 0 0,4-10-352 16,-2 1-407-16,5-6-421 0,0-10-1279 0,0 0 566 0</inkml:trace>
        </inkml:traceGroup>
        <inkml:traceGroup>
          <inkml:annotationXML>
            <emma:emma xmlns:emma="http://www.w3.org/2003/04/emma" version="1.0">
              <emma:interpretation id="{3B12ED8A-2BBD-425F-B748-5BA6DED84A51}" emma:medium="tactile" emma:mode="ink">
                <msink:context xmlns:msink="http://schemas.microsoft.com/ink/2010/main" type="inkWord" rotatedBoundingBox="6525,989 7128,981 7139,1830 6536,1838"/>
              </emma:interpretation>
              <emma:one-of disjunction-type="recognition" id="oneOf2">
                <emma:interpretation id="interp2" emma:lang="" emma:confidence="1">
                  <emma:literal/>
                </emma:interpretation>
              </emma:one-of>
            </emma:emma>
          </inkml:annotationXML>
          <inkml:trace contextRef="#ctx0" brushRef="#br0" timeOffset="2358.2568">5668-615 3251 0,'-30'1'165'0,"30"-1"-102"15,0 0-17-15,-29 4 22 0,29-4 69 0,-21 14 40 16,7-6 28-16,-1 5 5 0,1 0-10 0,-5 6 6 15,3 3-1-15,1 1 1 0,1 3-12 0,-1-1-3 16,-1 0-6-16,5 4-3 0,1-1-3 0,2 0-4 16,4 3-3-16,2-2-16 0,-1-3-11 0,3 5-7 15,3-1-4-15,-3 1-6 0,3-5-14 0,8 3-5 16,-1-3-7-16,1 0-16 0,7 1 12 0,-4-1-2 16,7-3 0-16,0-1-8 0,0 0-1 0,1-3-1 15,7 1 6-15,-1-6-73 0,-14-3-19 0,15 0 0 16,-2-3 0-16,-6-4 0 0,0 0 0 0,5-8 0 15,-6 0 0-15,1-4 0 0,5-3 0 0,-2-4 0 0,-3-2 0 16,4-3 0-16,-7-2 0 0,0-5 0 0,-4 1 0 16,4-12 0-16,-5-8 0 0,-5-1 0 15,-8-9 0-15,-5 3 0 0,-5 1 0 0,-4 0 0 0,-5 2 0 16,-4 4 0-16,-1 1 0 0,-3 1 0 0,-2 10 0 16,-6 1 0-16,4 6 0 0,-4 4 0 0,-4 4 0 15,2 4 0-15,7 8 0 0,-4 2 0 0,5 4 0 16,-1 7 0-16,-2 1 0 0,3 0-92 0,6 5-382 15,-1 7-63-15,5 0-84 0,-2-1-458 0,13-3-1166 16,7 1 515-16</inkml:trace>
        </inkml:traceGroup>
        <inkml:traceGroup>
          <inkml:annotationXML>
            <emma:emma xmlns:emma="http://www.w3.org/2003/04/emma" version="1.0">
              <emma:interpretation id="{EA779C97-274D-4A6A-8E44-AE99C5F8BB6C}" emma:medium="tactile" emma:mode="ink">
                <msink:context xmlns:msink="http://schemas.microsoft.com/ink/2010/main" type="inkWord" rotatedBoundingBox="8103,380 10642,345 10678,2991 8139,3025"/>
              </emma:interpretation>
              <emma:one-of disjunction-type="recognition" id="oneOf3">
                <emma:interpretation id="interp3" emma:lang="" emma:confidence="1">
                  <emma:literal/>
                </emma:interpretation>
              </emma:one-of>
            </emma:emma>
          </inkml:annotationXML>
          <inkml:trace contextRef="#ctx0" brushRef="#br0" timeOffset="3076.9905">8540-919 542 0,'2'-17'577'0,"4"1"-20"15,-6 8-15-15,0 8-8 0,2-21 0 0,-2 21-26 16,0-13-37-16,0 13-34 0,0 0-34 15,0 0-31-15,0 0-8 0,0 0-19 0,-15 37-6 0,6-8-12 16,-4 10-22-16,0 6-20 0,-4 3-24 0,2 3-26 16,-3 20-18-16,4-14-181 0,-2 16-36 0,-3-1 0 15,7 1 0-15,1-19 0 0,2 18 0 0,-1-16 0 16,5-2 0-16,0-2 0 0,1 21 0 0,-1-21 0 16,8-1-400-16,-6-2-69 0,4-3-83 0,1 0-95 15,0-2-374-15,2-19-1106 0,4-1 490 0</inkml:trace>
          <inkml:trace contextRef="#ctx0" brushRef="#br0" timeOffset="3391.5375">8722 147 5955 0,'20'-26'171'0,"1"0"-47"0,-1 3 34 16,0 0 8-16,0 0-15 0,1 1-9 16,-1 3-24-16,0 1-16 0,-6 4-21 0,0 1-7 0,3 2-6 0,0 3-10 15,-2 2-7-15,-15 6-12 0,32 0 1 0,-32 0-4 16,27 7-6-16,-13 5-5 0,-4 2-1 0,3 5 0 15,-7 4-5-15,1 1 2 0,-7 4 4 0,-2 2-10 16,-8 8-3-16,1-1 1 0,-6 2-1 0,3-1-4 16,-9 1-1-16,-3-1 3 0,-2-2-4 0,2 5 1 15,-7-9 6-15,6-3-12 0,-4 5 9 0,8-11-10 16,0-3 2-16,4 1 8 0,-3-4-10 0,7-1 9 16,2-3 3-16,0-2-5 0,5-3 12 0,2 1 8 15,4-9 18-15,-4 13 16 0,4-13 0 0,0 0 5 0,16 15-10 16,3-10-56-16,0-5 0 0,10 0 0 0,6-1 0 15,12-3 0-15,3-6 0 0,-2 3 0 16,3-2 0-16,4 1 0 0,-9-1 0 0,9-1-85 0,-10-1-254 16,4 1-114-16,-1-1-142 0,-3-2-526 0,3-5-1212 15,-4 3 537-15</inkml:trace>
          <inkml:trace contextRef="#ctx0" brushRef="#br0" timeOffset="20478.785">7958-1178 185 0,'-31'-7'297'0,"-12"-4"-11"0,0 4-15 15,-1 4 4-15,-2 1-8 0,-1 2-10 0,1 5-3 0,1 6-12 16,2 4-3-16,-7 10 0 0,7 6 1 0,-4 5-5 16,-9 18 5-16,6 15 3 0,5 7-3 0,4 10-4 15,8 4-9-15,1 38-4 0,5-3-14 0,17-32-8 16,6 34-9-16,8-1-4 0,11-1-10 0,12 1-17 15,8-2-1-15,2-38-16 0,23 39 2 0,10-7 4 16,1-8-11-16,12-9 1 0,-17-29-11 0,6-7-5 16,41 22 3-16,-33-35-12 0,34 17-2 0,-29-24 4 15,0-6-3-15,1-9-7 0,9-6 1 0,-2-3 14 16,-3-9-3-16,-3-3-4 0,-2-13-38 0,-5-8-77 16,-22 2 0-16,3-8 0 0,11-13 0 0,-21 5 0 0,0-3 0 15,20-21 0-15,0 0 0 0,-15-9 0 16,-5-11 0-16,-8-9 0 0,7-37 0 0,-23 26 0 15,17-41 0-15,-22-5 0 0,-9-4 0 0,-6-5 0 0,-7-6 0 16,-15-11 0-16,-15 5 0 0,-2 2 0 0,-13 6 0 16,-12 7 0-16,-8 11 0 0,-6 21 0 0,12 42 0 15,3 8 0-15,-7 6 0 0,-3 11 0 0,12 17 0 16,-33 3 0-16,-8 8 0 0,-44 11 0 0,39 8 0 16,-39 14 0-16,36 2 0 0,-41 16 0 0,7 4 0 15,3 8 0-15,-1 11 0 0,13 13 0 0,-7 7-337 16,8 7-388-16,-6-5-464 0,13 5-1286 0,6-2 569 15</inkml:trace>
          <inkml:trace contextRef="#ctx0" brushRef="#br0" timeOffset="2858.2621">7964-914 332 0,'-14'-7'577'0,"14"7"-25"15,0 0 3-15,-10-7-8 0,10 7-8 0,0 0-32 16,0 0-30-16,0 0-31 0,0 0-30 0,0 0-12 0,0 0-12 16,0 0-18-16,19 47-21 0,-12-32-24 0,6 10-23 15,1 1-24-15,-1 1-24 0,0 3-23 0,3 9-23 16,-6-8-114-16,1-3-98 0,-2 9 0 0,9-2 0 16,-8 6 0-16,-2-4 0 0,3 1 0 0,-1-8 0 15,-4-3 0-15,2-1 0 0,-2 0 0 0,2 0 0 16,0-2-336-16,-1-8-122 0,-1 1-49 0,2-2-57 15,-1-8-491-15,-7-7-1142 0,22 4 505 0</inkml:trace>
          <inkml:trace contextRef="#ctx0" brushRef="#br0" timeOffset="152818.5854">8171-834 73 0,'0'0'110'0,"0"0"-9"0,0 0-8 15,0 0-4-15,0 0-1 0,0 0-17 0,0 0 4 16,0 0-8-16,15 9-4 0,-15-9-1 0,0 0-11 15,0 0 15-15,0 0-21 0,0 0 1 0,0 0 1 16,0 0-3-16,0 0 0 0,0 0 1 0,0 0 1 16,0 0-1-16,0 0-1 0,11 8 0 0,-11-8 0 15,0 0 6-15,0 0-4 0,0 0 2 0,0 0 2 16,0 0 1-16,0 0-3 0,0 0-3 0,0 0 0 16,0 0-3-16,0 0-2 0,0 0-1 0,0 0 2 15,0 0-3-15,0 0-2 0,0 0-5 0,0 0-1 0,0 0 0 16,0 0 0-16,0 0-2 0,8 7-2 0,-8-7 1 15,0 0-2-15,0 0 4 0,0 0-5 16,0 0-2-16,0 0 4 0,0 0 0 0,0 0 1 0,0 0-2 16,0 0 0-16,0 0 4 0,0 0-2 0,0 0-6 15,0 0 4-15,0 0-1 0,0 0-1 0,0 0-4 16,0 0 2-16,0 0-2 0,0 0 3 0,10 7-1 16,-10-7-4-16,0 0-5 0,0 0 2 0,0 0 1 15,0 0-3-15,0 0 0 0,0 0 1 0,0 0-4 16,0 0 3-16,0 0-6 0,0 0 5 0,0 0 1 15,0 0-5-15,0 0 1 0,0 0-1 0,0 0 1 16,0 0 2-16,0 0-5 0,0 0 6 0,0 0-1 16,0 0-7-16,0 0 5 0,0 0 1 0,0 0 0 15,0 0-1-15,0 0 0 0,0 0 3 0,0 0-4 16,0 0 5-16,0 0-2 0,0 0 1 0,0 0 3 16,0 0-3-16,0 0 3 0,0 0 6 0,0 0-12 15,0 0 7-15,0 0-4 0,0 0 7 0,0 0-9 0,0 0 5 16,0 0 3-16,0 0-1 0,0 0 3 15,0 0-5-15,0 0 2 0,0 0-2 0,0 0 1 16,0 0 2-16,0 0 2 0,0 0 0 0,0 0 0 0,0 0 2 16,0 0 2-16,0 0-1 0,0 0 2 0,0 0 0 15,0 0-1-15,0 0-3 0,0 0 2 0,0 0-2 16,0 0-1-16,0 0-1 0,0 0-2 0,0 0-6 16,0 0 4-16,0 0 2 0,0 0-5 0,0 0 0 15,0 0-3-15,0 0 13 0,0 0-17 0,0 0-2 16,0 0 8-16,0 0-10 0,0 0 4 0,0 0-1 15,0 0 1-15,0 0 1 0,0 0-2 0,0 0-3 16,0 0 1-16,0 0 2 0,16 3-2 0,-16-3-2 16,0 0 3-16,0 0-4 0,0 0-11 0,0 0-8 15,0 0-18-15,0 0-29 0,0 0-28 0,0 0-37 16,0 0-57-16,0 0-30 0,0 0-69 0,0 0-169 16,0 0-495-16,0 0 220 0</inkml:trace>
        </inkml:traceGroup>
        <inkml:traceGroup>
          <inkml:annotationXML>
            <emma:emma xmlns:emma="http://www.w3.org/2003/04/emma" version="1.0">
              <emma:interpretation id="{EF751FDC-DF4D-4737-8E91-F1FD9290CE5A}" emma:medium="tactile" emma:mode="ink">
                <msink:context xmlns:msink="http://schemas.microsoft.com/ink/2010/main" type="inkWord" rotatedBoundingBox="11840,726 12250,721 12263,1706 11853,1711"/>
              </emma:interpretation>
              <emma:one-of disjunction-type="recognition" id="oneOf4">
                <emma:interpretation id="interp4" emma:lang="" emma:confidence="1">
                  <emma:literal/>
                </emma:interpretation>
              </emma:one-of>
            </emma:emma>
          </inkml:annotationXML>
          <inkml:trace contextRef="#ctx0" brushRef="#br0" timeOffset="3969.651">10926-48 25 0,'8'15'490'0,"-2"-1"-3"0,2 2 39 15,-4-9 23-15,-4-7 7 0,9 16 1 0,-9-16-2 16,10 7-9-16,-10-7-25 0,10 6-29 0,-10-6-30 0,0 0-43 15,0 0-38-15,0 0-35 0,40-19-35 0,-34 10-22 16,7-2-36-16,-5-2-25 0,-2 3-30 0,2-6-198 16,-3 6 0-16,-3-6 0 0,-2 16 0 0,0-22 0 15,-8 8 0-15,0 7 0 0,-5-5 0 0,-2 3 0 16,1 6 0-16,-7-2 0 0,0-1 0 0,-6 5 0 16,1 2 0-16,-1 3 0 0,6-1 0 0,-3 4 0 15,-2 4-99-15,4 1-161 0,0 1-56 0,4 0-37 16,3 0-47-16,7 5-52 0,0-7-62 0,-4 7-453 15,8-4-1046-15,1-2 463 0</inkml:trace>
          <inkml:trace contextRef="#ctx0" brushRef="#br0" timeOffset="3735.2632">10971-855 414 0,'0'0'571'0,"6"11"-55"0,-6-11-24 16,7 11 6-16,-7-11 7 0,11 11-8 0,-11-11-12 15,11 8-32-15,-11-8-27 0,18 7-18 0,-18-7-22 0,16 0-9 16,-16 0-19-16,0 0-20 0,27 0-17 0,-27 0-26 16,16-9-26-16,-16 9-28 0,13-17-21 15,-11 10-99-15,-2 7-121 0,6-19 0 0,-6 9 0 0,0-6 0 16,0 16 0-16,-5-17 0 0,4 4 0 0,1 13 0 16,-13-15 0-16,5 7 0 0,8 8 0 0,-18-9 0 15,18 9 0-15,-29-6 0 0,29 6 0 0,-46 12 0 16,23-1 0-16,-4 5-514 0,-8 12-118 0,-2-2-543 15,8 8-1272-15,2-3 563 0</inkml:trace>
        </inkml:traceGroup>
        <inkml:traceGroup>
          <inkml:annotationXML>
            <emma:emma xmlns:emma="http://www.w3.org/2003/04/emma" version="1.0">
              <emma:interpretation id="{374201AC-C9B2-4987-ABFB-16B2D1076176}" emma:medium="tactile" emma:mode="ink">
                <msink:context xmlns:msink="http://schemas.microsoft.com/ink/2010/main" type="inkWord" rotatedBoundingBox="13373,630 14912,609 14927,1680 13387,1701"/>
              </emma:interpretation>
              <emma:one-of disjunction-type="recognition" id="oneOf5">
                <emma:interpretation id="interp5" emma:lang="" emma:confidence="1">
                  <emma:literal/>
                </emma:interpretation>
              </emma:one-of>
            </emma:emma>
          </inkml:annotationXML>
          <inkml:trace contextRef="#ctx0" brushRef="#br0" timeOffset="6315.0433">12405-788 310 0,'0'0'417'0,"5"-21"10"0,-3 14 10 0,-2 7 10 16,3-13-4-16,-3 13-27 0,0 0-33 0,-10-21-23 15,10 21-25-15,-9-12-10 0,9 12-23 0,-13-11-22 16,5 6-21-16,8 5-17 0,-15-8-18 0,15 8-18 15,0 0-12-15,0 0-21 0,-38 13-9 0,27-9-15 0,11-4-16 16,-17 21-11-16,9-16 8 0,2 5-20 16,0 2 0-16,-1 2-10 0,6-2-3 0,1 2-1 15,1 5-3-15,1-2-4 0,4-1-4 0,2 3 3 0,5 3-1 16,2-1-11-16,1 1 1 0,3 0-6 0,0-3-11 16,2 1-2-16,3 1-42 0,5 6-16 0,-3-6 0 15,-2 0 0-15,11 1 0 0,-11-1 0 0,3-4 0 16,-4 6 0-16,2-4 0 0,-4 8 0 0,0-6 0 15,-5 4 0-15,0-3 0 0,-3 2 0 0,-2 2 0 16,-1 0 0-16,-9 0 0 0,-1-9 0 0,-1 8 0 16,-9-2 0-16,-4 2 0 0,-5-1 0 0,-7-7 0 15,3 2 0-15,-7-2 0 0,-5 4-155 0,-5-7-114 16,11-5-46-16,-2-3-46 0,-11-4-46 0,-1-2-59 16,11-10-45-16,-10-3-441 0,5-7-1030 0,-1-5 456 15</inkml:trace>
          <inkml:trace contextRef="#ctx0" brushRef="#br0" timeOffset="6533.7788">12534-900 561 0,'44'-18'569'0,"1"5"4"0,4-5-2 0,-3 10-13 16,10-7-19-16,-6 4-27 0,8-4-20 0,-9 6-30 15,8 0-32-15,0 1-36 0,-1 1-39 0,1 3-36 16,2-1-35-16,-1 3-25 0,-2-5-27 0,2 4-22 15,-4 0-21-15,-2 1-23 0,-4 2-16 0,-2-4-15 16,-4 3-20-16,-10 2-47 0,-10-2-63 0,-1-2-58 16,-3 3-61-16,-18 0-63 0,29 0-67 0,-29 0-83 15,0 0-63-15,13 10-94 0,-13-10-98 0,0 0-382 16,0 0-1042-16,-56 24 461 0</inkml:trace>
        </inkml:traceGroup>
      </inkml:traceGroup>
    </inkml:traceGroup>
    <inkml:traceGroup>
      <inkml:annotationXML>
        <emma:emma xmlns:emma="http://www.w3.org/2003/04/emma" version="1.0">
          <emma:interpretation id="{A0235282-A7D9-4F4A-9FFF-02DD7016702C}" emma:medium="tactile" emma:mode="ink">
            <msink:context xmlns:msink="http://schemas.microsoft.com/ink/2010/main" type="paragraph" rotatedBoundingBox="3970,2435 14418,2730 14384,3945 3936,3651" alignmentLevel="2"/>
          </emma:interpretation>
        </emma:emma>
      </inkml:annotationXML>
      <inkml:traceGroup>
        <inkml:annotationXML>
          <emma:emma xmlns:emma="http://www.w3.org/2003/04/emma" version="1.0">
            <emma:interpretation id="{FAB29FC6-A0BA-4828-9C5A-87EC59CA10FB}" emma:medium="tactile" emma:mode="ink">
              <msink:context xmlns:msink="http://schemas.microsoft.com/ink/2010/main" type="inkBullet" rotatedBoundingBox="3962,2712 4667,2732 4650,3342 3945,3322"/>
            </emma:interpretation>
          </emma:emma>
        </inkml:annotationXML>
        <inkml:trace contextRef="#ctx0" brushRef="#br0" timeOffset="7439.9757">3183 1166 199 0,'-16'-5'442'0,"-3"-2"11"0,1 7 7 16,18 0 16-16,-40-5-3 0,19 5-37 0,1 5-22 15,-3-5-20-15,4 10-19 0,-5 1-14 0,-2 9-15 16,2-4-14-16,-2 1-26 0,7 2-17 0,0 5-30 16,3-3-15-16,-2-2-22 0,9 4-16 0,0-9-22 0,5 11-13 15,-3-4-12-15,6 5-12 0,2-2-13 16,6-3-12-16,-1 5-3 0,4-4-14 0,7-3-7 15,-1 4-2-15,5-8-10 0,2 3-3 0,4 1-83 0,0-7 0 16,4-5 0-16,-2 5 0 0,4-5 0 0,-2-1 0 16,3-4 0-16,-4 2 0 0,4-8 0 0,-4 2 0 15,-1-6 0-15,0 3 0 0,-2-2 0 0,2-5 0 16,-2 1 0-16,-4-6 0 0,2 3 0 0,-5-4 0 16,1-2 0-16,-7 5 0 0,4-6 0 0,-7-6 0 15,2-2 0-15,-5 3 0 0,-3-11 0 0,-4-2 0 16,-7-2 0-16,-2 7 0 0,-5-8 0 0,-5 5 0 15,-1 10 0-15,-5-4 0 0,-2 12 0 0,-11-5 0 0,0 7 0 16,-4 4 0-16,-4 5 0 0,-2 4 0 16,6 4 0-16,-3 6 0 0,4 3 0 0,6 1 0 15,-6 3 0-15,10 0 0 0,6 2 0 0,-2 4 0 0,7-3-156 16,3 3-340-16,8-2-60 0,1-1-77 16,6 2-426-16,1-2-1147 0,6-4 509 0</inkml:trace>
      </inkml:traceGroup>
      <inkml:traceGroup>
        <inkml:annotationXML>
          <emma:emma xmlns:emma="http://www.w3.org/2003/04/emma" version="1.0">
            <emma:interpretation id="{4888DF65-7DCF-407B-A8E5-2F4D5BD2A418}" emma:medium="tactile" emma:mode="ink">
              <msink:context xmlns:msink="http://schemas.microsoft.com/ink/2010/main" type="line" rotatedBoundingBox="6851,2516 14418,2730 14384,3945 6817,3732">
                <msink:destinationLink direction="with" ref="{7B8334D6-4104-48BA-B66E-4B519224535E}"/>
                <msink:destinationLink direction="with" ref="{94BAE8E8-B320-47C9-A192-228346CAAF2C}"/>
              </msink:context>
            </emma:interpretation>
          </emma:emma>
        </inkml:annotationXML>
        <inkml:traceGroup>
          <inkml:annotationXML>
            <emma:emma xmlns:emma="http://www.w3.org/2003/04/emma" version="1.0">
              <emma:interpretation id="{DF9FBE0F-CEC8-4683-A32A-46777DB9A0C3}" emma:medium="tactile" emma:mode="ink">
                <msink:context xmlns:msink="http://schemas.microsoft.com/ink/2010/main" type="inkWord" rotatedBoundingBox="6842,2826 6949,2829 6923,3735 6817,3732"/>
              </emma:interpretation>
              <emma:one-of disjunction-type="recognition" id="oneOf6">
                <emma:interpretation id="interp6" emma:lang="" emma:confidence="1">
                  <emma:literal/>
                </emma:interpretation>
              </emma:one-of>
            </emma:emma>
          </inkml:annotationXML>
          <inkml:trace contextRef="#ctx0" brushRef="#br0" timeOffset="9502.3229">5800 1228 436 0,'-3'-15'494'15,"3"15"34"-15,0-14 17 0,0 14 5 0,-3-18-9 16,3 18 1-16,-5-17 3 0,5 17-7 0,-3-10-23 0,3 10-25 15,0 0-36-15,0 0-34 0,0 0-27 16,0 0-16-16,0 0-17 0,0 0-9 0,-24 38-239 16,14-10-112-16,-3 13 0 0,5-10 0 0,2 16 0 0,-2 0 0 15,0 1 0-15,1 3 0 0,-1-6 0 0,3 6 0 16,2-5 0-16,-2 2 0 0,5-1 0 0,-1 0 0 16,-1-2 0-16,4-6 0 0,-1-9 0 0,1-1 0 15,-2 1 0-15,0-8 0 0,5 4 0 0,-5-9 0 16,1-3 0-16,-1-2 0 0,5-2 0 0,-5-10 0 15,2 15 0-15,-2-15 0 0,0 0 0 0,0 0 0 16,0 0 0-16,0 0-1366 0,-10-44-1478 0,7 18 654 16</inkml:trace>
        </inkml:traceGroup>
        <inkml:traceGroup>
          <inkml:annotationXML>
            <emma:emma xmlns:emma="http://www.w3.org/2003/04/emma" version="1.0">
              <emma:interpretation id="{0BB02488-AACC-47D8-BAD9-E43BFB6B0A7B}" emma:medium="tactile" emma:mode="ink">
                <msink:context xmlns:msink="http://schemas.microsoft.com/ink/2010/main" type="inkWord" rotatedBoundingBox="9279,3028 9992,3048 9972,3763 9259,3743"/>
              </emma:interpretation>
              <emma:one-of disjunction-type="recognition" id="oneOf7">
                <emma:interpretation id="interp7" emma:lang="" emma:confidence="1">
                  <emma:literal/>
                </emma:interpretation>
              </emma:one-of>
            </emma:emma>
          </inkml:annotationXML>
          <inkml:trace contextRef="#ctx0" brushRef="#br0" timeOffset="10361.6562">8341 1383 199 0,'0'0'434'0,"0"0"22"0,0 0 12 0,-11-10-1 15,11 10-14-15,0 0-25 0,0 0-24 0,0 0-28 16,-10-7-29-16,10 7-22 0,0 0-31 0,0 0-24 15,0 0 0-15,-20 20-1 0,20-20 10 0,-15 22 0 16,6-9-18-16,-4 10-12 0,0 2-14 0,3-2-18 16,-1 7-9-16,-3 6-16 0,7-6-11 0,-1 1-17 15,7 7-16-15,-4-1-8 0,5 1-19 0,5-6-64 0,3 6-57 16,1 1 0-16,9-2 0 0,-4-11 0 0,9 7 0 16,-4-6 0-16,7 6 0 0,1-13 0 15,0-2 0-15,0-4 0 0,-1-2 0 0,8-4 0 0,-4 0 0 16,2-5 0-16,4-3 0 0,-6-6 0 0,-1-2 0 15,0 0 0-15,-2-7 0 0,-3 1 0 0,2-6 0 16,4-9 0-16,-12 2 0 0,6-7 0 0,-5-2 0 16,-4-3 0-16,-7-6 0 0,-7 1 0 0,-1-2 0 15,-8 1 0-15,-4-4 0 0,-3 8 0 0,-1-1 0 16,-6 9 0-16,-4 3 0 0,4 7 0 0,-12-2 0 16,-3 5 0-16,-6 3 0 0,-2 6 0 0,-3 4 0 15,3 4 0-15,-5 4 0 0,2-1 0 0,3 3 0 0,11 5-79 16,-1 1-456-16,6-1-62 0,0 2-79 0,3 1-375 15,4 3-1138-15,8-7 503 0</inkml:trace>
        </inkml:traceGroup>
        <inkml:traceGroup>
          <inkml:annotationXML>
            <emma:emma xmlns:emma="http://www.w3.org/2003/04/emma" version="1.0">
              <emma:interpretation id="{3D7D6CEE-40AE-41B9-96A9-6A16204A95FF}" emma:medium="tactile" emma:mode="ink">
                <msink:context xmlns:msink="http://schemas.microsoft.com/ink/2010/main" type="inkWord" rotatedBoundingBox="12178,2761 12481,2770 12452,3803 12149,3794"/>
              </emma:interpretation>
              <emma:one-of disjunction-type="recognition" id="oneOf8">
                <emma:interpretation id="interp8" emma:lang="" emma:confidence="1">
                  <emma:literal/>
                </emma:interpretation>
              </emma:one-of>
            </emma:emma>
          </inkml:annotationXML>
          <inkml:trace contextRef="#ctx0" brushRef="#br0" timeOffset="10845.9863">11317 1297 5214 0,'-6'14'188'0,"0"0"-120"0,2-5-7 16,0 2 95-16,4-11 59 0,-7 19 35 0,6-10 22 15,1-9-11-15,-5 14-23 0,5-14-6 0,0 0-7 16,-7 10-1-16,7-10 5 0,0 0 7 0,0 0-114 15,0 0-122-15,0 0 0 0,0 0 0 0,0 0 0 0,0 0 0 16,28-29 0-16,-22 14 0 0,0 0 0 16,-1 3 0-16,-2-6 0 0,-3-6 0 0,5 1 0 15,-5 6 0-15,-5-9 0 0,5 7 0 0,-6 0 0 0,3 0 0 16,-4 4 0-16,-1 0 0 0,4 3 0 0,-6 1 0 16,-1 7 0-16,11 4 0 0,-24-11 0 15,24 11 0-15,-29 6 0 0,5 3 0 0,6 0 0 0,-8 10 0 16,-4 13-586-16,7-8-99 0,-5 12-469 0,2 7-1249 15,3-1 552-15</inkml:trace>
          <inkml:trace contextRef="#ctx0" brushRef="#br0" timeOffset="11080.3387">11106 1916 316 0,'14'19'351'16,"-1"2"-30"-16,1-5-8 0,-2-5 24 0,-1 3 30 0,8-4 27 16,-9-4 9-16,-1 2 4 0,-9-8-8 15,18 8-1-15,-18-8-9 0,16 0-23 0,-16 0-11 16,0 0-21-16,27-9-24 0,-27 9-15 0,13-13-32 0,-6 6-16 15,-7 7-20-15,6-19-24 0,-4 10-13 0,-2 9-24 16,-2-17-17-16,2 17-16 0,0 0-6 0,-11-18-19 16,11 18-14-16,-18-2-12 0,18 2-12 0,-34 0-18 15,34 0-27-15,-35 12-25 0,16-6 0 0,3 3-32 16,-5 2-28-16,0 3-30 0,5-1-30 0,2 0-37 16,1 2-49-16,3-1-48 0,-1 2-50 0,8-5-42 15,-2 5-39-15,5-5-45 0,0-11-63 0,14 15-393 16,-1-5-959-16,3-9 423 0</inkml:trace>
        </inkml:traceGroup>
        <inkml:traceGroup>
          <inkml:annotationXML>
            <emma:emma xmlns:emma="http://www.w3.org/2003/04/emma" version="1.0">
              <emma:interpretation id="{7D3589F2-F4F6-4913-989B-7626ED392B76}" emma:medium="tactile" emma:mode="ink">
                <msink:context xmlns:msink="http://schemas.microsoft.com/ink/2010/main" type="inkWord" rotatedBoundingBox="13452,2702 14418,2730 14384,3914 13419,3886"/>
              </emma:interpretation>
              <emma:one-of disjunction-type="recognition" id="oneOf9">
                <emma:interpretation id="interp9" emma:lang="" emma:confidence="0.5">
                  <emma:literal>,</emma:literal>
                </emma:interpretation>
                <emma:interpretation id="interp10" emma:lang="" emma:confidence="0">
                  <emma:literal>.</emma:literal>
                </emma:interpretation>
                <emma:interpretation id="interp11" emma:lang="" emma:confidence="0">
                  <emma:literal>l</emma:literal>
                </emma:interpretation>
                <emma:interpretation id="interp12" emma:lang="" emma:confidence="0">
                  <emma:literal>|</emma:literal>
                </emma:interpretation>
                <emma:interpretation id="interp13" emma:lang="" emma:confidence="0">
                  <emma:literal>1</emma:literal>
                </emma:interpretation>
              </emma:one-of>
            </emma:emma>
          </inkml:annotationXML>
          <inkml:trace contextRef="#ctx0" brushRef="#br0" timeOffset="11592.7967">13159 1114 238 0,'0'0'499'0,"5"-21"8"0,-5 21 32 16,3-15 27-16,0 8 29 0,-3 7 11 0,12-12-9 15,-12 12-21-15,11-6-28 0,-11 6-33 0,0 0-36 16,0 0-26-16,0 0-22 0,29 25-16 0,-21-10-3 15,0 15-197-15,-2 8-215 0,-4 2 0 0,3 6 0 16,-4 4 0-16,-14 6 0 0,12 15 0 0,-6-18 0 16,6 2 0-16,1 1 0 0,1 14 0 0,-2-12 0 15,-1-4 0-15,4-2 0 0,-2 2 0 0,-2-3 0 0,4-3 0 16,-1-3 0-16,-1-4 0 0,7-3 0 0,-9-11 0 16,2-2 0-16,0-5 0 0,-5-6 0 15,9 0 0-15,-4 0 0 0,0-14 0 0,3 14 0 0,-3-14 0 16,0 12-225-16,0-12-1103 0,0 0-1439 0,0 0 637 15</inkml:trace>
          <inkml:trace contextRef="#ctx0" brushRef="#br0" timeOffset="11327.1668">12333 1677 84 0,'-16'-7'531'0,"16"7"11"0,-13-5 18 15,13 5 0-15,0 0 2 0,-16-5-14 0,16 5-10 16,0 0-6-16,0 0-10 0,0 0-28 0,0 0-43 16,51-9-42-16,-30 7-40 0,8-1-38 0,5-1-32 15,1 4-36-15,10-4-28 0,-2 4-54 0,-11-2-79 16,12-2-86-16,1-1-91 0,-12 4-90 0,-1-5-91 16,10 0-93-16,-11 4-74 0,-1-6-96 0,-11 2-113 15,9-1-320-15,-7-6-1031 0,6 0 456 0</inkml:trace>
        </inkml:traceGroup>
      </inkml:traceGroup>
    </inkml:traceGroup>
    <inkml:traceGroup>
      <inkml:annotationXML>
        <emma:emma xmlns:emma="http://www.w3.org/2003/04/emma" version="1.0">
          <emma:interpretation id="{A25260E9-E58B-4317-911C-17B7BBBC0B73}" emma:medium="tactile" emma:mode="ink">
            <msink:context xmlns:msink="http://schemas.microsoft.com/ink/2010/main" type="paragraph" rotatedBoundingBox="3763,4197 15392,4687 15344,5836 3714,5346" alignmentLevel="2"/>
          </emma:interpretation>
        </emma:emma>
      </inkml:annotationXML>
      <inkml:traceGroup>
        <inkml:annotationXML>
          <emma:emma xmlns:emma="http://www.w3.org/2003/04/emma" version="1.0">
            <emma:interpretation id="{C2C72D71-76DC-4EA3-AF40-FC9B47B4AC38}" emma:medium="tactile" emma:mode="ink">
              <msink:context xmlns:msink="http://schemas.microsoft.com/ink/2010/main" type="line" rotatedBoundingBox="3763,4197 15392,4687 15344,5836 3714,5346">
                <msink:destinationLink direction="with" ref="{7B8334D6-4104-48BA-B66E-4B519224535E}"/>
                <msink:destinationLink direction="with" ref="{94BAE8E8-B320-47C9-A192-228346CAAF2C}"/>
              </msink:context>
            </emma:interpretation>
          </emma:emma>
        </inkml:annotationXML>
        <inkml:traceGroup>
          <inkml:annotationXML>
            <emma:emma xmlns:emma="http://www.w3.org/2003/04/emma" version="1.0">
              <emma:interpretation id="{D1081749-E8C8-44A9-8375-B3AABB5B35BD}" emma:medium="tactile" emma:mode="ink">
                <msink:context xmlns:msink="http://schemas.microsoft.com/ink/2010/main" type="inkWord" rotatedBoundingBox="3755,4376 4590,4411 4560,5131 3725,5096"/>
              </emma:interpretation>
              <emma:one-of disjunction-type="recognition" id="oneOf10">
                <emma:interpretation id="interp14" emma:lang="" emma:confidence="1">
                  <emma:literal/>
                </emma:interpretation>
              </emma:one-of>
            </emma:emma>
          </inkml:annotationXML>
          <inkml:trace contextRef="#ctx0" brushRef="#br0" timeOffset="12548.2879">2947 2868 468 0,'-12'-6'489'16,"12"6"26"-16,-23-7 6 0,14 2-15 0,9 5-18 15,-28-5-30-15,28 5-39 0,0 0-28 0,-29 5-23 16,29-5-12-16,-20 11-13 0,7 1-14 0,0 2-5 16,5 2-12-16,0 6-25 0,5 4-16 0,-2 1-16 15,0 4-26-15,3-2-21 0,2 12-9 0,2-12-19 16,3 2-12-16,4 7-61 0,4 0-107 0,3-4 0 15,4-8 0-15,2 7 0 0,0 0 0 0,3-13 0 16,-1-1 0-16,1-4 0 0,1-1 0 0,1-2 0 0,2-4 0 16,0 0 0-16,3-2 0 0,-6-12 0 0,6 5 0 15,-3-6 0-15,1 2 0 0,-3-10 0 0,-2-1 0 16,2-3 0-16,2-9 0 0,-8 6 0 0,4-9 0 16,-6-6 0-16,1 3 0 0,-9-8 0 0,-6 1 0 15,0-3 0-15,-1 3 0 0,-4 2 0 0,-4 0 0 16,-6 8 0-16,-1-5 0 0,-4 8 0 0,-4 4 0 15,-7-5 0-15,-6 3 0 0,-5 0 0 0,-6 7 0 16,0 5 0-16,-7 5 0 0,0 1 0 0,-6 1 0 16,0 11 0-16,5-1 0 0,-2 9 0 0,-4-1 0 15,9 2 0-15,0 1 0 0,5 5-588 0,14-9-103 16,2 5-461-16,12-6-1248 0,11 0 552 0</inkml:trace>
        </inkml:traceGroup>
        <inkml:traceGroup>
          <inkml:annotationXML>
            <emma:emma xmlns:emma="http://www.w3.org/2003/04/emma" version="1.0">
              <emma:interpretation id="{B2068B9C-1FBD-4B2A-9817-DFDBB3BA5CDB}" emma:medium="tactile" emma:mode="ink">
                <msink:context xmlns:msink="http://schemas.microsoft.com/ink/2010/main" type="inkWord" rotatedBoundingBox="6218,4476 6952,4507 6926,5143 6191,5112"/>
              </emma:interpretation>
              <emma:one-of disjunction-type="recognition" id="oneOf11">
                <emma:interpretation id="interp15" emma:lang="" emma:confidence="1">
                  <emma:literal/>
                </emma:interpretation>
              </emma:one-of>
            </emma:emma>
          </inkml:annotationXML>
          <inkml:trace contextRef="#ctx0" brushRef="#br0" timeOffset="13204.514">5439 2899 257 0,'-22'7'500'0,"22"-7"-27"0,-23 3-8 0,9 2-2 15,-1 3-8-15,-2 3-13 0,1 0-25 0,6 2-16 0,-9 4-25 16,9-1-17-16,-9 3-20 0,11-1-19 0,-5 4-15 15,10-2-23-15,-4 6-25 0,7-1-19 0,0-2-27 16,4 4-17-16,2-1-15 0,5 1-8 0,-1-2-17 16,4 1-3-16,2-1-11 0,5-2-11 0,0 1-5 15,1-3-8-15,4-2-9 0,1-2-5 0,-3-1-38 16,4-6-64-16,-4 4 0 0,3-6 0 0,-6-4 0 16,-2-1 0-16,-1-1 0 0,-18-2 0 0,42-4 0 15,-22-1 0-15,-4 0 0 0,5-7 0 0,-5 2 0 16,2-5 0-16,-2-3 0 0,-2-6 0 0,3 2 0 15,-8-1 0-15,1-5 0 0,-4 1 0 0,-4-6 0 0,-2-7 0 16,-8-2 0-16,-7-1 0 0,1 2 0 0,-7 0 0 16,0 3 0-16,-6 1 0 0,-2 11 0 0,-1 0 0 15,2 9 0-15,-13-5 0 0,2 9 0 0,-3-4 0 16,-3 7 0-16,5 5 0 0,-9 2 0 0,4 10 0 16,0-3 0-16,-2 3 0 0,18 4-34 0,0 2-533 15,5-4-83-15,-3 8-507 0,13-8-1254 0,1 1 556 16</inkml:trace>
        </inkml:traceGroup>
        <inkml:traceGroup>
          <inkml:annotationXML>
            <emma:emma xmlns:emma="http://www.w3.org/2003/04/emma" version="1.0">
              <emma:interpretation id="{701B7AFA-D785-4303-8566-84BDCFF2ED4D}" emma:medium="tactile" emma:mode="ink">
                <msink:context xmlns:msink="http://schemas.microsoft.com/ink/2010/main" type="inkWord" rotatedBoundingBox="8942,4508 9973,4552 9928,5608 8898,5564"/>
              </emma:interpretation>
              <emma:one-of disjunction-type="recognition" id="oneOf12">
                <emma:interpretation id="interp16" emma:lang="" emma:confidence="1">
                  <emma:literal/>
                </emma:interpretation>
              </emma:one-of>
            </emma:emma>
          </inkml:annotationXML>
          <inkml:trace contextRef="#ctx0" brushRef="#br0" timeOffset="14613.0881">8171 2971 399 0,'0'0'579'0,"-9"-20"22"0,-1 11 16 0,8-1 28 0,2 10-6 16,-9-16-8-16,9 16-21 0,-7-10-35 0,7 10-40 16,-8-11-40-16,8 11-41 0,0 0-41 0,0 0-34 15,0 0-28-15,0 0-83 0,-21 35-268 0,17-13 0 16,2 11 0-16,-6 5 0 0,3 8 0 0,-3-1 0 16,3 2 0-16,4 3 0 0,-6 1 0 0,6 2 0 15,-6-3 0-15,1 3 0 0,0-8 0 0,2 0 0 16,4 4 0-16,-6-8 0 0,4-9 0 0,4-5 0 15,-7-3-128-15,12-2-632 0,-3-3-458 0,0-10-1318 16,-4-9 583-16</inkml:trace>
          <inkml:trace contextRef="#ctx0" brushRef="#br0" timeOffset="14863.07">8776 2978 7178 0,'2'-15'78'0,"4"-4"-60"0,-3 1 73 0,1 6 93 0,-3 1 72 15,-1 11 51-15,2-18-228 0,-2 18-79 0,3-9 0 16,-3 9 0-16,0 0 0 0,0 0 0 0,0 0 0 16,0 0 0-16,0 0 0 0,0 0 0 0,0 40 0 15,-5-11 0-15,5 2 0 0,0 8 0 0,0 2 0 16,0 9 0-16,7-5 0 0,-6 7 0 0,-1-2 0 0,3 5 0 16,-3-2 0-16,0 18 0 0,-3-26 0 0,0-1 0 15,-2 2 0-15,4-1 0 0,-7 1 0 16,3-1 0-16,0-8 0 0,2 1 0 0,-4-5 0 0,7-2 0 15,-8-3 0-15,3-1-1366 0,5-10-1478 0,4 1 654 16</inkml:trace>
          <inkml:trace contextRef="#ctx0" brushRef="#br0" timeOffset="13907.5612">7966 3196 183 0,'-29'1'475'15,"5"-1"14"-15,2 2 24 0,-3 0 3 0,25-2 3 0,-35 0-11 16,35 0-12-16,-29 0-20 0,29 0-37 0,0 0-21 16,-22 2-42-16,22-2-18 0,0 0-18 0,0 0-9 15,0 0-16-15,0 0-37 0,0 0-19 0,0 0-22 16,0 0-20-16,78 5-26 0,-44-3-17 0,11 3-91 15,5 0-83-15,-9-2 0 0,8-1 0 0,-4-2 0 16,3 2 0-16,-3 1 0 0,1-4 0 0,-12 2-143 16,11 3-183-16,-13-8-79 0,-3 4-88 0,6-3-112 15,-9-1-432-15,-5-1-1123 0,-4-3 497 0</inkml:trace>
        </inkml:traceGroup>
        <inkml:traceGroup>
          <inkml:annotationXML>
            <emma:emma xmlns:emma="http://www.w3.org/2003/04/emma" version="1.0">
              <emma:interpretation id="{FB77A998-30AA-47BA-8E06-BDD707113AFD}" emma:medium="tactile" emma:mode="ink">
                <msink:context xmlns:msink="http://schemas.microsoft.com/ink/2010/main" type="inkWord" rotatedBoundingBox="11595,4527 11983,4543 11946,5435 11558,5419"/>
              </emma:interpretation>
              <emma:one-of disjunction-type="recognition" id="oneOf13">
                <emma:interpretation id="interp17" emma:lang="" emma:confidence="1">
                  <emma:literal/>
                </emma:interpretation>
              </emma:one-of>
            </emma:emma>
          </inkml:annotationXML>
          <inkml:trace contextRef="#ctx0" brushRef="#br0" timeOffset="15510.4054">10648 3624 3553 0,'15'25'378'0,"-9"-12"-153"0,6 3 12 16,-4 1 47-16,0-6 44 0,-5 2-12 0,3-1-17 15,1-5-22-15,-7-7-16 0,12 10 6 0,-12-10 7 16,10 9-1-16,-10-9-9 0,18 2-18 0,-18-2-14 16,0 0-12-16,0 0-11 0,0 0-161 0,30-14-48 15,-22 5 0-15,-8 9 0 0,8-22 0 0,-5 7 0 16,-6 0 0-16,2-1 0 0,-3-3 0 0,-5 0 0 0,-1 5 0 16,-4-8 0-16,-2 12 0 0,-2-3 0 0,-4-1 0 15,-2 2 0-15,6 5 0 0,0 2 0 16,-11 1 0-16,5 1 0 0,0 4 0 0,-3 6 0 0,0-3 0 15,9 3-110-15,4 0-225 0,-4 1-37 0,2-1-43 16,3 4-51-16,5-4-69 0,0 5-458 0,8-12-1076 16,-2 15 476-16</inkml:trace>
          <inkml:trace contextRef="#ctx0" brushRef="#br0" timeOffset="15253.7231">10733 3027 511 0,'5'11'591'0,"-5"-11"-10"0,0 0 5 0,0 0 19 16,0 0 4-16,0 0-23 0,0 0-38 0,0 0-35 15,0 0-33-15,0 0-27 0,0 0-31 0,0 0-31 16,0 0 0-16,0 0-39 0,0 0-34 0,0 0-64 16,0 0-254-16,0 0 0 0,0 0 0 0,15-37 0 15,-14 22 0-15,-1 0 0 0,-5 1 0 0,4-1 0 16,-6-1 0-16,-1 4 0 0,-1-2 0 0,1 2 0 0,-3-3 0 15,-4 8 0-15,2 3 0 0,13 4-276 0,-29-1-263 16,29 1-77-16,-43 15-511 0,22-8-1221 0,-1 5 541 16</inkml:trace>
        </inkml:traceGroup>
        <inkml:traceGroup>
          <inkml:annotationXML>
            <emma:emma xmlns:emma="http://www.w3.org/2003/04/emma" version="1.0">
              <emma:interpretation id="{5D64A18E-A3D6-403E-B095-C949D4F5006E}" emma:medium="tactile" emma:mode="ink">
                <msink:context xmlns:msink="http://schemas.microsoft.com/ink/2010/main" type="inkWord" rotatedBoundingBox="13479,4670 15389,4750 15355,5554 13445,5473"/>
              </emma:interpretation>
              <emma:one-of disjunction-type="recognition" id="oneOf14">
                <emma:interpretation id="interp18" emma:lang="" emma:confidence="0.5">
                  <emma:literal>2</emma:literal>
                </emma:interpretation>
                <emma:interpretation id="interp19" emma:lang="" emma:confidence="0">
                  <emma:literal>z</emma:literal>
                </emma:interpretation>
                <emma:interpretation id="interp20" emma:lang="" emma:confidence="0">
                  <emma:literal>Z</emma:literal>
                </emma:interpretation>
                <emma:interpretation id="interp21" emma:lang="" emma:confidence="0">
                  <emma:literal>I</emma:literal>
                </emma:interpretation>
                <emma:interpretation id="interp22" emma:lang="" emma:confidence="0">
                  <emma:literal>L</emma:literal>
                </emma:interpretation>
              </emma:one-of>
            </emma:emma>
          </inkml:annotationXML>
          <inkml:trace contextRef="#ctx0" brushRef="#br0" timeOffset="17651.857">13374 3301 3393 0,'-41'-19'343'0,"29"12"-206"0,12 7-64 15,-13-14 4-15,7 6 41 0,6 8 25 0,-6-23 27 16,4 15 3-16,4-7-9 0,-2 2 3 0,0 13-1 16,12-28 2-16,-4 14-4 0,0 2 4 0,-1-3-4 15,7 4 3-15,1 3-1 0,2-4-6 0,1 1-8 16,-2 4 1-16,5-1-16 0,0-3 2 0,-2 8-14 0,-1-2-3 15,1 3-20-15,3 1 1 0,-22 1-17 0,36 8 0 16,-19 1-9-16,-1 7-1 0,-6-4-12 16,8 12-10-16,-4 3-4 0,-4 1-1 0,1 1-5 0,-8 9-6 15,2 5-2-15,-8-4-6 0,0 0-3 0,-5 2 3 16,-5-3-11-16,-2-1-2 0,-4-3-2 0,3 3 0 16,-5-4-7-16,-3-1-3 0,-5-3-12 0,2 1 0 15,1-11-5-15,4 3 4 0,-5-1-3 0,2-1 2 16,0-5 4-16,1 0-2 0,-4-4 5 0,6 2 5 15,9-3-9-15,-1-6 27 0,1 1-21 0,13-5 3 16,-16 6-1-16,16-6 15 0,0 0 12 0,-8 8 14 16,8-8-36-16,0 0-7 0,0 0 0 0,0 0 0 15,0 0 0-15,59-14 0 0,-25 9 0 0,9 2 0 16,-1-2 0-16,3-1 0 0,6 0 0 0,4 0 0 0,7 5 0 16,19-6 0-16,-24 0 0 0,4 2 0 0,-8 2 0 15,3-1 0-15,-6 0 0 0,-7 1 0 16,2-5 0-16,-13 2 0 0,-4 1 0 0,1-4-139 0,-12 1-384 15,-2-1-85-15,-4-1-546 0,-1 1-1250 0,-2 0 553 16</inkml:trace>
          <inkml:trace contextRef="#ctx0" brushRef="#br0" timeOffset="17166.5515">12426 3350 417 0,'0'0'454'0,"-29"0"6"0,29 0 10 16,-35 0-2-16,35 0-12 0,-24 3-17 0,24-3-25 0,-21 0-28 16,21 0-31-16,0 0-32 0,0 0-25 0,0 0-15 15,0 0-8-15,0 0-23 0,0 0-18 0,0 0-21 16,0 0-23-16,0 0-14 0,0 0-24 0,98-3-14 15,-58 1-11-15,-6 2-20 0,9-3-39 0,3 3-51 16,-2-3-57-16,-9 2-63 0,-3 1-62 0,15 0-61 16,-4-2-61-16,-3 2-65 0,-6 0-67 0,8 0-78 15,-14 0-351-15,3-1-918 0,3-2 407 0</inkml:trace>
        </inkml:traceGroup>
      </inkml:traceGroup>
    </inkml:traceGroup>
    <inkml:traceGroup>
      <inkml:annotationXML>
        <emma:emma xmlns:emma="http://www.w3.org/2003/04/emma" version="1.0">
          <emma:interpretation id="{4114FEC3-A1BF-4401-8C43-05F862D93F3B}" emma:medium="tactile" emma:mode="ink">
            <msink:context xmlns:msink="http://schemas.microsoft.com/ink/2010/main" type="paragraph" rotatedBoundingBox="4702,6512 13969,6391 13990,7972 4723,8093" alignmentLevel="2"/>
          </emma:interpretation>
        </emma:emma>
      </inkml:annotationXML>
      <inkml:traceGroup>
        <inkml:annotationXML>
          <emma:emma xmlns:emma="http://www.w3.org/2003/04/emma" version="1.0">
            <emma:interpretation id="{0A1A8455-8784-4005-B629-D4C597BE0CB8}" emma:medium="tactile" emma:mode="ink">
              <msink:context xmlns:msink="http://schemas.microsoft.com/ink/2010/main" type="line" rotatedBoundingBox="4702,6512 13969,6391 13990,7972 4723,8093">
                <msink:destinationLink direction="with" ref="{C7719A35-D8FA-42EC-B242-BE3DBE63C9B8}"/>
                <msink:destinationLink direction="with" ref="{4C5A41D4-D258-4F20-B944-83B23EA58892}"/>
              </msink:context>
            </emma:interpretation>
          </emma:emma>
        </inkml:annotationXML>
        <inkml:traceGroup>
          <inkml:annotationXML>
            <emma:emma xmlns:emma="http://www.w3.org/2003/04/emma" version="1.0">
              <emma:interpretation id="{EB1A38E8-9AC9-4C7A-AF4B-BE3B01E4DB59}" emma:medium="tactile" emma:mode="ink">
                <msink:context xmlns:msink="http://schemas.microsoft.com/ink/2010/main" type="inkWord" rotatedBoundingBox="4706,6816 4822,6814 4838,8086 4723,8088"/>
              </emma:interpretation>
              <emma:one-of disjunction-type="recognition" id="oneOf15">
                <emma:interpretation id="interp23" emma:lang="" emma:confidence="0.5">
                  <emma:literal>6</emma:literal>
                </emma:interpretation>
                <emma:interpretation id="interp24" emma:lang="" emma:confidence="0">
                  <emma:literal>f</emma:literal>
                </emma:interpretation>
                <emma:interpretation id="interp25" emma:lang="" emma:confidence="0">
                  <emma:literal>£</emma:literal>
                </emma:interpretation>
                <emma:interpretation id="interp26" emma:lang="" emma:confidence="0">
                  <emma:literal>.</emma:literal>
                </emma:interpretation>
                <emma:interpretation id="interp27" emma:lang="" emma:confidence="0">
                  <emma:literal>G</emma:literal>
                </emma:interpretation>
              </emma:one-of>
            </emma:emma>
          </inkml:annotationXML>
          <inkml:trace contextRef="#ctx0" brushRef="#br0" timeOffset="167618.7231">3676 5196 369 0,'0'0'453'0,"-7"-15"-7"16,4 8 13-16,3 7 5 0,-9-16-7 0,9 16-14 15,-5-10-26-15,5 10-29 0,0 0-34 0,-11-8-21 0,11 8-18 16,0 0-10-16,0 0 5 0,0 0-9 0,-4 34 0 15,1-12-6-15,2 16-6 0,-4 6-7 0,5-1-12 16,-2 9-11-16,0 1-14 0,1 19-12 0,2-1-30 16,-5-1-203-16,2 2 0 0,-3-16 0 0,4-2 0 15,-3 17 0-15,0-17 0 0,-3 0 0 0,7-3 0 16,-5-4 0-16,4 1 0 0,-2 1 0 0,-2-8 0 0,5-1 0 16,-2-8 0-16,2-6 0 0,-3-5 0 15,1-5 0-15,2-4 0 0,0-1 0 0,0-11 0 16,0 19 0-16,0-19-190 0,0 0-273 0,0 0-61 0,0 0-98 15,0 0-444-15,32-52-1154 0,-28 22 511 0</inkml:trace>
        </inkml:traceGroup>
        <inkml:traceGroup>
          <inkml:annotationXML>
            <emma:emma xmlns:emma="http://www.w3.org/2003/04/emma" version="1.0">
              <emma:interpretation id="{44250541-7C72-4695-94E7-9446B5FBBB30}" emma:medium="tactile" emma:mode="ink">
                <msink:context xmlns:msink="http://schemas.microsoft.com/ink/2010/main" type="inkWord" rotatedBoundingBox="6665,6825 9595,6786 9609,7909 6679,7947"/>
              </emma:interpretation>
              <emma:one-of disjunction-type="recognition" id="oneOf16">
                <emma:interpretation id="interp28" emma:lang="" emma:confidence="1">
                  <emma:literal/>
                </emma:interpretation>
              </emma:one-of>
            </emma:emma>
          </inkml:annotationXML>
          <inkml:trace contextRef="#ctx0" brushRef="#br0" timeOffset="168337.4196">5797 5310 512 0,'-16'-5'499'0,"16"5"-25"16,0 0-16-16,-24 0-2 0,24 0-7 0,-26 8-19 16,12 3-20-16,1 5-24 0,-3 4-21 0,-4 4-12 15,6 13-26-15,-2 4-16 0,-3-3-9 0,4 7-12 16,-1 1-11-16,10-1-18 0,-2 3-11 0,1 0-28 0,4-2-17 16,-2-3-17-16,5-3-21 0,8 3-11 0,-1-1-20 15,6-4-8-15,-4 1-14 0,9-4-51 0,-4-7-63 16,2-1 0-16,-1-2 0 0,6-1 0 0,-4-2 0 15,4-1 0-15,3-2 0 0,-4-2 0 0,-1-10 0 16,-3 2 0-16,5-3 0 0,-2 0 0 0,0-8 0 16,-19 2 0-16,40-7 0 0,-19 1 0 0,0-3 0 15,0-7 0-15,1-3 0 0,-1-1 0 0,2-13 0 16,-3-7 0-16,-5 0 0 0,-1-7 0 0,-2-1 0 16,-4-4 0-16,-7-1 0 0,4 1 0 0,-3 2 0 0,-4 4 0 15,-3-2 0-15,-3 3 0 0,0 4 0 16,-3 5 0-16,3 7 0 0,-7-1 0 0,-1 4 0 0,-3 5 0 15,-8-10 0-15,3 11 0 0,-3 2 0 0,-2 7 0 16,0-2 0-16,-5 3 0 0,4 1 0 0,-4 1 0 16,2 7 0-16,-10-2 0 0,7 3 0 0,6 3-77 15,0 0-303-15,2 5-51 0,9-3-53 0,-1 1-62 16,4 1-500-16,6 1-1133 0,9-8 502 0</inkml:trace>
          <inkml:trace contextRef="#ctx0" brushRef="#br0" timeOffset="169084.3424">8056 5117 272 0,'0'0'491'0,"0"0"-38"0,0 0-22 16,0 0 0-16,0 0 13 0,0 0-1 0,-36 39-8 0,25-20-18 15,-3 7-23-15,-4 9-14 0,0 1-13 0,2 7-13 16,-4-4-4-16,2 7-12 0,-1 1-21 0,4-1-26 15,1 3-22-15,-1 0-20 0,4-1-26 0,3 0-29 16,2 2-6-16,4-4-21 0,2-2-17 0,2 1-24 16,9-6-109-16,-8-7-17 0,7-5 0 0,-1 3 0 15,6-4 0-15,-1-1 0 0,9-4 0 0,1-2 0 0,-2-1 0 16,2-3 0-16,-1-7 0 0,6-2 0 16,-2-1 0-16,5-9 0 0,0 0 0 0,0-3 0 0,0-8 0 15,10-2 0-15,-5-11 0 0,-2 5 0 0,-3-10 0 16,0-5 0-16,-9-4 0 0,3-11 0 0,-10-1 0 15,3-14 0-15,-10 14 0 0,-4-21 0 0,-6 27 0 16,-4 1 0-16,-2-1 0 0,-5 4 0 0,-3 5 0 16,-7 3 0-16,2 6 0 0,1 9 0 0,-15-7 0 15,7 10 0-15,-5 7 0 0,-2 3 0 0,-10-3 0 16,-5 8 0-16,1 1 0 0,2 4 0 0,-1 0 0 0,2 3 0 16,4 9 0-16,-1-6-189 0,13-1-213 0,5 5-46 15,-2 1-52-15,9-4-70 0,-3 0-444 0,12-3-1098 16,2 1 486-16</inkml:trace>
        </inkml:traceGroup>
        <inkml:traceGroup>
          <inkml:annotationXML>
            <emma:emma xmlns:emma="http://www.w3.org/2003/04/emma" version="1.0">
              <emma:interpretation id="{6611B7A5-7FB6-43AB-81EC-005AB1DE379B}" emma:medium="tactile" emma:mode="ink">
                <msink:context xmlns:msink="http://schemas.microsoft.com/ink/2010/main" type="inkWord" rotatedBoundingBox="11333,6653 11551,6650 11554,6882 11336,6885"/>
              </emma:interpretation>
              <emma:one-of disjunction-type="recognition" id="oneOf17">
                <emma:interpretation id="interp29" emma:lang="" emma:confidence="1">
                  <emma:literal/>
                </emma:interpretation>
              </emma:one-of>
            </emma:emma>
          </inkml:annotationXML>
          <inkml:trace contextRef="#ctx0" brushRef="#br0" timeOffset="169490.5642">10384 5163 176 0,'0'7'501'0,"0"-7"-26"0,-10 16-8 0,10-16 1 0,-5 10-4 15,5-10-4-15,0 0-14 0,0 0-28 0,0 12-28 16,0-12-19-16,0 0-21 0,0 0-7 0,0 0-18 15,0 0-19-15,0 0-16 0,0 0-19 0,0 0-18 16,0 0-20-16,26-26-20 0,-26 26-17 0,3-14-18 16,-3 14-12-16,5-13-13 0,-5 13-14 0,3-24-17 0,-3 15-105 15,-1-3-17-15,1 12 0 0,-5-22 0 0,3 4 0 16,-1 5 0-16,-2 2 0 0,5 11 0 0,-10-22 0 16,6 11 0-16,-3 3 0 0,7 8 0 0,-13-11 0 15,5 3 0-15,8 8 0 0,-16-9 0 0,16 9-3 16,-22 0-276-16,22 0-65 0,0 0-55 0,-40 17-59 15,25-2-70-15,-6 3-82 0,7 3-319 0,-7 16-1005 16,10 2 444-16</inkml:trace>
        </inkml:traceGroup>
        <inkml:traceGroup>
          <inkml:annotationXML>
            <emma:emma xmlns:emma="http://www.w3.org/2003/04/emma" version="1.0">
              <emma:interpretation id="{A52F4FE0-BC02-4B46-B469-457A87BF0D5A}" emma:medium="tactile" emma:mode="ink">
                <msink:context xmlns:msink="http://schemas.microsoft.com/ink/2010/main" type="inkWord" rotatedBoundingBox="11396,7407 11600,7404 11605,7785 11401,7788"/>
              </emma:interpretation>
              <emma:one-of disjunction-type="recognition" id="oneOf18">
                <emma:interpretation id="interp30" emma:lang="" emma:confidence="1">
                  <emma:literal/>
                </emma:interpretation>
              </emma:one-of>
            </emma:emma>
          </inkml:annotationXML>
          <inkml:trace contextRef="#ctx0" brushRef="#br0" timeOffset="169881.1866">10305 5974 248 0,'5'24'343'0,"-2"-5"6"0,5-3-3 0,-1 2 3 16,-1-8 1-16,2 1-3 0,-3 0-13 0,-5-11-1 0,8 15-9 15,-8-15-9-15,6 11-11 0,-6-11-9 16,0 0-16-16,10 3-25 0,-10-3-10 0,0 0-8 16,0 0-10-16,0 0-26 0,14-29-17 0,-9 14-17 0,-5-2-17 15,-1-1-14-15,-4 0-9 0,3-1-9 0,-4 1-10 16,-2 2-9-16,3-2-8 0,-3-1 1 0,1 11-10 16,-1-3-8-16,2 3-5 0,-4 1 0 0,10 7-9 15,-13-12-3-15,13 12-5 0,-14-6-3 0,14 6-8 16,0 0 4-16,0 0-13 0,0 0 1 0,-34 12-4 15,34-12-4-15,-8 14-1 0,7 0 1 0,1-14-9 0,-2 23 5 16,4-13-11-16,7 3 7 0,-9-3-8 0,0-10 0 16,12 19-1-16,-3-11-1 0,4 0-5 0,-5-2-13 15,-8-6-5-15,23 5-10 0,-23-5-5 0,25 2-4 16,-25-2-3-16,27-7-2 0,-15-2 0 0,1 4 0 16,-1-2-8-16,-4-4-2 0,5 0-9 0,-10-5-6 15,4 4-5-15,-1-5-2 0,-4 1-11 0,-4-3-11 16,1 2-19-16,-4-2-31 0,-2 0-38 0,-7-1-35 0,4 2-26 15,-7 4-36-15,2 2-45 0,-9 2-61 16,5 0-81-16,-7 1-297 0,5 7-827 0,1-3 366 0</inkml:trace>
        </inkml:traceGroup>
        <inkml:traceGroup>
          <inkml:annotationXML>
            <emma:emma xmlns:emma="http://www.w3.org/2003/04/emma" version="1.0">
              <emma:interpretation id="{1D56368D-9FF5-434E-8AE2-2ADE62F192F1}" emma:medium="tactile" emma:mode="ink">
                <msink:context xmlns:msink="http://schemas.microsoft.com/ink/2010/main" type="inkWord" rotatedBoundingBox="12910,6405 13969,6391 13990,7972 12931,7985"/>
              </emma:interpretation>
              <emma:one-of disjunction-type="recognition" id="oneOf19">
                <emma:interpretation id="interp31" emma:lang="" emma:confidence="1">
                  <emma:literal/>
                </emma:interpretation>
              </emma:one-of>
            </emma:emma>
          </inkml:annotationXML>
          <inkml:trace contextRef="#ctx0" brushRef="#br0" timeOffset="172381.0056">12818 4807 33 0,'-4'-15'404'0,"-2"3"-25"0,-2-6-13 16,-3 10 3-16,-2-3-14 0,-2 1-1 0,-1 1-4 0,-5 5-16 15,-6 2-9-15,-2 7-7 0,0 0-9 16,-1 9-8-16,-5 6-13 0,-5 6-6 0,3 11-12 16,-5-3 3-16,11 8-21 0,1 6 0 0,-7 20-24 0,3 0 8 15,5-2-18-15,7 9-10 0,-2-5-15 0,10 4-13 16,6 1-12-16,-4-4-7 0,9 5-10 0,3-21-16 16,3 18-1-16,9 1-5 0,-1-21-11 0,0-1-5 15,8-1-108-15,2 0-5 0,0-3 0 0,6-6 0 16,-1-2 0-16,3-6 0 0,4 3 0 0,-4-8 0 15,-1-10 0-15,-1 0 0 0,2-6 0 0,-2-2 0 16,4-7 0-16,-4-1 0 0,2-8 0 0,-4 2 0 16,3-4 0-16,-6-5 0 0,2-6 0 0,-3-1 0 15,-3-7 0-15,1 4 0 0,-5-16 0 0,-4 7 0 0,-4-9 0 16,-4 2 0-16,-4-3 0 0,-1 11 0 0,-6 0 0 16,-1 3 0-16,-5 5 0 0,-5-1 0 0,-4 2 0 15,-15-1 0-15,2 3 0 0,-6 7 0 0,-7 1 0 16,-1 3 0-16,-4 6 0 0,-3 4 0 0,2-2 0 15,-3 8-37-15,-4 1-307 0,6 0-44 0,-22 10-51 16,-4 3-44-16,25-6-69 0,-21 3-440 0,21-4-1073 16,5 4 474-16</inkml:trace>
        </inkml:traceGroup>
      </inkml:traceGroup>
    </inkml:traceGroup>
    <inkml:traceGroup>
      <inkml:annotationXML>
        <emma:emma xmlns:emma="http://www.w3.org/2003/04/emma" version="1.0">
          <emma:interpretation id="{53F4CE65-871E-4266-8E20-EEDD651D8D02}" emma:medium="tactile" emma:mode="ink">
            <msink:context xmlns:msink="http://schemas.microsoft.com/ink/2010/main" type="paragraph" rotatedBoundingBox="4337,8826 14361,8569 14394,9883 4370,10140" alignmentLevel="2"/>
          </emma:interpretation>
        </emma:emma>
      </inkml:annotationXML>
      <inkml:traceGroup>
        <inkml:annotationXML>
          <emma:emma xmlns:emma="http://www.w3.org/2003/04/emma" version="1.0">
            <emma:interpretation id="{3D61B946-E1C7-4466-95E2-F4554A3359AF}" emma:medium="tactile" emma:mode="ink">
              <msink:context xmlns:msink="http://schemas.microsoft.com/ink/2010/main" type="inkBullet" rotatedBoundingBox="4345,9153 4971,9137 4986,9715 4360,9731"/>
            </emma:interpretation>
          </emma:emma>
        </inkml:annotationXML>
        <inkml:trace contextRef="#ctx0" brushRef="#br0" timeOffset="173302.7994">3360 7540 21 0,'-19'-7'361'0,"19"7"-20"0,-17-5-20 15,17 5-12-15,0 0-12 0,-28 12 1 0,15-5-5 0,6 4-3 16,-7 3-3-16,7 3 5 0,-5 4-3 0,2-2-5 16,4 7-8-16,-4 1-7 0,5 0-8 0,2 2-9 15,0-2-15-15,6 1-18 0,-1 0-5 0,4 2-8 16,0-2-9-16,4-4-10 0,4 0 1 0,6-3-22 0,-4 2-8 15,6-4-10-15,1-4-18 0,1 0 16 16,1-4-5-16,3-3-22 0,2-2 7 0,-3-2-2 16,2-4-10-16,5-3-7 0,-5-1-7 0,0-7-2 0,4 3-10 15,-7-6-12-15,1-2-7 0,1-3-10 0,-6 2-26 16,1-1-33-16,-4-6 0 0,2 2 0 0,-5-2 0 16,-2-6 0-16,-7 1 0 0,-1 2 0 0,-1-2 0 15,-4-2 0-15,-5 1 0 0,-4 0 0 0,-2 3 0 16,-3 1 0-16,-6 0 0 0,-2 3 0 0,-1 2 0 15,-7 2 0-15,-10 0 0 0,6 11 0 0,-9-6 0 16,-3 9 0-16,3 2-87 0,7 3-43 0,-7 7-8 16,10-4-21-16,-8 9-31 0,9 0-27 0,6-2-27 15,9 1-33-15,1 4-28 0,2-3-32 0,5 6-34 0,8-1-34 16,5-3-58-16,5-2-349 0,6-1-878 0,10 0 388 16</inkml:trace>
      </inkml:traceGroup>
      <inkml:traceGroup>
        <inkml:annotationXML>
          <emma:emma xmlns:emma="http://www.w3.org/2003/04/emma" version="1.0">
            <emma:interpretation id="{F842BD98-B223-4FEF-B814-3BF3FCEE624C}" emma:medium="tactile" emma:mode="ink">
              <msink:context xmlns:msink="http://schemas.microsoft.com/ink/2010/main" type="line" rotatedBoundingBox="6902,8760 14361,8569 14394,9883 6936,10074">
                <msink:destinationLink direction="with" ref="{C7719A35-D8FA-42EC-B242-BE3DBE63C9B8}"/>
                <msink:destinationLink direction="with" ref="{4C5A41D4-D258-4F20-B944-83B23EA58892}"/>
              </msink:context>
            </emma:interpretation>
          </emma:emma>
        </inkml:annotationXML>
        <inkml:traceGroup>
          <inkml:annotationXML>
            <emma:emma xmlns:emma="http://www.w3.org/2003/04/emma" version="1.0">
              <emma:interpretation id="{B803A809-6E70-4661-834F-D11B801D6DC4}" emma:medium="tactile" emma:mode="ink">
                <msink:context xmlns:msink="http://schemas.microsoft.com/ink/2010/main" type="inkWord" rotatedBoundingBox="6902,8770 7049,8767 7076,9781 6929,9785"/>
              </emma:interpretation>
              <emma:one-of disjunction-type="recognition" id="oneOf20">
                <emma:interpretation id="interp32" emma:lang="" emma:confidence="1">
                  <emma:literal/>
                </emma:interpretation>
              </emma:one-of>
            </emma:emma>
          </inkml:annotationXML>
          <inkml:trace contextRef="#ctx0" brushRef="#br0" timeOffset="173677.7727">5847 7307 126 0,'-2'-19'423'0,"2"-3"-1"0,5 1 13 0,-2 4 17 15,2-2 7-15,-4 0 3 0,6 1-3 0,1 2-10 16,-2 1-3-16,1 1-8 0,-1 6-17 0,-6 8-13 0,6-19-15 16,-6 19-17-16,4-8-19 0,-4 8-15 0,0 0-19 15,0 0-16-15,0 0-19 0,0 0-13 0,-10 58-145 16,-1-18-130-16,4-11 0 0,-1 13 0 0,0 1 0 15,0 3 0-15,2 1 0 0,0 5 0 0,4-3 0 16,-3 2 0-16,3 1 0 0,2-4 0 0,-1 4 0 16,-2-4 0-16,3 1 0 0,-4-8 0 0,0 4 0 15,-3-3 0-15,6-11 0 0,-6 6 0 0,4-7 0 16,0-8 0-16,0 3-523 0,-2-9-230 0,2-1-400 16,-1-7-1249-16,4-8 554 0</inkml:trace>
        </inkml:traceGroup>
        <inkml:traceGroup>
          <inkml:annotationXML>
            <emma:emma xmlns:emma="http://www.w3.org/2003/04/emma" version="1.0">
              <emma:interpretation id="{A11DF647-E854-4FB5-B273-E1F70E1F16B1}" emma:medium="tactile" emma:mode="ink">
                <msink:context xmlns:msink="http://schemas.microsoft.com/ink/2010/main" type="inkWord" rotatedBoundingBox="9002,8822 9564,8808 9584,9571 9022,9585"/>
              </emma:interpretation>
              <emma:one-of disjunction-type="recognition" id="oneOf21">
                <emma:interpretation id="interp33" emma:lang="" emma:confidence="0.5">
                  <emma:literal>0:</emma:literal>
                </emma:interpretation>
                <emma:interpretation id="interp34" emma:lang="" emma:confidence="0">
                  <emma:literal>o:</emma:literal>
                </emma:interpretation>
                <emma:interpretation id="interp35" emma:lang="" emma:confidence="0">
                  <emma:literal>0;</emma:literal>
                </emma:interpretation>
                <emma:interpretation id="interp36" emma:lang="" emma:confidence="0">
                  <emma:literal>on:</emma:literal>
                </emma:interpretation>
                <emma:interpretation id="interp37" emma:lang="" emma:confidence="0">
                  <emma:literal>0°</emma:literal>
                </emma:interpretation>
              </emma:one-of>
            </emma:emma>
          </inkml:annotationXML>
          <inkml:trace contextRef="#ctx0" brushRef="#br0" timeOffset="174397.4857">8040 7143 49 0,'0'0'387'15,"0"0"-22"-15,0 0 7 0,0 0 8 0,0 0-1 16,0 0 18-16,-18 36-4 0,10-22-6 0,2 5 3 16,-7 7-7-16,5 0-5 0,0 0-6 0,1 0-1 15,-1 0-8-15,2 2-14 0,-2-1-21 0,3 3-18 0,-3 6-22 16,6-9-23-16,1 4-22 0,4-5-15 0,-5 0-17 16,4 4-13-16,4 0-12 0,1-2-12 0,1 0-129 15,5-2-45-15,-4 1 0 0,6-1 0 0,-1-1 0 16,5-1 0-16,-4-5 0 0,4 0 0 0,-4-7 0 15,1 2 0-15,-2-6 0 0,5-2 0 0,2 0 0 16,-3-4 0-16,-18-2 0 0,37-2 0 0,-16-6 0 16,4-1 0-16,-1-1 0 0,-1-6 0 0,-2-8 0 15,0 0 0-15,-1-10 0 0,0-4 0 0,-4-6 0 0,0-1 0 16,-5-1 0-16,-5-4 0 0,-6 3 0 0,0-2 0 16,-4 4 0-16,-6 3 0 0,-1 12 0 0,-5 4 0 15,-10-7 0-15,4 9 0 0,-7-3 0 0,0 8 0 16,-10 1 0-16,-2 3 0 0,-8 6 0 0,17 4 0 15,-3-2 0-15,-7 6 0 0,-1 4 0 0,9-5-161 16,10 9-255-16,-1-2-56 0,9 2-68 0,-4 0-88 16,12 0-368-16,8-7-1079 0,-14 8 477 0</inkml:trace>
        </inkml:traceGroup>
        <inkml:traceGroup>
          <inkml:annotationXML>
            <emma:emma xmlns:emma="http://www.w3.org/2003/04/emma" version="1.0">
              <emma:interpretation id="{9F7C93BA-2341-41C5-B981-1DB6873BD8CA}" emma:medium="tactile" emma:mode="ink">
                <msink:context xmlns:msink="http://schemas.microsoft.com/ink/2010/main" type="inkWord" rotatedBoundingBox="11140,8651 11499,8642 11528,9761 11169,9771"/>
              </emma:interpretation>
            </emma:emma>
          </inkml:annotationXML>
          <inkml:trace contextRef="#ctx0" brushRef="#br0" timeOffset="174740.2044">10207 7266 6141 0,'-14'14'79'0,"3"-6"-43"0,-1-2 8 0,12-6 13 15,-11 10 39-15,11-10 27 0,0 0 23 0,0 0 4 16,0 0-2-16,0 0-3 0,0 0-1 0,0 0 8 0,45-33 5 15,-35 24-4-15,9-3 11 0,-3 1-15 16,-2-4-42-16,7 0-107 0,-3-3 0 0,-7 3 0 0,2-1 0 16,-5 1 0-16,0 0 0 0,-5-3 0 0,-1 2 0 15,-1 2 0-15,-4-2 0 0,-2-3 0 0,-7 8 0 16,4-6 0-16,-9 4 0 0,-2 6 0 0,3-4 0 16,-3 3 0-16,-2 5 0 0,0-2 0 0,2 5 0 15,19 0 0-15,-40 8 0 0,13 3 0 0,4 3-331 16,2 2-67-16,0 6-56 0,4 2-67 0,2 1-73 15,4 5-389-15,3 7-1064 0,2 2 471 0</inkml:trace>
          <inkml:trace contextRef="#ctx0" brushRef="#br0" timeOffset="174990.1807">10310 8005 308 0,'6'18'376'0,"-4"-2"-10"0,0-1-6 15,2-7 15-15,-4-8 12 0,7 18 20 0,-7-18 12 16,3 8-1-16,-3-8-6 0,0 0-27 0,0 0-21 15,0 0-8-15,0 0-29 0,0 0-26 0,0 0-34 16,29-34-20-16,-24 13-24 0,-2 5-16 0,2-4-25 0,-5-5-10 16,0-1-22-16,1 1-15 0,-7 4-11 0,4 2 1 15,-1 4-28-15,-7-1-12 0,4 2-7 0,-4 3-13 16,-2-4-21-16,0 7-7 0,-2 4-37 0,14 4-30 16,-32-4-26-16,16 3-31 0,16 1-44 0,-34 8-52 15,20-4-58-15,14-4-47 0,-18 14-57 0,13-5-52 16,5-9-63-16,-6 19-471 0,6-19-1007 0,14 20 446 15</inkml:trace>
        </inkml:traceGroup>
        <inkml:traceGroup>
          <inkml:annotationXML>
            <emma:emma xmlns:emma="http://www.w3.org/2003/04/emma" version="1.0">
              <emma:interpretation id="{63FCDC55-E939-469E-83E2-D981E359E636}" emma:medium="tactile" emma:mode="ink">
                <msink:context xmlns:msink="http://schemas.microsoft.com/ink/2010/main" type="inkWord" rotatedBoundingBox="13022,8607 14361,8573 14394,9883 13055,9917"/>
              </emma:interpretation>
              <emma:one-of disjunction-type="recognition" id="oneOf22">
                <emma:interpretation id="interp38" emma:lang="" emma:confidence="0.5">
                  <emma:literal>M</emma:literal>
                </emma:interpretation>
                <emma:interpretation id="interp39" emma:lang="" emma:confidence="0">
                  <emma:literal>4</emma:literal>
                </emma:interpretation>
                <emma:interpretation id="interp40" emma:lang="" emma:confidence="0">
                  <emma:literal>.</emma:literal>
                </emma:interpretation>
                <emma:interpretation id="interp41" emma:lang="" emma:confidence="0">
                  <emma:literal>"</emma:literal>
                </emma:interpretation>
                <emma:interpretation id="interp42" emma:lang="" emma:confidence="0">
                  <emma:literal>,</emma:literal>
                </emma:interpretation>
              </emma:one-of>
            </emma:emma>
          </inkml:annotationXML>
          <inkml:trace contextRef="#ctx0" brushRef="#br0" timeOffset="175255.7981">11975 7475 149 0,'-16'-3'549'0,"16"3"-6"0,-34-4-12 15,18 4-11-15,16 0-14 0,0 0-12 0,-20-5-16 16,20 5-28-16,0 0-1 0,0 0-17 0,0 0-25 16,0 0-28-16,51-18-32 0,-22 11-29 0,-2 0-28 15,16-1-31-15,-9 0-25 0,8-2-22 0,1 2-22 16,-4-3-26-16,-4 7-33 0,7-2-56 0,-4-4-71 15,-4 1-73-15,-4 3-66 0,-1 0-76 0,3 1-92 0,-3 0-73 16,2-4-86-16,-2 1-105 0,-4 1-431 0,-1-4-1082 16,4 5 479-16</inkml:trace>
          <inkml:trace contextRef="#ctx0" brushRef="#br0" timeOffset="175531.6998">13140 6970 433 0,'0'0'577'0,"3"-20"-11"0,-1 9-6 0,-2 11-16 16,0-14-6-16,0 14 8 0,8-13-19 0,-8 13-21 15,0 0-31-15,1-12-28 0,-1 12-28 0,0 0-17 16,0 0-12-16,0 0-28 0,0 0-10 0,0 0-13 0,10 57-131 16,-7-31-208-16,2 5 0 0,-10 10 0 0,8 4 0 15,1 1 0-15,4 5 0 0,-5-1 0 0,2 2 0 16,1 1 0-16,2 18 0 0,-1-14 0 0,-1-3 0 15,0 16 0-15,2-14 0 0,-4-8 0 0,-4 4 0 16,-4-4 0-16,4 2 0 0,0-1 0 0,-3-1 0 16,-8-3 0-16,5-7 0 0,-6 1 0 0,3-12 0 15,1 0 0-15,-7-1-85 0,7-10-712 0,-8 4-422 16,-1-8-1319-16,1-5 584 0</inkml:trace>
        </inkml:traceGroup>
      </inkml:traceGroup>
    </inkml:traceGroup>
    <inkml:traceGroup>
      <inkml:annotationXML>
        <emma:emma xmlns:emma="http://www.w3.org/2003/04/emma" version="1.0">
          <emma:interpretation id="{906E7AED-443D-45D6-8164-0AC6446088DF}" emma:medium="tactile" emma:mode="ink">
            <msink:context xmlns:msink="http://schemas.microsoft.com/ink/2010/main" type="paragraph" rotatedBoundingBox="4639,10412 15392,10347 15401,11778 4648,11843" alignmentLevel="2"/>
          </emma:interpretation>
        </emma:emma>
      </inkml:annotationXML>
      <inkml:traceGroup>
        <inkml:annotationXML>
          <emma:emma xmlns:emma="http://www.w3.org/2003/04/emma" version="1.0">
            <emma:interpretation id="{71C0924D-732D-488B-AE33-F296E495BCC8}" emma:medium="tactile" emma:mode="ink">
              <msink:context xmlns:msink="http://schemas.microsoft.com/ink/2010/main" type="inkBullet" rotatedBoundingBox="4642,10876 5293,10872 5297,11649 4647,11653"/>
            </emma:interpretation>
          </emma:emma>
        </inkml:annotationXML>
        <inkml:trace contextRef="#ctx0" brushRef="#br0" timeOffset="176437.8851">3687 9204 174 0,'0'0'386'0,"0"0"-4"0,0 0 5 0,-53 26-2 0,43-12 21 16,-2 1-3-16,-3 4 5 0,1 3-11 0,1 5-18 15,-1-1-9-15,5 4-18 0,0-2-18 0,-4 8-12 16,0 2-14-16,10-6-13 0,-3 6-14 0,1-7-28 15,5-2-9-15,5 11-24 0,-4-8-18 0,6-4-17 16,2 11-13-16,4-1-11 0,3-4-12 0,2-7-5 16,-2-2-16-16,9-6-6 0,-2 1-3 0,1 0-1 0,3-7-113 15,2 3-5-15,0-9 0 0,6-4 0 16,-4-3 0-16,15 0 0 0,-15-7 0 0,-1-5 0 0,6-3 0 16,-1-10 0-16,-8 5 0 0,4-11 0 0,-4-6 0 15,-6-4 0-15,-5-6 0 0,3 2 0 0,-9-8 0 16,-1 1 0-16,-5 2 0 0,-4-2 0 0,-7 2 0 15,5 7 0-15,-6 3 0 0,-3 6 0 0,3 4 0 0,-6 9 0 16,-7 1 0-16,0 2 0 0,-3 3 0 16,0 6 0-16,-10 2 0 0,-7 4 0 0,5 4 0 15,-5 8 0-15,10 0-153 0,2 5-118 0,0-1-43 0,2 1-38 16,3 5-36-16,-8 7-50 0,11-1-39 0,7-1-96 16,4-2-299-16,4-5-942 0,4 0 416 0</inkml:trace>
      </inkml:traceGroup>
      <inkml:traceGroup>
        <inkml:annotationXML>
          <emma:emma xmlns:emma="http://www.w3.org/2003/04/emma" version="1.0">
            <emma:interpretation id="{65159B4E-43AE-461C-BE28-CB48E9100C91}" emma:medium="tactile" emma:mode="ink">
              <msink:context xmlns:msink="http://schemas.microsoft.com/ink/2010/main" type="line" rotatedBoundingBox="6808,10399 15392,10347 15401,11778 6817,11830">
                <msink:destinationLink direction="with" ref="{C7719A35-D8FA-42EC-B242-BE3DBE63C9B8}"/>
                <msink:destinationLink direction="with" ref="{4C5A41D4-D258-4F20-B944-83B23EA58892}"/>
              </msink:context>
            </emma:interpretation>
          </emma:emma>
        </inkml:annotationXML>
        <inkml:traceGroup>
          <inkml:annotationXML>
            <emma:emma xmlns:emma="http://www.w3.org/2003/04/emma" version="1.0">
              <emma:interpretation id="{9240BF02-D889-4230-AC02-406E2A174E4B}" emma:medium="tactile" emma:mode="ink">
                <msink:context xmlns:msink="http://schemas.microsoft.com/ink/2010/main" type="inkWord" rotatedBoundingBox="6811,10808 7581,10803 7586,11610 6816,11615"/>
              </emma:interpretation>
            </emma:emma>
          </inkml:annotationXML>
          <inkml:trace contextRef="#ctx0" brushRef="#br0" timeOffset="176875.3552">5890 9211 493 0,'0'0'499'15,"-31"-7"-44"-15,31 7-32 0,0 0-17 0,0 0-9 16,-35 21-10-16,25-9-17 0,-1-4-16 0,3 6-12 16,-1 1-22-16,-1 3-14 0,0 6-19 0,1 1-13 15,2-8-20-15,1 8-10 0,-1 1-21 0,1 0-18 16,4 0-22-16,-2 0-17 0,4 2-5 0,0 0-19 0,0-3-7 16,0 3-8-16,6 2-9 0,2-3-7 0,0 1-12 15,7 0-7-15,-1-2 3 0,7 9-2 0,4-3 4 16,0 0-1-16,-5-11 4 0,6 2 4 0,1-6-71 15,2-1-33-15,2-6 0 0,-2-1 0 0,1-1 0 16,5-8 0-16,-3 0 0 0,9-8 0 0,-9 2 0 16,6-9 0-16,-9-1 0 0,6-8 0 0,-12 7 0 15,4-9 0-15,-4-7 0 0,2-3 0 0,-4 0 0 16,-7-4 0-16,-4-2 0 0,-3-1 0 0,-3-2 0 16,-2-2 0-16,-12-1 0 0,-4 0 0 0,-5 0 0 0,-2 3 0 15,-6 4 0-15,-2 7 0 0,-7 5 0 0,-1-1 0 16,-4 8 0-16,-3 8 0 0,-5 2 0 0,-4 10 0 15,-5 4-17-15,2 3-304 0,1 6-31 0,6-1-49 16,-3 3-54-16,7 3-72 0,5 2-493 0,19-3-1105 16,5 1 489-16</inkml:trace>
        </inkml:traceGroup>
        <inkml:traceGroup>
          <inkml:annotationXML>
            <emma:emma xmlns:emma="http://www.w3.org/2003/04/emma" version="1.0">
              <emma:interpretation id="{E7459234-1EFB-40CE-B6A8-08B26926691C}" emma:medium="tactile" emma:mode="ink">
                <msink:context xmlns:msink="http://schemas.microsoft.com/ink/2010/main" type="inkWord" rotatedBoundingBox="9409,10622 9540,10621 9548,11814 9416,11814"/>
              </emma:interpretation>
              <emma:one-of disjunction-type="recognition" id="oneOf23">
                <emma:interpretation id="interp43" emma:lang="" emma:confidence="0.5">
                  <emma:literal>l</emma:literal>
                </emma:interpretation>
                <emma:interpretation id="interp44" emma:lang="" emma:confidence="0">
                  <emma:literal>|</emma:literal>
                </emma:interpretation>
                <emma:interpretation id="interp45" emma:lang="" emma:confidence="0">
                  <emma:literal>,</emma:literal>
                </emma:interpretation>
                <emma:interpretation id="interp46" emma:lang="" emma:confidence="0">
                  <emma:literal>1</emma:literal>
                </emma:interpretation>
                <emma:interpretation id="interp47" emma:lang="" emma:confidence="0">
                  <emma:literal>.</emma:literal>
                </emma:interpretation>
              </emma:one-of>
            </emma:emma>
          </inkml:annotationXML>
          <inkml:trace contextRef="#ctx0" brushRef="#br0" timeOffset="177407.6046">8263 9015 431 0,'1'-10'541'0,"-1"10"10"16,2-19 4-16,-2 19-9 0,-2-17 5 0,2 17-12 0,5-10-24 15,-5 10-32-15,0 0-33 0,0 0-32 16,3-12-29-16,-3 12-23 0,0 0-14 0,0 0 3 0,0 0-19 15,4 45-24-15,-4-18-24 0,3 13-75 0,3 2-213 16,-4 3 0-16,3 4 0 0,-4 2 0 0,4 6 0 16,1 15 0-16,-2-1 0 0,4-19 0 0,-5 5 0 15,0-2 0-15,2-3 0 0,-4 2 0 0,6 19 0 16,-1-25 0-16,-2 0 0 0,0-3 0 0,1-3 0 16,-2-13 0-16,4 3 0 0,-6-4 0 0,6-9 0 0,-1 5-318 15,1-9-336-15,1-2-550 0,0-6-1303 0,-8-7 577 16</inkml:trace>
        </inkml:traceGroup>
        <inkml:traceGroup>
          <inkml:annotationXML>
            <emma:emma xmlns:emma="http://www.w3.org/2003/04/emma" version="1.0">
              <emma:interpretation id="{68DB9CC3-EF1F-48E2-AB72-1C9038E22712}" emma:medium="tactile" emma:mode="ink">
                <msink:context xmlns:msink="http://schemas.microsoft.com/ink/2010/main" type="inkWord" rotatedBoundingBox="11682,10370 11929,10368 11936,11496 11689,11498"/>
              </emma:interpretation>
              <emma:one-of disjunction-type="recognition" id="oneOf24">
                <emma:interpretation id="interp48" emma:lang="" emma:confidence="0.5">
                  <emma:literal>:</emma:literal>
                </emma:interpretation>
                <emma:interpretation id="interp49" emma:lang="" emma:confidence="0">
                  <emma:literal>&amp;</emma:literal>
                </emma:interpretation>
                <emma:interpretation id="interp50" emma:lang="" emma:confidence="0">
                  <emma:literal>;</emma:literal>
                </emma:interpretation>
                <emma:interpretation id="interp51" emma:lang="" emma:confidence="0">
                  <emma:literal>!</emma:literal>
                </emma:interpretation>
                <emma:interpretation id="interp52" emma:lang="" emma:confidence="0">
                  <emma:literal>.</emma:literal>
                </emma:interpretation>
              </emma:one-of>
            </emma:emma>
          </inkml:annotationXML>
          <inkml:trace contextRef="#ctx0" brushRef="#br0" timeOffset="178015.931">10676 9761 187 0,'6'16'396'0,"-3"-5"-24"0,4-3 16 0,1 3 17 16,-8-11 18-16,17 12 11 0,-10-9-7 0,-7-3-5 16,0 0-18-16,0 0-20 0,0 0-23 0,32-15-29 15,-24 4-28-15,-2-4-20 0,-1-1-24 0,0-2-20 16,-3-1-20-16,-1 1-17 0,-2 2-27 0,-4-2-15 0,2 2-18 16,-4-1-12-16,-4 3-13 0,3 2-9 15,-7-1-15-15,6 5-8 0,-6-2-7 0,1 5-18 0,-4 1-7 16,18 4-6-16,-29-2-20 0,29 2-28 0,-36 6-39 15,19-1-30-15,3 3-38 0,3 1-41 0,-2 0-45 16,5 5-39-16,2-2-47 0,4-4-30 0,2-8-34 16,6 23-28-16,1-13-36 0,7-1-56 0,-1-1-333 0,5-1-862 15,9-1 382-15</inkml:trace>
          <inkml:trace contextRef="#ctx0" brushRef="#br0" timeOffset="177765.9189">10730 8860 85 0,'0'0'568'0,"0"14"-28"0,0-14-16 0,0 0 7 16,0 16-6-16,0-16-10 0,0 0-5 0,3 12-20 15,-3-12-20-15,0 0-22 0,0 0-28 0,0 0-21 16,0 0-27-16,0 0-26 0,0 0-31 0,29-31-23 0,-24 19-29 16,-2 1-24-16,2-4-27 0,-3 1-85 0,3-5-127 15,-5 5 0-15,1-3 0 0,-2 4 0 16,1 13 0-16,-5-22 0 0,2 15 0 0,-9-6 0 0,4 6 0 15,8 7 0-15,-16-11 0 0,16 11 0 0,-32-2 0 16,32 2-188-16,-32 7-221 0,6 3-86 0,2 1-86 16,-11 15-506-16,13-7-1177 0,-2 3 521 0</inkml:trace>
        </inkml:traceGroup>
        <inkml:traceGroup>
          <inkml:annotationXML>
            <emma:emma xmlns:emma="http://www.w3.org/2003/04/emma" version="1.0">
              <emma:interpretation id="{E6E80870-ED06-455A-B012-434A6779517D}" emma:medium="tactile" emma:mode="ink">
                <msink:context xmlns:msink="http://schemas.microsoft.com/ink/2010/main" type="inkWord" rotatedBoundingBox="13270,10727 15395,10714 15400,11650 13276,11663"/>
              </emma:interpretation>
              <emma:one-of disjunction-type="recognition" id="oneOf25">
                <emma:interpretation id="interp53" emma:lang="" emma:confidence="0.5">
                  <emma:literal>-2</emma:literal>
                </emma:interpretation>
                <emma:interpretation id="interp54" emma:lang="" emma:confidence="0">
                  <emma:literal>2</emma:literal>
                </emma:interpretation>
                <emma:interpretation id="interp55" emma:lang="" emma:confidence="0">
                  <emma:literal>z</emma:literal>
                </emma:interpretation>
                <emma:interpretation id="interp56" emma:lang="" emma:confidence="0">
                  <emma:literal>Z</emma:literal>
                </emma:interpretation>
                <emma:interpretation id="interp57" emma:lang="" emma:confidence="0">
                  <emma:literal>22</emma:literal>
                </emma:interpretation>
              </emma:one-of>
            </emma:emma>
          </inkml:annotationXML>
          <inkml:trace contextRef="#ctx0" brushRef="#br0" timeOffset="178266.1147">12189 9364 286 0,'-16'4'593'0,"1"-1"-37"0,15-3-30 0,-19 4-27 16,19-4-20-16,-13 8-21 0,13-8-17 0,0 0-25 15,0 0-37-15,0 0-35 0,0 0-31 0,40 13-33 16,-11-19-28-16,2 2-16 0,2 2-37 0,11 0-19 15,4-3-51-15,-2 3-62 0,1-5-71 0,-4-1-84 16,2 1-81-16,5-2-105 0,-7-3-110 0,4 5-139 16,-7-3-343-16,1-5-937 0,-7 7 415 0</inkml:trace>
          <inkml:trace contextRef="#ctx0" brushRef="#br0" timeOffset="178672.3109">13118 9226 148 0,'0'0'448'16,"-29"-34"-28"-16,29 34-16 0,4-14 0 0,0 2-4 16,7 0 0-16,-1 1-8 0,4-1-10 0,-3 1-30 15,5-2-20-15,5 5-27 0,2-5-14 0,-4 6-24 16,10-1-26-16,-2-4-21 0,-1 5-18 0,1 0-17 16,2 7-19-16,-2 0-11 0,-6 0-21 0,3 7-13 0,2 1-12 15,-9 3-16-15,3 4-6 0,-1 6-12 0,-2 3-7 16,-4 4-8-16,-5 8-6 0,-1 6-11 0,-7 1-11 15,0 2-3-15,-7-2-9 0,-7 1 0 0,-4 2-8 16,-6-1-8-16,2 0-11 0,-14-4-12 0,0 1 1 16,-5-4-2-16,1 2-1 0,-6-6 1 0,2 0 1 15,1-2 3-15,0-1 5 0,1-4-3 0,0-2 3 16,7-6 2-16,9-7 2 0,1 3 1 0,4-4 2 16,6-4 4-16,6 1 0 0,-2-4 12 0,11-4 18 15,-8 8 20-15,8-8 26 0,0 0 34 0,0 0-12 0,0 0 7 16,46 6-2-16,-17-5-8 0,1-1-7 15,22-2-10-15,4 1 3 0,24-4-12 0,-17-2 11 16,20-4 21-16,4 1 6 0,-4 1-72 0,-1-6-35 0,1-1 0 16,-2 2 0-16,-19 6 0 0,-2-6 0 0,-4 3 0 15,-2-5 0-15,-2 1-90 0,-7 0-209 0,-2-6-71 16,-17 5-73-16,-2 0-74 0,-3-6-99 0,-2-2-360 16,-8 0-1058-16,2-2 468 0</inkml:trace>
        </inkml:traceGroup>
      </inkml:traceGroup>
    </inkml:traceGroup>
    <inkml:traceGroup>
      <inkml:annotationXML>
        <emma:emma xmlns:emma="http://www.w3.org/2003/04/emma" version="1.0">
          <emma:interpretation id="{380931B6-6EFD-4163-A272-1A6A4B0B4CC4}" emma:medium="tactile" emma:mode="ink">
            <msink:context xmlns:msink="http://schemas.microsoft.com/ink/2010/main" type="paragraph" rotatedBoundingBox="3534,12613 7369,12956 7220,14623 3385,14280" alignmentLevel="2"/>
          </emma:interpretation>
        </emma:emma>
      </inkml:annotationXML>
      <inkml:traceGroup>
        <inkml:annotationXML>
          <emma:emma xmlns:emma="http://www.w3.org/2003/04/emma" version="1.0">
            <emma:interpretation id="{FADE544C-FCAA-4318-8470-DF7338A5E34E}" emma:medium="tactile" emma:mode="ink">
              <msink:context xmlns:msink="http://schemas.microsoft.com/ink/2010/main" type="line" rotatedBoundingBox="3534,12613 7369,12956 7220,14623 3385,14280"/>
            </emma:interpretation>
          </emma:emma>
        </inkml:annotationXML>
        <inkml:traceGroup>
          <inkml:annotationXML>
            <emma:emma xmlns:emma="http://www.w3.org/2003/04/emma" version="1.0">
              <emma:interpretation id="{73AFAB1F-282C-458D-9DA1-CC8AAF9C233F}" emma:medium="tactile" emma:mode="ink">
                <msink:context xmlns:msink="http://schemas.microsoft.com/ink/2010/main" type="inkWord" rotatedBoundingBox="3534,12613 7369,12956 7220,14623 3385,14280"/>
              </emma:interpretation>
              <emma:one-of disjunction-type="recognition" id="oneOf26">
                <emma:interpretation id="interp58" emma:lang="" emma:confidence="1">
                  <emma:literal/>
                </emma:interpretation>
              </emma:one-of>
            </emma:emma>
          </inkml:annotationXML>
          <inkml:trace contextRef="#ctx0" brushRef="#br0" timeOffset="209263.9721">3697 12014 185 0,'0'0'411'0,"-7"8"21"0,7-8 15 0,0 0 11 16,0 0-1-16,0 0-11 0,15 19-19 0,-15-19-24 16,33 3-37-16,-12 1-31 0,8 0-34 0,3-5-30 15,15 1-26-15,-12-7-24 16,10 5-29-16,5-3-12 0,-5-3-23 0,4 1-26 15,-7 1-33-15,1-2-56 0,-9 1-78 0,-5 0-69 16,0-2-65-16,-8 6-66 0,-7-2-65 0,-14 5-81 16,21-7-103-16,-21 7-264 0,6-8-810 0,-6 8 358 15</inkml:trace>
          <inkml:trace contextRef="#ctx0" brushRef="#br0" timeOffset="209456.564">3798 12450 171 0,'-21'18'390'0,"5"4"15"16,9-7 37-16,4-1 45 0,3-2 28 0,2 0 9 0,6-1-12 0,8-1-22 0,11-5-23 16,17 0-24-16,5-1-25 0,12-4-31 0,21 0-34 15,5-11-36-15,3 3-30 0,-2 0-31 0,3-2-31 16,2 0-44-16,-8-2-81 0,2-2-102 0,-8 0-105 16,-15 1-112-16,11-7-108 0,-22 8-127 0,-6-3-150 15,6-8-340-15,-5-6-1020 0,1 2 451 0</inkml:trace>
          <inkml:trace contextRef="#ctx0" brushRef="#br0" timeOffset="209037.4487">2457 11928 240 0,'0'0'369'0,"-31"-1"-14"0,31 1-16 0,-22-7-14 16,7-4 7-16,1 6 5 0,-1-4-13 0,4-3-25 15,1-1-3-15,-1 4-14 0,5-3-19 0,1-3-15 0,2-3-15 16,1 4-16-16,4-5-11 0,-2 0-16 0,11-3-6 15,-1 5-1-15,4-5-10 0,4 3-14 0,-1 3-9 16,4-5-11-16,16 3-10 0,-14 6-9 0,4 4-9 16,7-3-7-16,-6 6-8 0,3 5-9 0,-4 4-9 15,-4 2-9-15,-4 1-5 0,5 6-5 0,-2 6-8 16,2 3-2-16,-6 4-2 0,-5 0-6 0,1 13-6 16,-7 2-2-16,-6-2-2 0,-4 1-2 0,-6 5-7 15,-3-6 1-15,-5 6-2 0,1-1-5 0,-13-3-3 16,5 0-2-16,-4 3-3 0,-5-5 7 0,4 1-3 15,-6-4-1-15,6 1-6 0,0-7-1 0,8-7-2 16,0-1 3-16,3 0-2 0,4-6-1 0,1-3-1 0,0-1 3 16,4-4-4-16,2-2 5 0,7-6-7 0,-11 9-5 15,11-9 1-15,0 0 0 0,0 0 1 16,0 0 3-16,27-54-4 0,-12 29 3 0,15-8 2 0,1-3 1 16,-1-3 3-16,7-3-1 0,14-11-3 0,-15 13 4 15,-3-2-5-15,6 5 0 0,3-5 1 0,-5 2 0 16,3 4 4-16,-5-4 1 0,-6 1 3 0,1 4 7 15,-2 0 6-15,-9 12 16 0,-2-2 3 0,-2 5 10 16,-4 2 8-16,-3 6 19 0,0-3 5 0,-6 4 0 16,1 0-2-16,-3 11-6 0,0 0 8 0,-6-15-16 15,6 15-9-15,0 0 6 0,0 0-15 0,-44 30-8 16,25-7-39-16,-2 12 0 0,-6-2 0 0,3 8 0 16,3-1 0-16,5 9 0 0,-3-6 0 0,4 5 0 15,2 4 0-15,5-3 0 0,2-4 0 0,4 4 0 0,2-2 0 16,5 0 0-16,3-2 0 0,2-8 0 0,4 1 0 15,7 0 0-15,0-3 0 0,6-7 0 0,5-2 0 16,2-2 0-16,6-7-27 0,-9-8-135 0,4-1-30 16,10-2-30-16,1-6-32 0,1-11-38 0,1-3-49 15,-3-1-42-15,0-2-48 0,-2-9-73 0,-4 3-394 16,-2-5-971-16,-5-7 430 0</inkml:trace>
          <inkml:trace contextRef="#ctx0" brushRef="#br0" timeOffset="210800.1895">6065 11287 404 0,'-8'-8'426'0,"8"8"-8"0,-21-11-1 0,3 6 3 16,1 5-19-16,17 0-8 0,-49 4-6 0,21 3-10 15,-8 12-19-15,7-4-11 0,-6 15-8 0,0-1-10 16,3 10-10-16,-4 3-6 0,-7 18-15 0,11-11-19 16,-7 14-17-16,6 5-6 0,4 1-8 0,-2-2-28 0,12-16-16 15,3 2-16-15,5 3-14 0,-4 16-11 16,4-1-9-16,5-16-57 0,6 20-97 0,0-3 0 0,6-19 0 15,5 18 0-15,-3-18 0 0,5-4 0 0,3 1 0 16,5 2 0-16,7-7 0 0,0-1 0 0,1-9 0 16,7 2 0-16,0-6 0 0,5-5 0 0,-5-5 0 15,1-2 0-15,-3-12 0 0,-5-1 0 0,5-6 0 16,-4-5 0-16,1-2 0 0,-4-5 0 0,0-3 0 16,-3-6 0-16,0 0 0 0,-6-5 0 0,1-8 0 15,-9-6 0-15,-4 2 0 0,-6-1 0 0,-6 0 0 16,-4-4 0-16,-9 2 0 0,-8 4 0 0,-2-1 0 15,-2 4 0-15,-6 4 0 0,-3 7 0 0,2 5 0 16,-4 3 0-16,-6 4 0 0,3 4 0 0,-3 3 0 16,5 7 0-16,-1 3 0 0,3 3 0 0,-3 3 0 15,6 7 0-15,9-5-195 0,-10 7-232 0,7 4-45 0,-3 3-54 16,-2-2-71-16,8 3-399 0,-5 3-1079 0,4 0 477 16</inkml:trace>
        </inkml:traceGroup>
      </inkml:traceGroup>
    </inkml:traceGroup>
    <inkml:traceGroup>
      <inkml:annotationXML>
        <emma:emma xmlns:emma="http://www.w3.org/2003/04/emma" version="1.0">
          <emma:interpretation id="{8E6E784C-7698-4180-8FD6-EB2B53B51753}" emma:medium="tactile" emma:mode="ink">
            <msink:context xmlns:msink="http://schemas.microsoft.com/ink/2010/main" type="paragraph" rotatedBoundingBox="3613,15276 7296,14730 7635,17018 3952,17564" alignmentLevel="2"/>
          </emma:interpretation>
        </emma:emma>
      </inkml:annotationXML>
      <inkml:traceGroup>
        <inkml:annotationXML>
          <emma:emma xmlns:emma="http://www.w3.org/2003/04/emma" version="1.0">
            <emma:interpretation id="{B4AC8144-FB52-46C9-9771-E5F255A8C7F7}" emma:medium="tactile" emma:mode="ink">
              <msink:context xmlns:msink="http://schemas.microsoft.com/ink/2010/main" type="line" rotatedBoundingBox="3613,15276 7296,14730 7635,17018 3952,17564"/>
            </emma:interpretation>
          </emma:emma>
        </inkml:annotationXML>
        <inkml:traceGroup>
          <inkml:annotationXML>
            <emma:emma xmlns:emma="http://www.w3.org/2003/04/emma" version="1.0">
              <emma:interpretation id="{1865BFAB-ADFC-4FD0-BFE1-40AC3ECD52ED}" emma:medium="tactile" emma:mode="ink">
                <msink:context xmlns:msink="http://schemas.microsoft.com/ink/2010/main" type="inkWord" rotatedBoundingBox="3613,15276 7296,14730 7635,17018 3952,17564"/>
              </emma:interpretation>
              <emma:one-of disjunction-type="recognition" id="oneOf27">
                <emma:interpretation id="interp59" emma:lang="" emma:confidence="1">
                  <emma:literal/>
                </emma:interpretation>
              </emma:one-of>
            </emma:emma>
          </inkml:annotationXML>
          <inkml:trace contextRef="#ctx0" brushRef="#br0" timeOffset="212670.6978">5482 14061 178 0,'0'0'461'0,"0"0"-20"0,0 0 6 0,0 0 24 0,0 0 31 15,0 0 14-15,0 0 1 0,0 0-49 0,0 0-43 16,0 0-39-16,0 0-43 0,77 7-31 0,-41-11-28 16,5 0-31-16,3-1-22 0,-3-4-44 0,3 4-63 15,1-7-68-15,-2 2-85 0,-1 1-80 0,-2-5-85 16,-2 2-78-16,-4 2-84 0,-5-2-91 0,-5-2-420 16,2-2-937-16,-2-3 415 0</inkml:trace>
          <inkml:trace contextRef="#ctx0" brushRef="#br0" timeOffset="213842.4624">2482 15791 78 0,'-22'0'493'15,"-4"-4"-6"-15,4 8 8 0,-6-4-7 0,6 4-1 0,1 0-5 16,2-3-18-16,3 5-30 0,16-6-32 0,-16 11-12 16,16-11-17-16,-7 10 6 0,7-10-10 15,2 17-10-15,9-5-24 0,0 4-28 0,9-4-23 0,7 4-23 16,3-4-24-16,14 2-19 0,13 0-23 0,4-6-21 16,-1 1-174-16,2-6 0 0,1-3 0 0,19-3 0 15,-25 5 0-15,4-4 0 0,-1-5 0 0,1-2 0 16,-7 6 0-16,1-8 0 0,-7 3 0 0,-2 0 0 15,-13-5 0-15,-8 4 0 0,1 1 0 0,-10 1 0 16,0-1 0-16,-3 7 0 0,-13 1 0 0,17-9 0 16,-17 9 0-16,12-5 0 0,-12 5 0 0,0 0 0 15,0 0 0-15,0 0 0 0,0 0 0 0,-18 31 0 0,7-17 0 16,-7 4 0-16,-1 6 0 0,-8 5 0 16,-4 7 0-16,1-3 0 0,-4 7 0 0,-3 0 0 15,-3 1 0-15,-13 14 0 0,-3 1 0 0,14-15 0 0,-14 13 0 16,-8-1 0-16,4-1 0 0,-2-1 0 0,-9-3 0 15,23-16 0-15,-21 7 0 0,19-11 0 0,-2 1 0 16,8-4 0-16,-2 1 0 0,4-5 0 0,-1-2 0 16,6 0 0-16,11-8 0 0,2 0 0 0,5-4 0 15,4-2 0-15,2-2 0 0,13-3 0 0,-16 4 0 16,16-4 0-16,0 0 0 0,0 0 0 0,0-23 0 16,0 23 0-16,21-29 0 0,-6 13 0 0,2-3 0 15,3 1 0-15,5-1 0 0,-1 0 0 0,4 4 0 16,1 0 0-16,-1 4 0 0,16-3 0 0,-11 7 0 15,8 0 0-15,3 1 0 0,0 5 0 0,-4 1 0 16,3 5 0-16,2 2 0 0,-5 1 0 0,7 7 0 0,-9-1 0 16,6 3 0-16,-3 1 0 0,-12-7 0 0,13 8 0 15,1 0 0-15,-1 0 0 0,-4 0 0 16,4-1 0-16,-13-3 0 0,6-7 0 0,-3 3 0 0,7-3 0 16,-5-2 0-16,-4 2 0 0,1-3 0 0,2-4-5 15,3-2-438-15,-6-4-58 0,2 1-51 0,-1-7-79 16,-1-5-380-16,4 2-1093 0,1-5 484 0</inkml:trace>
          <inkml:trace contextRef="#ctx0" brushRef="#br0" timeOffset="214061.1943">4139 16196 354 0,'-14'-6'509'0,"14"6"-21"0,0 0-6 15,0 0 18-15,0 0 16 0,0 0-5 0,0 0-23 16,43-1-41-16,-22 1-43 0,13 0-36 0,1 1-41 16,10-5-34-16,5 3-28 0,0 1-34 0,1-7-23 0,-1 3-55 15,1 3-74-15,2-5-79 0,-8 5-57 0,-2-3-53 16,-9-3-84-16,-4 3-87 0,-2 1-83 0,-4-5-104 16,-11 1-391-16,-2 3-929 0,-11 4 411 15</inkml:trace>
          <inkml:trace contextRef="#ctx0" brushRef="#br0" timeOffset="212016.5555">2534 13680 50 0,'0'0'371'0,"-13"-14"-3"16,9 7 1-16,4 7-3 0,-11-7-15 0,11 7-10 16,0 0-21-16,-13-8-28 0,13 8-26 0,0 0-18 0,0 0 1 15,0 0 6-15,0 0 4 0,-3 27-3 0,3-9 17 16,2-1-6-16,-2 7-2 0,-2 4-10 0,10-2-13 15,-1 1-15-15,-3-1-3 0,-2 2-12 0,4-1-14 16,-2-1-10-16,7 4-13 0,3-8-16 0,1 4-12 16,1-2-12-16,0 1-10 0,5-3-9 0,4-2-7 15,-2-2-5-15,-1-3-2 0,6-3-6 0,0-1-9 16,3-3-10-16,-2 3-30 0,-2-11-47 0,7 0 0 16,-7 0 0-16,2-5 0 0,1-2 0 0,-1-4 0 15,-1-3 0-15,-6-5 0 0,4 1 0 0,-4-3 0 16,2-13 0-16,-9 5 0 0,2-10 0 0,-2-2 0 0,-6 1 0 15,-1-5 0-15,-1 0 0 0,-7 3 0 16,1 1 0-16,3 10 0 0,-8 2 0 0,4-2 0 16,-1 5 0-16,-1 8 0 0,-3-1 0 0,5 2 0 0,0 4 0 15,-1 2 0-15,1 11 0 0,0 0 0 0,-5-17 0 16,5 17 0-16,0 0 0 0,0 0 0 0,0 0 0 16,0 0 0-16,-10 62 0 0,10-19 0 0,4 0 0 15,-6 10 0-15,2 3 0 0,0 19 0 0,5 0 0 16,-4 10 0-16,1-1 0 0,3 3 0 0,1-4 0 15,-3 3 0-15,4 0 0 0,-2-1 0 0,1 0 0 16,4 0 0-16,-2-2 0 0,-3 1 0 0,3-3 0 16,0-2 0-16,-4 3 0 0,4-11 0 0,-6-14 0 0,3 19 0 15,-5-21 0-15,-3-2 0 0,3-1 0 16,-2-2 0-16,2 1 0 0,-8-1 0 0,6-10 0 16,-6-4 0-16,4-7 0 0,2-3 0 0,-3 1 0 0,4-13 0 15,-1 2 0-15,-1-1 0 0,1-4 0 0,2-11 0 16,-6 15 0-16,6-15 0 0,-7 7 0 0,7-7 0 15,0 0 0-15,0 0 0 0,-38-19 0 0,19-1 0 16,-4-5 0-16,-4-5 0 0,-2-9 0 0,-2-4 0 16,3 2 0-16,-1-6 0 0,1-1 0 0,1 0 0 15,6-1 0-15,4 0 0 0,-1 1 0 0,10-2 0 16,5 3 0-16,3 1 0 0,3-3 0 0,5-3 0 16,11-2 0-16,2-16 0 0,6 3 0 0,-1 15 0 0,16-17 0 15,-1 0 0-15,3 7 0 0,6-4 0 16,-1 0 0-16,3 6 0 0,-3 3 0 0,3 5 0 15,-11 14 0-15,3-3 0 0,-3 3 0 0,1 1 0 0,3 1-298 16,-8 1-117-16,-2 1-47 0,-1 6-55 0,1 0-67 16,-12 12-403-16,-1-2-1067 0,5 6 472 0</inkml:trace>
          <inkml:trace contextRef="#ctx0" brushRef="#br0" timeOffset="212905.0568">6222 13546 353 0,'-6'-8'429'0,"6"8"25"0,-10-12 30 15,10 12 32-15,-11-12 21 0,11 12 5 0,-7-9-1 16,7 9-16-16,0 0-24 0,0 0-22 0,0 0-18 16,0 0-18-16,0 0-14 0,21 44-19 0,-16-20-25 15,-2 2-26-15,2 5-26 0,1 9-323 0,-2 1-10 0,0 8 0 16,0-1 0-16,0 2 0 0,-2 2 0 0,3 0 0 15,1 3 0-15,-4-2 0 0,4 1 0 0,-1-2 0 16,-2 0 0-16,-3 1 0 0,0-4 0 0,2 0 0 16,-4-4 0-16,-6 4 0 0,0-9 0 0,-5 3-195 15,-1-5-568-15,-7-5-443 0,-1 6-1306 0,-1-18 578 16</inkml:trace>
        </inkml:traceGroup>
      </inkml:traceGroup>
    </inkml:traceGroup>
    <inkml:traceGroup>
      <inkml:annotationXML>
        <emma:emma xmlns:emma="http://www.w3.org/2003/04/emma" version="1.0">
          <emma:interpretation id="{C0E0EADF-9EA1-42C7-96F2-6C65B39C34B4}" emma:medium="tactile" emma:mode="ink">
            <msink:context xmlns:msink="http://schemas.microsoft.com/ink/2010/main" type="paragraph" rotatedBoundingBox="3253,17448 9003,17269 9039,18413 3289,18591" alignmentLevel="2"/>
          </emma:interpretation>
        </emma:emma>
      </inkml:annotationXML>
      <inkml:traceGroup>
        <inkml:annotationXML>
          <emma:emma xmlns:emma="http://www.w3.org/2003/04/emma" version="1.0">
            <emma:interpretation id="{1DBBB1CC-C077-4EEC-9166-31FC1015582A}" emma:medium="tactile" emma:mode="ink">
              <msink:context xmlns:msink="http://schemas.microsoft.com/ink/2010/main" type="line" rotatedBoundingBox="3253,17448 9003,17269 9039,18413 3289,18591"/>
            </emma:interpretation>
          </emma:emma>
        </inkml:annotationXML>
        <inkml:traceGroup>
          <inkml:annotationXML>
            <emma:emma xmlns:emma="http://www.w3.org/2003/04/emma" version="1.0">
              <emma:interpretation id="{6C7ABDCF-CC02-4C82-BCCB-ECC0569C26FB}" emma:medium="tactile" emma:mode="ink">
                <msink:context xmlns:msink="http://schemas.microsoft.com/ink/2010/main" type="inkWord" rotatedBoundingBox="2940,17696 4377,17092 4935,18418 3497,19022"/>
              </emma:interpretation>
              <emma:one-of disjunction-type="recognition" id="oneOf28">
                <emma:interpretation id="interp60" emma:lang="" emma:confidence="1">
                  <emma:literal/>
                </emma:interpretation>
              </emma:one-of>
            </emma:emma>
          </inkml:annotationXML>
          <inkml:trace contextRef="#ctx0" brushRef="#br0" timeOffset="212266.5399">4181 14090 56 0,'0'0'394'0,"0"0"-5"0,0 0 10 16,0 0 13-16,0 0 5 0,0 0 1 0,0 0-15 0,3 15-12 15,-3-15-21-15,20 8-20 0,-20-8-22 0,29 4-23 16,-10-1-36-16,10 1-17 0,0-4-33 0,6 0-18 15,8-4-22-15,0 1-21 0,2-1-34 0,2 3-49 16,-4-5-62-16,-1 3-68 0,-7 2-67 0,-3-5-62 16,-3 1-63-16,-1 1-72 0,-8 0-78 0,0 4-403 15,-20 0-867-15,19-4 384 0</inkml:trace>
        </inkml:traceGroup>
        <inkml:traceGroup>
          <inkml:annotationXML>
            <emma:emma xmlns:emma="http://www.w3.org/2003/04/emma" version="1.0">
              <emma:interpretation id="{4B56144B-6CD1-45AF-A80A-3DEE4C228D46}" emma:medium="tactile" emma:mode="ink">
                <msink:context xmlns:msink="http://schemas.microsoft.com/ink/2010/main" type="inkWord" rotatedBoundingBox="5272,18216 6177,18188 6182,18372 5277,18400"/>
              </emma:interpretation>
              <emma:one-of disjunction-type="recognition" id="oneOf29">
                <emma:interpretation id="interp61" emma:lang="" emma:confidence="0.5">
                  <emma:literal>-</emma:literal>
                </emma:interpretation>
                <emma:interpretation id="interp62" emma:lang="" emma:confidence="0">
                  <emma:literal>.</emma:literal>
                </emma:interpretation>
                <emma:interpretation id="interp63" emma:lang="" emma:confidence="0">
                  <emma:literal>_</emma:literal>
                </emma:interpretation>
                <emma:interpretation id="interp64" emma:lang="" emma:confidence="0">
                  <emma:literal>~</emma:literal>
                </emma:interpretation>
                <emma:interpretation id="interp65" emma:lang="" emma:confidence="0">
                  <emma:literal>,</emma:literal>
                </emma:interpretation>
              </emma:one-of>
            </emma:emma>
          </inkml:annotationXML>
          <inkml:trace contextRef="#ctx0" brushRef="#br0" timeOffset="214343.4391">4234 16606 5509 0,'-22'19'297'0,"-2"-1"-205"0,-2-4-45 16,12-2-17-16,5-2 12 0,1-1 69 0,7-1 49 15,1-8 14-15,11 15-12 0,7-12-10 0,11 3-16 16,3-5-18-16,17-1-17 0,14-7-30 0,-4 3-34 15,4-6-57-15,16-4-67 0,-18 1-75 0,17-7-82 16,1 1-79-16,-25 2-99 0,20-13-111 0,-23 6-375 16,1-2-984-16,-4 2 435 0</inkml:trace>
        </inkml:traceGroup>
        <inkml:traceGroup>
          <inkml:annotationXML>
            <emma:emma xmlns:emma="http://www.w3.org/2003/04/emma" version="1.0">
              <emma:interpretation id="{9EB6584F-87CB-4681-B038-9442766B53D1}" emma:medium="tactile" emma:mode="ink">
                <msink:context xmlns:msink="http://schemas.microsoft.com/ink/2010/main" type="inkWord" rotatedBoundingBox="5270,17826 5983,17804 5984,17849 5272,17871"/>
              </emma:interpretation>
              <emma:one-of disjunction-type="recognition" id="oneOf30">
                <emma:interpretation id="interp66" emma:lang="" emma:confidence="1">
                  <emma:literal/>
                </emma:interpretation>
              </emma:one-of>
            </emma:emma>
          </inkml:annotationXML>
          <inkml:trace contextRef="#ctx0" brushRef="#br0" timeOffset="212483.1807">4387 14374 210 0,'-12'9'420'0,"6"2"24"16,6-11 35-16,-3 15 17 0,3-15 3 0,3 19-15 15,5-14-19-15,5 4-29 0,8-4-39 0,8 0-30 16,4-3-33-16,11 2-27 0,4-7-34 0,-2 0-27 16,2-2-19-16,4 1-24 0,-1 1-28 0,-3-2-7 15,8-2-58-15,0-1-52 0,1-2-59 0,-6 6-49 16,-1-7-55-16,-4 3-74 0,2-10-70 0,-4 5-75 15,-12 2-78-15,6-6-89 0,-15 3-343 0,4 0-902 16,-5-4 400-16</inkml:trace>
        </inkml:traceGroup>
        <inkml:traceGroup>
          <inkml:annotationXML>
            <emma:emma xmlns:emma="http://www.w3.org/2003/04/emma" version="1.0">
              <emma:interpretation id="{133AA0AE-C42C-4F5C-985F-E7D4C08A7D30}" emma:medium="tactile" emma:mode="ink">
                <msink:context xmlns:msink="http://schemas.microsoft.com/ink/2010/main" type="inkWord" rotatedBoundingBox="6802,17338 9003,17269 9038,18404 6837,18472"/>
              </emma:interpretation>
              <emma:one-of disjunction-type="recognition" id="oneOf31">
                <emma:interpretation id="interp67" emma:lang="" emma:confidence="0.5">
                  <emma:literal>-2</emma:literal>
                </emma:interpretation>
                <emma:interpretation id="interp68" emma:lang="" emma:confidence="0">
                  <emma:literal>z</emma:literal>
                </emma:interpretation>
                <emma:interpretation id="interp69" emma:lang="" emma:confidence="0">
                  <emma:literal>Z</emma:literal>
                </emma:interpretation>
                <emma:interpretation id="interp70" emma:lang="" emma:confidence="0">
                  <emma:literal>2</emma:literal>
                </emma:interpretation>
                <emma:interpretation id="interp71" emma:lang="" emma:confidence="0">
                  <emma:literal>-Z</emma:literal>
                </emma:interpretation>
              </emma:one-of>
            </emma:emma>
          </inkml:annotationXML>
          <inkml:trace contextRef="#ctx0" brushRef="#br0" timeOffset="214498.6675">5739 16205 6117 0,'-14'11'331'0,"-1"-3"-224"16,6-4-48-16,-6 3-19 0,15-7-1 0,-13 7 26 15,13-7 35-15,0 0-25 0,0 0-15 0,0 0-2 16,63 3-12-16,-28-4-42 0,10-5-61 0,3-1-83 15,5-6-91-15,-3 7-79 0,-2-1-67 0,-5-5-96 16,-1 2-447-16,0 0-994 0,-10-1 439 0</inkml:trace>
          <inkml:trace contextRef="#ctx0" brushRef="#br0" timeOffset="215029.892">6382 15900 266 0,'0'0'422'16,"-16"-16"-13"-16,7 6 1 0,1-1 2 0,1-2 6 0,2-1-3 15,2-3-18-15,3 0-27 0,0 2-25 0,5 0-28 16,2 0-33-16,-1 0-19 0,7 0-16 0,-4 0-15 16,9 3-24-16,0-6-16 0,-1 8-15 0,7-2-16 15,2 4-9-15,3 0-14 0,1 1-1 0,-1 6-5 16,0-1-13-16,2 4-3 0,-2 6-7 0,1-3-16 15,-6 6-5-15,3 1-10 0,-4 7-12 0,-4 2-2 16,-1 5-9-16,3 9-3 0,-10 4-12 0,-2 4-1 16,-4 3-7-16,-10-1-2 0,-3 0-3 0,-4 2-2 0,-12-2-5 15,-4 4-3-15,-9 12-2 0,5-16 5 0,-14 14-9 16,-4-3 0-16,8-18-5 0,-14 16 5 16,8-17 2-16,-10 11-8 0,13-13 17 0,4-6 14 0,2 2 16 15,5-5 23-15,7-4 17 0,5-3 12 0,-1-1-48 16,4-8-58-16,9 3 0 0,-3-5 0 0,5 4 0 15,2-5 0-15,6-7 0 0,0 0 0 0,3 15 0 16,-3-15 0-16,31 7 0 0,-12-7 0 0,13 0 0 16,13-3 0-16,2-1 0 0,2-4 0 0,11 0 0 15,20-5 0-15,5-4 0 0,8 2 0 0,6-7 0 16,44-1 0-16,0 1 0 0,-48 11 0 0,3-5 0 16,-5 6 0-16,0-2 0 0,-4 5 0 0,-8-4 0 15,-24 4 0-15,1 1 0 0,-10-1 0 0,-17 1 0 16,-2 0 0-16,-10 4 0 0,0 2 0 0,-19 0 0 15,23-4 0-15,-23 4 0 0,16-3 0 0,-16 3 0 16,0 0 0-16,0 0 0 0,0 0 0 0,0 0 0 0,0 0 0 16,0 0 0-16,0 0 0 0,0 0 0 0,-42-19 0 15,42 19-1366-15,-42-20-1478 0,26 2 654 16</inkml:trace>
        </inkml:traceGroup>
      </inkml:traceGroup>
    </inkml:traceGroup>
  </inkml:traceGroup>
</inkml:ink>
</file>

<file path=ppt/ink/ink30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3T08:15:36.858"/>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7B8334D6-4104-48BA-B66E-4B519224535E}" emma:medium="tactile" emma:mode="ink">
          <msink:context xmlns:msink="http://schemas.microsoft.com/ink/2010/main" type="inkDrawing" rotatedBoundingBox="4306,656 4473,5032 3030,5087 2862,711" semanticType="verticalRange" shapeName="Other">
            <msink:sourceLink direction="with" ref="{1A17E7CE-1EC9-4139-A247-6BF5A7EDA222}"/>
            <msink:sourceLink direction="with" ref="{4888DF65-7DCF-407B-A8E5-2F4D5BD2A418}"/>
            <msink:sourceLink direction="with" ref="{C2C72D71-76DC-4EA3-AF40-FC9B47B4AC38}"/>
          </msink:context>
        </emma:interpretation>
      </emma:emma>
    </inkml:annotationXML>
    <inkml:trace contextRef="#ctx0" brushRef="#br0">180 137 307 0,'0'-18'406'0,"-5"-6"6"0,3 7 29 0,-4 0-3 16,1 3-7-16,4 4 4 0,-6-3-15 0,7 13-13 15,-6-17-31-15,6 17-34 0,-8-9-27 0,8 9-25 16,0 0-20-16,0 0-5 0,0 0-8 0,0 0 15 16,0 0-1-16,-10 52-4 0,17-14-4 0,-4 4 5 15,3 6 1-15,-4 11-13 0,3 18-9 0,-1 5-2 0,0 3-224 16,2 4-21-16,-4 4 0 0,1 35 0 0,-3-38 0 16,-5 44 0-16,5-6 0 0,-5 1 0 15,-3-2 0-15,0 5 0 0,7-2 0 0,-4 5 0 0,3-10 0 16,-4-32 0-16,6 41 0 0,-7-5 0 0,6-40 0 15,-1 40 0-15,-3-41 0 0,5 4 0 16,-6 35 0-16,4-37 0 0,-4-2 0 0,1-1 0 0,3-3 0 16,-4-2 0-16,0 1 0 0,4-7 0 0,-4-4 0 15,-1-18 0-15,-1 3 0 0,0 14 0 0,2-18 0 16,6-3 0-16,-7-2 0 0,1-3 0 0,3 0 0 16,-2-8 0-16,2 2 0 0,3-8 0 0,-5-5 0 15,5 0 0-15,-3-3 0 0,-1-6 0 0,4 2 0 16,0-5 0-16,-1 1 0 0,1-3 0 0,0-12 0 15,0 18 0-15,0-18 0 0,0 13 0 0,0-13 0 16,-2 13 0-16,2-13 0 0,0 0 0 0,0 13 0 0,0-13 0 16,0 0 0-16,-3 12 0 0,3-12 0 0,0 0 0 15,0 0 0-15,-2 13 0 0,2-13 0 16,0 0 0-16,0 0 0 0,0 0 0 0,2 16 0 0,-2-16 0 16,0 0 0-16,0 0 0 0,0 0 0 0,0 0 0 15,0 0 0-15,0 0 0 0,0 0 0 0,0 0 0 16,0 0 0-16,5 11 0 0,-5-11 0 0,0 0 0 15,0 0 0-15,8 8 0 0,-8-8 0 0,0 0 0 16,14 11 0-16,1-4 0 0,-1-2 0 0,13 2 0 16,4 0 0-16,15 0 0 0,6 4 0 0,4 1 0 15,3-5 0-15,34-3 0 0,-8 2 0 0,7-4 0 16,1 2 0-16,0-2 0 0,6-5 0 0,-1-3 0 0,-8-2-356 16,13-3-394-16,-9-2-432 0,-5-6-1279 0,0-4 567 15</inkml:trace>
  </inkml:traceGroup>
</inkml:ink>
</file>

<file path=ppt/ink/ink30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3T08:15:54.696"/>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94BAE8E8-B320-47C9-A192-228346CAAF2C}" emma:medium="tactile" emma:mode="ink">
          <msink:context xmlns:msink="http://schemas.microsoft.com/ink/2010/main" type="inkDrawing" rotatedBoundingBox="16920,118 17909,6060 15772,6416 14783,474" semanticType="verticalRange" shapeName="Other">
            <msink:sourceLink direction="with" ref="{1A17E7CE-1EC9-4139-A247-6BF5A7EDA222}"/>
            <msink:sourceLink direction="with" ref="{4888DF65-7DCF-407B-A8E5-2F4D5BD2A418}"/>
            <msink:sourceLink direction="with" ref="{C2C72D71-76DC-4EA3-AF40-FC9B47B4AC38}"/>
          </msink:context>
        </emma:interpretation>
      </emma:emma>
    </inkml:annotationXML>
    <inkml:trace contextRef="#ctx0" brushRef="#br0">85 212 160 0,'-24'-5'362'0,"6"3"-9"0,18 2-9 16,-29 0-6-16,29 0-6 0,-16-4-21 0,16 4-1 16,0 0 8-16,0 0 1 0,0 0-10 0,53-8-11 15,-9 5-15-15,12-8-15 0,5 4-18 0,25-9-22 16,1 6-19-16,-8-3-21 0,7 0-15 0,-2 1-18 16,-3-1 9-16,-4-1-16 0,-14 3-10 0,-4 3-18 15,-4 1-14-15,-4 0-8 0,-1 0-15 0,-7 2 2 16,-9-1-4-16,-4 3 6 0,-7 0 4 0,-4 3-1 15,-19 0 1-15,31 0-3 0,-17 5 14 0,-1 2 12 16,1 7-4-16,1 3 1 0,-1 17 10 0,1 3-2 0,-1 8 3 16,5 26 7-16,-6 6 2 0,-5 8 3 15,13 38-114-15,-5-32-20 0,7 51 0 0,-1 0 0 16,12 5 0-16,-1 0 0 0,0 2 0 0,3 5 0 0,5-2 0 16,2 14 0-16,-1 0 0 0,-10 0 0 0,3-2 0 15,-1-10 0-15,-1-7 0 0,-2 3 0 0,-2-3 0 16,-2-1 0-16,-11-18 0 0,-3-36 0 0,3 39 0 15,-2-39 0-15,1-11 0 0,-4 15 0 0,2-7 0 16,-2 4 0-16,0-1 0 0,-3-3 0 0,0-4 0 16,0 7 0-16,-1-5 0 0,-1-9 0 0,-4 3 0 15,4 0 0-15,-1 1 0 0,-2-5 0 0,4 1 0 16,-6-7 0-16,4-15 0 0,3 16 0 0,-3-20 0 16,-2 0 0-16,4 1 0 0,-6-3 0 0,4 1 0 15,0-5 0-15,1 0 0 0,-3 0 0 0,2-5 0 16,-2 1 0-16,2-6 0 0,-3-3 0 0,-1-3 0 15,3 0 0-15,-1-4 0 0,-3-4 0 0,0-3 0 16,3 0 0-16,-3 0 0 0,0-1 0 0,3-5 0 16,-3-13 0-16,0 26 0 0,0-10 0 0,0-16 0 15,0 22 0-15,0-22 0 0,-3 21 0 0,3-21 0 0,0 23 0 16,0-23 0-16,0 0 0 0,-3 20 0 0,3-20 0 16,-3 14 0-16,3-14 0 0,-8 18 0 0,8-18 0 15,-18 16 0-15,2-5 0 0,-3-2 0 0,-12 1 0 16,-11 5 0-16,-6-4 0 0,-9-2 0 0,-25 8 0 15,-11-9 0-15,-12-11 0 0,-33 12 0 0,37-13 0 16,-1 2 0-16,-41-3 0 0,43 3 0 0,4-3 0 16,-5 2 0-16,2 1 0 0,2-1 0 0,11-4 0 15,-2 0 0-15,4 3-454 0,4-9-836 0,1-6-1397 16,21 6 619-16</inkml:trace>
  </inkml:traceGroup>
</inkml:ink>
</file>

<file path=ppt/ink/ink30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3T08:16:02.461"/>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A26877AE-EF88-4016-A4FA-2CD50CE2399E}" emma:medium="tactile" emma:mode="ink">
          <msink:context xmlns:msink="http://schemas.microsoft.com/ink/2010/main" type="writingRegion" rotatedBoundingBox="19339,2470 26707,2770 26608,5211 19239,4911"/>
        </emma:interpretation>
      </emma:emma>
    </inkml:annotationXML>
    <inkml:traceGroup>
      <inkml:annotationXML>
        <emma:emma xmlns:emma="http://www.w3.org/2003/04/emma" version="1.0">
          <emma:interpretation id="{E1E50360-CE4F-477F-A941-3F366765BF8D}" emma:medium="tactile" emma:mode="ink">
            <msink:context xmlns:msink="http://schemas.microsoft.com/ink/2010/main" type="paragraph" rotatedBoundingBox="19339,2470 26707,2770 26608,5211 19239,4911" alignmentLevel="1"/>
          </emma:interpretation>
        </emma:emma>
      </inkml:annotationXML>
      <inkml:traceGroup>
        <inkml:annotationXML>
          <emma:emma xmlns:emma="http://www.w3.org/2003/04/emma" version="1.0">
            <emma:interpretation id="{02BF8CFF-14C1-471E-B899-4A53EFCC62F9}" emma:medium="tactile" emma:mode="ink">
              <msink:context xmlns:msink="http://schemas.microsoft.com/ink/2010/main" type="line" rotatedBoundingBox="19339,2470 26707,2770 26608,5211 19239,4911"/>
            </emma:interpretation>
          </emma:emma>
        </inkml:annotationXML>
        <inkml:traceGroup>
          <inkml:annotationXML>
            <emma:emma xmlns:emma="http://www.w3.org/2003/04/emma" version="1.0">
              <emma:interpretation id="{78BDE788-B7E1-4F4B-8114-1706B084B954}" emma:medium="tactile" emma:mode="ink">
                <msink:context xmlns:msink="http://schemas.microsoft.com/ink/2010/main" type="inkWord" rotatedBoundingBox="19328,2727 23347,2890 23274,4679 19255,4515"/>
              </emma:interpretation>
              <emma:one-of disjunction-type="recognition" id="oneOf0">
                <emma:interpretation id="interp0" emma:lang="" emma:confidence="1">
                  <emma:literal/>
                </emma:interpretation>
              </emma:one-of>
            </emma:emma>
          </inkml:annotationXML>
          <inkml:trace contextRef="#ctx0" brushRef="#br0">23 61 185 0,'-3'-16'482'0,"-5"2"-9"0,4 3-13 0,1-1-17 16,3 12-37-16,-8-11-21 0,8 11-20 0,0 0-18 16,0 0-11-16,0 0-10 0,0 0 6 0,0 0-18 0,40 28-13 15,-24-1-4-15,4 8-14 0,-3 3-4 0,6 3-9 16,-3 7-8-16,1-3-12 0,0 1-16 0,-2 10-19 15,-3-3-18-15,4 14-19 0,-9-13-10 0,-3 0-20 16,3 3-11-16,-4 12-19 0,-6-16-118 0,4-2 0 16,-5 1 0-16,2-6 0 0,-7-3 0 0,5 0 0 15,-2-13 0-15,-1-3 0 0,0 3 0 0,-5-9 0 16,3-6 0-16,0-1 0 0,0-1 0 0,5-5 0 16,0-8 0-16,-6 15 0 0,6-15 0 0,0 0 0 15,-21 2 0-15,21-2 0 0,0 0 0 0,-29-33 0 16,16 8 0-16,-3-10 0 0,0-5 0 0,-3-10 0 15,5-1 0-15,-10-18 0 0,9 17 0 0,4-1 0 0,-4 0 0 16,9 2 0-16,-2-1 0 0,8 2 0 0,2 2 0 16,2 2 0-16,4-1 0 0,4 4 0 0,5-1 0 15,3 1 0-15,7 6 0 0,-2 0 0 0,4 7 0 16,5 4 0-16,3-1 0 0,1 8 0 0,1 4 0 16,3-1 0-16,-1 7 0 0,-9 9 0 0,2-1 0 15,8 9 0-15,-12 3 0 0,-1 4 0 0,-1 1 0 16,-6 3 0-16,0 5 0 0,-2-1 0 0,-6 4 0 15,-4 4 0-15,-4-3 0 0,-3 13 0 0,-9-4 0 16,-7-1 0-16,-14 1 0 0,6-2 0 0,-1 3 0 16,-7 1 0-16,-7-3 0 0,-1 1 0 0,2-4 0 0,-7 2 0 15,10-2 0-15,0 0 0 0,2-3 0 0,-2 0 0 16,16-7 0-16,-5-5 0 0,0 4 0 0,7-10 0 16,4 5 0-16,2-5 0 0,-3-4 0 0,9 3 0 15,2-11 0-15,-6 19 0 0,6-19 0 0,8 15 0 16,3-7 0-16,3 0 0 0,4 0 0 0,9-1 0 15,2 2 0-15,13 0 0 0,1-2 0 0,0-1 0 16,-1 0 0-16,8-1 0 0,1-2 0 0,-1 2 0 16,0-3 0-16,-1 3 0 0,1-3-314 0,0-2-47 15,-5 0-36-15,-3 0-15 0,-14-2-30 0,0 1-22 16,1-4-16-16,-9 3-30 0,-3-3-293 0,2-2-867 16,-6-4 383-16</inkml:trace>
          <inkml:trace contextRef="#ctx0" brushRef="#br0" timeOffset="184.5678">1098 988 1523 0,'13'-12'90'0,"-13"12"37"0,4-14 19 16,-4 14 6-16,4-12 9 0,-4 12 22 0,3-11 12 15,-3 11 3-15,0 0-4 0,0 0-10 0,0 0-6 16,3-11 4 0,-3 11-1-16,0 0 16 0,0 0 15 0,0 0 7 0,6 41-16 0,-4-24-4 15,3 7-7-15,-4 3-2 0,3 2-3 0,5 6-15 0,-7-3-14 16,3 10-15-16,-4-3-15 0,7 2-14 16,-8 0-8-16,7 1-12 0,-2-2-9 0,-2 3-8 15,0-3-13-15,0-10-13 0,2 0-38 0,-2 7-69 0,0-6-89 16,2-10-85-16,-2 4-91 0,-1-5-99 0,-2-5-468 15,0 1-962-15,5-3 426 0</inkml:trace>
          <inkml:trace contextRef="#ctx0" brushRef="#br0" timeOffset="559.5466">1524 867 62 0,'-16'-7'407'0,"-4"0"-23"0,-1 3-2 0,1 0 8 16,6 0 9-16,14 4 4 0,-19-6-20 0,19 6-33 15,-18-4-23-15,18 4-23 0,0 0-13 0,0 0-3 16,0 0-2-16,0 0-4 0,0 0 0 0,0 0-6 15,0 0-26-15,0 0-7 0,71 11-11 0,-26-4-12 16,8-3-8-16,0-2-14 0,1-2-24 0,26 2-19 0,-22 1-9 16,24-2-15-16,-4-1-16 0,3-4-11 15,-24 2-11-15,1 0-11 0,0-5-8 0,0 3-11 0,-9 0-15 16,-2-3 1-16,-15 2-20 0,0-2-12 16,-1 1-17-16,-15 1-31 0,1 0-28 0,-2-4-34 15,-7 2-45-15,-8 7-50 0,1-19-63 0,-1 6-55 0,0 13-51 16,-8-21-34-16,0 5-43 0,-4 4-29 0,-3 0-72 15,-6-7-280-15,0-3-882 0,-3 1 391 0</inkml:trace>
          <inkml:trace contextRef="#ctx0" brushRef="#br0" timeOffset="859.3001">2124 437 48 0,'-16'-7'346'0,"-3"2"-25"0,5 0-25 0,14 5-24 16,-24-6-20-16,24 6-8 0,-21 2 5 0,21-2 15 15,0 0 6-15,0 0 7 0,-21 7 9 16,21-7-2-16,0 17 0 0,0-17-18 0,13 24-16 0,-5-7-14 0,8 5-14 15,-2-2-7-15,-2-2-16 0,8 4-21 0,6 9-11 16,-5-11-20-16,17 6-13 0,-1-3-13 0,-5-1-12 16,10-3-4-16,-5 1-14 0,5-3-10 0,1-3-12 0,-4-1-2 15,1-2-8-15,-8-3-4 0,-2-1-4 16,-1-1-10-16,-2 1-4 0,-4-2-1 0,-2-2-3 16,-2-2-6-16,-3 5-1 0,-2-2-2 0,-14-4-2 0,17 12-6 15,-6-8 4-15,-5 7-2 0,-3-3 1 0,2 5-2 16,-5 4 1-16,0 1 5 0,-6 7-9 15,-7 3-4-15,-3 10 6 0,1 0-8 0,-10-2 2 0,2 9 5 16,-6-5-10-16,-4 10-2 0,1-8-10 0,-18 13-30 16,2 7-63-16,-5-9-77 0,19-13-84 0,-8 3-86 15,4 0-82-15,3-1-113 0,1-4-304 0,7-2-916 16,11-10 406-16</inkml:trace>
          <inkml:trace contextRef="#ctx0" brushRef="#br0" timeOffset="110541.8408">3249 34 202 0,'0'0'423'0,"-11"-9"-29"0,11 9-25 0,0 0-6 16,-8-12-6-16,8 12 1 0,0 0 25 0,0 0 0 16,-24 33 3-16,13-10-20 0,4 6-16 0,-4 9-10 15,5 3-11-15,1 0-12 0,3 5-15 0,2 0-9 0,-5 5-5 16,5-2-11-16,0 0-1 0,0 3-14 15,5 1-12-15,-6 3 3 0,4-1-14 0,-5 14-14 16,1-19-21-16,-3 2-202 0,1 0-2 0,-2-6 0 0,-1 1 0 16,3-9 0-16,-2 7 0 0,2-7 0 0,-2-8 0 15,0-4 0-15,3 0 0 0,2 1 0 0,-4-10 0 16,2-7 0-16,-4 1 0 0,6 1 0 0,0-12 0 16,-7 17 0-16,7-17 0 0,-1 11 0 0,1-11 0 15,0 0 0-15,0 0 0 0,0 0 0 0,0 0 0 16,0 0 0-16,0 0 0 0,-15-41 0 0,12 15 0 15,-2-15 0-15,-5-1 0 0,1-6 0 0,1 0 0 16,-2 0 0-16,-1-6 0 0,5-23 0 0,2 4 0 16,0 1 0-16,-4 16 0 0,6-20 0 0,0 23 0 15,2-20 0-15,5 22 0 0,6-1 0 0,-1 3 0 0,8-3 0 16,-2 7 0-16,5 11 0 0,-4-9 0 0,9 10 0 16,-2 1 0-16,2 12 0 0,-4-1 0 0,4 7 0 15,3 1 0-15,-4 2 0 0,3 4 0 0,-1 7 0 16,3 3 0-16,-4 6 0 0,-2 4 0 0,3 2 0 15,-4 4 0-15,6 14 0 0,-7 5 0 0,-3 2 0 16,-4-4 0-16,-4 4 0 0,-6 2 0 0,0 0 0 16,-10-1 0-16,0 1 0 0,-6-1 0 0,-4-4 0 15,-6 6 0-15,-1-7 0 0,-5 2 0 0,-2 0 0 16,0-3 0-16,-5-4 0 0,4 0 0 0,1 0 0 16,-6-5 0-16,7-5 0 0,4-1 0 0,-11 2 0 0,8-5 0 15,3-4 0-15,0 0 0 0,8-5 0 0,0-3-22 16,3 1-49-16,13-6 6 0,-21 8 6 15,21-8 8-15,-15 4-1 0,15-4 5 0,0 0 3 0,0 0 7 16,0 0 5-16,0 0 5 0,0 0 13 0,0 0 11 16,36 13 6-16,-17-7 0 0,7-3 6 0,1 1-2 15,0 2 6-15,2 1-4 0,5 2-5 0,-4 0 0 16,12 3-3-16,-12 2 0 0,11-1-8 0,-13-2-27 16,3-1-31-16,-4 8-47 0,-4-3-62 0,-1 1-60 15,2-1-63-15,-8-4-45 0,0 1-55 0,-1-1-57 16,1 0-86-16,-3-3-305 0,-2-1-914 0,-2 1 405 0</inkml:trace>
          <inkml:trace contextRef="#ctx0" brushRef="#br0" timeOffset="110791.8091">3921 943 225 0,'0'0'583'0,"10"-7"-52"16,-10 7-40-16,0 0-14 0,0 0-5 0,19-4-15 15,-19 4-8-15,0 0-15 0,0 0-17 0,15 22-28 16,-10-9-20-16,-4 4-13 0,-1 2-19 0,2 6-18 16,1 2-17-16,-6 0-31 0,3 2-25 0,3 0-23 15,-6 0-22-15,1 0-21 0,-3 11-19 0,4-12-14 0,-1 2-18 16,0-3-104-16,-1-1-25 0,3 0 0 0,0 0 0 16,0-2 0-16,0-5-71 0,-3 0-149 0,0-4-77 15,1-1-64-15,2 4-60 0,-3-10-55 0,3-8-73 16,-3 18-417-16,3-18-1047 0,0 0 463 0</inkml:trace>
        </inkml:traceGroup>
        <inkml:traceGroup>
          <inkml:annotationXML>
            <emma:emma xmlns:emma="http://www.w3.org/2003/04/emma" version="1.0">
              <emma:interpretation id="{3DE552D7-EB37-4F9B-93E3-7338B0BB8232}" emma:medium="tactile" emma:mode="ink">
                <msink:context xmlns:msink="http://schemas.microsoft.com/ink/2010/main" type="inkWord" rotatedBoundingBox="23796,3810 25466,3878 25456,4118 23786,4050"/>
              </emma:interpretation>
              <emma:one-of disjunction-type="recognition" id="oneOf1">
                <emma:interpretation id="interp1" emma:lang="" emma:confidence="1">
                  <emma:literal/>
                </emma:interpretation>
              </emma:one-of>
            </emma:emma>
          </inkml:annotationXML>
          <inkml:trace contextRef="#ctx0" brushRef="#br0" timeOffset="113970.4331">4993 1178 379 0,'0'0'372'0,"-18"7"-24"0,18-7-31 16,-9 8-3-16,9-8 24 0,0 0 18 0,0 0 21 16,0 0 3-16,38 11-9 0,-7-12-10 0,3-2-3 0,10-2-7 15,14 3-16 1,3-6-16-16,0 7-28 0,18-7-19 0,3 0-35 15,-2 6-22-15,-18 0-19 0,-2-3-24 0,-3 3-16 16,6-5-34-16,-5 3-45 0,-7 0-30 0,2 4-59 16,-8-2-49-16,-10 0-52 0,-4 6-50 0,-2-1-61 15,-8-3-61-15,-2 4-70 0,-19-4-79 0,16 10-469 0,-16-10-978 16,-3 17 434-16</inkml:trace>
          <inkml:trace contextRef="#ctx0" brushRef="#br0" timeOffset="111385.5317">4515 943 258 0,'0'0'360'0,"0"0"-10"16,0 0 4-16,-21 1 1 0,21-1-4 0,0 0-9 16,0 0-16-16,0 0-17 0,0 0-16 0,0 0-13 15,0 0-9-15,0 0-15 0,-24-1-8 0,24 1-15 16,0 0-7-16,0 0-12 0,0 0-8 0,0 0-4 15,0 0 1-15,0 0-15 0,0 0-7 0,0 0 2 16,80 11-9-16,-51-5-8 0,3-4-2 0,0 1-1 16,16-1 7-16,-3 1-19 0,-1 0-6 0,-1 0-7 15,4 0-13-15,-4-1-8 0,-13-1-11 0,6-1-15 16,-7 0-8-16,-2 0-4 0,-6-1-8 0,-21 1-12 16,33 0-59-16,-33 0 0 0,23 1 0 0,-23-1 0 0,0 0 0 15,24-1 0-15,-24 1 0 0,0 0 0 0,0 0 0 16,0 0 0-16,21-2 0 0,-21 2 0 15,0 0 0-15,0 0 0 0,0 0 0 0,0 0 0 0,0 0 0 16,0 0 0-16,0 0 0 0,0 0 0 0,0 0 0 16,0 0 0-16,0 0 0 0,0 0 0 0,0 0 0 15,0 0 0-15,0 0 0 0,0 0 0 0,0 0 0 16,0 0 0-16,0 0 0 0,0 0 0 0,0 0 0 16,0 0 0-16,0 0 0 0,0 0 0 0,0 0 0 15,0 0 0-15,0 0 0 0,0 0 0 0,0 0 0 16,0 0 0-16,0 0 0 0,0 0 0 0,0 0 0 15,0 0 0-15,0 0 0 0,14 5 0 0,-14-5 0 0,0 0 0 16,0 0 0-16,0 0 0 0,0 0 0 0,0 0 0 16,0 0 0-16,0 0 0 0,0 0 0 0,0 0 0 15,0 0 0-15,0 0 0 0,0 0 0 0,0 0 0 16,0 0 0-16,0 0-238 0,0 0-290 0,0 0-30 16,-50 7-39-16,50-7-448 0,0 0-1133 0,-30 2 501 15</inkml:trace>
        </inkml:traceGroup>
        <inkml:traceGroup>
          <inkml:annotationXML>
            <emma:emma xmlns:emma="http://www.w3.org/2003/04/emma" version="1.0">
              <emma:interpretation id="{2E747A3E-95D3-4A0D-99DC-D797E4E2CCE3}" emma:medium="tactile" emma:mode="ink">
                <msink:context xmlns:msink="http://schemas.microsoft.com/ink/2010/main" type="inkWord" rotatedBoundingBox="24461,4347 25823,4402 25791,5178 24429,5122"/>
              </emma:interpretation>
              <emma:one-of disjunction-type="recognition" id="oneOf2">
                <emma:interpretation id="interp2" emma:lang="" emma:confidence="0.5">
                  <emma:literal>z</emma:literal>
                </emma:interpretation>
                <emma:interpretation id="interp3" emma:lang="" emma:confidence="0">
                  <emma:literal>2</emma:literal>
                </emma:interpretation>
                <emma:interpretation id="interp4" emma:lang="" emma:confidence="0">
                  <emma:literal>Z</emma:literal>
                </emma:interpretation>
                <emma:interpretation id="interp5" emma:lang="" emma:confidence="0">
                  <emma:literal>.</emma:literal>
                </emma:interpretation>
                <emma:interpretation id="interp6" emma:lang="" emma:confidence="0">
                  <emma:literal>r</emma:literal>
                </emma:interpretation>
              </emma:one-of>
            </emma:emma>
          </inkml:annotationXML>
          <inkml:trace contextRef="#ctx0" brushRef="#br0" timeOffset="114377.0876">5418 1648 8 0,'0'0'418'0,"-19"3"-28"0,19-3-27 15,0 0 0-15,0 0 6 0,-10-16 1 0,10 16 4 16,8-24-8-16,-8 24-23 0,18-19-28 0,-5 9-24 16,9-2-27-16,-2 1-20 0,2-5-23 0,1 3-18 15,-3 6-17-15,6 0-18 0,-8 1-9 0,7 2-25 16,-4 2-13-16,-3-3-12 0,9 9-13 0,-6 0-9 0,-5 5-10 15,2 0-9-15,-4 8-7 0,-4-3-14 16,1 7-14-16,-8 5-14 0,-3 0-14 0,0 1-16 16,-3 4-19-16,-8-1-7 0,-7 4-7 0,-6 7-3 0,-5 0-2 15,0-8 5-15,-3 3-4 0,-3 0-1 16,-4-6 3-16,1 4 10 0,-4-3 0 0,0-3 6 16,-1-1 8-16,0-1 4 0,1 1-3 0,5-5 13 0,2-5 13 15,8 0 19-15,4-8 14 0,6 3 13 0,2-3 19 16,2-2-2-16,2-1 9 0,11-6 12 0,-11 9 20 15,11-9 13-15,0 0 18 0,0 0 12 0,0 0-1 16,53 7-8-16,-7-11-7 0,4-2-5 0,5-2-6 16,23-6-2-16,7-1-17 0,0 3-5 0,0 0-10 15,-5-6-17-15,6-4-46 0,-5 5-65 0,-5 0-75 16,-15 5-91-16,21-7-93 0,3-2-70 0,-24 12-61 16,19-10-137-16,-31 2-411 0,1-7-1055 0,-2-6 468 0</inkml:trace>
        </inkml:traceGroup>
        <inkml:traceGroup>
          <inkml:annotationXML>
            <emma:emma xmlns:emma="http://www.w3.org/2003/04/emma" version="1.0">
              <emma:interpretation id="{59BF0272-3C7C-4E43-B25B-918A947713D3}" emma:medium="tactile" emma:mode="ink">
                <msink:context xmlns:msink="http://schemas.microsoft.com/ink/2010/main" type="inkWord" rotatedBoundingBox="24687,3026 24768,3029 24732,3913 24652,3909"/>
              </emma:interpretation>
              <emma:one-of disjunction-type="recognition" id="oneOf3">
                <emma:interpretation id="interp7" emma:lang="" emma:confidence="1">
                  <emma:literal/>
                </emma:interpretation>
              </emma:one-of>
            </emma:emma>
          </inkml:annotationXML>
          <inkml:trace contextRef="#ctx0" brushRef="#br0" timeOffset="113762.6205">5391 357 4237 0,'-2'-14'367'0,"2"-1"-159"0,0-4-47 15,-4 1 35-15,4-1 20 0,-4 0 8 0,1 4 16 0,2-4 24 16,-1 5 20-16,-1 2 34 0,1 0 15 16,2 12-7-16,-6-11-16 0,6 11-19 0,-2-13-75 15,2 13-216-15,0 0 0 0,0 0 0 0,0 0 0 0,0 0 0 16,0 0 0-16,0 0 0 0,2 60 0 0,3-32 0 15,-2 2 0-15,6 7 0 0,-5 3 0 16,2 2 0-16,-1-3 0 0,-2-9 0 0,5 10 0 0,-3 1 0 16,-4-3 0-16,1 3 0 0,1-1 0 0,-1 0 0 15,-4-2 0-15,2-11 0 0,-5 5 0 0,4 6 0 16,-1-9 0-16,-4-3 0 0,-1 5 0 0,1-11 0 16,-2-1 0-16,-3 2-463 0,4-5-233 0,-7-1-476 15,4-1-1270-15,-3-2 561 0</inkml:trace>
        </inkml:traceGroup>
        <inkml:traceGroup>
          <inkml:annotationXML>
            <emma:emma xmlns:emma="http://www.w3.org/2003/04/emma" version="1.0">
              <emma:interpretation id="{A5B5F3A5-2024-465B-9BCD-CA947596584A}" emma:medium="tactile" emma:mode="ink">
                <msink:context xmlns:msink="http://schemas.microsoft.com/ink/2010/main" type="inkWord" rotatedBoundingBox="25368,2716 26707,2770 26635,4540 25296,4486"/>
              </emma:interpretation>
              <emma:one-of disjunction-type="recognition" id="oneOf4">
                <emma:interpretation id="interp8" emma:lang="" emma:confidence="0.5">
                  <emma:literal>B</emma:literal>
                </emma:interpretation>
                <emma:interpretation id="interp9" emma:lang="" emma:confidence="0.5">
                  <emma:literal>R 3</emma:literal>
                </emma:interpretation>
                <emma:interpretation id="interp10" emma:lang="" emma:confidence="0">
                  <emma:literal>,</emma:literal>
                </emma:interpretation>
                <emma:interpretation id="interp11" emma:lang="" emma:confidence="0">
                  <emma:literal>R }</emma:literal>
                </emma:interpretation>
                <emma:interpretation id="interp12" emma:lang="" emma:confidence="0">
                  <emma:literal>;</emma:literal>
                </emma:interpretation>
              </emma:one-of>
            </emma:emma>
          </inkml:annotationXML>
          <inkml:trace contextRef="#ctx0" brushRef="#br0" timeOffset="115044.1438">6192 13 353 0,'-4'-12'547'0,"4"12"-48"0,-4-14-40 0,4 14-13 0,0 0-2 16,0-12 4-16,0 12-9 0,0 0-5 0,0 0-1 0,0 0-27 0,6 63-14 0,-8-22-21 16,6 4-21-16,4 3-13 0,1 6-21 0,-4-2-20 15,6 17-18-15,-4-14-18 0,2 17-22 0,-4-20-41 16,-2-3-19-16,9-1-108 0,-6 4-70 0,-3-2 0 16,0-5 0-16,-1 0 0 0,1 0 0 0,0-5 0 15,-6-9 0-15,3-5 0 0,-1-7 0 0,1-4 0 16,-2 2 0-16,2-4 0 0,0-1 0 0,0-12 0 15,-2 14 0-15,2-14 0 0,0 0 0 0,0 0 0 16,0 0 0-16,0 0 0 0,0 0 0 0,-33-44 0 16,20 3 0-16,0-6 0 0,-1-7 0 0,-4-18 0 15,4-2 0-15,-6-2 0 0,7 1 0 0,5 22 0 16,5-1 0-16,-3-1 0 0,6 3 0 0,3 4 0 0,3-4 0 16,2 5 0-16,4 3 0 0,-3 2 0 0,9 1 0 15,0 3 0-15,7 1 0 0,-2 4 0 16,-1 9 0-16,-1 5 0 0,0 1 0 0,1 3 0 0,1 0 0 15,-4 7 0-15,2 5 0 0,-3-1 0 16,-18 4 0-16,35 3 0 0,-21 2 0 0,1 9 0 16,-6-2 0-16,1 3 0 0,-5 13 0 0,-2 0 0 0,-3 3 0 15,0 10 0-15,-14 0 0 0,4 0 0 0,-5 2 0 16,-2 0 0-16,-6 0 0 0,1-3 0 0,-7-2 0 16,3-1 0-16,-4 0 0 0,-5-2 0 0,6-4 0 15,-7-2 0-15,8 4-59 0,7-9-39 0,-7-3 5 16,0 6 2-16,7-6 4 0,5-2 8 0,-5-2 5 15,11-1 4-15,-1-4 9 0,-4 2 5 0,12-4 7 0,0 1 6 16,3-11 10-16,3 20-1 0,0-10 15 0,12 0 21 16,-1 2 10-16,12 1 10 0,-2 0 1 15,5 2 14-15,13-1 9 0,-1-1 2 0,4-2 3 0,-3 3 11 16,1-6-27-16,7 3 1 0,-7 1-5 0,1-4-6 16,-11-2-16-16,11 2-27 0,-15 0-53 0,3-2-60 15,-7 1-75-15,3-5-86 0,-12 2-71 0,-2 0-68 16,-14-4-77-16,24 3-436 0,-24-3-1023 0,0 0 452 15</inkml:trace>
          <inkml:trace contextRef="#ctx0" brushRef="#br0" timeOffset="115528.4622">6784 714 431 0,'14'-8'545'0,"0"-4"-13"0,14 2-22 0,-4-1-17 15,18-3-8-15,-17 9-39 0,-7 0-27 0,3 3-30 0,0 1-34 16,-21 1-39-16,36 3-7 0,-18 1-46 0,-2 2-32 16,0 3-20-16,-1-2-17 0,-3 3-25 0,0 6-8 15,-9 0-25-15,5 9-21 0,-3-6 3 0,-4 7-16 16,-10 0-16-16,4-4-20 0,2 7-11 0,-9-6-25 16,3 3-24-16,-1-3-13 0,-6 1-27 0,-6-2-10 15,2-1-8-15,3-2-7 0,2-3-18 0,-2-6-12 16,2 2-4-16,1-1-3 0,-2-8-2 0,0 5 0 15,16-8 1-15,-20 4 15 0,20-4 9 0,0 0 9 16,-22 0 5-16,22 0 13 0,0 0 25 0,0 0 29 16,-2-20 21-16,2 20 21 0,0 0 14 0,23-25 14 15,-13 17 10-15,10-3 14 0,0 4 20 0,-4 2 20 16,19-2 13-16,-6-1-10 0,-3 4 1 0,4 2-5 16,0 2 4-16,-2 4-10 0,-1 3-1 0,-11 0-9 15,11 1-13-15,-3 6-9 0,-3 3-7 0,-6 4-9 16,2-2-87-16,-2 6 0 0,-6 2 0 0,-1 0 0 0,-1-1 0 15,-7 0 0-15,1 5 0 0,-5-2 0 16,-8-2 0-16,-2 11 0 0,-7-2 0 0,0-12 0 16,-9 5 0-16,-10 1 0 0,8-4 0 0,-5-3 0 0,-2 0 0 15,4 2 0-15,-4-8 0 0,-2 4 0 0,-1-7-8 16,-3-2-165-16,0-5-35 0,-1 0-46 0,4-2-50 16,-1-2-54-16,-2-2-50 0,1-4-65 0,11-2-68 15,-16-3-370-15,9-6-987 0,0-4 437 0</inkml:trace>
        </inkml:traceGroup>
      </inkml:traceGroup>
    </inkml:traceGroup>
  </inkml:traceGroup>
</inkml:ink>
</file>

<file path=ppt/ink/ink31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3T08:18:22.019"/>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1CDC420D-C502-4A2B-900D-95E5D91F9066}" emma:medium="tactile" emma:mode="ink">
          <msink:context xmlns:msink="http://schemas.microsoft.com/ink/2010/main" type="writingRegion" rotatedBoundingBox="2047,6485 4374,6485 4374,8006 2047,8006"/>
        </emma:interpretation>
      </emma:emma>
    </inkml:annotationXML>
    <inkml:traceGroup>
      <inkml:annotationXML>
        <emma:emma xmlns:emma="http://www.w3.org/2003/04/emma" version="1.0">
          <emma:interpretation id="{0EDCB716-5A7E-49D1-80B2-620EA957B3C9}" emma:medium="tactile" emma:mode="ink">
            <msink:context xmlns:msink="http://schemas.microsoft.com/ink/2010/main" type="paragraph" rotatedBoundingBox="2047,6485 4374,6485 4374,8006 2047,8006" alignmentLevel="1"/>
          </emma:interpretation>
        </emma:emma>
      </inkml:annotationXML>
      <inkml:traceGroup>
        <inkml:annotationXML>
          <emma:emma xmlns:emma="http://www.w3.org/2003/04/emma" version="1.0">
            <emma:interpretation id="{0A170B13-5FB6-418C-9476-B85CB86EF63E}" emma:medium="tactile" emma:mode="ink">
              <msink:context xmlns:msink="http://schemas.microsoft.com/ink/2010/main" type="line" rotatedBoundingBox="2047,6485 4374,6485 4374,8006 2047,8006"/>
            </emma:interpretation>
          </emma:emma>
        </inkml:annotationXML>
        <inkml:traceGroup>
          <inkml:annotationXML>
            <emma:emma xmlns:emma="http://www.w3.org/2003/04/emma" version="1.0">
              <emma:interpretation id="{34B9741A-0E63-4DB3-BBC9-B1795F8D4FE2}" emma:medium="tactile" emma:mode="ink">
                <msink:context xmlns:msink="http://schemas.microsoft.com/ink/2010/main" type="inkWord" rotatedBoundingBox="2047,7394 3246,7394 3246,8006 2047,8006"/>
              </emma:interpretation>
              <emma:one-of disjunction-type="recognition" id="oneOf0">
                <emma:interpretation id="interp0" emma:lang="" emma:confidence="1">
                  <emma:literal/>
                </emma:interpretation>
              </emma:one-of>
            </emma:emma>
          </inkml:annotationXML>
          <inkml:trace contextRef="#ctx0" brushRef="#br0">972 6263 320 0,'-24'11'341'0,"8"0"-34"16,4-3-25-16,4-1-3 0,8-7 12 0,-12 12 12 15,12-12 12-15,0 0-5 0,0 0-7 0,29 19-20 16,-10-19-22-16,5 0-27 0,10-3-23 0,14-2-19 16,5-6-20-16,3 3-16 0,7-3-17 0,12-6-23 0,-12 7-33 15,16-6-40-15,-18 2-59 0,19-1-38 0,0-1-42 16,-1 1-33-16,-23 2-51 0,3 1-61 0,18-2-63 15,-22 1-350-15,1 3-708 0,-3-5 314 0</inkml:trace>
          <inkml:trace contextRef="#ctx0" brushRef="#br0" timeOffset="-203.1325">1141 5719 223 0,'-21'10'346'0,"-5"-1"-29"16,10 1-15-16,-3 0-8 0,3-1-8 0,2-3-5 16,6-1-2-16,8-5-17 0,-16 12-13 0,16-12 0 0,-5 9-1 15,5-9 3-15,0 0-3 0,19 19-13 0,-3-14-17 16,8 3-21-16,7 0-20 0,12-1-18 0,2-3-14 15,6-1-13-15,5 2-16 0,-1 2-12 0,-5-4-5 16,4 1-21-16,1 1-23 0,1-3-42 0,-3 3-47 16,1-3-41-16,-2-1-55 0,-6 3-47 0,-12-3-43 15,-2 1-59-15,-11 2-70 0,-3 1-368 0,-18-5-776 16,19 7 343-16</inkml:trace>
        </inkml:traceGroup>
        <inkml:traceGroup>
          <inkml:annotationXML>
            <emma:emma xmlns:emma="http://www.w3.org/2003/04/emma" version="1.0">
              <emma:interpretation id="{41C5064D-BFCB-42D4-B03F-DA9CFF19193C}" emma:medium="tactile" emma:mode="ink">
                <msink:context xmlns:msink="http://schemas.microsoft.com/ink/2010/main" type="inkWord" rotatedBoundingBox="3589,6485 4374,6485 4374,6565 3589,6565"/>
              </emma:interpretation>
              <emma:one-of disjunction-type="recognition" id="oneOf1">
                <emma:interpretation id="interp1" emma:lang="" emma:confidence="0.5">
                  <emma:literal>.</emma:literal>
                </emma:interpretation>
                <emma:interpretation id="interp2" emma:lang="" emma:confidence="0">
                  <emma:literal>-</emma:literal>
                </emma:interpretation>
                <emma:interpretation id="interp3" emma:lang="" emma:confidence="0">
                  <emma:literal>\</emma:literal>
                </emma:interpretation>
                <emma:interpretation id="interp4" emma:lang="" emma:confidence="0">
                  <emma:literal>`</emma:literal>
                </emma:interpretation>
                <emma:interpretation id="interp5" emma:lang="" emma:confidence="0">
                  <emma:literal>,</emma:literal>
                </emma:interpretation>
              </emma:one-of>
            </emma:emma>
          </inkml:annotationXML>
          <inkml:trace contextRef="#ctx0" brushRef="#br0" timeOffset="1157.6412">2455 4836 216 0,'0'0'352'0,"-7"11"-5"0,7-11 2 0,-6 12 10 0,6-12-8 16,0 0-9-16,13 14-10 0,-13-14-9 0,14 9-12 15,-14-9-21-15,29 3-25 0,-6 1-22 0,4-4-28 16,7 1-21-16,1-2-15 0,-3-4-22 0,3 3-15 15,12 2-22-15,-1-5-13 0,-2 1-29 0,-3 1-48 16,-5-2-50-16,9-1-47 0,1 2-51 0,-3-5-51 0,-1 0-59 16,-10 8-73-16,2-5-99 0,-5-1-267 15,0 2-722-15,0-3 319 0</inkml:trace>
        </inkml:traceGroup>
      </inkml:traceGroup>
    </inkml:traceGroup>
  </inkml:traceGroup>
</inkml:ink>
</file>

<file path=ppt/ink/ink31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3T08:18:22.722"/>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4C5A41D4-D258-4F20-B944-83B23EA58892}" emma:medium="tactile" emma:mode="ink">
          <msink:context xmlns:msink="http://schemas.microsoft.com/ink/2010/main" type="inkDrawing" rotatedBoundingBox="4549,6615 5002,11707 3879,11807 3426,6715" semanticType="verticalRange" shapeName="Other">
            <msink:sourceLink direction="with" ref="{BA9DAA9E-179F-4376-B3B4-BB2E5B3D862E}"/>
            <msink:sourceLink direction="with" ref="{0A1A8455-8784-4005-B629-D4C597BE0CB8}"/>
            <msink:sourceLink direction="with" ref="{F842BD98-B223-4FEF-B814-3BF3FCEE624C}"/>
            <msink:sourceLink direction="with" ref="{65159B4E-43AE-461C-BE28-CB48E9100C91}"/>
          </msink:context>
        </emma:interpretation>
      </emma:emma>
    </inkml:annotationXML>
    <inkml:trace contextRef="#ctx0" brushRef="#br0">103 268 323 0,'-11'-29'329'0,"2"-6"-17"15,2 8 9-15,-1 5-5 0,-3-4-7 16,3 8-6-16,0 2-2 0,1-3 3 0,4 4-7 0,-3 1-16 16,1 5-9-16,5 9-4 0,-8-18-12 0,8 18-11 15,-10-11-26-15,10 11-18 0,0 0-13 0,-4-10-14 16,4 10-7-16,0 0-7 0,0 0-9 0,0 47 0 16,4-6 1-16,0 2 8 0,0 34 3 0,4 2 1 15,2 9 8-15,4 38-9 0,-1 1 11 0,-6-35-14 16,7 40-8-16,-7 4 1 0,-4 2 4 0,2 7 6 0,1-1 4 15,-8 3 1-15,7 1-93 0,-6 5-75 0,-1 2 0 16,8-5 0-16,-6 12 0 0,4 3 0 0,5 0 0 16,-1-6 0-16,-5 5 0 0,4-8 0 0,-1-5 0 15,7-14 0-15,-5 1 0 0,-6-45 0 0,4 38 0 16,7-6 0-16,-7-39 0 0,1 0 0 0,-4-3 0 16,-1 4 0-16,7-5 0 0,-5-7 0 0,-3-1 0 15,4-21 0-15,-5 1 0 0,2-4 0 0,-4-7 0 0,2 6 0 16,0-7 0-16,0-1 0 0,0-12 0 0,-6-2 0 15,2-3 0-15,4 2 0 0,0-14 0 0,-5 2 0 16,5 0 0-16,-1-2 0 0,1-12 0 0,-3 19 0 16,3-19 0-16,-2 12 0 0,2-12 0 0,-2 10 0 15,2-10 0-15,0 0 0 0,0 0 0 0,-1 15 0 16,1-15 0-16,0 0 0 0,0 0 0 0,0 0 0 16,0 0 0-16,0 0 0 0,-5 10 0 0,5-10 0 15,0 0 0-15,0 0 0 0,0 0 0 0,0 0 0 0,0 0 0 16,0 0 0-16,0 0 0 0,0 0 0 0,0 0 0 15,0 0 0-15,0 0 0 0,31 0 0 0,-31 0 0 16,28 0 0-16,-7 1 0 0,8-1 0 0,5 3 0 16,9 0 0-16,2-1 0 0,11 6 0 0,2-6 0 15,3-2 0-15,18 0 0 0,-20 0 0 0,3-2 0 16,-4-2 0-16,26-5-383 0,-27 3-68 0,3-6-50 16,15-9-54-16,-15 4-496 0,12-16-1137 0,-22 4 503 15</inkml:trace>
  </inkml:traceGroup>
</inkml:ink>
</file>

<file path=ppt/ink/ink31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3T08:18:35.624"/>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C7719A35-D8FA-42EC-B242-BE3DBE63C9B8}" emma:medium="tactile" emma:mode="ink">
          <msink:context xmlns:msink="http://schemas.microsoft.com/ink/2010/main" type="inkDrawing" rotatedBoundingBox="15716,5980 16988,12204 15031,12604 13759,6380" semanticType="verticalRange" shapeName="Other">
            <msink:sourceLink direction="with" ref="{0A1A8455-8784-4005-B629-D4C597BE0CB8}"/>
            <msink:sourceLink direction="with" ref="{F842BD98-B223-4FEF-B814-3BF3FCEE624C}"/>
            <msink:sourceLink direction="with" ref="{65159B4E-43AE-461C-BE28-CB48E9100C91}"/>
          </msink:context>
        </emma:interpretation>
      </emma:emma>
    </inkml:annotationXML>
    <inkml:trace contextRef="#ctx0" brushRef="#br0">83 329 140 0,'-21'-6'387'0,"0"-2"-17"0,6 4 2 15,1-1 3-15,14 5-21 0,-16-14-20 0,16 14-25 16,0-14-15-16,0 14-20 0,26-24-13 0,2 7-15 16,16-1-13-16,4-2-12 0,8 4-13 0,2-3-22 0,20-2-17 15,-1 4-12-15,-19 0-18 0,0 5-13 16,0-4-10-16,-2-1-9 0,-2 7-12 0,-1 1-5 15,-5-3-3-15,-6 0 1 0,-11 5-4 0,-4-5 8 0,-6 9-7 16,0 3 4-16,-21 0 2 0,37 8 4 0,-20-1 4 16,4 5 9-16,0 14-6 0,0 8 19 15,0 7 17-15,-5 12 12 0,11 18 8 0,-1 4 9 0,-2 8 4 16,-8 3 4-16,9 43 8 0,-1-2 5 0,2 1-31 16,-3 6-157-16,-1 1 0 0,4 1 0 0,-4 0 0 15,2 1 0-15,4 4 0 0,-1 3 0 0,-3-4 0 16,8 6 0-16,0 0 0 0,7 1 0 0,-3-4 0 15,0-8 0-15,2-1 0 0,4 4 0 0,0 3 0 16,-7-2 0-16,3-2 0 0,6-1 0 0,-6-4 0 16,-1-1 0-16,-8-2 0 0,0-6 0 0,-13-32 0 0,13 41 0 15,5-5 0-15,-26-31 0 0,6 32 0 0,-1-38 0 16,-7 41 0-16,-3-43 0 0,4 0 0 0,-2 0 0 16,1 2 0-16,-1 1 0 0,5-6 0 0,-7-9 0 15,-3-2 0-15,0 1 0 0,-2-23 0 0,2 1 0 16,-5-1 0-16,4-2 0 0,-1-2 0 0,-3-5 0 15,5-3 0-15,-6 5 0 0,3-15 0 0,-2-1 0 16,2-5 0-16,3-5 0 0,-5-1 0 0,5 1 0 0,-7-4 0 16,7 4 0-16,-3-7 0 0,-8 3 0 0,3-2 0 15,0 0 0-15,-3 1 0 0,-4-2 0 0,1 2 0 16,-10-3 0-16,-8 2 0 0,-13-6 0 0,-13 0 0 16,-22-2 0-16,-10-5 0 0,-1-10 0 0,-46-6 0 15,36 3 0-15,-48-17 0 0,11-4 0 0,3 5 0 16,37 2 0-16,-40-13 0 0,40 13 0 0,4-11-1366 15,2 0-1478-15,1-14 654 0</inkml:trace>
  </inkml:traceGroup>
</inkml:ink>
</file>

<file path=ppt/ink/ink31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3T08:19:50.326"/>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56E70F32-3A94-44D7-90C9-A848236E4171}" emma:medium="tactile" emma:mode="ink">
          <msink:context xmlns:msink="http://schemas.microsoft.com/ink/2010/main" type="writingRegion" rotatedBoundingBox="49,232 14002,70 14176,15027 222,15189"/>
        </emma:interpretation>
      </emma:emma>
    </inkml:annotationXML>
    <inkml:traceGroup>
      <inkml:annotationXML>
        <emma:emma xmlns:emma="http://www.w3.org/2003/04/emma" version="1.0">
          <emma:interpretation id="{254287EA-DF46-4E81-8BCD-4E1DE57B8C76}" emma:medium="tactile" emma:mode="ink">
            <msink:context xmlns:msink="http://schemas.microsoft.com/ink/2010/main" type="paragraph" rotatedBoundingBox="182,163 14008,529 13920,3837 95,3471" alignmentLevel="1"/>
          </emma:interpretation>
        </emma:emma>
      </inkml:annotationXML>
      <inkml:traceGroup>
        <inkml:annotationXML>
          <emma:emma xmlns:emma="http://www.w3.org/2003/04/emma" version="1.0">
            <emma:interpretation id="{FD1B1F2E-0165-4936-8CBD-737D616E4418}" emma:medium="tactile" emma:mode="ink">
              <msink:context xmlns:msink="http://schemas.microsoft.com/ink/2010/main" type="inkBullet" rotatedBoundingBox="181,193 1867,238 1808,2449 123,2405"/>
            </emma:interpretation>
          </emma:emma>
        </inkml:annotationXML>
        <inkml:trace contextRef="#ctx0" brushRef="#br0">-149-35 4122 0,'0'0'198'0,"-6"-12"-119"0,6 12-55 15,-13-11 9-15,13 11 32 0,0 0 39 0,0 0 59 16,0 0 14-16,-32 25-1 0,17-5 16 0,-2 10 13 0,0 8 14 16,3 3 10-16,-7 8 13 0,5-1 13 15,-3 4 0-15,-2 20 15 0,3 3 7 0,6-3-3 0,-1 4-1 16,6-3-5-16,7-2-177 0,5 0-91 0,8 2 0 16,6-2 0-16,8 5 0 0,7 6 0 15,9-7 0-15,2-2 0 0,8-7 0 0,7-7 0 0,-3-7 0 16,9-1 0-16,10-6 0 0,-4-7 0 0,0-3 0 15,-16-12 0-15,23-7 0 0,-1-1 0 0,-20-12 0 16,0-6 0-16,3-5 0 0,-2-7 0 0,13-18 0 16,-1 0 0-16,-7-17 0 0,0 0 0 0,-6-3 0 15,-2-18 0-15,-8-3 0 0,10-39 0 0,-14-10 0 16,-14-9 0-16,-9-7 0 0,-10-11 0 0,-11 0 0 16,-11 10 0-16,-5 16 0 0,-7-3 0 0,4 52 0 15,-2 2 0-15,-12 2 0 0,2 3 0 0,-6 6 0 0,3 14 0 16,-2 6 0-16,-6 1 0 0,-19-5 0 15,8 18 0-15,2 4 0 0,-6 3 0 0,-5 11 0 0,-13-3 0 16,12 13 0-16,5 6 0 0,-25 7 0 0,7 9 0 16,17-6 0-16,6 5 0 0,-3 5 0 0,8 1 0 15,-2 7 0-15,12-4 0 0,-4 0-25 0,7 8-501 16,2-2-52-16,6-8-65 0,0 5-428 0,12-6-1158 16,1-2 512-16</inkml:trace>
        <inkml:trace contextRef="#ctx0" brushRef="#br0" timeOffset="-468.7266">181 175 44 0,'0'0'400'16,"-6"-23"-17"-16,6 14 25 0,5-5 1 0,-5 14 2 15,6-27-17-15,1 14-15 0,1 0-23 0,0 2-28 16,5-3-26-16,1 2-14 0,0 4-9 0,2-3-13 15,1 8-24-15,2-4-21 0,0 3-21 0,2-2-20 0,-3 4-18 16,-18 2-10-16,36 5-12 0,-16-2-16 16,-6 1-9-16,1 6-13 0,-1 2-7 0,0 2-11 0,-6-2-5 15,-1 6-8-15,-5-2-7 0,2 7-4 0,-4 0-12 16,0-4-2-16,-1 8 0 0,-4-3-7 0,-5 3-6 16,-3-1-2-16,1-4-15 0,-4 4-5 0,3-4-9 15,-8 1-13-15,5-1-3 0,-5-2-3 0,2-2-14 16,4-1-2-16,-4 1-2 0,1-10 5 0,4 3-1 15,-1-3 3-15,7-1-1 0,-4-1 3 0,12-6-1 16,-15 8 3-16,15-8 2 0,-9 7-2 0,9-7 0 16,0 0 1-16,0 0 4 0,0 0-1 0,0 0-1 15,0 0 6-15,0 0 0 0,0 0 2 0,0 0 1 16,0 0-3-16,0 0 3 0,51-10 1 0,-51 10-1 16,0 0 2-16,37 3 3 0,-37-3-2 0,25 11-1 0,-8-3-1 15,-8-1-1-15,4 1 4 0,1 7 0 0,-1-4 1 16,2 5-1-16,-7 0 3 0,0 2 1 0,-2 1 2 15,5-1-3-15,-1 4 2 0,-4 1 1 0,2-2 1 16,-6-4-4-16,-2-2 4 0,3-1 4 0,-6 5-2 16,1-1 2-16,-1-3-2 0,-3 2 2 0,-1-3 1 15,-5 1-6-15,4-2-8 0,-7-1-2 0,1 1-15 16,-6-4-21-16,4 1-32 0,-11 0-30 0,6-4-24 16,4-6-21-16,-11 0-28 0,-5-2-25 0,4-1-26 15,-3-2-42-15,0-7-50 0,-5-5-60 0,-5 1-301 16,0-6-745-16,10-3 329 0</inkml:trace>
      </inkml:traceGroup>
      <inkml:traceGroup>
        <inkml:annotationXML>
          <emma:emma xmlns:emma="http://www.w3.org/2003/04/emma" version="1.0">
            <emma:interpretation id="{7703E021-4965-4AA1-8A7A-78CDDB42C1DF}" emma:medium="tactile" emma:mode="ink">
              <msink:context xmlns:msink="http://schemas.microsoft.com/ink/2010/main" type="line" rotatedBoundingBox="3046,239 14008,530 13920,3837 2958,3547"/>
            </emma:interpretation>
          </emma:emma>
        </inkml:annotationXML>
        <inkml:traceGroup>
          <inkml:annotationXML>
            <emma:emma xmlns:emma="http://www.w3.org/2003/04/emma" version="1.0">
              <emma:interpretation id="{BD7EF2C4-4258-4775-9140-E688FACD4779}" emma:medium="tactile" emma:mode="ink">
                <msink:context xmlns:msink="http://schemas.microsoft.com/ink/2010/main" type="inkWord" rotatedBoundingBox="3028,922 7051,1029 7027,1950 3003,1843"/>
              </emma:interpretation>
              <emma:one-of disjunction-type="recognition" id="oneOf0">
                <emma:interpretation id="interp0" emma:lang="" emma:confidence="1">
                  <emma:literal/>
                </emma:interpretation>
              </emma:one-of>
            </emma:emma>
          </inkml:annotationXML>
          <inkml:trace contextRef="#ctx0" brushRef="#br0" timeOffset="5083.9624">3580 385 326 0,'-9'-7'393'0,"1"-3"-29"0,2 1-34 15,6 9-17-15,3-21-11 0,2 7-13 0,8 3-7 16,1 0-45-16,1 0-19 0,10-2-25 0,3 4-13 0,1 2-20 15,1 3-12-15,-1-2-14 0,1 6-14 0,4 5-8 16,-5 0-9-16,0 1 5 0,1 2-24 16,-2 6-9-16,-1 2 0 0,2 1-15 0,-7 7 0 0,-4-5-3 15,0 8 7-15,2 10-7 0,-8-10-1 0,2 10-4 16,-11-7 2-16,-1 0-1 0,-2 7-3 16,-2-3 5-16,-4 2 7 0,-2-7 8 0,0-4-2 0,1 2 2 15,-5-1-5-15,0-1 2 0,1-3-5 0,-2-5 3 16,5 1-5-16,-5-8-1 0,10-1 6 0,-3 1 7 15,6-10 5-15,-10 7 8 0,10-7-1 0,0 0-5 16,0 0-11-16,0 0-5 0,0 0-4 0,-21-28-8 16,21 13-8-16,-3-3-4 0,3-8-4 0,3 0-6 15,-1-5-4-15,6-7 1 0,-6 0-2 0,10 1-6 16,0-4-3-16,2 3 0 0,-4-3-3 0,4 14 0 16,2-17 3-16,2 10-5 0,-4-2-4 0,1 10 0 15,-7 0 2-15,8 1-5 0,-3-1 2 0,-5 4-2 0,0 5 3 16,-2 3-1-16,-1 3-1 0,-4 0 2 15,-1 11-5-15,0-15 0 0,0 15-4 0,0 0 5 16,-8-15-4-16,8 15 2 0,0 0-5 0,0 0 4 0,-40 26-2 16,31-9 1-16,-7 4-1 0,3 5 4 0,-3 11-2 15,11-7 6-15,-1 10-2 0,-2-1-1 0,12 2 3 16,-4 0-2-16,8-3-3 0,2 7 3 0,8-7-4 16,-2-1 7-16,6-2-7 0,-1 4 0 0,6-7-5 15,-1 0-21-15,1-5-28 0,9 0-42 0,-3-2-39 16,-4-9-40-16,10-1-38 0,4 0-44 0,-1-3-30 15,-9-6-37-15,11-3-21 0,-1-5-20 0,-8 1-90 16,-4-5-235-16,1-9-748 0,-3 3 330 0</inkml:trace>
          <inkml:trace contextRef="#ctx0" brushRef="#br0" timeOffset="5349.1589">4841 534 75 0,'-18'8'317'0,"18"-8"-1"16,0 0-2-16,0 0-1 0,0 0-5 0,0 0-1 16,30 19-17-16,-14-14-14 0,4-2-10 0,4 0-10 15,3 0-6-15,7 2-8 0,-4-5-15 0,5 0-13 16,-4-7-16-16,16 6-12 0,-7-5-17 0,5 1 1 16,-1-2-10-16,-2 0-14 0,-10 2-12 0,10-6-12 15,-10 4-15-15,0-1-13 0,-3 0-9 0,13 1-6 16,-17 0-13-16,-1 1-11 0,4-4-26 0,-12 8-36 15,-3-3-33-15,-13 5-39 0,16-10-48 0,-16 10-47 16,8-7-46-16,-8 7-56 0,0 0-64 0,0 0-66 0,-23-26-278 16,9 17-741-16,-4 1 328 0</inkml:trace>
          <inkml:trace contextRef="#ctx0" brushRef="#br0" timeOffset="5552.3005">5097 261 34 0,'0'0'399'15,"-22"-3"-14"-15,22 3-22 0,-21-5-29 0,21 5 2 16,0 0-6-16,0 0 8 0,-10 15 0 0,10-15-11 16,4 19-20-16,0-4-3 0,0 4-8 0,7 2-17 15,-2 6-18-15,6 11-15 0,-1-3-13 0,1 1-19 16,4 2-25-16,-3-1-20 0,3 1-12 0,-4 3-19 16,-2-5-11-16,-4-8-19 0,7 11-22 0,-3-1-32 15,-7-10-49-15,1 2-50 0,-4-1-59 0,3-5-56 16,1 2-56-16,-2-9-48 0,-4 4-66 0,6-6-86 15,-6-3-388-15,4-1-871 0,-5-11 385 0</inkml:trace>
          <inkml:trace contextRef="#ctx0" brushRef="#br0" timeOffset="6114.7387">5816 411 3610 0,'-11'-12'163'0,"3"-4"-117"16,0 1 9-16,1 2 39 0,6 5-18 0,-1-8 31 16,2 1-5-16,0 15 12 0,11-25-10 0,2 13-4 15,2 1-8-15,-7 0-7 0,11-4-7 0,5 2-4 16,-3-4 1-16,0 10 2 0,-5 0-14 0,5 6-6 0,-1-2-4 16,-20 3-6-16,42 0-3 0,-23 3-4 15,-1 1-2-15,1 5-5 0,-3 4 0 0,-3 0 0 16,5 8-2-16,-7-7-6 0,-3 5-1 0,0 7-1 0,-1 0-3 15,-1 1-3-15,-4 0 3 0,-4 3-5 16,0 0-1-16,-4-3-2 0,-2 4 0 0,0-6 0 16,-3-2 2-16,-4-1-3 0,7-5-1 0,-5 7-2 0,0-10-2 15,5 1 1-15,0-6-1 0,2-1 5 0,-2 2-4 16,8-10 3-16,-6 11 9 0,6-11 13 0,0 0 10 16,-10 11 14-16,10-11 4 0,0 0 5 0,0 0-5 15,0 0 3-15,0 0 2 0,0 0 5 0,0 0 1 16,0 0-1-16,0 0-4 0,27-40-2 0,-16 32-5 15,4-2-5-15,-2 1-2 0,1 2-8 0,7-1-1 16,-2 3-2-16,5-3-8 0,-1 6 1 0,-2-3-2 16,8 3 4-16,-9 2-15 0,9 0 0 0,-8 3 2 15,6 8 1-15,-4-3-8 0,1 10 6 0,2-5-6 16,-6 3 0-16,-3 3 4 0,2 2-3 0,-13-6 1 16,5 8-1-16,-4-4 0 0,-1-1 0 0,-6 7 2 15,0-5-2-15,-1 2-4 0,-6 0 7 0,-2 2 1 0,-3-6-12 16,-7 1 2-16,1 1 7 0,-7-3-6 0,-1-2-4 15,-3-2 4-15,-3-3-15 0,2-3-16 16,-14 4-26-16,-4-4-33 0,-3-6-22 0,4-1-26 0,2-7-18 16,1 3-36-16,3-7-38 0,0-7-54 0,1 2-44 15,4-7-41-15,1-2-36 0,16 6-34 0,-4-1-371 16,2-5-864-16,7 2 382 0</inkml:trace>
          <inkml:trace contextRef="#ctx0" brushRef="#br0" timeOffset="4505.8842">2747 483 3710 0,'-19'11'6'0,"-5"-1"20"16,-7 0-11-16,12-4 46 0,-2-3 20 0,0-2 32 15,2 2 29-15,19-3 34 0,-37 0-10 0,37 0-5 16,-34-4-2-16,25 1-3 0,9 3-7 0,-20-8-2 15,20 8-6-15,-9-11-8 0,9 11-13 0,-5-18-8 16,7 3-12-16,-2 15-8 0,9-24 3 0,-2 8-1 16,4-1 1-16,2 2-9 0,7-3-8 0,3-3-8 15,-2 2-2-15,1-2-4 0,1 6-4 0,4 0-10 16,0 0-4-16,2 8-5 0,0 0-7 0,-2 2-2 16,9 2 2-16,-11 6-6 0,3 2 1 0,0 5-8 15,-4 5 3-15,-1 0-2 0,-2 8-5 0,-4-1 1 16,4 13-3-16,-1-1 0 0,-11-4 12 0,2 7-13 0,-7-4-6 15,0 8 3-15,-8 0 4 0,-3-2-7 0,-1 1 4 16,-6 0-4-16,-1-4-3 0,-6-2 7 16,-3 3-8-16,-1-3 4 0,1-4-4 0,3-8 4 0,-5-1-1 15,4-2-1-15,-2-2-2 0,1-2 4 0,5-5 2 16,4 0 4-16,-2-1 0 0,0-3 6 0,2 1 1 16,14-7 2-16,-21 6 6 0,21-6 6 0,-15 1 0 15,15-1-3-15,0 0 0 0,0 0-5 0,0 0-1 16,0 0-7-16,-3-26-8 0,3 26 6 0,22-26-6 15,-5 16-2-15,2-7-6 0,6-2 3 0,4 2 0 16,0 0-3-16,8 1-1 0,5-3-2 0,1 5-19 16,0-1-19-16,1 1-18 0,4 3-25 0,-3-1-30 15,8 1-41-15,-8 2-54 0,4 0-43 0,-4-1-37 0,2 4-46 16,-4 5-59-16,-11-1-66 0,2-5-426 16,-5 2-958-16,6-2 424 0</inkml:trace>
        </inkml:traceGroup>
        <inkml:traceGroup>
          <inkml:annotationXML>
            <emma:emma xmlns:emma="http://www.w3.org/2003/04/emma" version="1.0">
              <emma:interpretation id="{657A3DFB-4A6C-465A-9099-117640118DFF}" emma:medium="tactile" emma:mode="ink">
                <msink:context xmlns:msink="http://schemas.microsoft.com/ink/2010/main" type="inkWord" rotatedBoundingBox="7374,354 14008,529 13920,3837 7286,3661"/>
              </emma:interpretation>
              <emma:one-of disjunction-type="recognition" id="oneOf1">
                <emma:interpretation id="interp1" emma:lang="" emma:confidence="0.5">
                  <emma:literal>5</emma:literal>
                </emma:interpretation>
                <emma:interpretation id="interp2" emma:lang="" emma:confidence="0">
                  <emma:literal>J</emma:literal>
                </emma:interpretation>
                <emma:interpretation id="interp3" emma:lang="" emma:confidence="0">
                  <emma:literal>G</emma:literal>
                </emma:interpretation>
                <emma:interpretation id="interp4" emma:lang="" emma:confidence="0">
                  <emma:literal>$</emma:literal>
                </emma:interpretation>
                <emma:interpretation id="interp5" emma:lang="" emma:confidence="0">
                  <emma:literal>t</emma:literal>
                </emma:interpretation>
              </emma:one-of>
            </emma:emma>
          </inkml:annotationXML>
          <inkml:trace contextRef="#ctx0" brushRef="#br0" timeOffset="9626.5891">12110-156 50 0,'-18'-11'522'0,"18"11"-13"0,-16-11-20 0,16 11-10 16,-13-5-8-16,13 5-22 0,0 0-40 0,-24 1-33 0,24-1-34 15,0 0-36-15,-22 18-29 0,17-10-18 0,-3 7-13 16,2-2-21-16,4 2-13 0,-3 4-8 0,5 0-18 15,-1-2-18-15,2 8-12 0,-1-1-15 0,2 3-11 16,3-8-12-16,1 9-12 0,2-2-1 0,-2 0-12 16,7 0-9-16,-1-2-1 0,2 3-8 0,4-1-8 15,6 7 5-15,3 1-3 0,-5-12-2 0,11 10-10 16,-1-4 8-16,1 2-6 0,-2-3-4 0,4-3-12 16,0 1 2-16,-1-3-2 0,-10-3-8 0,2-1-3 15,-5 2-7-15,-7-5 1 0,10 0-1 0,-13-4-11 16,1 2 7-16,-8-4-7 0,-2 3 5 0,-2-12-11 15,-13 26-2-15,4-15-18 0,-6 4-30 0,-11 0-14 0,4 0-21 16,-16 1-33-16,-3-1-25 0,-4-1-29 0,-3-3-19 16,-1-4-29-16,-1 1-13 0,-6-8-54 0,1 0-21 15,-4-2-25-15,-1-3-18 0,1-3-29 0,3-4-17 16,5-6-59-16,1 1-297 0,2-6-805 0,6-3 356 16</inkml:trace>
          <inkml:trace contextRef="#ctx0" brushRef="#br0" timeOffset="9860.9188">11834 74 419 0,'55'-28'554'0,"20"-8"35"0,8 6 15 0,9-4 2 16,-4 3-19-16,2 7-38 0,-5-2-48 0,0 0-54 16,2 12-41-16,-1 0-46 0,1-1-30 0,0 10-35 15,-2-7-29-15,-5 1-25 0,-19 4-29 0,-2 0-21 16,-3 0-19-16,-6 2-14 0,0-3-13 0,-5 2-19 0,-12 3-19 15,-4-1-34-15,0-1-37 0,-10 3-49 0,-3-3-42 16,-16 5-41-16,23-1-49 0,-23 1-53 0,0 0-70 16,0 0-46-16,0 0-55 0,0 0-47 0,0 0-73 15,-53 16-447-15,21-12-1013 0,-12 7 449 0</inkml:trace>
          <inkml:trace contextRef="#ctx0" brushRef="#br0" timeOffset="6786.5611">6817 231 411 0,'8'8'455'0,"10"3"7"0,-9 3 14 0,1 0-5 16,3-1-15-16,-7 5-31 0,10 1-16 0,-1 0-14 15,-1 2-16-15,18 7-22 0,-16-8-33 0,5 1-18 16,-2-1-19-16,14 5-15 0,-11-6-33 0,-1-4-20 16,6 0-11-16,-1 1-24 0,-10-7-17 0,3-2-16 15,12 2-11-15,-9-1-6 0,-1-1-18 0,0-5-13 16,-5-2-14-16,-16 0-5 0,34-1 2 0,-20-5-2 16,2-1-3-16,-2-2-10 0,-2-4-3 0,-1-10-9 15,7 2-36-15,-4-2-23 0,-1-3 0 0,-4-4 0 0,-1 2 0 16,4-1 0-16,-3-9 0 0,-1 9 0 15,0 2 0-15,2 5 0 0,-2 3 0 0,-5 0 0 0,5 5 0 16,-1 2 0-16,-3 3 0 0,-4 9 0 0,2-19 0 16,-2 19 0-16,6-6 0 0,-6 6 0 15,0 0 0-15,0 0 0 0,13 46 0 0,-11-15 0 0,3 9 0 16,1 8 0-16,-3 4 0 0,5 3 0 0,0 30 0 16,2-2 0-16,0-2 0 0,-2 7 0 0,6 1 0 15,-1 2 0-15,9 44 0 0,-1-7 0 0,-6-42 0 16,7 38 0-16,-9-35 0 0,6 40 0 0,-3-41 0 15,-1-1 0-15,-6-3 0 0,3 4 0 0,-3-8 0 16,-2 4 0-16,-3-8 0 0,-4-3 0 0,0-16 0 16,-4-2 0-16,0-3 0 0,-2-4 0 0,-7 0 0 15,5-3 0-15,-5-5 0 0,0 2 0 0,2-15 0 0,-3-2 0 16,-1-1 0-16,-2-2 0 0,-4-3 0 0,0 0 0 16,3-7 0-16,-1-5 0 0,-2 2 0 0,0-5 0 15,-7 1 0-15,7-5 0 0,-2 1 0 0,23-1 0 16,-37-6 0-16,16-1 0 0,4-4 0 0,2 0 0 15,-2-8 0-15,1-6 0 0,3-1 0 0,-2-13 0 16,9-7 0-16,-2-7 0 0,6-32 0 0,6-43 0 16,8-5 0-16,9-7 0 0,13-17 0 0,11-3 0 15,6 0 0-15,13 9 0 0,1 12 0 0,-29 54 0 16,9 3 0-16,-5 11 0 0,2 5 0 0,-13 19 0 16,18-15 0-16,-17 21 0 0,-1 4 0 0,0-2 0 15,-7 6 0-15,-7 6-682 0,-1 6-570 0,-1-3-1356 0,-5 6 600 16</inkml:trace>
          <inkml:trace contextRef="#ctx0" brushRef="#br0" timeOffset="7704.8206">8165 595 264 0,'-21'4'560'0,"21"-4"9"15,-42 0 8-15,42 0-5 0,-22 0-9 0,22 0-31 16,0 0-44-16,-28 0-44 0,28 0-41 0,0 0-53 16,0 0-22-16,0 0-30 0,0 0-38 0,0 0-22 15,73-23-27-15,-41 19-33 0,-2-2-28 0,14-3-45 16,-16 2-56-16,21 0-53 0,-19-1-59 0,-3 1-71 15,2-1-70-15,2-7-60 0,-4 7-67 0,0-1-64 0,2-8-75 16,-10 9-409-16,-1-4-953 0,3-4 421 16</inkml:trace>
          <inkml:trace contextRef="#ctx0" brushRef="#br0" timeOffset="8423.5528">8685 276 81 0,'-20'7'405'0,"20"-7"-31"0,-16 5-27 15,16-5-9-15,0 0 14 0,0 0-7 0,-13 3-9 16,13-3-25-16,0 0-24 0,0 0-30 0,0 0-24 16,66 0-25-16,-38-3-27 0,2-1-10 0,4-1-19 15,7-2-15-15,-7 3-18 0,-2-2-10 0,12-3-11 16,-12 5-8-16,-7-3-11 0,3 3-4 0,-8 1-10 16,1-2-6-16,-21 5-4 0,28-1-3 0,-28 1-5 15,0 0-1-15,27 2 0 0,-27-2 2 0,5 12 1 16,-7 6 13-16,-4-3 6 0,-7 7 8 0,-3 15 6 15,-2 1 2-15,-8 1-1 0,6 5 3 0,-8-3 9 0,-1 8 11 16,5-4-7-16,-1 4-2 0,-1-4-13 16,0 0-2-16,5 0-11 0,5-5-3 0,2-1-13 15,3-1-5-15,6-12-3 0,0 0-3 0,5 0-7 0,5-2 3 16,-2-6-4-16,4-3-3 0,2-3-4 0,4-1 1 16,5-3 3-16,-1-6-2 0,11 2 0 15,-1-8-2-15,3 1-2 0,1-8-6 0,11 3 0 0,-6-10-4 16,-3 5 2-16,5-8-5 0,-1-2-2 0,1 0 18 15,1 0-5-15,-4-3-4 0,-1 1 1 0,-12 5-3 16,1-1-2-16,-2 1 9 0,-5 1 14 0,1 6 33 16,-5 0-12-16,0 1 25 0,-5 5 12 0,-7 7 12 15,8-14-10-15,-8 14-88 0,8-9-12 0,-8 9 0 16,0 0 0-16,0 0 0 0,0 0 0 0,0 0 0 16,-6 54 0-16,2-28 0 0,-4 10 0 0,3 10 0 15,2 3 0-15,-2 3 0 0,1 19 0 0,7 5 0 0,-3-5 0 16,3 6 0-16,0-3 0 0,0 3 0 15,4-1 0-15,-5-5 0 0,1 2 0 0,0-19 0 16,-3 0 0-16,0-2 0 0,-2 3 0 0,-2-4 0 0,0-2 0 16,-1-1 0-16,-3-3 0 0,-1-1 0 0,-2-5 0 15,-4 1 0-15,1-2 0 0,-1-15 0 0,2 2 0 16,-4-15 0-16,-2 13 0 0,-1-6 0 0,-2 1 0 16,-1-5 0-16,3-6 0 0,-5 0 0 0,-2 0 0 15,0-2 0-15,6-1 0 0,-6-2 0 0,8-2 0 16,-2-6 0-16,0 1 0 0,3-2 0 0,2 0 0 15,2-6 0-15,1-1 0 0,3 0 0 0,2-10 0 16,0-1 0-16,3-5 0 0,4-11 0 0,-2 0 0 16,9-5 0-16,7 2 0 0,0-9 0 0,9-19 0 15,7 5 0-15,-2-1 0 0,-3 17 0 0,10-14 0 16,-10 18 0-16,5 0 0 0,1-1 0 0,3 2-51 0,-1-1-144 16,-2 7-19-16,1-5-33 0,2-1-38 0,-2-1-26 15,-2 5-26-15,-2 3-33 0,2-1-49 16,0-1-39-16,-2 0-30 0,-8 4-315 0,5 2-870 0,-1 4 386 15</inkml:trace>
          <inkml:trace contextRef="#ctx0" brushRef="#br0" timeOffset="9064.1016">10090 663 70 0,'-11'14'359'0,"3"-4"-2"0,8 0 8 15,0-10 18-15,8 18 15 0,-8-18 3 0,27 12 0 16,-8-12-17-16,10 2-21 0,18-1-25 0,6-4-28 16,1-4-24-16,25-3-25 0,-20 0-26 0,21-1-22 15,-22 2-16-15,21-10-33 0,-23 5-38 0,0 3-55 16,-5 2-69-16,-1-1-75 0,-2-5-78 0,-3 4-75 15,-11 4-87-15,-5-9-89 0,-5 1-352 0,-2 4-815 16,-1-7 361-16</inkml:trace>
          <inkml:trace contextRef="#ctx0" brushRef="#br0" timeOffset="8892.2394">10156 373 196 0,'-15'-7'432'16,"15"7"3"-16,0 0-3 0,0 0-7 0,0 0 0 15,0 0-11-15,0 0-18 0,0 0-17 0,0 0-22 16,29-16-20-16,-8 13 4 0,10-6-26 0,12-1 15 15,13-4-11-15,2 3-18 0,-2-1-35 0,5 4-31 16,0-4-20-16,0 3-20 0,-2 0-22 0,-1 1-39 16,-2-2-54-16,-6 1-68 0,-7 0-56 0,-14 4-71 15,0 3-60-15,-2-4-69 0,-11 3-41 0,-16 3-34 16,18-3-43-16,-18 3-59 0,0 0-40 0,0 0-326 16,0 0-852-16,0 0 378 0</inkml:trace>
        </inkml:traceGroup>
      </inkml:traceGroup>
    </inkml:traceGroup>
    <inkml:traceGroup>
      <inkml:annotationXML>
        <emma:emma xmlns:emma="http://www.w3.org/2003/04/emma" version="1.0">
          <emma:interpretation id="{94E1C6FA-F3B7-444A-AE26-4F8D77F377E5}" emma:medium="tactile" emma:mode="ink">
            <msink:context xmlns:msink="http://schemas.microsoft.com/ink/2010/main" type="paragraph" rotatedBoundingBox="2158,2981 13326,2860 13351,5113 2183,5235" alignmentLevel="2"/>
          </emma:interpretation>
        </emma:emma>
      </inkml:annotationXML>
      <inkml:traceGroup>
        <inkml:annotationXML>
          <emma:emma xmlns:emma="http://www.w3.org/2003/04/emma" version="1.0">
            <emma:interpretation id="{71836081-80F5-4B81-9E08-CC8A592D508D}" emma:medium="tactile" emma:mode="ink">
              <msink:context xmlns:msink="http://schemas.microsoft.com/ink/2010/main" type="line" rotatedBoundingBox="2158,2981 13326,2860 13351,5113 2183,5235"/>
            </emma:interpretation>
          </emma:emma>
        </inkml:annotationXML>
        <inkml:traceGroup>
          <inkml:annotationXML>
            <emma:emma xmlns:emma="http://www.w3.org/2003/04/emma" version="1.0">
              <emma:interpretation id="{9E63E70D-ABC3-4ABC-828F-A7C742E33DA2}" emma:medium="tactile" emma:mode="ink">
                <msink:context xmlns:msink="http://schemas.microsoft.com/ink/2010/main" type="inkWord" rotatedBoundingBox="2158,2981 10168,2894 10193,5148 2183,5235"/>
              </emma:interpretation>
              <emma:one-of disjunction-type="recognition" id="oneOf2">
                <emma:interpretation id="interp6" emma:lang="" emma:confidence="1">
                  <emma:literal/>
                </emma:interpretation>
              </emma:one-of>
            </emma:emma>
          </inkml:annotationXML>
          <inkml:trace contextRef="#ctx0" brushRef="#br0" timeOffset="10971.2169">2290 2200 413 0,'-13'-10'474'0,"2"3"6"15,11 7 8-15,-15-15-1 0,7 11-11 0,8 4-34 16,-13-11-42-16,13 11-42 0,0 0-29 0,0 0-39 16,0 0-19-16,-24 18-12 0,13-4-17 0,6 2-24 15,-6 9-19-15,-4 3-15 0,3 2-22 0,-4 8-17 16,-4-2-14-16,4 2-13 0,-5 1-9 0,-1-4-14 15,-2 0-11-15,-2 0-5 0,-3 2-7 0,0-3-4 16,-1-1-13-16,3-2 8 0,-7-5-15 0,4 2-5 0,2-7-5 16,6-6-1-16,-4 1-9 0,2-1 2 15,-2-3-5-15,7-3-1 0,3 2 1 0,2-5-6 16,4 0-1-16,10-6 13 0,-16 8 2 0,16-8-1 0,0 0-1 16,0 0 8-16,0 0-10 0,0 0 2 0,0 0 4 15,0 0 3-15,64-7-5 0,-33 2 9 16,12 3 15-16,7-4 13 0,1 0 3 0,5 1 12 0,2-4-79 15,0 3-6-15,-2-5 0 0,0 4 0 0,3 0 0 16,-2 1 0-16,-1-3 0 0,-5 0 0 0,-1 4 0 16,-2-5 0-16,-3 3 0 0,-11 0 0 0,-6-1 0 15,1 2 0-15,-1-3 0 0,-8 5 0 0,-7 0 0 16,-13 4 0-16,19-7 0 0,-12-2 0 0,-7 9 0 16,11-14 0-16,-9 6 0 0,-2 8 0 0,-2-25 0 15,-3 10 0-15,-1 0 0 0,-2-1 0 0,-7 2 0 16,3 0 0-16,0 2 0 0,-2-4 0 0,0 3 0 0,-6 0 0 15,6 2 0-15,-1-3 0 0,3 9 0 0,-3 3 0 16,15 2 0-16,-22-7 0 0,22 7 0 16,0 0 0-16,0 0 0 0,-36 13 0 0,30-2 0 0,0 6 0 15,-1 4 0-15,5 9 0 0,1 3 0 0,-6 6 0 16,6 5 0-16,-4 5 0 0,5 0 0 0,2-1 0 16,-4 5 0-16,2-1 0 0,-2 4 0 0,1-6 0 15,2-2 0-15,-5 2 0 0,2-3 0 0,0-5 0 16,-4 2 0-16,-2-4 0 0,-2-2 0 0,9-5-35 15,-1-5-423-15,-4-1-50 0,-1-9-68 0,1-1-79 16,4-9-339-16,2-8-1075 0,-5 16 476 0</inkml:trace>
          <inkml:trace contextRef="#ctx0" brushRef="#br0" timeOffset="11640.2496">2983 2701 349 0,'0'0'374'15,"0"0"-5"-15,9-15-13 0,3 4-3 0,2 4-29 16,-3 1-27-16,8-5 0 0,2 3-10 0,3-2-7 15,8 1 12-15,-1 3 9 0,-1 3 7 0,12-4-14 0,-8 7 0 16,-4-4-29-16,4 8-23 0,-3-2-18 16,-4 6-23-16,-3 3-12 0,-5 1-24 0,2 3-13 15,-8 3-16-15,-2 2-10 0,0 8-1 0,-11 0-27 0,2 2-5 16,-2 0-11-16,-8 10-9 0,-5-4-7 0,-3-1 0 16,2-7-12-16,-12 6-4 0,10-7-5 0,-11 3-4 15,4-8-6-15,7 1-4 0,-3-5-4 0,-4 0-2 16,7-1 0-16,-1-7-6 0,1 1-3 0,1-3-1 15,1-2 1-15,14-6-4 0,-16 4-6 0,16-4 2 16,0 0 0-16,0 0 1 0,-20-16-3 0,20 16-5 16,0-23 7-16,7 4 0 0,1-5-5 0,0-2 2 0,5-1 15 15,9-10-14-15,1-2 4 0,2-1 0 16,-4-8 9-16,10 6 8 0,-1 1 22 0,4-6 18 16,11-12 13-16,-12 12 9 0,3 5 2 0,-3-3-5 0,-2 3-7 15,-4-1-72-15,0 4-7 0,-2 2 0 0,-11 13 0 16,0-2 0-16,-2 7 0 0,-8 5 0 0,1 2 0 15,0 5 0-15,-5 7 0 0,-5-15 0 0,5 15 0 16,0 0 0-16,0 0 0 0,0 0 0 0,-58 27 0 16,36-5 0-16,-7 15 0 0,3 2 0 0,-1 1 0 15,6 7 0-15,2 0 0 0,1-2 0 0,9 3 0 16,2 0 0-16,1 2 0 0,4-1 0 0,12-3 0 16,1-1 0-16,-1-4 0 0,6 0 0 0,11 4 0 15,-1-8 0-15,6-2 0 0,3-2 0 0,5-3 0 16,5-5 0-16,-1 1 0 0,5-6 0 0,6-4 0 15,-4 0 0-15,1-3 0 0,0-2 0 0,-3-6 0 0,-1 0 0 16,0-7 0-16,-3-2 0 0,1 3 0 0,-20-2 0 16,1-3 0-16,-7-4 0 0,0 1 0 0,-5-3 0 15,1 1 0-15,-8-4 0 0,0 2 0 0,-2-3 0 16,-6 0 0-16,-3 5 0 0,-3-8-117 0,-7 3-360 16,0 1-58-16,-1-4-71 0,-10 3-470 0,-2-1-1166 15,3 2 515-15</inkml:trace>
          <inkml:trace contextRef="#ctx0" brushRef="#br0" timeOffset="12316.0409">4826 2601 118 0,'0'0'465'0,"0"0"-7"0,-29-5 7 0,29 5 5 15,0 0-4-15,-22 0-17 0,22 0-39 0,0 0-27 16,0 0-38-16,0 0-20 0,0 0-17 0,0 0-14 16,0 0-19-16,0 0-5 0,66-4-17 0,-31 1-23 15,8 2-6-15,5-5-15 0,2 5-7 0,1 1-10 16,6-3-20-16,-8 2-15 0,-2 2-19 0,1-2-12 16,-2-1-18-16,-2 0-17 0,-14 2-22 0,-1-3-42 0,-2-1-50 15,-9 1-40-15,0 2-32 0,-18 1-48 16,16-6-61-16,-16 6-69 0,0 0-54 0,8-12-47 15,-8 12-51-15,0 0-54 0,-23-16-404 0,9 6-955 0,-2 2 423 16</inkml:trace>
          <inkml:trace contextRef="#ctx0" brushRef="#br0" timeOffset="12530.8893">4940 2198 402 0,'0'0'465'16,"-14"-13"-17"-16,14 13-15 0,-8-7-1 0,8 7-2 15,0 0-5-15,0 0-11 0,0 0-26 0,0 0-13 16,0 0-18-16,0 0-13 0,0 0-9 0,22 39-20 16,-14-13-13-16,0 0-18 0,-2 5-21 0,3 8-19 15,-3 6-19-15,0-2-22 0,-1 2-22 0,-3-15-27 16,-2 17-7-16,5 0-15 0,-9 0-17 0,3 3-42 0,-1-7-54 16,-1 1-62-16,1 1-77 0,-6-3-71 15,0-5-79-15,7-5-77 0,-9-6-76 0,2 0-82 16,6-7-496-16,-2 0-1085 0,2-7 479 0</inkml:trace>
          <inkml:trace contextRef="#ctx0" brushRef="#br0" timeOffset="13046.4736">5681 2206 508 0,'2'-15'553'0,"-2"6"-54"0,0 9-46 0,5-16-34 16,-5 16-10-16,0 0-6 0,0 0-29 0,0 0-34 0,0 0-19 16,0 0-19-16,0 0-13 0,-28 26-4 0,22-7-13 15,0-4-14-15,-2 13-4 0,-2-2-10 0,5 1-6 16,-3 4-14-16,0 8-16 0,2-8-13 0,1-2-15 16,3 1-17-16,-3 1-15 0,5 7-9 0,-1-8-17 15,2 8-7-15,4-8-11 0,-3-3-10 0,4 0-16 16,1-2-78-16,1-2 0 0,-2-6 0 0,2 2 0 15,3-3 0-15,-1-5 0 0,4 0 0 0,2 1 0 16,4-5 0-16,-6 0 0 0,13-3 0 0,-4-4 0 16,-23 0 0-16,50-11 0 0,-23-1 0 0,2 4 0 15,-7-10 0-15,7 4 0 0,-6-8 0 0,2-1 0 0,-1-4 0 16,-3 1 0-16,-5-2 0 0,0-8 0 0,3 2 0 16,-6 4 0-16,-6 3 0 0,1-1 0 0,-2 2 0 15,-1 2 0-15,-2 8 0 0,-3-3 0 0,0 4 0 16,0 2 0-16,0 0 0 0,0 13 0 0,-1-14 0 15,1 14 0-15,-2-12 0 0,2 12 0 0,0 0 0 16,0 0 0-16,0 0 0 0,0 0 0 0,0 0 0 16,0 0 0-16,-24 46 0 0,19-18 0 0,0 0 0 15,-1 13 0-15,-2 0 0 0,3 0 0 0,5 1 0 0,-2 2 0 16,2-2 0-16,0 2 0 0,-1-4 0 16,2 1 0-16,4-10 0 0,-2-2 0 0,4 0 0 0,-1-4 0 15,-1-2 0-15,0-4 0 0,1-6-572 0,1 0-67 16,-1-8-525-16,-6-5-1260 0,0 0 558 0</inkml:trace>
          <inkml:trace contextRef="#ctx0" brushRef="#br0" timeOffset="13640.2136">6302 2604 368 0,'7'-20'507'0,"1"5"-17"16,-5 1-11-16,2-1-9 0,-1 5-13 0,0 1-10 16,-4 9-2-16,4-15-17 0,-4 15-16 0,7-8-24 15,-7 8-20-15,0 0-24 0,0 0-17 0,0 0-2 0,0 0-6 16,29 26-29-16,-20-11-13 0,-2 1-29 0,-1-2-21 15,2 5-12-15,0-3-15 0,-1 7-40 0,7 1-160 16,-1 0 0-16,1 1 0 0,1-3 0 0,-1-1 0 16,5-6 0-16,-1 4 0 0,-3-6 0 0,2 0 0 15,1-2 0-15,-4-4 0 0,9 6 0 0,-6-7 0 16,-1-3 0-16,-1 2 0 0,-15-5 0 0,35-1 0 16,-35 1 0-16,34-7 0 0,-20 1 0 0,1-6 0 15,7-4 0-15,-9 1 0 0,-2 1 0 0,2-12 0 16,2-9 0-16,-4 7 0 0,-6 1 0 0,4 2 0 15,-6 4 0-15,-1 2 0 0,3 4 0 0,0 4 0 16,-5-1 0-16,3 3 0 0,-3 9 0 0,3-17 0 16,-3 17 0-16,0 0 0 0,0 0 0 0,0 0 0 15,0 0 0-15,0 0 0 0,-3 56 0 0,3-17 0 0,0 5 0 16,-7 4 0-16,6 7 0 0,1 18 0 0,1 2 0 16,-2-16 0-16,9 15 0 0,-5 3 0 0,-3-3 0 15,0-1 0-15,-5-1 0 0,7 2 0 0,-9-1 0 16,4-17 0-16,-2-1 0 0,-3 19 0 0,0-19 0 15,-3 17 0-15,2-20 0 0,-4-1 0 0,3 2 0 16,-8-7 0-16,2 2 0 0,2-2 0 0,-4-6 0 16,-1-1 0-16,-2-6 0 0,7-5 0 0,-5-3 0 15,2-6 0-15,-2 0 0 0,0-1 0 0,3-6 0 16,0 0 0-16,0-5 0 0,0-5 0 0,-3-2 0 16,19 0 0-16,-36-2 0 0,20-7 0 0,-1-1 0 15,0-2 0-15,-3-6 0 0,-1-4 0 0,6-9 0 0,3 4 0 16,2-11 0-16,0-7 0 0,5-7 0 0,4 3 0 15,7-3 0-15,2-5 0 0,10 4 0 0,8-14 0 16,2-4 0-16,1 22 0 0,16-19 0 0,11 4 0 16,5 0 0-16,-6 5 0 0,1 2 0 0,0 5 0 15,-14 14 0-15,-5 0 0 0,-2-5 0 0,-6 7 0 16,0 3 0-16,-8 0-148 0,-8 3-509 0,-5 3-574 16,-2 1-1335-16,0 2 591 0</inkml:trace>
          <inkml:trace contextRef="#ctx0" brushRef="#br0" timeOffset="14155.8055">7454 2693 216 0,'-19'3'525'0,"19"-3"-25"0,-15 4-14 0,15-4-10 0,0 0-16 16,-16 6-27-16,16-6-33 0,0 0-31 0,0 0-39 16,0 0-26-16,0 0-25 0,0 0-21 0,0 0-30 0,0 0-22 15,69-18-19-15,-35 16-22 0,-2-7-18 16,11 0-29-16,4 4-30 0,-2-6-35 0,-2 7-45 16,5-3-56-16,-17 3-73 0,4 0-58 0,-3-5-58 0,-8 8-60 15,-1-4-62-15,-2 2-71 0,-9-1-332 0,-12 4-824 16,16-4 366-16</inkml:trace>
          <inkml:trace contextRef="#ctx0" brushRef="#br0" timeOffset="14671.3688">7980 2366 7 0,'0'0'409'16,"16"-21"-12"-16,-3 8 11 0,2-1 5 0,5-4-2 16,1 3-11-16,7 3-10 0,0 1-18 0,1-1-25 0,2 1-30 15,11 4-27-15,-15-1-27 0,0 5-27 16,-8 2-24-16,13 2-27 0,-16 4-16 0,5 1-16 16,-6 2-16-16,-1 4-11 0,-6 2-14 0,0 10-7 0,2-3-14 15,-7 5-3-15,-1-7-13 0,-4 8-6 0,-6 1-6 16,2 0-8-16,-10 6-10 0,1-3-10 0,-6 2-15 15,2-5-8-15,-3 3-17 0,1-5-13 0,0-5-8 16,0-1-10-16,-5-1-17 0,2-1-3 0,0 1-4 16,10-7 0-16,-7 3-4 0,2-4 2 0,4-3-2 15,1 3 1-15,4-7 10 0,-1 0 8 0,11-4 1 16,-14 7 7-16,14-7 2 0,0 0 5 0,0 0 9 16,0 0 6-16,0 0 10 0,0 0 3 0,0 0 7 15,0 0 7-15,46-15 7 0,-30 8 12 0,-1 2 5 16,4 2 9-16,-3-3 8 0,5 4 1 0,-21 2 5 15,38-3-3-15,-19 4-4 0,2-2-2 0,-21 1 7 0,37 7-5 16,-22 0-2-16,-1 3-3 0,-6-3-2 0,5 8 0 16,1-1 2-16,-6 4-1 0,-1 1-7 0,-4 4 1 15,0 2-7-15,-4 1-1 0,-4 0-3 0,2 5-6 16,-10-5-2-16,0-1-1 0,-2-2-6 0,-1-1-20 16,-3-1-24-16,-3 2-20 0,-2-4-41 0,-4-5-39 15,1-1-53-15,-3-4-47 0,-10 3-36 0,-4-5-50 16,1-6-58-16,8-5-53 0,-15 0-335 0,8-4-824 15,0-5 364-15</inkml:trace>
          <inkml:trace contextRef="#ctx0" brushRef="#br0" timeOffset="15171.3316">8816 2476 197 0,'-11'8'573'0,"11"-8"-49"15,-6 7-45-15,6-7-25 0,0 0-10 0,0 0-18 16,0 0-14-16,0 0-30 0,30 5-29 0,-30-5-30 16,55-1-32-16,-23 0-28 0,14-8-37 0,-1 8-20 15,-2-6-16-15,2-3-22 0,-3 4-21 0,-7-1-14 16,-6 6-8-16,5-3-16 0,-4-3-11 0,-2 4-11 0,-1 1-7 15,-9 0-5-15,2 1-8 0,-20 1-6 16,23 0-12-16,-23 0 1 0,0 0-7 0,24 3-3 16,-24-3-6-16,3 14 5 0,-4 0-3 0,-7 1-9 0,0 9 2 15,-7-3-5-15,-3 9 0 0,-6 4-3 0,-3 1-7 16,0 3 0-16,-8 1-3 0,2 1 1 16,-7 2 4-16,5 0-1 0,-7-4 5 0,9 6-12 0,-6-4-2 15,4-1 0-15,4-1 5 0,-4-1-6 0,6-3 5 16,2-3-3-16,9-6-1 0,-3-2 0 0,2 2 2 15,3-5-3-15,10-7-3 0,-2 2 1 0,0-3 5 16,3-3 2-16,5-9 14 0,-5 17 13 0,5-17 3 16,10 13 6-16,-10-13-10 0,25 7 6 0,-4-7-2 15,13 0-4-15,0 0-5 0,9-3-9 0,3-1 16 16,7-7-31-16,0 3 8 0,-1-5-10 0,2 4-21 16,-2-6-13-16,-3 7-38 0,-2-7-29 0,-1 4-54 15,-2-1-58-15,4-4-76 0,-11 3-49 0,-8 4-41 16,-1-1-57-16,-5-1-81 0,-2-7-394 0,-2 6-980 15,-6-1 433-15</inkml:trace>
        </inkml:traceGroup>
        <inkml:traceGroup>
          <inkml:annotationXML>
            <emma:emma xmlns:emma="http://www.w3.org/2003/04/emma" version="1.0">
              <emma:interpretation id="{122D7042-D77E-49DB-87FB-FEE59F6F794A}" emma:medium="tactile" emma:mode="ink">
                <msink:context xmlns:msink="http://schemas.microsoft.com/ink/2010/main" type="inkWord" rotatedBoundingBox="10686,2910 13327,2881 13340,4077 10699,4106"/>
              </emma:interpretation>
              <emma:one-of disjunction-type="recognition" id="oneOf3">
                <emma:interpretation id="interp7" emma:lang="" emma:confidence="0.5">
                  <emma:literal>=</emma:literal>
                </emma:interpretation>
                <emma:interpretation id="interp8" emma:lang="" emma:confidence="0">
                  <emma:literal>_</emma:literal>
                </emma:interpretation>
                <emma:interpretation id="interp9" emma:lang="" emma:confidence="0">
                  <emma:literal>-</emma:literal>
                </emma:interpretation>
                <emma:interpretation id="interp10" emma:lang="" emma:confidence="0">
                  <emma:literal>,</emma:literal>
                </emma:interpretation>
                <emma:interpretation id="interp11" emma:lang="" emma:confidence="0">
                  <emma:literal>.</emma:literal>
                </emma:interpretation>
              </emma:one-of>
            </emma:emma>
          </inkml:annotationXML>
          <inkml:trace contextRef="#ctx0" brushRef="#br0" timeOffset="15702.5375">10226 2862 266 0,'-20'19'411'0,"4"-8"-21"0,3 4 2 16,1-1 13-16,8-2 14 0,0 0 3 0,4-12-9 16,0 15-19-16,0-15-26 0,13 15-32 0,3-11-27 15,5 0-33-15,13-4-18 0,11 0-30 0,5-2-26 16,4-4-18-16,5 3-40 0,-1-3-56 0,-2-4-72 15,-4 6-78-15,4-7-103 0,-2 4-98 0,-7-1-101 16,3 1-119-16,-2-4-281 0,-5-2-828 0,0-4 366 16</inkml:trace>
          <inkml:trace contextRef="#ctx0" brushRef="#br0" timeOffset="15530.6705">10292 2575 264 0,'0'0'536'0,"-19"3"-55"0,19-3-40 0,0 0-19 15,0 0-2-15,0 0 3 0,0 0-22 0,0 0-21 16,0 0-28-16,63-1-24 0,-30-1-19 0,12 0-21 16,3-2-23-16,4-2-23 0,2 1-25 0,-1-2-28 15,-3 3-2-15,-2-6-45 0,-3 3-41 0,-2 0-64 0,-8 2-77 16,-6-2-80-16,-1 2-71 0,-6 3-67 0,-4-3-70 16,-18 5-82-16,17-4-90 0,-17 4-263 0,0 0-828 15,0 0 367-15</inkml:trace>
          <inkml:trace contextRef="#ctx0" brushRef="#br0" timeOffset="16413.8204">11956 2278 136 0,'-8'-14'432'0,"8"14"-7"0,2-18-11 15,-2 18 3-15,11-18-6 0,-2 6-3 0,-1-3-16 16,5 4-12-16,6-3-26 0,2-3-21 0,3 3-18 15,8-1-20-15,7-4-17 0,4 7-9 0,7-1-15 16,-7 5-22-16,-7 2-21 0,-6 0-21 0,4 4-18 16,0 2-16-16,-4 2-15 0,0 5-22 0,-2-1-8 15,-11 3-2-15,-2 3-26 0,-4 4-5 0,0 6-3 16,-9-7-14-16,0 4-3 0,-6 7-10 0,-9-3-9 16,1 8-10-16,-9 2-11 0,-3 1-12 0,-4-2-15 15,-7-1-4-15,0-2-9 0,0-1-7 0,9-7-6 0,-9 4-3 16,1-4-2-16,10-4-1 0,0-3 2 0,0 0-1 15,4-2 2-15,4-5 8 0,0 0-3 16,5-2 2-16,11-5 3 0,-14 9 4 0,14-9 2 0,0 0 1 16,0 0 2-16,0 0 4 0,0 0 6 0,0 0 2 15,0 0 2-15,0 0 8 0,35-22-3 0,-14 16 6 16,0 1 0-16,3-2 14 0,5 6 10 0,-5 0 14 16,8-4 26-16,10 5 27 0,2-4 25 0,3 11 21 15,-4-3 18-15,2 10 11 0,-1-1 0 0,-1 5-8 16,-3 1-44-16,-10-5-120 0,4 9 0 0,-10-1 0 15,0 0 0-15,-8 6 0 0,5 6 0 0,-8-4 0 16,-8-1 0-16,-2 9 0 0,-1-7 0 0,-7-5 0 0,-3 7 0 16,-3-4 0-16,-10 2 0 0,-5 2 0 15,-3-5 0-15,-6-1 0 0,-4-2 0 0,-9-4 0 0,-2-1 0 16,-9-2 0-16,-18 2 0 0,0-4 0 0,-8 1 0 16,0-7-234-16,6 0-142 0,1-1-59 0,-4-4-73 15,19-3-86-15,-28-4-414 0,12 6-1091 0,-6-4 483 16</inkml:trace>
        </inkml:traceGroup>
      </inkml:traceGroup>
    </inkml:traceGroup>
    <inkml:traceGroup>
      <inkml:annotationXML>
        <emma:emma xmlns:emma="http://www.w3.org/2003/04/emma" version="1.0">
          <emma:interpretation id="{C39190F8-3051-4362-9975-FDE33BEFDDA5}" emma:medium="tactile" emma:mode="ink">
            <msink:context xmlns:msink="http://schemas.microsoft.com/ink/2010/main" type="paragraph" rotatedBoundingBox="2126,4943 13630,4737 13666,6740 2162,6946" alignmentLevel="2"/>
          </emma:interpretation>
        </emma:emma>
      </inkml:annotationXML>
      <inkml:traceGroup>
        <inkml:annotationXML>
          <emma:emma xmlns:emma="http://www.w3.org/2003/04/emma" version="1.0">
            <emma:interpretation id="{1C8FEA05-1A18-4A9B-9FD2-85ADACDA2BE0}" emma:medium="tactile" emma:mode="ink">
              <msink:context xmlns:msink="http://schemas.microsoft.com/ink/2010/main" type="inkBullet" rotatedBoundingBox="2138,5587 2841,5575 2843,5663 2139,5675"/>
            </emma:interpretation>
            <emma:one-of disjunction-type="recognition" id="oneOf4">
              <emma:interpretation id="interp12" emma:lang="" emma:confidence="0">
                <emma:literal>-</emma:literal>
              </emma:interpretation>
            </emma:one-of>
          </emma:emma>
        </inkml:annotationXML>
        <inkml:trace contextRef="#ctx0" brushRef="#br0" timeOffset="17226.3271">1714 4764 280 0,'-20'0'476'0,"4"5"-10"0,-3 2-10 0,5 0-6 16,14-7-7-16,-23 9-21 0,23-9-23 0,-14 4-28 0,14-4-24 16,0 0-11-16,0 0-13 0,-8 10-5 0,8-10-25 15,0 0-19-15,0 0-21 0,37 18-22 0,-17-16-28 16,9 5-22-16,0-3-9 0,19-3-27 0,2 2-24 15,-3 0-21-15,1-3-42 0,-5 0-51 0,7 0-48 16,-4 0-52-16,-2 1-73 0,1-4-65 0,-2-4-69 16,-8 5-77-16,-8 2-86 0,-6-7-446 0,2 5-985 15,-4-6 435-15</inkml:trace>
      </inkml:traceGroup>
      <inkml:traceGroup>
        <inkml:annotationXML>
          <emma:emma xmlns:emma="http://www.w3.org/2003/04/emma" version="1.0">
            <emma:interpretation id="{B287E524-119B-4C3E-960B-F2B00C84F4D9}" emma:medium="tactile" emma:mode="ink">
              <msink:context xmlns:msink="http://schemas.microsoft.com/ink/2010/main" type="line" rotatedBoundingBox="2701,4933 13630,4737 13666,6740 2737,6936"/>
            </emma:interpretation>
          </emma:emma>
        </inkml:annotationXML>
        <inkml:traceGroup>
          <inkml:annotationXML>
            <emma:emma xmlns:emma="http://www.w3.org/2003/04/emma" version="1.0">
              <emma:interpretation id="{DC9B02E4-4224-46F2-A81D-37A35A4035F5}" emma:medium="tactile" emma:mode="ink">
                <msink:context xmlns:msink="http://schemas.microsoft.com/ink/2010/main" type="inkWord" rotatedBoundingBox="2702,5003 8767,4895 8802,6827 2737,6936"/>
              </emma:interpretation>
              <emma:one-of disjunction-type="recognition" id="oneOf5">
                <emma:interpretation id="interp13" emma:lang="" emma:confidence="1">
                  <emma:literal/>
                </emma:interpretation>
              </emma:one-of>
            </emma:emma>
          </inkml:annotationXML>
          <inkml:trace contextRef="#ctx0" brushRef="#br0" timeOffset="17741.8686">2352 4762 237 0,'-17'-7'414'0,"17"7"-6"16,-17-7-3-16,17 7-22 0,-14-12-25 0,11 4-13 15,3 8-26-15,-8-16-19 0,8 16-16 0,5-17-21 16,1 5-25-16,4 0-17 0,3-1-18 0,1 1-16 15,7-3-10-15,-5 4-14 0,11-1-9 0,-3 2-13 16,3-2-8-16,2 7-10 0,-3-4-8 0,-7 3-9 16,9 0-5-16,-8 5-4 0,0-1 3 0,-20 2-6 15,37 6 0-15,-23-2-4 0,5 1-11 0,-4 4-8 16,-1 4-7-16,-4 5 0 0,-2-3-2 0,3 10 0 0,-8 1-4 16,2 13 0-16,-11 1-3 0,6-1-3 15,-10 0-4-15,0 2-13 0,-4 3 8 0,-2-7-11 0,-5 5-3 16,0-1 2-16,-8-4-7 0,0 1 2 15,2-4-9-15,-8-3-6 0,-2-2 0 0,2 0 6 0,3-2-1 16,3-8 4-16,3-8-16 0,-3 6-2 0,2-7 9 16,3 0-16-16,5-2 13 0,-2-2-8 0,6-1 7 15,15-5-11-15,-22 5 10 0,22-5 2 0,0 0 2 16,-15 3 3-16,15-3 1 0,0 0 8 0,0 0 2 16,0 0 7-16,0 0-1 0,36-39-5 0,-20 30-7 0,11-3 1 15,3-1 3-15,-1 2-8 0,10-7 0 0,1 0-6 16,2 4 4-16,4 1-6 0,-1 2-4 0,-10 0 2 15,10 1-3-15,-3 1-6 0,1-1-17 0,-1 2-34 16,-11 1-39-16,1 2-53 0,-2-1-43 0,-3-1-54 16,2-1-40-16,-13 3-42 0,4 1-49 0,-4-4-53 15,-4-1-82-15,1 2-302 0,-13 7-880 0,10-17 390 16</inkml:trace>
          <inkml:trace contextRef="#ctx0" brushRef="#br0" timeOffset="18361.1001">3071 4597 118 0,'29'-6'467'0,"3"0"20"0,8 2 3 0,-6 4-15 16,1 0-17-16,7 1-30 0,-12 1-29 0,4 5-25 15,4 3-30-15,-6 4-25 0,-3 2-27 0,8 5-26 16,-6 6-30-16,1 3-20 0,-13 3-27 0,0-9-20 0,1 14-16 15,-11-9-20-15,-2 1-7 0,1 2-18 16,-7 7-8-16,2 0-11 0,-11-2-4 0,-3 0-13 16,-3 1-8-16,1-10-5 0,-3 0-12 0,-5 5-2 0,0-8-10 15,-1-4-2-15,1 0-4 16,0-1-4-16,-1-5-5 0,1 1-5 0,5-7 0 16,-4 1 0-16,11-7 1 0,9-3-2 0,-18 4-2 15,18-4 3-15,0 0-6 0,0 0 8 0,-14-26-4 16,17 10 1-16,0 0-9 0,10-9 11 0,1 3-6 0,7-11-1 15,-2-1-6-15,6-3 9 0,0-1 3 0,-1 2 18 16,5-2 24-16,0-3 10 0,2-1 17 16,4-1 28-16,3 5 8 0,-2-8 1 0,-4 2-14 0,3 6-6 15,-6 1-12-15,0 0-1 0,-4 3-51 0,-9 9-37 16,-1 5 0-16,-4 2 0 0,-3 5 0 0,-1-1 0 16,-4 6 0-16,-3 8 0 0,1-16 0 0,-1 16 0 15,0 0 0-15,0 0 0 0,-16-7 0 0,16 7 0 0,0 0 0 16,-43 29 0-16,22-8 0 0,0 3 0 15,-1 10 0-15,1 1 0 0,0 4 0 0,7 5 0 16,-1 1 0-16,7-4 0 0,2 4 0 0,4 1 0 0,2-1 0 16,8 3 0-16,7-6 0 0,-1-4 0 0,5 6 0 15,4-5 0-15,-1-1 0 0,7 1 0 0,2-10 0 16,4 3 0-16,0-2 0 0,4-11 0 0,-1 5 0 16,-1-8 0-16,5-3 0 0,1-6 0 0,-11-3 0 15,0-2 0-15,2-1 0 0,-2 3 0 0,2-11 0 16,-5 3 0-16,3 1 0 0,-8-1 0 0,-5 1 0 15,-3-7 0-15,0 1 0 0,-3 2 0 0,1-2-51 0,-4-1-152 16,-10 10-33-16,15-15-31 0,-11 4-41 0,3 2-23 16,-7 9-29-16,-11-19-36 0,6 11-42 0,-2-7-30 15,-6 4-388-15,-1 0-927 0,4-2 410 0</inkml:trace>
          <inkml:trace contextRef="#ctx0" brushRef="#br0" timeOffset="19282.8805">4727 4515 3542 0,'-15'7'349'16,"15"-7"-183"-16,-21 4-39 0,21-4 47 0,0 0 37 15,-29 3 25-15,29-3-3 0,0 0-11 0,-22 0-17 16,22 0 3-16,0 0-16 0,0 0-12 0,-13 2-8 15,13-2-3-15,0 0 6 0,0 0-5 0,0 0-4 16,50 9 6-16,-18-10-33 0,0 1-10 0,18 1-16 16,-2-2-12-16,3-1-10 0,5-2-3 0,1 0-13 15,-1 1-15-15,-3-1-18 0,9-3-23 0,-9 6-30 0,-3-3-38 16,-2-3-29-16,-3 2-23 0,-10 2-29 0,1-1-56 16,-8-3-98-16,0 0-73 0,-14 6-69 15,1-2-63-15,-15 3-67 0,12-13-321 0,-12 13-950 0,2-16 421 16</inkml:trace>
          <inkml:trace contextRef="#ctx0" brushRef="#br0" timeOffset="19485.9859">4971 4194 112 0,'-25'-2'439'0,"5"1"-30"16,0-2-12-16,20 3-21 0,-25 4-18 0,25-4-16 15,-20 2-12-15,20-2-5 0,-12 17-15 0,10-1-13 0,2 3-10 16,2 9-14-16,2-2-16 0,3 13-20 0,2 1-15 15,-2 0-23-15,1 1-19 0,5 2-15 0,-5 4-17 16,-2-4-13-16,4 3-22 0,-1 1-28 0,1 2-40 16,-5-1-51-16,-2-1-66 0,3-7-57 0,1 1-58 15,-6-10-57-15,4 9-66 0,-5-14-71 0,2 1-405 16,-2-8-851-16,5-2 377 0</inkml:trace>
          <inkml:trace contextRef="#ctx0" brushRef="#br0" timeOffset="20017.2021">5569 4261 546 0,'14'-21'523'0,"6"-1"-16"0,4 3-12 16,3 0-17-16,3 5-29 0,12 0-35 0,-10 1-33 15,8 6-35-15,7-4-17 0,-5 5-30 0,-7 6-32 16,8 5-25-16,-11-1-23 0,0 0-21 0,-6 7-25 16,1 2-15-16,-11-4-19 0,4 10-8 0,-6-5-14 15,-1 9-10-15,-7 0-14 0,-6 2-4 0,-4 3-18 0,-5-2-7 16,-3 1-14-16,-9 7-16 0,5-8-16 0,-12 6-9 16,4-10-7-16,-8 4-7 0,10-7-16 0,-2 2-18 15,-13 1-15-15,11-11-11 0,2 2-15 0,-2 0-2 16,7-4-3-16,3 1-10 0,-5-4-3 0,5 1 8 15,3-5 1-15,13-2 13 0,-17 7 7 0,17-7 4 16,0 0 2-16,0 0 6 0,0 0 5 0,0 0 5 16,0 0 20-16,0 0 9 0,0 0 15 0,0 0 6 15,0 0 10-15,29-26 5 0,-8 20 14 0,-4 3 6 16,12-3 10-16,-2 2 14 0,-3 1 15 0,7 1 6 0,-1-2 9 16,-2 4 10-16,-3 4 9 0,7 2 4 0,-4-3-3 15,2 5-14-15,-3 0-4 0,2 3-12 16,-5 3 1-16,-3 3-16 0,0 2-1 0,0-3-12 0,-7 1-6 15,-1 5-4-15,-3 1 0 0,-4-6-3 0,-4 2-4 16,-4 7-17-16,-4-2-15 0,-2 2-19 0,-11 1-30 16,3-2-26-16,-15 6-34 0,-3-3-42 0,-1 0-37 15,-2-6-39-15,-3-3-28 0,-5-6-22 0,-5 0-31 16,-4-6-22-16,6-4-31 0,-5-3-28 0,6-3-38 16,-1-4-289-16,3-4-770 0,3-3 342 0</inkml:trace>
          <inkml:trace contextRef="#ctx0" brushRef="#br0" timeOffset="20673.4099">6225 4232 5689 0,'29'0'-28'0,"-8"0"23"16,6 7-12-16,-6 0 17 0,3 9 12 0,-3 0 15 15,-5 6 39-15,2 3 23 0,-9-1 19 0,4 1 25 16,-7 6 32-16,2-4 20 0,1 11 7 0,-1-9 2 0,1 1 7 15,2 4 1-15,-3-8 1 0,4 2-10 0,0-2-14 16,5 0-16-16,-1 0-14 0,1-7-58 0,7 2-91 16,-1-6 0-16,-2-1 0 0,7-4 0 0,5-1 0 15,-3-9 0-15,1 4 0 0,-3-3 0 0,6-4 0 16,-5-2 0-16,14-8 0 0,-12 3 0 0,9-5 0 16,-11-3 0-16,8-4 0 0,-16 3 0 0,7-12 0 15,1-4 0-15,-8 0 0 0,-5-6 0 0,-3 3 0 16,-2 0 0-16,-11 9 0 0,0-1 0 0,2 4 0 15,-2 6 0-15,0 2 0 0,0 3 0 0,0 15 0 16,-5-18 0-16,5 9 0 0,0 9 0 0,0 0 0 16,-5-13 0-16,5 13 0 0,0 0 0 0,0 0 0 15,0 0 0-15,-17 47 0 0,13-20 0 0,0 13 0 0,-3-2 0 16,7 7 0-16,0 2 0 0,-1 7 0 0,2 0 0 16,-1 19 0-16,0 0 0 0,0-17 0 0,2 19 0 15,3 0 0-15,-1-1 0 0,-4-19 0 0,5 19 0 16,-6-2 0-16,1-17 0 0,0 17 0 0,0-20 0 15,4 0 0-15,-8-2 0 0,4 0 0 0,-7-2 0 16,-1 0 0-16,0-3 0 0,-5-1 0 0,-1-5 0 16,6-9 0-16,-5 7 0 0,5-10 0 0,-6-5 0 15,-1 0 0-15,1-4 0 0,-2 6 0 0,1-14 0 0,-2-5 0 16,2 6 0-16,15-11 0 0,-35 3 0 16,35-3 0-16,0 0 0 0,-55-14 0 0,28 0 0 0,5 1 0 15,-4-9 0-15,-5-8 0 0,2-6-58 0,2-1-30 16,3-4 5-16,0-4 4 0,8 2 9 0,2-2 8 15,1 0-3-15,5 0 6 0,1 0 6 0,7 3 9 16,7 0 1-16,-1 2 3 0,2-5-2 0,8 7 8 16,3-7 1-16,1 7-7 0,4-5-3 0,1 3-12 15,1-1-1-15,6-6-2 0,-1 2 4 0,4 2 5 16,13-17 0-16,-8 18 9 0,2 1 5 0,8 4 4 16,-4 3 0-16,22-4 0 0,-25 12-23 0,7 2-42 0,-2 4-56 15,-3 0-50-15,1-1-45 0,-6 9-37 0,-6 0-35 16,-7 1-34-16,1 1-33 0,-4-3-59 0,-10 4-260 15,5 0-764-15,-9 2 338 0</inkml:trace>
          <inkml:trace contextRef="#ctx0" brushRef="#br0" timeOffset="20923.4168">7671 4560 391 0,'17'7'517'0,"-17"-7"16"16,21 8 2-16,-21-8-19 0,21 3-22 0,-21-3-50 15,21 0-31-15,-21 0-37 0,24 3-38 0,-24-3-33 16,34 3-32-16,-18-2-33 0,5-1-19 0,-1 0-59 16,9 1-64-16,-1 2-77 0,-1 1-101 0,2-6-70 15,-5 2-86-15,8-5-79 0,0 4-51 0,11 0-89 16,4-8-258-16,-6-6-772 0,-2 3 342 0</inkml:trace>
        </inkml:traceGroup>
        <inkml:traceGroup>
          <inkml:annotationXML>
            <emma:emma xmlns:emma="http://www.w3.org/2003/04/emma" version="1.0">
              <emma:interpretation id="{C8D95FBC-42C6-46BF-9D51-B22686819587}" emma:medium="tactile" emma:mode="ink">
                <msink:context xmlns:msink="http://schemas.microsoft.com/ink/2010/main" type="inkWord" rotatedBoundingBox="9115,5105 12241,5050 12260,6080 9134,6136"/>
              </emma:interpretation>
              <emma:one-of disjunction-type="recognition" id="oneOf6">
                <emma:interpretation id="interp14" emma:lang="" emma:confidence="0.5">
                  <emma:literal>=</emma:literal>
                </emma:interpretation>
                <emma:interpretation id="interp15" emma:lang="" emma:confidence="0">
                  <emma:literal>_</emma:literal>
                </emma:interpretation>
                <emma:interpretation id="interp16" emma:lang="" emma:confidence="0">
                  <emma:literal>-</emma:literal>
                </emma:interpretation>
                <emma:interpretation id="interp17" emma:lang="" emma:confidence="0">
                  <emma:literal>.</emma:literal>
                </emma:interpretation>
                <emma:interpretation id="interp18" emma:lang="" emma:confidence="0">
                  <emma:literal>E</emma:literal>
                </emma:interpretation>
              </emma:one-of>
            </emma:emma>
          </inkml:annotationXML>
          <inkml:trace contextRef="#ctx0" brushRef="#br0" timeOffset="22021.3192">10801 4658 42 0,'-26'19'511'0,"5"-1"-48"0,2-1-41 0,6-1-9 0,5-2 11 15,7 1 9-15,-4-5-10 0,5-10-4 0,6 21-20 16,7-10-26-16,3-1-25 0,11-4-25 0,4 1-24 16,19-3-30-16,-1 0-26 0,7-1-24 0,23-3-23 15,0-7-41-15,-23 5-50 0,3-4-60 0,1 3-78 16,-6-5-86-16,7 3-80 0,-3-4-82 0,-2 1-84 16,0-3-102-16,-11 1-377 0,5 0-913 0,-7-6 403 15</inkml:trace>
          <inkml:trace contextRef="#ctx0" brushRef="#br0" timeOffset="21833.8315">10976 4327 285 0,'-18'5'540'0,"18"-5"-37"15,0 0-32-15,-14 6-12 0,14-6 2 0,0 0 3 16,0 0-12-16,0 0-8 0,0 0-20 0,49 13-32 16,-21-11-30-16,18-2-32 0,1 0-38 0,2-2-13 0,1 0-43 15,1-1-22-15,-1 2-46 0,6-2-46 16,-4 2-67-16,-4 1-72 0,-5 5-76 0,-9-6-88 0,-2-3-69 15,-5 4-78-15,-6-2-86 0,-5 1-107 0,-16 1-338 16,0 0-929-16,13-6 411 0</inkml:trace>
          <inkml:trace contextRef="#ctx0" brushRef="#br0" timeOffset="21411.9839">8829 4297 105 0,'-59'7'466'0,"59"-7"-44"0,0 0-32 0,0 0-19 0,-26-4-5 16,26 4-2-16,0 0 5 0,0 0-6 0,0 0-10 0,0 0-20 15,0 0-18-15,0 0-29 0,0 0-20 0,71-1-21 16,-36-1-16-16,8-2-18 0,5 0-17 0,-1 2-22 16,6-3-12-16,-3 4-17 0,-1-2-12 0,-2 2-7 15,1-2-18-15,-14 1-13 0,-2 1-7 0,1 1-9 0,-9 0-13 16,-3 0-7-16,-5 1-1 0,-16-1 1 16,24 2-10-16,-24-2-2 0,0 0-2 0,16 6-2 0,-16-6-8 15,0 19 0-15,0-19 7 0,-19 28-10 0,-2-6 10 16,2 1 4-16,-8 6-4 0,1 7 4 15,-3-3-13-15,-8 7 5 0,2 5-8 0,-2-2-3 0,-13 16 2 16,-1-2-4-16,3-2-3 0,6-13-3 0,-7 11 3 16,12-6 0-16,-2-5-9 0,5-1 3 0,-2 0 0 15,3-5 2-15,3 4-8 0,-1-9 2 0,4 1 1 16,8-7-3-16,3-4-2 0,3-6 1 0,5 3 1 16,-2-5-3-16,6-3 1 0,-3 0 3 0,7-10 7 15,-6 15-3-15,6-15 7 0,0 0 5 0,13 13 8 16,-13-13-5-16,22 0-2 0,-22 0 6 0,42-4 2 0,-13-5 17 15,14 0-15-15,7 1 7 0,-2-7-43 0,8 6 0 16,-1-1 0-16,6-2 0 0,19-1 0 0,-2 3 0 16,3 0 0-16,-19 4 0 0,-1-4 0 0,-3 3 0 15,0 0 0-15,-7 3 0 0,0 0 0 0,-7-2 0 16,-11 1 0-16,1 3 0 0,-4-3 0 0,-2 2 0 16,-11-1 0-16,-5-1 0 0,-12 5-120 0,16-10-291 15,-16 10-68-15,0-11-64 0,0 11-100 0,-10-20-357 0,2 11-1082 16,-3-7 479-16</inkml:trace>
        </inkml:traceGroup>
        <inkml:traceGroup>
          <inkml:annotationXML>
            <emma:emma xmlns:emma="http://www.w3.org/2003/04/emma" version="1.0">
              <emma:interpretation id="{3CC95783-BDCD-4CD6-9278-1B8F66FDE466}" emma:medium="tactile" emma:mode="ink">
                <msink:context xmlns:msink="http://schemas.microsoft.com/ink/2010/main" type="inkWord" rotatedBoundingBox="13507,4740 13630,4737 13657,6255 13534,6258"/>
              </emma:interpretation>
              <emma:one-of disjunction-type="recognition" id="oneOf7">
                <emma:interpretation id="interp19" emma:lang="" emma:confidence="0.5">
                  <emma:literal>l</emma:literal>
                </emma:interpretation>
                <emma:interpretation id="interp20" emma:lang="" emma:confidence="0">
                  <emma:literal>|</emma:literal>
                </emma:interpretation>
                <emma:interpretation id="interp21" emma:lang="" emma:confidence="0">
                  <emma:literal>1</emma:literal>
                </emma:interpretation>
                <emma:interpretation id="interp22" emma:lang="" emma:confidence="0">
                  <emma:literal>.</emma:literal>
                </emma:interpretation>
                <emma:interpretation id="interp23" emma:lang="" emma:confidence="0">
                  <emma:literal>I</emma:literal>
                </emma:interpretation>
              </emma:one-of>
            </emma:emma>
          </inkml:annotationXML>
          <inkml:trace contextRef="#ctx0" brushRef="#br0" timeOffset="22497.7168">12970 4028 114 0,'5'-14'551'0,"-4"-1"-23"0,6 3-25 16,1-1 1-16,-2 5-1 0,-6 8 15 0,8-19 20 15,-3 8-11-15,-5 11-15 0,8-8-30 0,-8 8-33 16,0 0-26-16,8-11-15 0,-8 11-5 0,0 0-17 15,18 37 1-15,-10-6 2 0,-2 10-323 0,2 6-66 16,-1 4 0-16,-4 19 0 0,2-13 0 0,-4 15 0 16,4 3 0-16,-5-1 0 0,2 4 0 0,-1-2 0 15,-1 2 0-15,0 3 0 0,0-7 0 0,3-3 0 16,-3 0 0-16,2-20 0 0,0 1 0 0,2 0 0 16,0-3 0-16,-4-11 0 0,0 3 0 0,0-14 0 15,0 1 0-15,0-11 0 0,0 2 0 0,3-8 0 0,-3-1 0 16,0 2 0-16,0-12 0 0,0 16 0 15,0-16 0-15,1 10 0 0,-1-10 0 0,0 0 0 0,0 0 0 16,0 0 0-16,0 0 0 0,0 0 0 0,0 0 0 16,7-41 0-16,-6 22 0 0,-1-2 0 0,0-3 0 15,-1 6 0-15,1-9 0 0,-5 1 0 0,2 2-123 16,-4 3-684-16,1-5-404 0,1 0-1311 0,-4-1 581 16</inkml:trace>
        </inkml:traceGroup>
      </inkml:traceGroup>
    </inkml:traceGroup>
    <inkml:traceGroup>
      <inkml:annotationXML>
        <emma:emma xmlns:emma="http://www.w3.org/2003/04/emma" version="1.0">
          <emma:interpretation id="{ABF83771-4153-4CBE-8472-D0F12E9654B2}" emma:medium="tactile" emma:mode="ink">
            <msink:context xmlns:msink="http://schemas.microsoft.com/ink/2010/main" type="paragraph" rotatedBoundingBox="1361,7718 6730,7538 6777,8926 1408,9105" alignmentLevel="1"/>
          </emma:interpretation>
        </emma:emma>
      </inkml:annotationXML>
      <inkml:traceGroup>
        <inkml:annotationXML>
          <emma:emma xmlns:emma="http://www.w3.org/2003/04/emma" version="1.0">
            <emma:interpretation id="{ECB873D5-4912-485C-9D05-C824CF9A0541}" emma:medium="tactile" emma:mode="ink">
              <msink:context xmlns:msink="http://schemas.microsoft.com/ink/2010/main" type="line" rotatedBoundingBox="1361,7718 6730,7538 6777,8926 1408,9105"/>
            </emma:interpretation>
          </emma:emma>
        </inkml:annotationXML>
        <inkml:traceGroup>
          <inkml:annotationXML>
            <emma:emma xmlns:emma="http://www.w3.org/2003/04/emma" version="1.0">
              <emma:interpretation id="{73ADF08A-9E8D-4DCA-88F5-7157C9724B05}" emma:medium="tactile" emma:mode="ink">
                <msink:context xmlns:msink="http://schemas.microsoft.com/ink/2010/main" type="inkWord" rotatedBoundingBox="1361,7718 6730,7538 6777,8926 1408,9105"/>
              </emma:interpretation>
              <emma:one-of disjunction-type="recognition" id="oneOf8">
                <emma:interpretation id="interp24" emma:lang="" emma:confidence="1">
                  <emma:literal/>
                </emma:interpretation>
              </emma:one-of>
            </emma:emma>
          </inkml:annotationXML>
          <inkml:trace contextRef="#ctx0" brushRef="#br0" timeOffset="37017.5729">887 7709 270 0,'-20'2'392'0,"3"0"-21"16,17-2-17-16,0 0-12 0,0 0-2 0,0 0-2 15,0 0-13-15,0 0-19 0,0 0-16 0,65-34-17 16,-20 21-17-16,11 0-15 0,21-8-15 0,5 4-12 0,6 1-15 15,-13 2-23-15,4-1-19 0,3-1-13 0,-23 10-14 16,26-7-17-16,-22 3-7 0,-4 3-18 0,20-5-21 16,-23 5-23-16,-5 0-26 0,0-1-35 0,-2 4-39 15,-6-2-37-15,-9 0-35 0,-4 4-37 0,-3 1-34 16,-11-2-38-16,4 2-46 0,-20 1-49 0,20-2-68 16,-20 2-245-16,0 0-699 0,0 0 309 0</inkml:trace>
          <inkml:trace contextRef="#ctx0" brushRef="#br0" timeOffset="36783.1907">1463 6936 309 0,'0'0'394'0,"-8"-13"-18"0,8 13-8 0,-6-10-9 15,6 10-12-15,0 0-17 0,0 0-17 0,0 0-12 16,0 0-18-16,0 0-14 0,0 0-2 0,-13 46-2 16,11-16-9-16,-2 10 0 0,2 6-14 0,-3 3-1 15,2 1-8-15,-8-3-17 0,3 5-13 0,-7 22-9 16,3-17-20-16,-5 12-12 0,-7-2-17 0,7-11-10 15,-6-5-12-15,-4 18-15 0,5-19-8 0,-1-5-12 0,1 2-8 16,-4-6-6-16,4 4-11 0,1-14-4 16,8-4-9-16,3-5 0 0,-3-7-7 0,5 1-9 0,2-7 0 15,-1-1 1-15,7-8 5 0,-6 12-2 0,6-12 1 16,0 0 2-16,0 0 1 0,0 0-5 0,0 0 8 16,13-45-13-16,-2 16-5 0,-1-9 3 0,4-8-3 15,-6-6-6-15,7-2-3 0,-2-15 2 0,-4 12-8 16,4-14 1-16,-2 18-1 0,0-18-1 0,1 14-3 15,0-13-3-15,-2 20 4 0,3 2-3 0,-3-1 4 16,2 5-6-16,3 1 1 0,-7 5 7 0,6 0-11 0,1 0 2 16,-9 12 4-16,5 3 1 0,-3 6-2 15,2-2 4-15,-4 3-1 0,2 2-5 0,-1 1-4 0,1 3 0 16,-8 10 0-16,16-9 0 0,-16 9 0 0,26 3 0 16,-26-3 0-16,37 19 0 0,-12-1 0 0,-1 2 0 15,12 15 0-15,-6 3 0 0,4-4 0 0,1 11 0 16,-6-3 0-16,6 4 0 0,-4 1 0 0,15 11 0 15,-15-13 0-15,2 2 0 0,-2-5 0 0,-1 1 0 16,2 0 0-16,-1-1 0 0,-4-5 0 0,-3 0 0 0,-4-10 0 16,-6-1 0-16,0 0 0 0,1 1 0 0,-9-9 0 15,2 1 0-15,-1-3 0 0,1-5 0 0,-8 0 0 16,0-11 0-16,0 19-186 0,-7-8-75 0,7-11-59 16,-14 8-50-16,-1-1-42 0,-5-5-50 0,-6-4-69 15,-6 4-411-15,-5-9-1020 0,-5 0 452 0</inkml:trace>
          <inkml:trace contextRef="#ctx0" brushRef="#br0" timeOffset="37548.7563">2858 7442 30 0,'-7'-12'466'0,"2"2"-47"16,2 0-44-16,3 10-19 0,-8-15-26 0,8 15-16 15,-5-10-16-15,5 10-11 0,0 0-11 0,0 0-9 0,0 0-22 16,0 0-5-16,0 0 0 0,-16 36-9 16,8-9-10-16,-5 1-8 0,-1 10-18 0,-1 2-17 0,-5 3-15 15,-1 2-16-15,-2 3-16 0,-4-4-14 0,1 6-14 16,-2-2-8-16,-6-2-22 0,-1 1-33 0,-1 0-45 16,1-6-34-16,-4 1-47 0,1-5-53 0,4 0-41 15,2-2-38-15,3-6-65 0,5-12-48 0,7-4-93 16,2-6-301-16,5 1-784 0,10-8 347 0</inkml:trace>
          <inkml:trace contextRef="#ctx0" brushRef="#br0" timeOffset="37330.0247">2368 7254 3695 0,'0'0'347'15,"0"0"-160"-15,0 0-111 0,0 0-5 0,0 0 30 16,0 0 29-16,0 0 39 0,24 23 24 0,4-12-1 0,-4 1-2 16,3 7-2-16,10-1-3 0,0 9-13 0,1-1-6 15,2 5-8-15,-4 5-6 0,2-1-20 0,1-2-15 16,1 5-14-16,-3 3-5 0,-4-5-9 0,-1 0-9 16,4 4-9-16,-7-2-7 0,-1 0-7 0,8 0-6 15,-11-5-1-15,6 1-32 0,-4-4-25 0,-6-6-38 16,-3-3-45-16,-4 1-56 0,5-4-55 0,-6-5-61 15,-3-1-41-15,1-5-39 0,-11-7-57 0,11 6-80 16,-11-6-359-16,0 0-909 0,0 0 402 0</inkml:trace>
          <inkml:trace contextRef="#ctx0" brushRef="#br0" timeOffset="38314.347">3578 7740 387 0,'-18'11'367'16,"-1"-3"-24"-16,5-1-8 0,6-1-8 0,8-6-1 15,-7 7 3-15,7-7-5 0,0 0-15 0,0 0-23 0,53-1-32 16,-18-4-23-16,15-3-26 0,6-4-13 0,21-4-23 16,-19 4-18-16,6 1-18 0,15-4-12 0,-1 6-13 15,1-5-22-15,-21 4-52 0,4 4-54 0,22-7-64 16,-23 4-58-16,22 1-66 0,-30-1-67 0,3-1-63 15,-1 3-321-15,-10-1-713 0,-2-7 315 0</inkml:trace>
          <inkml:trace contextRef="#ctx0" brushRef="#br0" timeOffset="38111.2224">3945 7378 152 0,'-17'0'363'0,"17"0"-9"0,-31 5 0 0,31-5 11 0,-25 3 15 15,25-3 3-15,-17 2-19 0,17-2-24 0,-14 3-29 16,14-3-27-16,0 0-26 0,0 0-22 0,0 0-14 16,0 0-18-16,0 0-16 0,0 0-18 0,0 0-15 15,0 0-18-15,77-8-13 0,-46 3-12 0,12-8-10 16,0 7-12-16,0 0-6 0,6-2-13 0,-6 3-5 15,-1-2-11-15,1 1-23 0,-14-2-23 0,1 4-34 16,2 3-47-16,-4-5-42 0,1 5-36 0,-12-3-32 0,-17 4-24 16,21-3-32-16,-21 3-32 0,0 0-29 0,16 0-32 15,-16 0-63-15,0 0-220 0,0 0-666 16,0 0 295-16</inkml:trace>
          <inkml:trace contextRef="#ctx0" brushRef="#br0" timeOffset="39060.2822">5105 6902 275 0,'0'0'401'0,"0"0"-18"0,0 0 2 0,0 0 3 0,0 0 12 16,28 35-3-16,-19-9-2 0,1 14-12 0,-1 1-20 15,3 4-17-15,-3 2-17 0,-1 0-24 0,4 4-17 16,-8-4-16-16,3 0-24 0,-1 3-19 0,1-5-23 15,-1 0-22-15,0 1-15 0,2-5-18 0,-8 0-16 16,2-3-8-16,-2-9-18 0,0-5-13 0,0 2-9 16,-3-6-6-16,-2-2-10 0,5-4-3 0,-2-2-10 0,2-12-1 15,-1 15-7-15,1-15-3 0,-5 14-7 16,5-14 2-16,0 0-5 0,0 0-6 0,0 0 0 0,0 0-3 16,-42-40-6-16,29 18-6 0,5-8 5 0,-8-9-4 15,-4 2 3-15,5-5-9 0,1-7 2 16,1-3 0-16,-2 0 0 0,7 0-2 0,2 6-1 0,3-4-2 15,6 5 7-15,2 3-2 0,3 3 1 0,1-1-11 16,6 0 3-16,6 3 5 0,6 8-6 0,2-3 1 16,1 6-1-16,4 0-4 0,1 7 4 0,5-2 4 15,-1 5-7-15,1 3 1 0,0 4-7 0,-6 1 14 0,0 4-13 16,-4 4-2-16,-1 0 3 0,-8 5-2 16,3 6-1-16,3-1-2 0,-4 1 2 0,-6 5 3 0,-6-1-6 15,2 5 7-15,-6-3-8 0,1 10 2 0,-3-1-3 16,-4 0-4-16,-9-1-2 0,-3 3-4 0,-4 10 0 15,4-9-5-15,-3-5 7 0,-1 1-10 0,-2-2 0 16,1 0-3-16,0-2 0 0,3-8-5 0,-2 0-3 16,2 0 2-16,1-2-9 0,4-2-1 0,8-9-6 15,-12 12 0-15,12-12 1 0,-9 7 2 0,9-7 7 16,0 0 12-16,0 0-8 0,0 0 5 0,0 0 5 0,0 0 2 16,59-25 4-16,-41 22-1 0,4-5 8 0,7-1-1 15,3 3 6-15,-1 3 0 0,14-2 7 0,0-1 6 16,-13 5 0-16,11 2 7 0,-1 3-4 0,-9-1 10 15,-1 4 7-15,1 5 8 0,5-1 6 0,-9 6 11 16,-2 2-3-16,-4 0-2 0,2 0 1 0,-4 4-1 16,-3 1 7-16,-7 4-1 0,0-1-4 0,-4 3 1 0,-7 8 10 15,-2-8 4-15,-3 0-4 0,-4 7 5 0,-4-7 1 16,-10 5-4-16,1 1-4 0,-7-1-5 16,-8-6-3-16,2-3-2 0,-5-3-13 0,1 0-1 0,-7-4-18 15,-4-5-28-15,0 1-25 0,-1-6-20 0,1 1-35 16,0-4-37-16,-1-4-58 0,0-2-59 0,-2-7-70 15,1-1-70-15,-4-4-83 0,13-3-106 0,-2-5-340 16,2-6-997-16,3-2 440 0</inkml:trace>
        </inkml:traceGroup>
      </inkml:traceGroup>
    </inkml:traceGroup>
    <inkml:traceGroup>
      <inkml:annotationXML>
        <emma:emma xmlns:emma="http://www.w3.org/2003/04/emma" version="1.0">
          <emma:interpretation id="{6577BEB4-3A41-4BB3-9274-AD5E11078E69}" emma:medium="tactile" emma:mode="ink">
            <msink:context xmlns:msink="http://schemas.microsoft.com/ink/2010/main" type="paragraph" rotatedBoundingBox="161,9903 8058,9812 8076,11364 179,11455" alignmentLevel="1"/>
          </emma:interpretation>
        </emma:emma>
      </inkml:annotationXML>
      <inkml:traceGroup>
        <inkml:annotationXML>
          <emma:emma xmlns:emma="http://www.w3.org/2003/04/emma" version="1.0">
            <emma:interpretation id="{79ED6C67-0D22-447E-8059-575CC1C665CA}" emma:medium="tactile" emma:mode="ink">
              <msink:context xmlns:msink="http://schemas.microsoft.com/ink/2010/main" type="line" rotatedBoundingBox="161,9903 8058,9812 8076,11364 179,11455">
                <msink:destinationLink direction="with" ref="{4A51B9D4-1052-4CDE-9AF2-1A1C72CBC331}"/>
                <msink:destinationLink direction="with" ref="{EBAB06C2-F2F8-45E4-9A35-D5AF09C8CB81}"/>
              </msink:context>
            </emma:interpretation>
          </emma:emma>
        </inkml:annotationXML>
        <inkml:traceGroup>
          <inkml:annotationXML>
            <emma:emma xmlns:emma="http://www.w3.org/2003/04/emma" version="1.0">
              <emma:interpretation id="{9C88070E-0CDA-46A1-B561-410F382611A6}" emma:medium="tactile" emma:mode="ink">
                <msink:context xmlns:msink="http://schemas.microsoft.com/ink/2010/main" type="inkWord" rotatedBoundingBox="161,9903 2559,9876 2577,11403 179,11431"/>
              </emma:interpretation>
              <emma:one-of disjunction-type="recognition" id="oneOf9">
                <emma:interpretation id="interp25" emma:lang="" emma:confidence="1">
                  <emma:literal/>
                </emma:interpretation>
              </emma:one-of>
            </emma:emma>
          </inkml:annotationXML>
          <inkml:trace contextRef="#ctx0" brushRef="#br0" timeOffset="47221.2388">1099 10014 178 0,'-32'1'252'0,"14"-1"-6"0,-1 3 1 15,19-3-13-15,-42 1-15 0,25 1-15 0,17-2 1 16,-35-2-7-16,17 1-10 0,18 1-8 0,-31-6-3 16,22 1-2-16,9 5-10 0,-19-5 2 0,19 5-4 15,-13-14-13-15,13 14-13 0,-8-12 3 0,6 1-1 16,2 11-10-16,2-29-2 0,4 17 0 0,2-6-6 0,0 2-8 16,11-3 12-16,-4-3-8 0,6 5-7 15,0-7-17-15,-1 9 1 0,4-3-4 0,-1 1-13 0,1 2-3 16,0-1-5-16,-5 6-14 0,5-4-2 0,-3 9 1 15,6-2 2-15,-9 1-3 0,1 3-3 0,-19 3-1 0,37 5 3 0,-17 2 2 16,-6 0-8-16,0 4 2 0,7 4 0 16,-5 6-3-16,-1 1-1 0,-4 3-1 0,-3 3-1 15,-2 1-5-15,-2 9-5 0,-4 3-2 0,-4 1-2 0,-4-1-3 16,-4 4-5-16,-8-4-1 0,-2 4-5 0,-5 0 2 16,-2-3-8-16,0 0 6 0,-2-2-5 0,-4-3-4 15,0-4 6-15,-5 5-3 0,3-6 0 0,1-4-2 16,0-4 3-16,2-5-4 0,10-1-3 0,-2-5 4 15,10-1-2-15,0-3-7 0,2-2 3 0,1-3 2 16,13-4 4-16,-16 8-5 0,16-8 5 0,0 0 1 16,0 0 11-16,0 0 5 0,0 0 1 0,0 0 2 0,67-15 2 15,-35 4 9-15,8 3-4 0,4-5-1 16,4 3-3-16,0-4-4 0,-3 7-2 0,5-3 7 0,-1-3-5 16,1 4 0-16,5-1 0 0,-6 1 1 0,4-2-5 15,-5 4-3-15,-1-3-2 0,1 1-1 0,0 2-1 16,-16 4-8-16,13-5 2 0,0 4-3 0,-16-1-26 15,-2 3-36-15,-6-2-47 0,0 4-61 0,-21 0-34 16,32-3-40-16,-32 3-42 0,21 0-47 0,-21 0-49 16,0 0-82-16,21-5-318 0,-21 5-841 0,9-6 372 15</inkml:trace>
          <inkml:trace contextRef="#ctx0" brushRef="#br0" timeOffset="42768.0592">-285 9311 366 0,'-28'0'383'0,"28"0"2"0,-25-2 18 16,25 2 2-16,-18-1-8 0,18 1-25 0,0 0-32 16,-19-6-33-16,19 6-20 0,0 0-14 0,0 0-6 15,0 0-3-15,58-23-7 0,-12 13-11 0,4-3-1 16,30-3-11-16,-3-5-12 0,3 2-22 0,-22 7-19 15,21-2-16-15,-22 4-18 0,4 0-16 0,-11-1-13 0,6 3-15 16,5-3-4-16,-5 8-12 0,0-8-4 0,-6 6-20 16,-5-2-28-16,-2 5-20 0,-14-4-31 15,-8 2-26-15,0 2-23 0,-5 1-31 0,-16 1-35 0,24-5-26 16,-24 5-47-16,16-2-36 0,-16 2-29 0,0 0-32 16,10-8-43-16,-10 8-47 0,0 0-413 0,0 0-871 15,0 0 385-15</inkml:trace>
          <inkml:trace contextRef="#ctx0" brushRef="#br0" timeOffset="93087.3247">1916 9564 63 0,'0'0'291'0,"-2"-10"-27"0,2 10-29 0,0 0-19 16,0-17-28-16,0 17-14 0,0 0-20 0,0 0-18 15,0 0-8-15,0 0-23 0,37 30-28 0,-24-17-42 16,0 0-52-16,-4 3-76 0,7 9-233 0,0-5-354 16,-6-1 157-16</inkml:trace>
        </inkml:traceGroup>
        <inkml:traceGroup>
          <inkml:annotationXML>
            <emma:emma xmlns:emma="http://www.w3.org/2003/04/emma" version="1.0">
              <emma:interpretation id="{E13157D9-2A16-4793-B7E8-22B0FB4F4210}" emma:medium="tactile" emma:mode="ink">
                <msink:context xmlns:msink="http://schemas.microsoft.com/ink/2010/main" type="inkWord" rotatedBoundingBox="3767,10043 4705,10032 4721,11403 3783,11414"/>
              </emma:interpretation>
              <emma:one-of disjunction-type="recognition" id="oneOf10">
                <emma:interpretation id="interp26" emma:lang="" emma:confidence="0.5">
                  <emma:literal>.</emma:literal>
                </emma:interpretation>
                <emma:interpretation id="interp27" emma:lang="" emma:confidence="0">
                  <emma:literal>\</emma:literal>
                </emma:interpretation>
                <emma:interpretation id="interp28" emma:lang="" emma:confidence="0">
                  <emma:literal>,</emma:literal>
                </emma:interpretation>
                <emma:interpretation id="interp29" emma:lang="" emma:confidence="0">
                  <emma:literal>`</emma:literal>
                </emma:interpretation>
                <emma:interpretation id="interp30" emma:lang="" emma:confidence="0">
                  <emma:literal>'</emma:literal>
                </emma:interpretation>
              </emma:one-of>
            </emma:emma>
          </inkml:annotationXML>
          <inkml:trace contextRef="#ctx0" brushRef="#br0" timeOffset="93825.9019">4133 9243 40 0,'-8'-8'263'0,"8"8"-32"0,-11-16-25 15,11 16-17-15,-3-8-22 0,3 8-16 0,0 0-15 16,0 0-16-16,0 0-9 0,0 0-11 0,0 0-12 15,0 0-28-15,22 37-35 0,-17-22-52 0,4-2-88 16,-7 1-177-16,9 4-314 0,-3-2 139 0</inkml:trace>
          <inkml:trace contextRef="#ctx0" brushRef="#br0" timeOffset="48486.7671">3446 9744 196 0,'0'0'387'16,"-25"-10"7"-16,25 10-17 0,-15-7-14 0,15 7-17 16,-9-14-21-16,9 14-19 0,-4-15-24 0,4 15-20 0,10-18-10 15,0 6-23-15,2 1-21 0,9-5-16 0,2 2-15 16,-2 0-17-16,4 7-13 0,3-2-14 0,4 2-10 16,-2 4-13-16,1 2-4 0,1 1-12 0,-7 0-9 15,3 4-9-15,-1 2-2 0,-8 4-9 0,-1-1-6 16,0 3-6-16,-4 0 1 0,-4 2-9 0,-2 0-2 15,-2 5-5-15,-6-2-2 0,0 4-4 0,-6 5-5 16,-9 1-1-16,1 0-5 0,-9 3-1 0,2-4-5 16,-7 4-1-16,-8-4-2 0,6 1 1 0,2-9-5 15,1 1-9-15,-2 0-3 0,5-4 1 0,-5 0-3 0,4-3 2 16,2-1 0-16,4-3-7 0,5-1 8 0,4-3 0 16,-3-1 0-16,13-3-1 0,-16 9 0 0,16-9-3 15,0 0 0-15,0 0 9 0,0 0 3 0,0 0 2 16,0 0 4-16,31-26 1 0,-11 17 2 0,0 1-2 15,4-1 1-15,5 2-1 0,1-3 9 0,-3 3 3 16,5 2 3-16,-1 1-2 0,-2-1 2 0,4 5 5 16,-2 3 8-16,3 0 5 0,-2 3 1 0,0 3-4 0,-2 2-4 15,-2 0 1-15,-1 6 2 0,5 4-3 0,-6 3-5 16,-6-3 0-16,-2 5-2 0,-2-2-4 0,-5 1 4 16,2-2-7-16,-10 3-2 0,2 0-2 0,-10 2-2 15,-3 0 1-15,-4 3-2 0,-4 3-3 0,-7-2-4 16,1-10-6-16,-14 6-15 0,-2-4-23 0,-1-3-21 15,-2 1-26-15,-4-10-26 0,-3 5-24 0,-1-4-19 16,5-9-30-16,-5-1-13 0,3-6-22 0,-2 0-19 0,3-1-23 16,-2-4-25-16,9-2-21 0,6-1-31 15,8 2-64-15,-4-9-241 0,1 1-692 0,5-6 306 16</inkml:trace>
        </inkml:traceGroup>
        <inkml:traceGroup>
          <inkml:annotationXML>
            <emma:emma xmlns:emma="http://www.w3.org/2003/04/emma" version="1.0">
              <emma:interpretation id="{0889F961-0C33-45C4-8EC5-713895F13DDA}" emma:medium="tactile" emma:mode="ink">
                <msink:context xmlns:msink="http://schemas.microsoft.com/ink/2010/main" type="inkWord" rotatedBoundingBox="6421,9886 8058,9867 8076,11332 6438,11351"/>
              </emma:interpretation>
              <emma:one-of disjunction-type="recognition" id="oneOf11">
                <emma:interpretation id="interp31" emma:lang="" emma:confidence="1">
                  <emma:literal/>
                </emma:interpretation>
              </emma:one-of>
            </emma:emma>
          </inkml:annotationXML>
          <inkml:trace contextRef="#ctx0" brushRef="#br0" timeOffset="49361.7083">7050 9103 61 0,'11'-17'500'0,"-5"10"-15"0,-6 7-1 16,20-11 6-16,-11 3-13 0,6 1-18 0,-15 7-10 15,25-3-13-15,-25 3-4 0,29 2-6 0,-29-2-20 16,29 13-7-16,-14-1-10 0,-1 2 1 0,2 5-11 16,-3 7-15-16,8 9-10 0,-7 1-16 0,-1 2-2 0,1 3-199 15,-4 8-137-15,5-2 0 0,-3 6 0 16,1 16 0-16,3 10 0 0,-3-5 0 0,-5-18 0 0,0 17 0 16,0 5 0-16,-1-23 0 0,4 19 0 0,0-1 0 15,-3-22 0-15,3-5 0 0,-7 2 0 0,7-1 0 16,-3-6 0-16,3-2 0 0,-8-9 0 0,5-2 0 15,-5-3 0-15,1-9 0 0,0-4 0 0,-2 4 0 16,3-6 0-16,-4 1 0 0,-1-11 0 0,4 12 0 16,-4-12 0-16,0 0 0 0,4 12 0 0,-4-12 0 0,0 0 0 15,0 0-82-15,0 0-587 0,-8-54-571 16,2 28-1344-16,1-3 595 0</inkml:trace>
          <inkml:trace contextRef="#ctx0" brushRef="#br0" timeOffset="49033.6362">5983 9692 233 0,'-32'0'450'16,"14"2"3"-16,18-2-4 0,-24 1-8 0,24-1-16 15,-19 3-19-15,19-3-31 0,0 0-30 0,0 0-32 16,0 0-22-16,0 0-11 0,0 0-14 0,0 0-12 0,0 0-26 16,0 0-20-16,51 5-20 0,-27 0-19 0,8-5-9 15,0 2-24-15,-3-4-17 0,15 0-17 16,-1 4-17-16,2-4-32 0,-2-5-42 0,0 6-51 0,-9-3-68 16,8-5-59-16,-10-1-71 0,-2 1-55 0,1-3-67 15,-7-1-67-15,2-6-375 0,-4 2-867 0,1 1 384 16</inkml:trace>
        </inkml:traceGroup>
      </inkml:traceGroup>
    </inkml:traceGroup>
    <inkml:traceGroup>
      <inkml:annotationXML>
        <emma:emma xmlns:emma="http://www.w3.org/2003/04/emma" version="1.0">
          <emma:interpretation id="{012CCAC1-F83A-41F3-AFF6-0D70B0AB60F3}" emma:medium="tactile" emma:mode="ink">
            <msink:context xmlns:msink="http://schemas.microsoft.com/ink/2010/main" type="paragraph" rotatedBoundingBox="1129,12053 8377,11924 8403,13371 1155,13501" alignmentLevel="1"/>
          </emma:interpretation>
        </emma:emma>
      </inkml:annotationXML>
      <inkml:traceGroup>
        <inkml:annotationXML>
          <emma:emma xmlns:emma="http://www.w3.org/2003/04/emma" version="1.0">
            <emma:interpretation id="{B15E361C-C962-49E6-97B7-568A20075D17}" emma:medium="tactile" emma:mode="ink">
              <msink:context xmlns:msink="http://schemas.microsoft.com/ink/2010/main" type="inkBullet" rotatedBoundingBox="1129,12053 2158,12035 2184,13482 1155,13501"/>
            </emma:interpretation>
            <emma:one-of disjunction-type="recognition" id="oneOf12">
              <emma:interpretation id="interp32" emma:lang="" emma:confidence="0">
                <emma:literal>→</emma:literal>
              </emma:interpretation>
            </emma:one-of>
          </emma:emma>
        </inkml:annotationXML>
        <inkml:trace contextRef="#ctx0" brushRef="#br0" timeOffset="50611.621">1308 11219 246 0,'0'0'424'0,"0"0"-10"15,-48 3-7-15,48-3-4 0,-10 8-10 0,10-8-13 16,-14 15-21-16,2-1-23 0,7 2-21 0,-1-4-15 16,0 7-23-16,1 2-21 0,-5-1-15 0,-1 5-19 15,0 2-17-15,-2-1-17 0,-6 9-22 0,-5-2-14 16,-2 0-15-16,-3-1-13 0,0 5-8 0,-9-10-15 15,2 1-12-15,-2 5-5 0,1-8-11 0,0-4-7 16,0 3-5-16,-5-6-10 0,14-1-1 0,2-4-5 0,2 2-7 16,5-8 0-16,3 3-5 0,0-3-4 15,9-4-6-15,7-3-1 0,-14 11-4 0,14-11-5 16,-13 5-2-16,13-5 1 0,0 0 2 0,0 0-5 0,0 0 2 16,0 0-3-16,0 0 0 0,58-9 0 15,-31 5 1-15,0-3-1 0,4 3-2 0,-1 0 1 16,4 2-1-16,12-6-1 0,-2 4-3 0,1 1 4 0,-2 0-2 15,2-3 0-15,1-1-3 0,-2 2 9 0,-1 3-7 16,-8 1-1-16,-1-1 1 0,-2-3-2 0,2 1-1 16,-4-1 5-16,-3 5 2 0,1-3 2 0,-7 1 4 15,-1-3 13-15,5 3 7 0,-3-1 7 0,-4-4 4 16,-2 1 7-16,0 0 11 0,-2-1 17 0,1 0 14 16,-3 0 1-16,-12 7 8 0,20-16 3 0,-9 9 10 15,0 0 1-15,-4-1 5 0,-7 8-98 0,9-12-23 16,-9 12 0-16,5-14 0 0,-5 14 0 0,0-14 0 0,0 14 0 15,-3-17 0-15,3 17 0 0,0 0 0 0,-3-16 0 16,3 16 0-16,-2-12 0 0,2 12 0 0,0 0 0 16,0 0 0-16,-6-9 0 0,6 9 0 0,0 0 0 15,0 0 0-15,0 0 0 0,0 0 0 0,-18 30 0 16,15-18 0-16,-4 14 0 0,1-4 0 0,-1 8 0 16,-1 9 0-16,2-2 0 0,0 3 0 0,-1 6 0 15,2 6 0-15,2-2 0 0,-3 5 0 0,3-5 0 16,-4 2 0-16,6 4 0 0,-3-7 0 0,3 2 0 15,-6-1 0-15,4 0 0 0,-2-5 0 0,0-2 0 16,1-4 0-16,0 0 0 0,-4-10 0 0,7-4 0 0,-4-8-293 16,2 1-211-16,-2-8-39 0,5-10-48 0,-6 15-453 15,6-15-1130-15,0 0 500 0</inkml:trace>
      </inkml:traceGroup>
      <inkml:traceGroup>
        <inkml:annotationXML>
          <emma:emma xmlns:emma="http://www.w3.org/2003/04/emma" version="1.0">
            <emma:interpretation id="{5CA096DC-E5DE-4DE5-8FEA-3DF49A20D76A}" emma:medium="tactile" emma:mode="ink">
              <msink:context xmlns:msink="http://schemas.microsoft.com/ink/2010/main" type="line" rotatedBoundingBox="3988,12191 8380,12113 8400,13223 4008,13302">
                <msink:destinationLink direction="with" ref="{4A51B9D4-1052-4CDE-9AF2-1A1C72CBC331}"/>
                <msink:destinationLink direction="with" ref="{EBAB06C2-F2F8-45E4-9A35-D5AF09C8CB81}"/>
              </msink:context>
            </emma:interpretation>
          </emma:emma>
        </inkml:annotationXML>
        <inkml:traceGroup>
          <inkml:annotationXML>
            <emma:emma xmlns:emma="http://www.w3.org/2003/04/emma" version="1.0">
              <emma:interpretation id="{7A5EDF01-EE1B-46FF-B583-2EB90CEE9286}" emma:medium="tactile" emma:mode="ink">
                <msink:context xmlns:msink="http://schemas.microsoft.com/ink/2010/main" type="inkWord" rotatedBoundingBox="3991,12319 4834,12304 4852,13287 4008,13302"/>
              </emma:interpretation>
              <emma:one-of disjunction-type="recognition" id="oneOf13">
                <emma:interpretation id="interp33" emma:lang="" emma:confidence="1">
                  <emma:literal/>
                </emma:interpretation>
              </emma:one-of>
            </emma:emma>
          </inkml:annotationXML>
          <inkml:trace contextRef="#ctx0" brushRef="#br0" timeOffset="52127.139">3660 11529 384 0,'-11'-16'463'16,"11"16"-24"-16,-7-8-9 0,7 8-4 0,-8-11-23 0,8 11-34 16,0 0-38-16,0 0-35 0,0 0-25 15,0 0-27-15,0 0-9 0,0 0-16 0,0 0-19 0,-8 41-16 16,3-26-16-16,5 3-12 0,-1 3-11 0,-7 7-11 16,3-2-11-16,-3 0-13 0,-2 1-9 0,-1 13-8 15,-2-17-11-15,-3 1-7 0,3 0-2 0,2 0-12 16,0 0-4-16,-2 4-5 0,2-5-7 0,3-4-4 15,-4-4-3-15,9 3-5 0,0-2-4 0,0-4-4 16,3-2 0-16,0-10 2 0,3 18 0 0,2-11 3 16,-5-7-2-16,16 11 2 0,-16-11 0 0,29 2-3 15,-8-2 0-15,7-2-2 0,1 0-1 0,7-5-1 16,5-2 6-16,3 0-1 0,-14 3 0 0,17-6-1 16,-2 2-1-16,-2-6 1 0,-1 6 6 0,-1-1 1 15,-2-1 10-15,-10 3 4 0,0-1 3 0,1 1-7 0,1-4 15 16,-9 2 12-16,4 3 12 0,-9-3 7 0,3 2 6 15,-4 1 20-15,-4-1 4 0,-3 1 9 0,5 1 5 16,-4-2-118-16,1-3-16 0,-5 5 0 0,-3-3 0 16,-3 10 0-16,10-16 0 0,-7 7 0 0,-3 9 0 15,-1-19 0-15,2 11 0 0,-1 8 0 0,-1-18 0 16,1 18 0-16,-7-13 0 0,7 13 0 0,0 0 0 16,-6-14 0-16,6 14 0 0,0 0 0 0,-7-11 0 0,7 11 0 15,0 0 0-15,0 0 0 0,0 0 0 16,0 0 0-16,0 0 0 0,-20 38 0 0,16-19 0 15,0 2 0-15,0 9 0 0,0 8 0 0,-1 1 0 0,8 0 0 16,-8 3 0-16,5 0 0 0,-2 3 0 0,1 3 0 16,4-4 0-16,-1-5 0 0,3 4 0 0,-1-1 0 15,1-1 0-15,2-2 0 0,-1-12-338 0,2 2-163 16,2-3-69-16,-2-2-85 0,-2-6-367 0,4-5-1106 16,-2-4 490-16</inkml:trace>
        </inkml:traceGroup>
        <inkml:traceGroup>
          <inkml:annotationXML>
            <emma:emma xmlns:emma="http://www.w3.org/2003/04/emma" version="1.0">
              <emma:interpretation id="{FB61AEE1-6829-4811-AB13-23617B5F24C8}" emma:medium="tactile" emma:mode="ink">
                <msink:context xmlns:msink="http://schemas.microsoft.com/ink/2010/main" type="inkWord" rotatedBoundingBox="6352,12149 8380,12113 8398,13099 6369,13135"/>
              </emma:interpretation>
              <emma:one-of disjunction-type="recognition" id="oneOf14">
                <emma:interpretation id="interp34" emma:lang="" emma:confidence="0.5">
                  <emma:literal>-3</emma:literal>
                </emma:interpretation>
                <emma:interpretation id="interp35" emma:lang="" emma:confidence="0.5">
                  <emma:literal>- 3</emma:literal>
                </emma:interpretation>
                <emma:interpretation id="interp36" emma:lang="" emma:confidence="0">
                  <emma:literal>_ 3</emma:literal>
                </emma:interpretation>
                <emma:interpretation id="interp37" emma:lang="" emma:confidence="0">
                  <emma:literal>. 3</emma:literal>
                </emma:interpretation>
                <emma:interpretation id="interp38" emma:lang="" emma:confidence="0">
                  <emma:literal>- z</emma:literal>
                </emma:interpretation>
              </emma:one-of>
            </emma:emma>
          </inkml:annotationXML>
          <inkml:trace contextRef="#ctx0" brushRef="#br0" timeOffset="52596.8597">5933 11640 278 0,'-29'3'549'15,"2"1"-5"-15,11-1-16 0,-3-2-27 0,19-1-33 16,-23 4-31-16,23-4-45 0,0 0-39 0,0 0-31 16,0 0-29-16,0 0-27 0,0 0-27 0,0 0-21 15,0 0-27-15,69 3-13 0,-38-3-20 0,12-3-14 16,-9 3-15-16,9-5-16 0,5 3-21 0,-3-3-49 15,-2 2-39-15,4-3-42 0,-2 1-55 0,-2 0-34 16,5-2-41-16,-3 0-42 0,-10 5-31 0,-4-1-44 16,3-4-45-16,-1 4-50 0,-7-5-382 0,6 2-825 0,-5-3 365 15</inkml:trace>
          <inkml:trace contextRef="#ctx0" brushRef="#br0" timeOffset="53139.553">6933 11411 49 0,'0'0'398'0,"6"-14"-26"0,-6 14-9 16,18-17-8-16,-9 6-13 0,6 4-13 16,-1-4-14-16,2 3-23 0,4 0-16 0,7 0-28 0,5-1-20 15,2 4-7-15,1 1-14 0,-1-1-7 0,6 3-13 16,-7 2-19-16,-2 0-19 0,-2 4-14 0,3 3-10 15,-8-2-14-15,3 7-10 0,-8-3-10 0,4 6-12 16,-9 0-4-16,1 0-9 0,-7 0-7 0,-2 4-5 16,-4 6-12-16,-2 0 1 0,-3 0-12 0,-4-1 2 15,-7 1-9-15,-4 1-9 0,-1 1-9 0,-12 0-12 16,7-5-11-16,-9 0-19 0,10-6-7 0,-4 2-4 0,4-4-18 16,-4-1-3-16,1-4 1 0,1-2 2 15,4-2-3-15,3 0 12 0,-1-3 11 0,19-2-4 16,-21 7 12-16,21-7-1 0,0 0-1 0,0 0 6 0,0 0 4 15,-18-16 19-15,18 16 10 0,0 0 16 0,25-20-1 16,-9 13 14-16,3-2 6 0,3-5 9 0,7 7 9 16,0-5 17-16,6 5 21 0,7-5 16 0,1 9 19 15,7-2 16-15,-7 5 2 0,4 0 13 0,0 0 1 16,-4 5-9-16,0 3-16 0,-9 2-7 0,-4-2-19 16,2 3 1-16,-8 4-29 0,-1-1-8 0,3 5 5 15,-9 1-5-15,-1 5-14 0,-6-1 7 0,-4 2-16 0,-4-2-3 16,-5 4-7-16,-4-1-4 0,-6 3-2 15,-1-3-5-15,-7 8 4 0,-6-4-8 0,-2 0-3 16,0-2-2-16,-6-5-3 0,0 1-25 0,-1-2-24 0,1-4-30 16,-4 3-44-16,-4-7-54 0,1 0-39 0,-1-3-53 15,-5-2-49-15,-2 0-55 0,-1 0-67 0,-5-3-87 16,-4-7-339-16,-21 0-919 0,2-7 406 0</inkml:trace>
        </inkml:traceGroup>
      </inkml:traceGroup>
    </inkml:traceGroup>
    <inkml:traceGroup>
      <inkml:annotationXML>
        <emma:emma xmlns:emma="http://www.w3.org/2003/04/emma" version="1.0">
          <emma:interpretation id="{9FD19A29-8A56-4630-A21C-7B3A6DCCE0DC}" emma:medium="tactile" emma:mode="ink">
            <msink:context xmlns:msink="http://schemas.microsoft.com/ink/2010/main" type="paragraph" rotatedBoundingBox="897,13896 8870,13602 8921,14981 948,15275" alignmentLevel="1"/>
          </emma:interpretation>
        </emma:emma>
      </inkml:annotationXML>
      <inkml:traceGroup>
        <inkml:annotationXML>
          <emma:emma xmlns:emma="http://www.w3.org/2003/04/emma" version="1.0">
            <emma:interpretation id="{356B0DFF-16A9-4084-9273-7A8E8F041D7F}" emma:medium="tactile" emma:mode="ink">
              <msink:context xmlns:msink="http://schemas.microsoft.com/ink/2010/main" type="inkBullet" rotatedBoundingBox="914,14359 1598,14333 1599,14378 916,14403"/>
            </emma:interpretation>
            <emma:one-of disjunction-type="recognition" id="oneOf15">
              <emma:interpretation id="interp39" emma:lang="" emma:confidence="0">
                <emma:literal>-</emma:literal>
              </emma:interpretation>
            </emma:one-of>
          </emma:emma>
        </inkml:annotationXML>
        <inkml:trace contextRef="#ctx0" brushRef="#br0" timeOffset="53795.7211">573 13536 292 0,'-34'7'448'0,"4"0"-4"0,1 0-1 15,2-2 1-15,9-3-7 0,0 3-8 0,18-5-31 16,-24 2-35-16,24-2-36 0,-16 5-28 0,16-5-10 16,0 0 0-16,0 0-16 0,0 0-14 0,0 0-8 15,0 0-32-15,69 3-16 0,-37-5-18 0,-3-2-25 16,3 1-18-16,10-1-10 0,0-1-13 0,-7-1-16 16,8-2-15-16,1 0-28 0,-11 4-34 0,11 0-29 15,-14 1-52-15,-1-1-63 0,0 3-68 0,5-1-76 16,-10 0-72-16,-5 2-81 0,-19 0-106 0,37 0-351 0,-16-3-943 15,-7-1 417-15</inkml:trace>
      </inkml:traceGroup>
      <inkml:traceGroup>
        <inkml:annotationXML>
          <emma:emma xmlns:emma="http://www.w3.org/2003/04/emma" version="1.0">
            <emma:interpretation id="{AFE2AD34-1F16-4C4C-8717-E40A4C805160}" emma:medium="tactile" emma:mode="ink">
              <msink:context xmlns:msink="http://schemas.microsoft.com/ink/2010/main" type="line" rotatedBoundingBox="1627,13869 8870,13602 8921,14981 1678,15248">
                <msink:destinationLink direction="with" ref="{4A51B9D4-1052-4CDE-9AF2-1A1C72CBC331}"/>
                <msink:destinationLink direction="with" ref="{EBAB06C2-F2F8-45E4-9A35-D5AF09C8CB81}"/>
                <msink:destinationLink direction="with" ref="{3E4C69C7-766C-4D21-ADF2-1C469EEF1230}"/>
              </msink:context>
            </emma:interpretation>
          </emma:emma>
        </inkml:annotationXML>
        <inkml:traceGroup>
          <inkml:annotationXML>
            <emma:emma xmlns:emma="http://www.w3.org/2003/04/emma" version="1.0">
              <emma:interpretation id="{4BABEF8D-C768-42B6-ADFB-5AC3B7CB48E9}" emma:medium="tactile" emma:mode="ink">
                <msink:context xmlns:msink="http://schemas.microsoft.com/ink/2010/main" type="inkWord" rotatedBoundingBox="1638,14168 2866,14123 2897,14966 1669,15011"/>
              </emma:interpretation>
              <emma:one-of disjunction-type="recognition" id="oneOf16">
                <emma:interpretation id="interp40" emma:lang="" emma:confidence="1">
                  <emma:literal/>
                </emma:interpretation>
              </emma:one-of>
            </emma:emma>
          </inkml:annotationXML>
          <inkml:trace contextRef="#ctx0" brushRef="#br0" timeOffset="54326.9358">1409 13545 4176 0,'-15'6'206'15,"15"-6"-145"-15,-37-1-9 0,37 1 50 0,-27-7 49 16,27 7 26-16,-17-7-1 0,17 7-15 0,-12-13-21 16,9 3-5-16,3 10-10 0,0-26-7 0,3 16-11 0,10-7 4 15,-3 7 2-15,4-6-2 0,5 6-6 0,2-6-1 16,2 2-16-16,-7 4-12 0,3-2-8 16,4 3-6-16,-1-5-8 0,-3 9-5 0,2 0-4 0,-2 2-4 15,-1-3-3-15,1 6-6 0,-19 0-2 0,31 1-3 16,-15 5-2-16,-3 1-3 0,-2 2-3 0,7 8 6 15,-7 1-8-15,-5-2 3 0,-1 11-9 0,1 1 1 16,1 0-3-16,1 2 6 0,-3 10-9 0,-12 0 0 16,2-3 0-16,-4 5 0 0,2-1-3 0,-7-1-7 15,-5 2-2-15,1-2 1 0,-4-6-9 0,-4 3-5 16,2 1-3-16,-2-6-1 0,-3-4 2 0,0 3-1 16,-1-5 7-16,4-7-4 0,-1 0 5 0,-2-2-3 15,0-3 3-15,4 2 3 0,-3-7 5 0,1 0-2 16,6-3 4-16,-8-1 8 0,15-3 9 0,-5 3 10 0,19-5 9 15,-20 3 6-15,20-3 6 0,0 0-6 0,0 0 1 16,0 0-11-16,-25-8 2 0,25 8 0 0,0 0-5 16,0 0 3-16,41-28 3 0,-25 21 3 0,12-5 2 15,1 2 1-15,12-8 10 0,4 6 11 0,5-6 6 16,-2 2 6-16,5 2 3 0,3-5 4 0,0-2-4 16,25 1 0-16,-6-6 2 0,-17 10-17 0,-1 5-44 15,-5-2-14-15,4 2 0 0,-6-2 0 0,-1 2 0 16,-5 4 0-16,2-1 0 0,-14 0 0 0,-3 2-74 15,-3 1-92-15,-10 1-42 0,0 1-49 0,-2-2-49 16,-14 5-47-16,21-4-46 0,-21 4-60 0,18-8-79 16,-18 8-368-16,0 0-980 0,14-7 433 0</inkml:trace>
        </inkml:traceGroup>
        <inkml:traceGroup>
          <inkml:annotationXML>
            <emma:emma xmlns:emma="http://www.w3.org/2003/04/emma" version="1.0">
              <emma:interpretation id="{D23BDD34-2D27-42DE-9F65-CA0F04A7AB21}" emma:medium="tactile" emma:mode="ink">
                <msink:context xmlns:msink="http://schemas.microsoft.com/ink/2010/main" type="inkWord" rotatedBoundingBox="4307,14055 5197,14022 5237,15117 4348,15150"/>
              </emma:interpretation>
              <emma:one-of disjunction-type="recognition" id="oneOf17">
                <emma:interpretation id="interp41" emma:lang="" emma:confidence="1">
                  <emma:literal/>
                </emma:interpretation>
              </emma:one-of>
            </emma:emma>
          </inkml:annotationXML>
          <inkml:trace contextRef="#ctx0" brushRef="#br0" timeOffset="55108.1508">4107 13413 111 0,'-17'-13'469'0,"9"6"-20"15,8 7-9-15,-13-14-22 0,8 7-34 0,5 7-32 16,-3-19-31-16,3 19-28 0,9-22-25 0,-1 9-22 16,5 0-25-16,2-1-22 0,10 2-9 0,-7 3-11 15,3 0-17-15,5 1-12 0,-2-2-13 0,1-5-7 0,1 7-17 16,-5 6-11-16,0-3-9 0,-2 5-12 16,-19 0-3-16,37 4-6 0,-18 3-6 0,-3 1-4 15,-6 3-9-15,3 0-1 0,-2 2-5 0,-2 4-4 0,0 5-5 16,-5 3-4-16,-2 0 0 0,0-2-3 0,-4 5-3 15,-4-1-5-15,-3 3-1 0,1-3-3 0,-3 1-3 16,2-4 0-16,-7 3 0 0,3-2-3 0,-2-4 0 16,-1 0-3-16,2-1-2 0,-4 1 1 0,4-9-2 15,1 3 1-15,3-4 1 0,1 0-3 0,-1-7 2 16,2 7-1-16,8-11 0 0,-14 8-1 0,14-8 4 16,0 0-2-16,0 0 0 0,0 0 0 0,0 0 0 15,0 0 1-15,0 0 2 0,0 0 2 0,0 0-3 16,0 0 2-16,0 0 3 0,33-38-1 0,-20 26-4 15,2 1 3-15,2 0 6 0,1 2-6 0,1-3 0 0,0 5-3 16,9 1 0-16,-8-1 4 0,3 3-8 16,-5 4 2-16,-18 0-3 0,40 7 1 0,-11-2 0 15,-4 7-1-15,-2 2 5 0,-6 0-2 0,3 9 3 0,-4-1 3 16,-4 2 0-16,3 4 5 0,-7 3 2 0,-3-2 6 16,-4 10-4-16,1-1 0 0,-5-12 0 0,-5 7-6 15,1-5 0-15,-7 8-1 0,-5-2 0 0,4-5-4 16,-7-7-4-16,-1 2-2 0,-9 6-9 0,-3-4-14 15,-2-1-22-15,-5-8-29 0,-4 2-24 0,-1-6-24 16,2 0-21-16,-4-1-41 0,-6-5-21 0,4-4-38 16,-1-3-27-16,3 0-39 0,-3-4-53 0,6-3-71 15,-4-7-320-15,7-10-810 0,6-1 358 0</inkml:trace>
        </inkml:traceGroup>
        <inkml:traceGroup>
          <inkml:annotationXML>
            <emma:emma xmlns:emma="http://www.w3.org/2003/04/emma" version="1.0">
              <emma:interpretation id="{77EA1D5B-7B24-4683-AE2F-72FF6576071E}" emma:medium="tactile" emma:mode="ink">
                <msink:context xmlns:msink="http://schemas.microsoft.com/ink/2010/main" type="inkWord" rotatedBoundingBox="7099,13667 8870,13602 8916,14837 7145,14902"/>
              </emma:interpretation>
              <emma:one-of disjunction-type="recognition" id="oneOf18">
                <emma:interpretation id="interp42" emma:lang="" emma:confidence="0.5">
                  <emma:literal>,</emma:literal>
                </emma:interpretation>
                <emma:interpretation id="interp43" emma:lang="" emma:confidence="0">
                  <emma:literal>.</emma:literal>
                </emma:interpretation>
                <emma:interpretation id="interp44" emma:lang="" emma:confidence="0">
                  <emma:literal>'</emma:literal>
                </emma:interpretation>
                <emma:interpretation id="interp45" emma:lang="" emma:confidence="0">
                  <emma:literal>l</emma:literal>
                </emma:interpretation>
                <emma:interpretation id="interp46" emma:lang="" emma:confidence="0">
                  <emma:literal>1</emma:literal>
                </emma:interpretation>
              </emma:one-of>
            </emma:emma>
          </inkml:annotationXML>
          <inkml:trace contextRef="#ctx0" brushRef="#br0" timeOffset="55858.1129">8117 12788 557 0,'0'0'577'0,"0"0"-60"16,0 0-45-16,0 0-25 0,0 0-7 0,0 0 1 0,22 11-17 15,-12 1 5-15,-2 5-32 0,0 9-9 0,0 2-14 16,5 11-5-16,-4 5-8 0,4 4-9 16,-3 2-11-16,1 2-16 0,-1 20-23 0,2-15-23 0,-4-3-18 15,5 20-123-15,2-5-138 0,-7-13 0 0,5 1 0 16,-5 14 0-16,3-20 0 0,-2 1 0 0,-2-8 0 15,-1 4 0-15,2-10 0 0,-6-4 0 0,3-7 0 16,-4-1 0-16,1-4 0 0,3-7 0 0,-4-7 0 16,-1 3 0-16,0-11 0 0,4 14 0 0,-4-14-65 15,0 0-383-15,0 0-90 0,0 0-116 0,0 0-427 16,-18-44-1172-16,16 18 519 0</inkml:trace>
          <inkml:trace contextRef="#ctx0" brushRef="#br0" timeOffset="55561.2329">6601 13388 248 0,'0'0'526'0,"0"0"2"0,-20 1-10 16,20-1-18-16,0 0-17 0,0 0-31 0,0 0-38 15,0 0-29-15,0 0-34 0,0 0-31 0,0 0-30 16,40-22-23-16,-16 14-33 0,10-2-23 0,6 5-20 16,-6 0-22-16,14 2-19 0,-3-4-24 0,2-5-58 15,-4 6-67-15,2 1-75 0,-4 2-81 0,4-5-80 16,-1 5-103-16,-11-5-108 0,-2 1-418 0,3-3-936 15,-4-3 414-15</inkml:trace>
        </inkml:traceGroup>
      </inkml:traceGroup>
    </inkml:traceGroup>
  </inkml:traceGroup>
</inkml:ink>
</file>

<file path=ppt/ink/ink31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3T08:20:49.155"/>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4A51B9D4-1052-4CDE-9AF2-1A1C72CBC331}" emma:medium="tactile" emma:mode="ink">
          <msink:context xmlns:msink="http://schemas.microsoft.com/ink/2010/main" type="inkDrawing" rotatedBoundingBox="9404,9498 10918,14916 9590,15287 8076,9869" semanticType="verticalRange" shapeName="Other">
            <msink:sourceLink direction="with" ref="{79ED6C67-0D22-447E-8059-575CC1C665CA}"/>
            <msink:sourceLink direction="with" ref="{5CA096DC-E5DE-4DE5-8FEA-3DF49A20D76A}"/>
            <msink:sourceLink direction="with" ref="{AFE2AD34-1F16-4C4C-8717-E40A4C805160}"/>
          </msink:context>
        </emma:interpretation>
      </emma:emma>
    </inkml:annotationXML>
    <inkml:trace contextRef="#ctx0" brushRef="#br0">92 171 234 0,'-31'-1'380'0,"12"0"-3"15,-2-4-13-15,21 5-19 0,-24-4-35 0,24 4-20 16,0 0-23-16,0 0-13 0,0 0-12 0,0 0-8 16,0 0-15-16,66-22-20 0,-23 13-17 0,2 4-20 15,5-3-11-15,-2-2-14 0,3 2-13 0,-1 0-6 16,0-3-8-16,-1 0-10 0,1 3-5 0,1 0 2 15,-7-3 5-15,-12 3 9 0,-2 2 5 0,-1-1 3 16,-3 2-1-16,-8 2 6 0,1-2 0 0,-3 4-6 0,-16 1-5 16,29-1-4-16,-29 1 0 0,25 3 9 15,-10 8 14-15,1 8-3 0,0 4 4 0,8 16 8 16,-6 6-5-16,2 22 15 0,6 6-5 0,-2 6 13 0,0 6 1 16,4 7 4-16,5 42 1 0,4 7 8 0,-2 7-143 15,6 2-30-15,-1 3 0 0,8 3 0 0,0-9 0 16,5 10 0-16,0 2 0 0,0-3 0 0,1 6 0 15,-1-12 0-15,-1 6 0 0,2-3 0 0,-4-7 0 16,-7-7 0-16,5 0 0 0,-3-6 0 0,0-5 0 16,-11-3 0-16,3 0 0 0,-2-1 0 0,-14-38 0 15,1 3 0-15,-1 1 0 0,-2 0 0 0,-3-3 0 0,-4-1 0 16,-3 5 0-16,-1-6 0 0,-1-6 0 16,-1-3 0-16,-4-4 0 0,3-15 0 0,-4-2 0 0,4-1 0 15,-5 0 0-15,2-2 0 0,-1-6 0 0,-1 1 0 16,0-5 0-16,3-4 0 0,-1-11 0 0,0 0 0 15,-2-1 0-15,0-7 0 0,1 0 0 0,-2 0 0 16,-3-1 0-16,8-1 0 0,-4-6 0 0,0 1 0 16,1 1 0-16,-1-13 0 0,3 18 0 0,-3-6 0 15,0-12 0-15,4 15 0 0,-4-15 0 0,0 13 0 16,0-13 0-16,0 0 0 0,-7 16 0 0,7-16 0 16,-8 8 0-16,8-8 0 0,-22 7 0 0,1-3 0 0,-8-3 0 15,-5-1 0-15,-15-4 0 0,-4 1 0 16,-10 1 0-16,-19-9 0 0,-1-2 0 0,-2 1 0 0,-7 2 0 15,7-3 0-15,-3-2 0 0,3-2-414 0,6 3-227 16,20-1-57-16,-2-1-375 0,10-4-1163 0,-1-5 514 16</inkml:trace>
  </inkml:traceGroup>
</inkml:ink>
</file>

<file path=ppt/ink/ink31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3T08:20:50.045"/>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118409E9-4712-4855-972A-7E86216FFD42}" emma:medium="tactile" emma:mode="ink">
          <msink:context xmlns:msink="http://schemas.microsoft.com/ink/2010/main" type="inkDrawing" rotatedBoundingBox="11180,9493 12278,14608 11292,14819 10195,9705" semanticType="verticalRange" shapeName="Other">
            <msink:sourceLink direction="with" ref="{DF581A59-F899-452F-94BD-BF94C891BD93}"/>
          </msink:context>
        </emma:interpretation>
      </emma:emma>
    </inkml:annotationXML>
    <inkml:trace contextRef="#ctx0" brushRef="#br0">224 305 340 0,'-28'-15'375'0,"2"-3"0"0,3 3-7 15,6-3-12-15,-9-1-2 0,8 4 3 0,-1-4-7 16,6 5-14-16,4-2-17 0,-2 2-14 0,3 1-21 16,1-1-19-16,1-3-20 0,4 3-7 0,-4 2-1 0,6 12-8 15,-4-21-16-15,4 13-15 0,0 8-13 0,-3-18-9 16,3 18-14-16,-1-12-11 0,1 12-11 0,0 0-11 15,0 0-2-15,6-14-8 0,-6 14 1 0,0 0 0 16,0 0 8-16,0 0 13 0,37 29 13 0,-18-6-1 16,8 11 5-16,-2 4 3 0,3 7-38 0,9 21-123 15,-8 5 0-15,7 3 0 0,-4 14 0 0,8 33 0 16,1 12 0-16,0 2 0 0,-6 5 0 0,0 3 0 0,0 9 0 16,-2-5 0-16,7 5 0 0,-10 2 0 15,-4 12 0-15,-1 5 0 0,3-5 0 0,-7-4 0 0,-5 0 0 16,3-6 0-16,-6-2 0 0,1-6 0 0,9-6 0 15,-7-4 0-15,-2-3 0 0,1-3 0 0,-1-5 0 16,0-39 0-16,-1 38 0 0,-5-43 0 0,-1 5 0 16,1-1 0-16,-2 1 0 0,2-5 0 0,-3-4 0 15,-3-3 0-15,-1-3 0 0,6-16 0 0,-4-8 0 16,-3 2 0-16,3-3 0 0,-1-3 0 0,4-4 0 16,0-2 0-16,-4-8 0 0,-4-4 0 0,2-2 0 15,-1-8 0-15,1 2 0 0,0-2 0 0,0-5 0 0,0-12 0 16,-2 18 0-16,2-7 0 0,0-11 0 0,0 0 0 15,3 16 0-15,-3-16 0 0,0 0 0 0,0 12 0 16,0-12 0-16,0 0 0 0,0 0 0 0,0 0 0 16,0 14 0-16,0-14 0 0,0 0 0 0,0 0 0 15,0 0 0-15,0 0 0 0,0 0 0 0,0 0 0 16,0 0 0-16,0 0 0 0,0 0 0 0,0 0 0 16,0 0 0-16,0 0 0 0,0 0 0 0,8 8 0 15,-8-8 0-15,0 0 0 0,28-1 0 0,-28 1 0 16,43-2 0-16,-11-3 0 0,8-6 0 0,8 3 0 15,-3-4 0-15,11 1 0 0,5-2 0 0,-3 0 0 0,22-5 0 16,5-5 0-16,-4 3-92 0,-4-3-514 16,0-3-59-16,-24 1-473 0,0 2-1234 0,-2-8 546 15</inkml:trace>
  </inkml:traceGroup>
</inkml:ink>
</file>

<file path=ppt/ink/ink31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3T08:20:56.358"/>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F3824A42-97C6-4542-B3B8-406D97046E81}" emma:medium="tactile" emma:mode="ink">
          <msink:context xmlns:msink="http://schemas.microsoft.com/ink/2010/main" type="inkDrawing" rotatedBoundingBox="18048,8987 18490,14360 17152,14470 16710,9097" semanticType="verticalRange" shapeName="Other">
            <msink:sourceLink direction="with" ref="{44A142E8-5107-4646-81D8-6AFEAEA92F1D}"/>
          </msink:context>
        </emma:interpretation>
      </emma:emma>
    </inkml:annotationXML>
    <inkml:trace contextRef="#ctx0" brushRef="#br0">6664-72 3494 0,'-13'-23'133'0,"-2"1"-82"16,7-4 5-16,-6 1 33 0,7 4 52 0,-1-2-13 15,0-3-20-15,2 7 3 0,-1 0 6 0,4 0 16 16,0 0 16-16,0 1 2 0,-2 2 11 0,3 2 5 16,2 3 1-16,0 11 1 0,-1-15-9 0,1 15-14 0,-3-12-10 15,3 12-14-15,0 0 2 0,0 0 5 0,0 0-6 16,0 0 1-16,0 0 3 0,61 31 4 0,-37 2-3 16,3 8 4-16,2 4-11 0,-2 21 21 0,-3 4 1 15,2 5-1-15,-4 6 0 0,-1 7-1 0,-5 4-1 16,-1 41-29-16,-3-40-111 0,4 42 0 0,-4-3 0 15,-15 16 0-15,7-1 0 0,-5 5 0 0,-4 8 0 16,3-1 0-16,-6 0 0 0,-3 0 0 0,5-5 0 16,-6 5 0-16,1-10 0 0,5 4 0 0,-1-2 0 15,3-7 0-15,-3-5 0 0,2-8 0 0,2-1 0 0,-2-3 0 16,4-34 0-16,-3-3 0 0,8 3 0 0,-16 38 0 16,12-45 0-16,0 5 0 0,5 1 0 0,-8-6 0 15,1-1 0-15,-4-6 0 0,6-1 0 0,-3-22 0 16,0-2 0-16,1 19 0 0,-1-24 0 0,4-4 0 15,-1 1 0-15,0-15 0 0,-1-3 0 0,-2-2 0 16,3-9 0-16,0 5 0 0,0-8 0 0,0 0 0 0,0-1 0 16,0-13 0-16,0 16 0 0,0-16 0 15,0 16 0-15,0-16 0 0,0 0 0 0,0 10 0 16,0-10 0-16,0 0 0 0,0 0 0 0,0 0 0 0,0 18 0 16,0-18 0-16,0 0 0 0,-4 8 0 0,4-8 0 15,0 0 0-15,0 0 0 0,-4 12 0 0,4-12 0 16,0 0 0-16,0 0 0 0,0 0 0 0,0 0 0 15,0 0 0-15,-2 13 0 0,2-13 0 0,0 0 0 0,0 0 0 16,0 0 0-16,0 0 0 0,14 13 0 16,-4-7 0-16,1 2 0 0,10-1 0 0,5-3 0 0,15 8 0 15,3-4 0-15,9 6 0 0,5-7 0 0,23 2 0 16,4-2 0-16,-3 1 0 0,0-5 0 0,5 1 0 16,-4-9 0-16,-24 3 0 0,26-8 0 0,-1 0 0 15,-25-4-6-15,2-2-623 0,13-10-69 0,-24 4-445 16,1-4-1239-16,-9-11 548 0</inkml:trace>
  </inkml:traceGroup>
</inkml:ink>
</file>

<file path=ppt/ink/ink31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3T08:20:59.931"/>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54813464-7339-4B86-AE08-71757ACE2049}" emma:medium="tactile" emma:mode="ink">
          <msink:context xmlns:msink="http://schemas.microsoft.com/ink/2010/main" type="inkDrawing" rotatedBoundingBox="20827,8908 21427,14471 19873,14639 19272,9076" semanticType="verticalRange" shapeName="Other">
            <msink:sourceLink direction="with" ref="{DF581A59-F899-452F-94BD-BF94C891BD93}"/>
          </msink:context>
        </emma:interpretation>
      </emma:emma>
    </inkml:annotationXML>
    <inkml:trace contextRef="#ctx0" brushRef="#br0">113 53 297 0,'-29'0'368'0,"8"2"-20"0,21-2-19 0,-28 3-18 15,28-3-24-15,-21 0-19 0,21 0-6 0,0 0-5 16,-15 4-6-16,15-4 1 0,0 0-7 0,0 0-12 15,0 0-8-15,64 15-13 0,-38-13-8 0,17-1-8 0,-1-1-7 16,5 0-10-16,1-1-10 0,3-4 1 0,1 2-2 16,-3-6-14-16,4 5-7 0,-3-1-8 0,0-3-12 15,-4 3-4-15,2 0-8 0,-3-1-6 0,-3 3-1 16,1 2-6-16,-9 0-8 0,-7-2-3 0,-1 6-16 16,-5-1 9-16,0 1-6 0,4 11 2 0,1-3-1 15,-5 12 12-15,8 5 22 0,-4 8 6 0,-2 13 8 16,4 20 2-16,2 10 13 0,-2 9 7 0,5 49 8 0,-14 1-118 15,-2 2-39-15,0 9 0 0,-1 1 0 0,-1 16 0 16,7 17 0-16,1 5 0 0,4 9 0 0,-10-4 0 16,6 2 0-16,6 1 0 0,-7-4 0 0,-1-9 0 15,1-8 0-15,0-5 0 0,-3-12 0 16,-7-1 0-16,5-12 0 0,-1 0 0 0,-1-10 0 0,-6-5 0 16,0-38 0-16,-8 37 0 0,3-40 0 0,-3-2 0 15,-5-1 0-15,-7-6 0 0,4-3 0 0,0-1 0 16,-7-22 0-16,-6-2 0 0,7 1 0 0,-4 19 0 15,5-23 0-15,-4 0 0 0,2-6 0 0,-1 2 0 0,8-6 0 16,-13-5 0-16,12-7 0 0,-6 0 0 16,2-1 0-16,7-7 0 0,-4 2 0 0,6-6 0 15,-3 3 0-15,1-6 0 0,-1 0 0 0,7-12 0 0,-6 18 0 16,4-11 0-16,2-7 0 0,-6 16 0 0,-1-9 0 16,7-7 0-16,0 0 0 0,-8 19 0 0,7-12 0 15,1-7 0-15,-7 12 0 0,7-12 0 0,-12 12 0 16,12-12 0-16,-15 11 0 0,-3-4 0 0,-1-2 0 15,-8 1 0-15,-4-2 0 0,-17 2 0 0,-6-3 0 16,-7 0 0-16,-27-4 0 0,-2-6 0 0,-10-1 0 16,7-10 0-16,-1 6 0 0,-3-9 0 0,9-7-1366 0,-3-4-1478 15,-2-8 654-15</inkml:trace>
  </inkml:traceGroup>
</inkml:ink>
</file>

<file path=ppt/ink/ink31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3T08:20:56.795"/>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DF581A59-F899-452F-94BD-BF94C891BD93}" emma:medium="tactile" emma:mode="ink">
          <msink:context xmlns:msink="http://schemas.microsoft.com/ink/2010/main" type="writingRegion" rotatedBoundingBox="19899,8687 20412,14287 10868,15161 10355,9561">
            <msink:destinationLink direction="with" ref="{54813464-7339-4B86-AE08-71757ACE2049}"/>
            <msink:destinationLink direction="with" ref="{118409E9-4712-4855-972A-7E86216FFD42}"/>
          </msink:context>
        </emma:interpretation>
      </emma:emma>
    </inkml:annotationXML>
    <inkml:traceGroup>
      <inkml:annotationXML>
        <emma:emma xmlns:emma="http://www.w3.org/2003/04/emma" version="1.0">
          <emma:interpretation id="{63214120-EA19-48F5-B6D7-1F13EA8FB20E}" emma:medium="tactile" emma:mode="ink">
            <msink:context xmlns:msink="http://schemas.microsoft.com/ink/2010/main" type="paragraph" rotatedBoundingBox="19953,9113 20094,13984 17357,14064 17215,9193" alignmentLevel="1"/>
          </emma:interpretation>
        </emma:emma>
      </inkml:annotationXML>
      <inkml:traceGroup>
        <inkml:annotationXML>
          <emma:emma xmlns:emma="http://www.w3.org/2003/04/emma" version="1.0">
            <emma:interpretation id="{78D29BC0-F963-4EA5-92CA-2F8FB76F8B7F}" emma:medium="tactile" emma:mode="ink">
              <msink:context xmlns:msink="http://schemas.microsoft.com/ink/2010/main" type="inkBullet" rotatedBoundingBox="19953,9113 19983,10155 17246,10235 17215,9193"/>
            </emma:interpretation>
            <emma:one-of disjunction-type="recognition" id="oneOf0">
              <emma:interpretation id="interp0" emma:lang="" emma:confidence="0">
                <emma:literal>→</emma:literal>
              </emma:interpretation>
            </emma:one-of>
          </emma:emma>
        </inkml:annotationXML>
        <inkml:trace contextRef="#ctx0" brushRef="#br0">6878-212 388 0,'-24'2'400'0,"24"-2"-30"0,-19 2-22 0,19-2-29 15,0 0-17-15,0 0-16 0,0 0-12 0,0 0-18 16,0 0-17-16,0 0-26 0,0 0-19 0,69-14-17 15,-26 9-21-15,9-2-16 0,-1 3-19 0,5-4-33 16,2-3-43-16,-2 6-68 0,2-4-67 0,-7 0-98 0,5 5-101 16,1-3-332-16,0 0-673 0,0-2 297 15</inkml:trace>
        <inkml:trace contextRef="#ctx0" brushRef="#br0" timeOffset="687.48">8305 89 279 0,'8'-12'398'0,"0"0"-18"15,5 1 0-15,3 0-1 0,5-5 2 0,6 2 5 16,2-1 1-16,11-5-12 0,0 5-18 0,10 1-25 16,-1-1-27-16,8 4-21 0,-1-1-27 0,3-2-18 0,21 2-25 15,-20 4-23-15,-4-3-17 0,3 8-16 0,-8-8-24 16,2 10-40-16,0 1-44 0,5-2-60 16,-5-2-55-16,-3 4-59 0,0 0-70 0,-4 3-73 0,-4 5-88 15,-13-5-131-15,-2-3-287 0,-9 5-836 0,-4-3 370 16</inkml:trace>
        <inkml:trace contextRef="#ctx0" brushRef="#br0" timeOffset="484.3436">8467-111 387 0,'-19'-4'440'0,"-1"-3"-29"15,4 6-7-15,16 1-16 0,-29-3-25 0,29 3-23 0,-27 2-35 16,27-2-20-16,-21 9-18 0,16-2-23 0,-1 3-18 16,6-10-21-16,-11 23-13 0,11-6-11 0,-2-2-13 15,4 4-13-15,3 0-16 0,-4 6-8 0,7-2 1 16,0-1-10-16,5 2 1 0,-2-2-3 0,5 1-6 15,0-4-2-15,4-1 10 0,-4 7-1 0,5-5 6 16,6-1-2-16,-6 1-14 0,6-1-1 0,-1 2-9 0,-1-3-10 16,-1 3-6-16,2-2-8 0,-2 2-14 0,-1-3 2 15,-4 1-12-15,-5-4-2 0,2 4-9 0,-3-4 1 16,-5 0-7-16,-1 4-3 0,-3-1 0 0,-4-4-4 16,-4 2 13-16,-3 1-15 0,-4-2-6 0,-4 2-8 15,-5 2-2-15,-6-4-6 0,-1 1-32 0,-2-2-25 16,-2 1-29-16,-12-5-32 0,3 3-34 0,-3-6-28 15,7-1-33-15,6 0-34 0,-5-7-35 0,1 1-40 16,5-4-40-16,-3 1-49 0,3-9-100 0,3-2-275 16,5-10-846-16,4 2 375 0</inkml:trace>
      </inkml:traceGroup>
      <inkml:traceGroup>
        <inkml:annotationXML>
          <emma:emma xmlns:emma="http://www.w3.org/2003/04/emma" version="1.0">
            <emma:interpretation id="{44A142E8-5107-4646-81D8-6AFEAEA92F1D}" emma:medium="tactile" emma:mode="ink">
              <msink:context xmlns:msink="http://schemas.microsoft.com/ink/2010/main" type="line" rotatedBoundingBox="19233,11454 19308,14007 18507,14030 18433,11477">
                <msink:destinationLink direction="with" ref="{F3824A42-97C6-4542-B3B8-406D97046E81}"/>
              </msink:context>
            </emma:interpretation>
          </emma:emma>
        </inkml:annotationXML>
        <inkml:traceGroup>
          <inkml:annotationXML>
            <emma:emma xmlns:emma="http://www.w3.org/2003/04/emma" version="1.0">
              <emma:interpretation id="{8FDB4CA8-E189-4CD0-BDD4-ECCC102A96F5}" emma:medium="tactile" emma:mode="ink">
                <msink:context xmlns:msink="http://schemas.microsoft.com/ink/2010/main" type="inkWord" rotatedBoundingBox="19233,11454 19262,12442 18462,12466 18433,11477"/>
              </emma:interpretation>
              <emma:one-of disjunction-type="recognition" id="oneOf1">
                <emma:interpretation id="interp1" emma:lang="" emma:confidence="1">
                  <emma:literal/>
                </emma:interpretation>
              </emma:one-of>
            </emma:emma>
          </inkml:annotationXML>
          <inkml:trace contextRef="#ctx0" brushRef="#br0" timeOffset="1464.0417">8127 2115 226 0,'8'-12'405'16,"0"-2"-9"-16,6 2-1 0,2-2-18 0,0 2-8 16,7 1-15-16,-4 2-18 0,5-4-27 0,5 1-25 15,0 5-24-15,3 3-27 0,-2-2-22 0,-1 5-23 16,-1 2-19-16,-4 1-19 0,3 5-17 0,-11 0-15 0,5 1-6 16,-7 1-16-16,-1 2-8 0,-3 4-8 0,1 0-10 15,-8 4-6-15,0 0-5 0,-6 0-6 0,-5 6-5 16,0 1-10-16,-5-1-8 0,-3-6-7 0,-3 2-12 15,0 1-3-15,-7 1-8 0,4-1-6 0,-1-1-12 16,-4-4-9-16,0 2 3 0,-2-5-2 0,1 2-15 16,4-6 8-16,5-1-4 0,-3 3 11 0,2-3 5 15,4-3-4-15,8 0 6 0,8-6-2 0,-19 5-6 16,19-5 9-16,0 0-2 0,0 0 4 0,0 0 6 16,0 0 2-16,0 0-2 0,0 0 19 0,0 0 2 15,50-30 13-15,-31 22-1 0,5 1 12 0,3 0 12 0,2 0-8 16,3 1 7-16,4 2 9 0,7 0 7 0,-3 4 0 15,-6 0-4-15,1 2 1 0,-1 4-4 0,9 4 0 16,-1 0-3-16,-13 4-9 0,8 5-1 0,-13-4-4 16,11 10-3-16,-16-1-2 0,2-3-1 0,-5 6-8 15,-5 1 2-15,-6-1-4 0,2 4-4 0,-9-1-1 16,-5 12-3-16,-5-16-5 0,0 1-6 0,-13 6-18 16,-4-6-13-16,-2 1-17 0,-9-4-24 0,-3-1-39 15,-2-5-42-15,-10-2-39 0,-1-2-34 0,-19 5-38 16,17-11-49-16,-3 1-51 0,-17-7-80 0,21 3-244 15,6-5-742-15,-3-5 329 0</inkml:trace>
        </inkml:traceGroup>
        <inkml:traceGroup>
          <inkml:annotationXML>
            <emma:emma xmlns:emma="http://www.w3.org/2003/04/emma" version="1.0">
              <emma:interpretation id="{9070C87D-C40B-4BD5-89D3-59276D6D9362}" emma:medium="tactile" emma:mode="ink">
                <msink:context xmlns:msink="http://schemas.microsoft.com/ink/2010/main" type="inkWord" rotatedBoundingBox="18815,12955 18846,14020 18812,14021 18782,12955"/>
              </emma:interpretation>
              <emma:one-of disjunction-type="recognition" id="oneOf2">
                <emma:interpretation id="interp2" emma:lang="" emma:confidence="0.5">
                  <emma:literal>-</emma:literal>
                </emma:interpretation>
                <emma:interpretation id="interp3" emma:lang="" emma:confidence="0">
                  <emma:literal>_</emma:literal>
                </emma:interpretation>
                <emma:interpretation id="interp4" emma:lang="" emma:confidence="0">
                  <emma:literal>.</emma:literal>
                </emma:interpretation>
                <emma:interpretation id="interp5" emma:lang="" emma:confidence="0">
                  <emma:literal>,</emma:literal>
                </emma:interpretation>
                <emma:interpretation id="interp6" emma:lang="" emma:confidence="0">
                  <emma:literal>~</emma:literal>
                </emma:interpretation>
              </emma:one-of>
            </emma:emma>
          </inkml:annotationXML>
          <inkml:trace contextRef="#ctx0" brushRef="#br0" timeOffset="2135.8985">8432 3508 395 0,'0'0'489'0,"-12"-13"7"15,12 13 0-15,-8-8-13 0,8 8-23 0,0 0-36 0,-13-10-37 16,13 10-28-16,0 0-27 0,0 0-4 0,0 0-9 16,0 0-19-16,0 0 6 0,18 36-18 0,-15-18-1 15,2 8-19-15,-2 4-7 0,2 15-13 0,0-2 9 16,-3 5-24-16,-2 4-9 0,0 5-17 0,0-1-16 16,0-4-38-16,0 1-153 0,0 4 0 0,1-3 0 15,-1-6 0-15,0 0 0 0,0 2 0 0,3-4 0 16,-1-4 0-16,-2-1 0 0,0-11 0 0,0-2 0 0,2-2 0 15,-2 0 0-15,1-12 0 0,2-6 0 0,-1 3 0 16,-2-11 0-16,2 20-74 0,-2-20-297 16,0 0-66-16,0 0-62 0,0 0-93 0,0 0-445 0,-7-53-1122 15,7 25 496-15</inkml:trace>
        </inkml:traceGroup>
      </inkml:traceGroup>
    </inkml:traceGroup>
    <inkml:traceGroup>
      <inkml:annotationXML>
        <emma:emma xmlns:emma="http://www.w3.org/2003/04/emma" version="1.0">
          <emma:interpretation id="{ABC0DE7F-2480-43D4-9179-2298C1E5F802}" emma:medium="tactile" emma:mode="ink">
            <msink:context xmlns:msink="http://schemas.microsoft.com/ink/2010/main" type="paragraph" rotatedBoundingBox="15877,10939 16509,10939 16509,11477 15877,11477" alignmentLevel="2"/>
          </emma:interpretation>
        </emma:emma>
      </inkml:annotationXML>
      <inkml:traceGroup>
        <inkml:annotationXML>
          <emma:emma xmlns:emma="http://www.w3.org/2003/04/emma" version="1.0">
            <emma:interpretation id="{F14902AA-BDD8-46F8-B48D-32338AA187BC}" emma:medium="tactile" emma:mode="ink">
              <msink:context xmlns:msink="http://schemas.microsoft.com/ink/2010/main" type="inkBullet" rotatedBoundingBox="16738,11104 16315,11750 15764,11389 16188,10743"/>
            </emma:interpretation>
          </emma:emma>
        </inkml:annotationXML>
        <inkml:trace contextRef="#ctx0" brushRef="#br0" timeOffset="-1359.282">5598 1894 364 0,'-32'18'436'0,"10"-2"-40"0,9-1-19 0,-2-5-6 15,7 0-14-15,0-1-12 0,8-9-10 0,-6 12-6 16,6-12-5-16,0 0-15 0,32 14-18 0,-6-14-26 15,17 0-18-15,7-2-18 0,4 1-24 0,-2-3-20 16,-1 1-28-16,4 3-47 0,-11-3-60 0,5 3-81 16,-5 0-87-16,-8-1-111 0,-9 1-128 0,-4-4-468 15,4 1-893-15,-8 2 395 0</inkml:trace>
        <inkml:trace contextRef="#ctx0" brushRef="#br0" timeOffset="-1531.1151">5640 1523 163 0,'-11'10'462'0,"11"-10"-15"0,0 0-10 15,0 0 1-15,-5 11-11 0,5-11-16 0,0 0-22 0,0 0-30 16,0 0-26-16,0 0-32 0,0 0-33 0,77-19-24 16,-50 13-27-16,7 1-23 0,6-7-22 0,-6 6-28 15,9-2-40-15,-8 1-56 0,-4 2-71 0,14-2-75 16,-13 0-68-16,-11 6-69 0,-1 0-79 0,-3 1-108 15,-17 0-295-15,25 1-777 0,-25-1 344 0</inkml:trace>
      </inkml:traceGroup>
    </inkml:traceGroup>
    <inkml:traceGroup>
      <inkml:annotationXML>
        <emma:emma xmlns:emma="http://www.w3.org/2003/04/emma" version="1.0">
          <emma:interpretation id="{94F9C59E-5BCC-4DB3-9F38-172DAF264B8D}" emma:medium="tactile" emma:mode="ink">
            <msink:context xmlns:msink="http://schemas.microsoft.com/ink/2010/main" type="paragraph" rotatedBoundingBox="14784,9608 15256,14760 13144,14953 12673,9801" alignmentLevel="1"/>
          </emma:interpretation>
        </emma:emma>
      </inkml:annotationXML>
      <inkml:traceGroup>
        <inkml:annotationXML>
          <emma:emma xmlns:emma="http://www.w3.org/2003/04/emma" version="1.0">
            <emma:interpretation id="{0B4E5C6F-BDE2-4197-A246-0657B72A35B0}" emma:medium="tactile" emma:mode="ink">
              <msink:context xmlns:msink="http://schemas.microsoft.com/ink/2010/main" type="line" rotatedBoundingBox="14784,9608 15256,14760 13144,14953 12673,9801"/>
            </emma:interpretation>
          </emma:emma>
        </inkml:annotationXML>
        <inkml:traceGroup>
          <inkml:annotationXML>
            <emma:emma xmlns:emma="http://www.w3.org/2003/04/emma" version="1.0">
              <emma:interpretation id="{C3D4C229-0271-4368-9E29-121FACF0905F}" emma:medium="tactile" emma:mode="ink">
                <msink:context xmlns:msink="http://schemas.microsoft.com/ink/2010/main" type="inkWord" rotatedBoundingBox="14784,9608 15256,14760 13144,14953 12673,9801"/>
              </emma:interpretation>
              <emma:one-of disjunction-type="recognition" id="oneOf3">
                <emma:interpretation id="interp7" emma:lang="" emma:confidence="0.5">
                  <emma:literal>.</emma:literal>
                </emma:interpretation>
                <emma:interpretation id="interp8" emma:lang="" emma:confidence="0">
                  <emma:literal>n</emma:literal>
                </emma:interpretation>
                <emma:interpretation id="interp9" emma:lang="" emma:confidence="0">
                  <emma:literal>~</emma:literal>
                </emma:interpretation>
                <emma:interpretation id="interp10" emma:lang="" emma:confidence="0">
                  <emma:literal>,</emma:literal>
                </emma:interpretation>
                <emma:interpretation id="interp11" emma:lang="" emma:confidence="0">
                  <emma:literal>7</emma:literal>
                </emma:interpretation>
              </emma:one-of>
            </emma:emma>
          </inkml:annotationXML>
          <inkml:trace contextRef="#ctx0" brushRef="#br0" timeOffset="-1890.4598">2990 400 146 0,'-23'-5'381'0,"2"3"-10"0,5-2-8 16,16 4 1-16,-26-3-18 0,26 3-24 0,-20-5-28 15,20 5-9-15,0 0-10 0,0 0-12 0,0 0-3 16,0 0-12-16,70-25-19 0,-15 16-9 0,22-9-12 0,-2 2-16 15,10 1-21-15,-6 0-13 0,3 5-16 0,-23-6-15 16,0 7-10-16,20-5-11 0,-23 7-11 0,0-4-11 16,-4 3-6-16,1 0-8 0,-2-2 2 0,-9 7 2 15,-10-5 13-15,-3 3-1 0,-9 1 1 0,1 2-4 16,0-3 2-16,-5 4 3 0,-16 1 16 0,35 6-32 16,-15-3 5-16,-7 8 3 0,1 3 11 0,2 12 7 15,-3 2 9-15,5 15 7 0,-4 3 10 0,0 8 5 0,7 19 4 16,-3 1 2-16,0 7 4 0,4 43 2 15,-3-32-71-15,5 45-70 0,2 0 0 0,-5 11 0 16,0-9 0-16,8 8 0 0,-5 0 0 0,-2 0 0 0,9 5 0 16,-7 2 0-16,5-4 0 0,-7 0 0 0,1 1 0 15,-3-7 0-15,1 1 0 0,0-10 0 0,-10 0 0 16,1-7 0-16,0 0 0 0,-4-2 0 0,-3-38 0 16,-3 43 0-16,-4-42 0 0,-3 3 0 0,-3-2 0 15,0-1 0-15,-4-1 0 0,-1 1 0 0,3-4 0 16,-3-2 0-16,2-3 0 0,-3-5 0 0,1-4 0 15,5-17 0-15,-4 17 0 0,4-17 0 0,-1 0 0 0,-1-6 0 16,5-2 0-16,-1-6 0 0,1-9 0 16,-1-4 0-16,4 3 0 0,-3-4 0 0,-1-2 0 0,4-7 0 15,-1 0 0-15,-2 3 0 0,-1-7 0 0,-1 1 0 16,-1-6 0-16,-1 6 0 0,-10-5 0 0,-9-2 0 16,-15 5 0-16,-2-6 0 0,-16-3 0 0,-19-6 0 15,-8-3 0-15,-15-10 0 0,7-3 0 0,-52-6 0 16,10-3 0-16,2-8 0 0,39 8 0 0,-31-19-302 15,43 4-75-15,5-5-34 0,-29-31-29 0,33 19-46 16,-9-45-55-16,24 33-398 0,-6-41-1018 0,30 34 450 16</inkml:trace>
        </inkml:traceGroup>
      </inkml:traceGroup>
    </inkml:traceGroup>
    <inkml:traceGroup>
      <inkml:annotationXML>
        <emma:emma xmlns:emma="http://www.w3.org/2003/04/emma" version="1.0">
          <emma:interpretation id="{A1BDA607-9CA4-47EF-9F3B-ADB1129A15CB}" emma:medium="tactile" emma:mode="ink">
            <msink:context xmlns:msink="http://schemas.microsoft.com/ink/2010/main" type="paragraph" rotatedBoundingBox="12968,9001 14282,13934 11672,14630 10357,9696" alignmentLevel="1"/>
          </emma:interpretation>
        </emma:emma>
      </inkml:annotationXML>
      <inkml:traceGroup>
        <inkml:annotationXML>
          <emma:emma xmlns:emma="http://www.w3.org/2003/04/emma" version="1.0">
            <emma:interpretation id="{B1B37E4F-2AFB-4469-9525-DB9F147A303F}" emma:medium="tactile" emma:mode="ink">
              <msink:context xmlns:msink="http://schemas.microsoft.com/ink/2010/main" type="line" rotatedBoundingBox="12968,9001 14282,13934 11672,14630 10357,9696"/>
            </emma:interpretation>
          </emma:emma>
        </inkml:annotationXML>
        <inkml:traceGroup>
          <inkml:annotationXML>
            <emma:emma xmlns:emma="http://www.w3.org/2003/04/emma" version="1.0">
              <emma:interpretation id="{E46EA7AE-FD24-4567-80C2-48F7DB1F4E1B}" emma:medium="tactile" emma:mode="ink">
                <msink:context xmlns:msink="http://schemas.microsoft.com/ink/2010/main" type="inkWord" rotatedBoundingBox="12968,9001 14282,13934 11672,14630 10357,9696"/>
              </emma:interpretation>
              <emma:one-of disjunction-type="recognition" id="oneOf4">
                <emma:interpretation id="interp12" emma:lang="" emma:confidence="1">
                  <emma:literal/>
                </emma:interpretation>
              </emma:one-of>
            </emma:emma>
          </inkml:annotationXML>
          <inkml:trace contextRef="#ctx0" brushRef="#br0" timeOffset="-6296.3723">78 313 132 0,'-18'-3'373'16,"0"1"5"-16,18 2-17 0,-27-8 8 0,27 8-16 16,-18-9-27-16,18 9-31 0,-6-12-28 0,6 12-24 0,14-21-17 15,2 11-18-15,13-4-12 0,11-7-12 0,5 1-17 16,5 1-17-16,5-2-17 0,-2 4-13 0,4-1-10 16,-1 3-25-16,2 1-35 0,-3 2-42 0,1-2-41 15,-5 3-59-15,-1 2-46 0,-8-2-62 0,-10 6-55 16,-3 1-86-16,-2-4-272 0,-6-1-664 0,0 5 295 15</inkml:trace>
          <inkml:trace contextRef="#ctx0" brushRef="#br0" timeOffset="-5187.1022">1777 257 241 0,'0'0'384'0,"-7"-9"4"0,7 9 6 0,-3-14-2 16,3 14-9-16,-2-12-18 0,2 12-18 0,0 0-13 16,10-14-16-16,-10 14-13 0,19-7-5 0,-19 7-5 0,32 2-3 15,-32-2-4-15,48 10-18 0,-17 0-4 16,1 2-7-16,8 6-7 0,5 1-31 0,-2-2 9 15,1 2-19-15,-1 2-20 0,2 1-14 0,3 1-14 0,0-2-18 16,-1 4-21-16,2 0-18 0,1-5 12 0,-6 1-22 16,4 0-8-16,0-2-13 0,-3-2-3 0,-2 1-11 15,-1-1-21-15,-12-7-40 0,-1 2 0 0,0-2-40 16,-7-1-61-16,-2 0-57 0,-6-1-53 0,-1-4-57 16,-13-4-40-16,18 4-53 0,-18-4-74 0,0 0-100 15,0 0-428-15,0 0-1043 0,0 0 463 0</inkml:trace>
          <inkml:trace contextRef="#ctx0" brushRef="#br0" timeOffset="-4952.7817">2540 62 415 0,'-3'-10'411'0,"3"10"-11"0,-13-19-13 0,7 10 1 15,6 9-4-15,-8-15-10 0,8 15-24 0,-7-11-33 16,7 11-33-16,0 0-30 0,0 0-23 0,0 0-8 15,0 0-10-15,-28 23-1 0,15-4-19 0,-2 4-17 16,1 5-13-16,-10 8-14 0,3 4-14 0,-11 1-14 0,1 4-12 16,1 0-12-16,-4 1-10 0,-16 12-11 0,15-12-17 15,3 0-28-15,-6-2-28 0,7-2-36 0,-4 0-38 16,6 0-50-16,0-1-38 0,2-4-52 0,4-1-41 16,1-3-52-16,3-5-49 0,9-5-97 15,2-8-265-15,3-1-774 0,3-6 342 0</inkml:trace>
          <inkml:trace contextRef="#ctx0" brushRef="#br0" timeOffset="-3343.5196">1980 1650 169 0,'0'0'353'0,"0"0"-15"15,-20 2-20-15,20-2-16 0,0 0-14 0,-13 10-9 16,13-10-12-16,-5 11-7 0,5-11-11 0,0 19-13 16,0-19-4-16,6 19 6 0,-3-9-6 0,1 2-8 15,2 2-6-15,-4 4-6 0,4-3-18 0,-6 1-14 16,7-1-8-16,-1 1-11 0,-4-1-13 0,4 4-7 15,0-3-13-15,2 0-5 0,-1 3-5 0,1-4-2 16,3 2-15-16,-1 0-9 0,1-2-4 0,-1-2-7 0,4 1-3 16,0 0-7-16,6 0-5 0,-3-5-7 15,-2 1-10-15,4-4 7 0,-3 0-8 0,3-1 2 0,-3-2-8 16,-16-3-2-16,36-2-1 0,-20 2-5 0,-16 0-3 16,35-5-2-16,-16 0 1 0,-3-3-5 0,-1-2 0 15,2 1 9-15,-2 0 5 0,-1-7-5 0,-4 5 2 16,4-5 10-16,-2 0-4 0,-3-8 3 0,-1 2-8 15,-1 3 11-15,1 0 6 0,-2-7 0 0,1 2 11 16,-3-1-2-16,-2 8 13 0,-2 3 2 0,2-1 2 16,-2 1 12-16,0-2-4 0,0 16-6 0,1-17-14 0,-1 17-68 15,0-12 0-15,0 12 0 0,0 0 0 16,0 0 0-16,0 0 0 0,0 0 0 0,0 0 0 16,0 0 0-16,19 45 0 0,-11-19 0 0,7 10 0 0,-1 3 0 15,-1 8 0-15,6 0 0 0,5 27 0 0,-3-20 0 16,0 17 0-16,3 1 0 0,-3 1 0 0,0-1 0 15,-10 0 0-15,-1 2 0 0,-4 0 0 0,1-1 0 16,-9-16 0-16,-4-2 0 0,-1 17 0 0,-1-22 0 16,-3 6 0-16,-2-8 0 0,-1 2 0 0,-4-5 0 15,-1-4 0-15,1-8 0 0,4-6 0 0,1-5 0 0,0-7 0 16,3 2 0-16,-1-7 0 0,-3 0 0 0,6-6 0 16,8-4 0-16,-20 2 0 0,20-2 0 0,0 0 0 15,-17-25 0-15,9 7 0 0,3-10 0 0,0-9 0 16,4-8 0-16,1-7 0 0,4-4 0 0,4-19 0 15,2-1 0-15,9 1 0 0,9 5 0 0,-12 19 0 16,12-19 0-16,-2 18 0 0,5 3 0 0,-1 2 0 16,20-10 0-16,-15 19 0 0,0 4-7 0,1 7-75 0,1 1-43 15,-10 8-45-15,0 6-48 0,0 3-61 0,-1-1-43 16,-5 7-61-16,-3-1-61 0,-1 3-88 16,-17 1-407-16,26 15-1016 0,-16-5 450 0</inkml:trace>
          <inkml:trace contextRef="#ctx0" brushRef="#br0" timeOffset="-2592.5607">2272 3848 422 0,'-17'5'476'16,"2"0"-25"-16,15-5-17 0,-24 7-24 0,24-7-19 15,-13 7-23-15,13-7-34 0,-6 11-23 0,6-11-24 0,0 0-20 16,0 0-11-16,22 15-11 0,-4-11-19 0,0 0-16 15,-18-4-15-15,49 3-17 0,-16-9-16 0,-1 5-13 16,14-3-16-16,-11-1-15 0,9 3-12 0,-1-6-6 16,0-1-9-16,2 4-14 0,-16 0-7 0,6 1-4 15,-2-5-3-15,-8 3-9 0,3 0-5 0,-8 1-5 16,1 2-1-16,-6-2-10 0,-15 5-2 0,22-1-6 16,-22 1 0-16,19-5 1 0,-19 5-3 0,0 0-4 15,0 0 0-15,21 6 1 0,-21-6-2 0,0 20-1 16,0-20-3-16,-11 26 5 0,1 0-9 0,-1-5 0 15,-3 6 1-15,-1-3 9 0,-6 10-9 0,-3 0-5 16,-3 4 1-16,-3 2-3 0,4-4 5 0,-9 6-4 16,-2-3-3-16,1 2 2 0,1 0 6 0,0-5-11 0,0 1 1 15,4 2 1-15,-3-5 3 0,5 2 7 16,1-4 2-16,5-1 4 0,4-10 0 0,3 2 10 0,6 0-5 16,-1-1 6-16,3-6-2 0,2 1 0 0,-2-8 0 15,6-1-6-15,2-8-4 0,-5 16 5 0,5-16 6 16,-1 12 3-16,1-12 8 0,0 0 6 0,6 12 11 15,-6-12 5-15,0 0 10 0,29 5 9 0,-13-6 6 16,-16 1 13-16,51-4 11 0,-16 1-71 0,12-1-38 16,-2-8 0-16,5 12 0 0,-2-2 0 0,2-1 0 15,-6-2 0-15,5 3 0 0,-4 2 0 0,-4-2 0 16,-10 2 0-16,1-4 0 0,0 4 0 0,-5 0 0 16,-6 0 0-16,0-3 0 0,-3-4 0 0,1 6 0 0,-5-3 0 15,1-3-290-15,4-1-86 0,-11-3-59 16,2 3-74-16,1-9-85 0,-10-3-405 0,7-3-1080 0,-6-2 478 15</inkml:trace>
        </inkml:traceGroup>
      </inkml:traceGroup>
    </inkml:traceGroup>
  </inkml:traceGroup>
</inkml:ink>
</file>

<file path=ppt/ink/ink31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3T08:20:32.438"/>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EBAB06C2-F2F8-45E4-9A35-D5AF09C8CB81}" emma:medium="tactile" emma:mode="ink">
          <msink:context xmlns:msink="http://schemas.microsoft.com/ink/2010/main" type="inkDrawing" rotatedBoundingBox="1461,9730 2182,15329 727,15516 6,9917" semanticType="verticalRange" shapeName="Other">
            <msink:sourceLink direction="with" ref="{79ED6C67-0D22-447E-8059-575CC1C665CA}"/>
            <msink:sourceLink direction="with" ref="{5CA096DC-E5DE-4DE5-8FEA-3DF49A20D76A}"/>
            <msink:sourceLink direction="with" ref="{AFE2AD34-1F16-4C4C-8717-E40A4C805160}"/>
          </msink:context>
        </emma:interpretation>
      </emma:emma>
    </inkml:annotationXML>
    <inkml:trace contextRef="#ctx0" brushRef="#br0">-48 9408 200 0,'-14'-9'329'0,"14"9"-19"16,-13-16-6-16,10 5-1 0,-4 3-15 0,-1-2 10 16,2-2-8-16,-6-3-11 0,4-1-20 0,0 2 3 15,2-4 2-15,-2 3 11 0,2 1 14 0,-2-1-15 16,1-1-19-16,-1 3-6 0,2-1-12 0,-2-1-7 15,0 4-9-15,0-1 13 0,-4-2-13 0,4 3-20 16,2 3-6-16,-4-4 11 0,1 5-6 0,9 7-6 0,-15-16-11 16,12 9-5-16,3 7 2 0,-13-7-15 0,13 7-9 15,-8-8-12-15,8 8-13 0,0 0-15 16,0 0-45-16,0 0-71 0,0 0 0 0,0 0 0 0,0 0 0 16,0 0 0-16,0 0 0 0,2 48 0 0,9-24 0 15,-1 9 0-15,2 5 0 0,5 7 0 0,-5 5 0 16,9 23 0-16,-5 3 0 0,-1 8 0 0,-2 1 0 15,-1 7 0-15,0 1 0 0,0 37 0 0,1 1 0 16,-5-38 0-16,7 32 0 0,-9-32 0 0,2 36 0 16,-1-2 0-16,-6-35 0 0,7 42 0 0,-5-44 0 15,-6 42 0-15,8-42 0 0,-5 0 0 0,0 3 0 0,0 1 0 16,2-4 0-16,-2 3 0 0,0-3 0 0,0-2 0 16,0 2 0-16,6-3 0 0,-6-2 0 0,2-3 0 15,1 1 0-15,0-8 0 0,0 7 0 0,-1-2 0 16,3 2 0-16,3-8 0 0,-8-19 0 0,6 15 0 15,-3-15 0-15,4 0 0 0,1 20 0 0,-2-20 0 16,1 2 0-16,-1 15 0 0,4-1 0 0,-6-19 0 16,-2 1 0-16,5-1 0 0,-1 2 0 0,0 0 0 15,4-1 0-15,-5-4 0 0,3 1 0 0,-2-2 0 16,1 2 0-16,-4-3 0 0,2 1 0 0,-2-1 0 0,2 1 0 16,0-6 0-16,-2 4 0 0,2-3 0 0,1 2 0 15,-4-5 0-15,-1 1 0 0,6-1 0 16,-3 3 0-16,0-4 0 0,0 2 0 0,-2-15 0 0,3 1 0 15,-4 4 0-15,4-6 0 0,-2-1 0 0,-3-2 0 16,2-3 0-16,1 0 0 0,-1-1 0 0,-2-3 0 16,0-1 0-16,0-2 0 0,0-12 0 0,0 19 0 15,0-11 0-15,0-8 0 0,0 0 0 0,0 18 0 16,0-18 0-16,0 0 0 0,0 12 0 0,0-12 0 16,0 0 0-16,0 0 0 0,0 0 0 0,5 9 0 15,-5-9 0-15,0 0 0 0,0 0 0 0,0 0 0 0,0 0 0 16,0 0 0-16,0 0 0 0,0 0 0 0,0 0 0 15,0 0 0-15,0 0 0 0,0 0 0 0,0 0 0 16,0 0 0-16,0 0 0 0,0 0 0 0,0 0 0 16,0 0 0-16,0 0 0 0,0 0 0 0,0 0 0 15,0 0 0-15,0 0 0 0,0 0 0 0,0 0 0 16,0 0 0-16,0 0 0 0,0 0 0 0,0 0 0 16,0 0 0-16,0 0 0 0,0 0 0 0,14 5 0 0,-14-5 0 15,0 0 0-15,31-5 0 0,-31 5 0 16,36-1 0-16,-2-3 0 0,10 0 0 0,4 4 0 15,5 0 0-15,6-4 0 0,23-1 0 0,-2 5 0 0,-1-8 0 16,1 2 0-16,-2 2 0 0,4-5 0 0,0-4 0 16,0 0 0-16,-24 6 0 0,-1-7 0 0,1-1 0 15,21-4 0-15,-29 5-246 0,-1-12-441 0,-4 0-523 16,2-5-1310-16,-12-3 579 0</inkml:trace>
  </inkml:traceGroup>
</inkml:ink>
</file>

<file path=ppt/ink/ink32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3T08:21:28.952"/>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3E4C69C7-766C-4D21-ADF2-1C469EEF1230}" emma:medium="tactile" emma:mode="ink">
          <msink:context xmlns:msink="http://schemas.microsoft.com/ink/2010/main" type="inkDrawing" rotatedBoundingBox="2326,15376 9140,14888 9153,15070 2339,15558" semanticType="underline" shapeName="Other">
            <msink:sourceLink direction="with" ref="{AFE2AD34-1F16-4C4C-8717-E40A4C805160}"/>
          </msink:context>
        </emma:interpretation>
      </emma:emma>
    </inkml:annotationXML>
    <inkml:trace contextRef="#ctx0" brushRef="#br0">290 385 42 0,'-27'10'343'0,"-2"-1"-8"16,6-1-6-16,-6 4-2 0,2-5 7 0,3 4-9 15,-2-3-7-15,4 3-15 0,1-4-13 0,13-3-12 0,-11 4-14 16,8-1-13-16,11-7-22 0,-15 10-16 0,15-10-10 16,-10 11 6-16,10-11 14 0,17 15-2 0,-1-5-1 15,11-1-12-15,24-2 1 0,7-4-2 0,37 1 8 16,54-5 7-16,0-7 4 0,7-4 14 0,9 3-8 15,5-7-3-15,14-3-2 0,19 0-5 0,2 4-8 16,18-3-10-16,6-5-125 0,7 4-79 0,-2 4 0 16,1-3 0-16,5 3 0 0,-2 3 0 0,-7 0 0 15,0-6 0-15,-21 3 0 0,5-6 0 0,-5 4 0 16,-12-1 0-16,-8-1 0 0,-10-1 0 0,-8 9 0 16,-5-4 0-16,-7-6 0 0,-6 9 0 0,-10-2 0 15,4 10 0-15,-47-4 0 0,45-7 0 0,-50 4 0 16,-1 0 0-16,-5 1 0 0,-10-2 0 0,0 5 0 15,-25 1 0-15,-9-3 0 0,-4 7 0 0,-13-5 0 0,-10 7 0 16,-19 0 0-16,29-1 0 0,-29 1 0 0,16-3 0 16,-16 3 0-16,0 0 0 0,0 0 0 0,0 0 0 15,0 0 0-15,-50-15 0 0,22 12 0 0,-16-4 0 16,1 6 0-16,-2 2 0 0,2-1 0 0,-10 5-1366 16,1-1-1478-16,-4-3 654 0</inkml:trace>
  </inkml:traceGroup>
</inkml:ink>
</file>

<file path=ppt/ink/ink32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3T08:21:54.358"/>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628686D6-312D-4B27-8244-482408701E60}" emma:medium="tactile" emma:mode="ink">
          <msink:context xmlns:msink="http://schemas.microsoft.com/ink/2010/main" type="writingRegion" rotatedBoundingBox="21813,13340 22976,13340 22976,14623 21813,14623"/>
        </emma:interpretation>
      </emma:emma>
    </inkml:annotationXML>
    <inkml:traceGroup>
      <inkml:annotationXML>
        <emma:emma xmlns:emma="http://www.w3.org/2003/04/emma" version="1.0">
          <emma:interpretation id="{A5E3767C-1DBE-4035-A91D-E63DBF63EA41}" emma:medium="tactile" emma:mode="ink">
            <msink:context xmlns:msink="http://schemas.microsoft.com/ink/2010/main" type="paragraph" rotatedBoundingBox="21813,13340 22976,13340 22976,14623 21813,14623" alignmentLevel="1"/>
          </emma:interpretation>
        </emma:emma>
      </inkml:annotationXML>
      <inkml:traceGroup>
        <inkml:annotationXML>
          <emma:emma xmlns:emma="http://www.w3.org/2003/04/emma" version="1.0">
            <emma:interpretation id="{F11E9559-CA0D-41EF-BB7D-E4F4C6E9310C}" emma:medium="tactile" emma:mode="ink">
              <msink:context xmlns:msink="http://schemas.microsoft.com/ink/2010/main" type="line" rotatedBoundingBox="21813,13340 22976,13340 22976,14623 21813,14623"/>
            </emma:interpretation>
          </emma:emma>
        </inkml:annotationXML>
        <inkml:traceGroup>
          <inkml:annotationXML>
            <emma:emma xmlns:emma="http://www.w3.org/2003/04/emma" version="1.0">
              <emma:interpretation id="{917ACBE9-4C87-443E-9ADD-802196217A37}" emma:medium="tactile" emma:mode="ink">
                <msink:context xmlns:msink="http://schemas.microsoft.com/ink/2010/main" type="inkWord" rotatedBoundingBox="21813,13340 22976,13340 22976,14623 21813,14623"/>
              </emma:interpretation>
              <emma:one-of disjunction-type="recognition" id="oneOf0">
                <emma:interpretation id="interp0" emma:lang="" emma:confidence="0.5">
                  <emma:literal>x</emma:literal>
                </emma:interpretation>
                <emma:interpretation id="interp1" emma:lang="" emma:confidence="0">
                  <emma:literal>X</emma:literal>
                </emma:interpretation>
                <emma:interpretation id="interp2" emma:lang="" emma:confidence="0">
                  <emma:literal>y</emma:literal>
                </emma:interpretation>
                <emma:interpretation id="interp3" emma:lang="" emma:confidence="0">
                  <emma:literal>+</emma:literal>
                </emma:interpretation>
                <emma:interpretation id="interp4" emma:lang="" emma:confidence="0">
                  <emma:literal>Y</emma:literal>
                </emma:interpretation>
              </emma:one-of>
            </emma:emma>
          </inkml:annotationXML>
          <inkml:trace contextRef="#ctx0" brushRef="#br0">1158 59 95 0,'-6'-15'476'0,"3"4"-16"0,-1 0-16 0,4 11 5 16,-8-16 10-16,8 16 1 0,-6-14-9 0,6 14-24 15,0 0-19-15,-14-4-16 0,14 4-7 0,0 0-11 16,-31 34-3-16,15-12-8 0,-8 1-4 0,-5 11-15 15,0 3-16-15,-3 4-8 0,-8 0-18 0,-8 18-12 16,-3-5-56-16,-6-1-234 0,0 7 0 0,0-3 0 0,0 4 0 16,-3 3 0-16,-2-5 0 0,4 0 0 0,2-4 0 15,3 3 0-15,-2-6 0 0,20-10 0 16,0-2 0-16,6-1 0 0,-3-2 0 0,6-5 0 0,5-8 0 16,5 4 0-16,2-3 0 0,1-2 0 0,5-4 0 15,-5-1-607-15,10-4-143 0,0-2-389 0,3-12-1235 16,-2 7 547-16</inkml:trace>
          <inkml:trace contextRef="#ctx0" brushRef="#br0" timeOffset="-296.8413">396 74 332 0,'0'0'374'0,"0"0"-23"0,0 0-2 0,0 0-7 0,-25-1-9 16,25 1-13-16,0 0-7 0,0 0-17 0,0 0-18 16,-10 9-16-16,10-9 3 0,0 0-7 0,0 0-3 15,26 33-3-15,-10-20-6 0,-5-3-7 0,6 9-7 16,-4-4 4-16,7 0 1 0,-1 3-26 0,0 1 13 16,4 3-21-16,-3-2 6 0,1 5 4 0,5 5-2 0,0 1-2 15,1 1-9-15,-1-3-18 0,-1 3-13 16,2-5-16-16,2 7-10 0,-3-2-49 0,-2 6-94 0,2-5 0 15,-9-8 0-15,3-2 0 0,4 10 0 0,-3-9 0 16,-4-1 0-16,1 1 0 0,1-4 0 0,-3-1 0 16,-5-3 0-16,-1 0-126 0,0-4-195 0,2-1-60 15,0 0-64-15,-9-3-64 0,-3-8-68 0,13 11-395 16,-13-11-1053-16,0 0 465 0</inkml:trace>
        </inkml:traceGroup>
      </inkml:traceGroup>
    </inkml:traceGroup>
  </inkml:traceGroup>
</inkml:ink>
</file>

<file path=ppt/ink/ink32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3T08:22:42.786"/>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1A897DB0-4DAE-4C8D-B5DB-76906528F41C}" emma:medium="tactile" emma:mode="ink">
          <msink:context xmlns:msink="http://schemas.microsoft.com/ink/2010/main" type="writingRegion" rotatedBoundingBox="648,955 11730,626 12128,14018 1046,14348"/>
        </emma:interpretation>
      </emma:emma>
    </inkml:annotationXML>
    <inkml:traceGroup>
      <inkml:annotationXML>
        <emma:emma xmlns:emma="http://www.w3.org/2003/04/emma" version="1.0">
          <emma:interpretation id="{FBAEA8C5-52CC-42AD-9E5D-FA8B0A9F95BB}" emma:medium="tactile" emma:mode="ink">
            <msink:context xmlns:msink="http://schemas.microsoft.com/ink/2010/main" type="paragraph" rotatedBoundingBox="1585,1030 9218,700 9286,2257 1652,2587" alignmentLevel="1"/>
          </emma:interpretation>
        </emma:emma>
      </inkml:annotationXML>
      <inkml:traceGroup>
        <inkml:annotationXML>
          <emma:emma xmlns:emma="http://www.w3.org/2003/04/emma" version="1.0">
            <emma:interpretation id="{E5A51161-F87C-458C-AAC2-3FB651F9FC44}" emma:medium="tactile" emma:mode="ink">
              <msink:context xmlns:msink="http://schemas.microsoft.com/ink/2010/main" type="line" rotatedBoundingBox="1585,1030 9218,700 9286,2257 1652,2587"/>
            </emma:interpretation>
          </emma:emma>
        </inkml:annotationXML>
        <inkml:traceGroup>
          <inkml:annotationXML>
            <emma:emma xmlns:emma="http://www.w3.org/2003/04/emma" version="1.0">
              <emma:interpretation id="{B518CB4E-5DCD-425D-A218-8FF3BD68ECD7}" emma:medium="tactile" emma:mode="ink">
                <msink:context xmlns:msink="http://schemas.microsoft.com/ink/2010/main" type="inkWord" rotatedBoundingBox="1590,1153 5689,975 5751,2410 1652,2587"/>
              </emma:interpretation>
              <emma:one-of disjunction-type="recognition" id="oneOf0">
                <emma:interpretation id="interp0" emma:lang="" emma:confidence="1">
                  <emma:literal/>
                </emma:interpretation>
              </emma:one-of>
            </emma:emma>
          </inkml:annotationXML>
          <inkml:trace contextRef="#ctx0" brushRef="#br0">2436 97 302 0,'5'-10'418'0,"-5"10"13"0,8-18 17 0,-7 10 0 15,-1 8-18-15,5-12-29 0,-5 12-30 0,0 0-23 16,0 0-2-16,0 0 2 0,0 0 3 0,0 0-26 16,0 0-10-16,10 43-27 0,-12-19-17 0,0 3-24 15,-2 2-21-15,-4 9-28 0,1 1-23 0,-6-3-9 16,-1 4-22-16,-2-1-16 0,1 0-6 0,-1-3-15 16,2 1-5-16,1-6-18 0,-6 2-7 0,8-10-3 15,-2 7-14-15,2-7-6 0,1-1-13 0,5-5-5 16,2 4-6-16,3-6-11 0,-5 1-1 0,10-2-2 15,-2-2 10-15,4-4-21 0,5 1 1 0,4 1 1 16,5-4 5-16,0-3-8 0,8 2 3 0,3-3-12 0,-1 2 5 16,-3 2-1-16,16-6 13 0,-9 2-6 0,-4-7-6 15,1 2 3-15,-2-4 1 0,-1 7-6 16,0-7 8-16,0 0-2 0,-8 2 1 0,-2-1-2 0,-3-2-2 16,0 1 9-16,-2-4 1 0,1-1 6 0,-2 0-12 15,-5 5 0-15,-2-7 9 0,1-1-18 0,-3-1 7 16,-2-3 8-16,-2-3 1 0,-2-4-4 0,-2 3 2 15,2 3 4-15,0-1-7 0,-3-2-7 0,-3 7 0 16,2-2 0-16,-2 3 0 0,0 1 0 0,2 2 0 16,1 1 0-16,5 11 0 0,-13-13 0 0,13 13 0 15,-3-14 0-15,3 14 0 0,0 0 0 0,0 0 0 16,0 0 0-16,0 0 0 0,-28 31 0 0,22-9 0 16,3 4 0-16,-4 5 0 0,3 6 0 0,0 11 0 15,4-10 0-15,-4 8 0 0,4 3 0 0,0-1 0 16,1 8 0-16,-2-4 0 0,9-3 0 0,-7 1 0 0,2-1 0 15,-1-2 0-15,-2-1-122 0,2-3-170 0,6-3-61 16,-4-9-51-16,-4 1-50 0,5-6-68 16,-2 1-486-16,4-13-1091 0,-5-2 483 0</inkml:trace>
          <inkml:trace contextRef="#ctx0" brushRef="#br0" timeOffset="546.8445">3370 197 227 0,'0'0'474'0,"6"-17"-45"0,-6 17-12 16,0 0 15-16,8-3 7 0,-8 3-8 0,0 0-18 15,0 0-32-15,35-4-23 0,-35 4-25 0,31-1-19 16,-4 1-32-16,0 0-22 0,2-1-16 0,0-4-22 15,6 5-18-15,-1-1-19 0,11-3-39 0,3-4-13 16,-3 7-12-16,-2-5-20 0,-7 3-5 0,7-6-7 16,-11 7-13-16,-2-5-7 0,-2 3-6 0,-7 1-7 15,-4 3 0-15,3-2-11 0,-20 2-4 0,17-2-6 16,-17 2 4-16,0 0-2 0,21 7-4 0,-21-7-3 16,0 18 0-16,-3-4 6 0,-5 5 0 0,-7 1 3 0,3 6 3 15,-14 11-8-15,5-2-4 0,-8 7 4 16,-6-4-7-16,9 4 6 0,-8 1-11 0,-1-6 6 15,5 4-8-15,-4 1-2 0,-1-1-8 0,-1 0 3 0,-1-2 3 16,2-2-2-16,2 6-3 0,0-4-4 0,5-7-2 16,-5-4 1-16,9 4 6 0,-3 0-6 0,9-9-2 15,-2-1 1-15,8-5-4 0,4 0 0 0,-1-2 2 16,4-2 4-16,-1 0-5 0,6-13 4 0,-2 18 11 16,2-18 14-16,10 10 9 0,1-3 18 0,-11-7 12 15,27 3 3-15,-9-1-40 0,-18-2-33 0,49-2 0 16,-15 2 0-16,9-8 0 0,-1 3 0 0,3-1 0 15,-2 1 0-15,4-9 0 0,-4 9 0 0,1-4 0 16,-12 4 0-16,3 0 0 0,-3 5 0 0,0-7 0 16,-5 0 0-16,-7 6 0 0,-3-5 0 0,3 5 0 15,-20 1 0-15,22-2 0 0,-22 2-231 0,0 0-202 16,26 0-78-16,-26 0-94 0,0 0-464 0,0 0-1158 0,0 0 513 16</inkml:trace>
          <inkml:trace contextRef="#ctx0" brushRef="#br0" timeOffset="-1265.5036">235 375 17 0,'-5'-8'301'0,"-3"-5"3"0,1 3-3 0,1-4 0 16,-2 2-2-16,0-6-1 0,0 0-2 0,1-1-1 15,1 2-22-15,0 1 2 0,-1-1-3 0,6 1-7 16,1-3-10-16,-2 0-11 0,4 3-13 0,-1-3-10 16,6 4-5-16,-3-4-19 0,4 4-10 0,0 1-15 15,7 0-8-15,-1 1-16 0,1 3-13 0,2 1-14 16,7-2-10-16,-3 7-9 0,0 4-13 0,-21 0 1 15,43 6-13-15,-18 6-8 0,2 0-11 0,-6 2-3 0,-5 5-8 16,-2 3-5-16,-1 4-1 0,-5 2-2 16,-2 10-7-16,-6-2-2 0,-8-4-3 0,-1 7-6 15,-9 4 7-15,-4 0-10 0,-6-3 0 0,0 0-4 0,-1 1 3 16,-2-6-14-16,-4 2 0 0,1 1 4 16,-3-8-19-16,7 0 0 0,-5-3 1 0,2 1 3 15,11-11 1-15,0 0 0 0,9-5-7 0,0-5-5 0,3 4-6 16,2-5-8-16,-3 3-4 0,11-9-1 0,-10 7-10 15,10-7 0-15,0 0 0 0,0 0-3 0,0 0 9 16,23-42 4-16,-9 22 5 0,7-6 3 0,-5 0 4 16,11-7 0-16,1 0 2 0,1-10 3 0,-4 7-1 15,1 0 5-15,1-6 0 0,2 1-1 0,-2 1 6 16,-4 2-1-16,-1 0-1 0,-1 1 6 0,2 2-2 16,-11 10 5-16,3 1 2 0,-7 2 5 0,-2 4 9 15,1 4 10-15,-2-3 6 0,-2 10 8 0,-3-8 4 16,0 15 0-16,0-11-3 0,0 11 0 0,0 0-7 15,0 0-1-15,0 0 1 0,-39 24 0 0,25-3 6 16,-4 3 6-16,0 11 2 0,-1 7 7 0,3 1-3 16,2 1-2-16,1 3 5 0,0 0-3 0,5-1-7 0,2-2-2 15,-1 4 0-15,4-2-5 0,5-2-2 0,-4-1-3 16,4-1-4-16,6-11-2 0,3 8-4 16,0-2-3-16,4-10-12 0,4-1-25 0,2 8-31 0,-1-12-36 15,3-2-38-15,6-6-33 0,-3 0-54 0,4-9-34 16,0 5-38-16,6-3-46 0,-4-3-66 0,13-8-68 15,-7-4-309-15,4-1-837 0,-7 1 371 0</inkml:trace>
          <inkml:trace contextRef="#ctx0" brushRef="#br0" timeOffset="-968.6826">1090 593 3247 0,'-18'2'190'0,"18"-2"-92"0,0 0-18 0,0 0-17 15,0 0-3-15,-27-1 31 0,27 1 23 0,0 0 34 16,0 0-12-16,0 0 19 0,0 0 21 0,0 0-12 16,0 0-1-16,0 0-9 0,74-9-5 0,-42 8 3 15,11-5-3-15,5 3-5 0,2-3-8 0,6 4-13 16,2-2-13-16,0 3-14 0,-1-3-7 0,6-2-13 15,-10 6-6-15,3-3-12 0,-6-3-7 0,-2 4-35 16,-3 1-30-16,-13-2-36 0,-7 2-46 0,-4 1-55 16,0-2-37-16,-5 1-36 0,-16 1-37 0,0 0-47 15,0 0-80-15,0 0-409 0,0 0-862 0,0 0 381 16</inkml:trace>
          <inkml:trace contextRef="#ctx0" brushRef="#br0" timeOffset="-718.699">1337 232 4133 0,'0'0'166'15,"-15"-6"-63"-15,15 6-63 0,0 0-10 0,-14-4 10 16,14 4 37-16,0 0 44 0,0 0 31 0,0 0 10 16,0 0 18-16,0 0 19 0,0 0 12 0,-8 18 1 15,9-2-9-15,-1-1 2 0,5-1 10 0,-5 13-6 16,0-2-12-16,5 5-3 0,-5-3-22 0,2 11-21 15,-2 2-8-15,-5-2-15 0,8 1-14 0,-1-9-10 16,-1 14-11-16,1-17-14 0,3 19-28 0,1-7-41 0,-4-7-57 16,3 7-51-16,-2-8-52 0,2 11-62 0,3-13-84 15,-2 2-72-15,2 5-68 0,5-12-105 16,-12-5-450-16,11-5-1075 0,-4-2 476 0</inkml:trace>
        </inkml:traceGroup>
        <inkml:traceGroup>
          <inkml:annotationXML>
            <emma:emma xmlns:emma="http://www.w3.org/2003/04/emma" version="1.0">
              <emma:interpretation id="{8F0651DD-A22E-4B77-AA46-702C30DF1D95}" emma:medium="tactile" emma:mode="ink">
                <msink:context xmlns:msink="http://schemas.microsoft.com/ink/2010/main" type="inkWord" rotatedBoundingBox="6509,817 9218,700 9269,1863 6559,1980"/>
              </emma:interpretation>
              <emma:one-of disjunction-type="recognition" id="oneOf1">
                <emma:interpretation id="interp1" emma:lang="" emma:confidence="0.5">
                  <emma:literal>"</emma:literal>
                </emma:interpretation>
                <emma:interpretation id="interp2" emma:lang="" emma:confidence="0">
                  <emma:literal>1</emma:literal>
                </emma:interpretation>
                <emma:interpretation id="interp3" emma:lang="" emma:confidence="0">
                  <emma:literal>i</emma:literal>
                </emma:interpretation>
                <emma:interpretation id="interp4" emma:lang="" emma:confidence="0">
                  <emma:literal>,</emma:literal>
                </emma:interpretation>
                <emma:interpretation id="interp5" emma:lang="" emma:confidence="0">
                  <emma:literal>/</emma:literal>
                </emma:interpretation>
              </emma:one-of>
            </emma:emma>
          </inkml:annotationXML>
          <inkml:trace contextRef="#ctx0" brushRef="#br0" timeOffset="1531.1463">6817-342 391 0,'0'0'522'0,"20"-10"-46"0,-20 10 4 0,14-11 19 0,-14 11 27 16,8-3-2-16,-8 3-34 0,0 0-34 0,0 0-37 15,6-10-32-15,-6 10-7 0,0 0-1 0,0 0 2 16,0 0 2-16,0 0-9 0,0 0-20 0,-6 42-16 16,4-22-24-16,-2-3-196 0,2 9-118 0,-3 7 0 15,0 6 0-15,2-1 0 0,2-9 0 0,-6 16 0 16,6-4 0-16,-6 4 0 0,2 1 0 0,-4 3 0 15,4 0 0-15,2-5 0 0,-2 2 0 0,-3-2 0 16,1-2 0-16,7 2 0 0,-1-6 0 0,-6-1 0 0,7-6 0 16,5-5 0-16,-8 0-382 0,6-10-357 15,-1-4-440-15,4-1-1277 0,-6-11 566 0</inkml:trace>
          <inkml:trace contextRef="#ctx0" brushRef="#br0" timeOffset="1843.6234">7506-409 29 0,'14'-11'579'0,"-6"5"-27"15,-8 6-3-15,16-4 13 0,-16 4 15 0,15-7 7 16,-15 7-23-16,0 0-28 0,0 0-26 0,0 0-26 15,0 0-22-15,25 11-15 0,-25-11-17 0,8 26-7 0,-6-8-18 16,-1 7-30-16,-1 1-219 0,5 6-153 0,-5 8 0 16,-5 0 0-16,10 5 0 0,-5-3 0 15,0 4 0-15,-6 2 0 0,6 8 0 0,-7-8 0 0,11 6 0 16,-11-1 0-16,1 3 0 0,-1-8 0 0,1 0 0 16,-2 0 0-16,0 3 0 0,3-10 0 0,-5 4 0 15,-1-5 0-15,3 3 0 0,-6-9-164 0,-1 3-626 16,6-13-417-16,-9-2-1306 0,0 1 578 0</inkml:trace>
          <inkml:trace contextRef="#ctx0" brushRef="#br0" timeOffset="1171.7911">4939 669 344 0,'-7'14'402'0,"4"1"18"16,3 1 18-16,3-6 15 0,4 6 0 0,1-5-4 15,6-3-8-15,7-1-7 0,9-4-20 0,19-3 2 16,-3 0-28-16,13-2-23 0,-1-3-24 0,2-3-48 16,2 1-29-16,1 0-33 0,-6 0-51 0,1-3-86 15,0 4-113-15,-4-2-121 0,-1-3-127 0,-3 9-111 16,0-10-137-16,-4 5-403 0,1-1-993 0,-5-3 441 0</inkml:trace>
          <inkml:trace contextRef="#ctx0" brushRef="#br0" timeOffset="984.3451">4947 265 54 0,'0'0'433'0,"0"0"-3"0,-18-2-2 0,18 2 6 16,0 0-7-16,0 0-18 0,0 0-26 0,0 0-22 16,0 0-13-16,0 0-3 0,0 0 1 0,0 0-2 15,0 0-12-15,0 0-28 0,67 9-1 0,-38-7-18 16,5 1-23-16,11-2-19 0,-2-1-30 0,5 4-20 16,-4-4-14-16,4-4-24 0,-3 3-26 0,-2 1-24 15,0 0-43-15,-7-3-48 0,-8 0-68 0,0 2-61 16,-7-2-76-16,1-1-80 0,-8-1-73 0,-14 5-70 15,21-2-81-15,-21 2-445 0,0 0-1018 0,0 0 450 0</inkml:trace>
        </inkml:traceGroup>
      </inkml:traceGroup>
    </inkml:traceGroup>
    <inkml:traceGroup>
      <inkml:annotationXML>
        <emma:emma xmlns:emma="http://www.w3.org/2003/04/emma" version="1.0">
          <emma:interpretation id="{5224D8D9-EADE-4FAF-9F6F-B099A803315B}" emma:medium="tactile" emma:mode="ink">
            <msink:context xmlns:msink="http://schemas.microsoft.com/ink/2010/main" type="paragraph" rotatedBoundingBox="1186,3013 9816,2800 9882,5458 1251,5670" alignmentLevel="1"/>
          </emma:interpretation>
        </emma:emma>
      </inkml:annotationXML>
      <inkml:traceGroup>
        <inkml:annotationXML>
          <emma:emma xmlns:emma="http://www.w3.org/2003/04/emma" version="1.0">
            <emma:interpretation id="{C20EE1C6-93DF-4762-B583-C6FA390B969D}" emma:medium="tactile" emma:mode="ink">
              <msink:context xmlns:msink="http://schemas.microsoft.com/ink/2010/main" type="line" rotatedBoundingBox="1186,3013 9816,2800 9882,5458 1251,5670"/>
            </emma:interpretation>
          </emma:emma>
        </inkml:annotationXML>
        <inkml:traceGroup>
          <inkml:annotationXML>
            <emma:emma xmlns:emma="http://www.w3.org/2003/04/emma" version="1.0">
              <emma:interpretation id="{C394803A-14DF-4A35-B50C-F730A4168A20}" emma:medium="tactile" emma:mode="ink">
                <msink:context xmlns:msink="http://schemas.microsoft.com/ink/2010/main" type="inkWord" rotatedBoundingBox="1190,3167 3768,3103 3830,5606 1251,5670"/>
              </emma:interpretation>
              <emma:one-of disjunction-type="recognition" id="oneOf2">
                <emma:interpretation id="interp6" emma:lang="" emma:confidence="1">
                  <emma:literal/>
                </emma:interpretation>
              </emma:one-of>
            </emma:emma>
          </inkml:annotationXML>
          <inkml:trace contextRef="#ctx0" brushRef="#br0" timeOffset="2999.8249">-420 2398 115 0,'-6'-18'441'0,"9"0"4"0,0 1 12 15,3-2 14-15,4 3 4 0,3-11-11 0,3 8-23 16,3-4-20-16,4 2-18 0,2 1-19 0,3 1-31 15,0 5-25-15,-2-3-19 0,3 3-30 0,3 5-30 16,-3 0-23-16,1 4-24 0,-2 0-15 0,-4 5-24 16,0 6-19-16,-7 0-11 0,4 3-16 0,-5-1-3 15,-3 6-16-15,2 9-12 0,-9-4-9 0,-1 8-10 16,-5 2-6-16,-5 1 8 0,-8 10-23 0,-3-2 1 0,0-2-18 16,-10 2-18-16,4 2 4 0,-5-3-31 15,-2-3-9-15,0-4-11 0,-1 3 6 0,-3-2-8 0,3-5-7 16,6-5 5-16,-5-5-10 0,5-1-2 0,8-3 6 15,1-1 6-15,1-4 1 0,1-2 3 16,13-5 1-16,-14 3 1 0,14-3 4 0,0 0 1 0,0 0 3 16,-3-29 2-16,3 29-10 0,20-35 14 0,-5 9-9 15,4-6 2-15,7-3 9 0,-2-3 1 0,10 4-1 16,-6-4 6-16,6-2 4 0,1 0 2 0,-3-3 3 16,7 5 1-16,-7-3 4 0,2 0 2 0,3 5 2 15,-8 2-2-15,-4 2 2 0,-7 9 6 0,-4 0-2 16,-1 8 11-16,-5-3 6 0,5 6 11 0,-7 2 12 15,-4-6-3-15,-2 16 3 0,8-10-4 0,-8 10-12 16,0 0 4-16,0 0-8 0,0 0-6 0,0 0-2 16,-45 22-1-16,24 1-1 0,-4-4 0 0,9 9-1 0,-13 7-7 15,8 3 0-15,-2-1 7 0,4 4-11 16,3-3 8-16,2 6-3 0,4-2-3 0,-1 2-1 16,3-5-3-16,9 3 1 0,-1-1 1 0,5-9-3 0,3 6-2 15,0-9-3-15,-1-1-2 0,7-2-13 0,0-2-17 16,7 2-29-16,-1-4-39 0,-1-4-49 0,5-3-45 15,0-3-62-15,5-1-51 0,-2-7-45 0,0 2-59 16,1-4-56-16,-3-4-433 0,3-4-974 0,0-2 432 16</inkml:trace>
          <inkml:trace contextRef="#ctx0" brushRef="#br0" timeOffset="3296.6495">494 2433 341 0,'0'0'418'0,"0"0"6"16,-11 7-16-16,11-7-1 0,0 0-6 0,0 0-13 15,0 0 3-15,0 0-2 0,0 0-26 0,0 0-21 16,64-2-20-16,-31 0-20 0,13 0-19 0,-1-1-26 15,6 0-28-15,-4 3-24 0,6 0-19 0,-3 0-18 16,-1 0-20-16,7-2-4 0,-6 2-27 0,0 2-25 16,-5-4-43-16,1 4-43 0,-15 1-53 0,-7 2-57 0,-5-3-58 15,0 0-58-15,-19-2-48 0,24 5-45 16,-24-5-56-16,8 7-82 0,-8-7-357 0,0 0-875 16,0 0 387-16</inkml:trace>
          <inkml:trace contextRef="#ctx0" brushRef="#br0" timeOffset="4124.7461">1358 2181 225 0,'0'0'495'16,"0"0"-42"-16,0 0-12 0,0 0 9 0,0 0 0 0,0 0-31 16,0 0-25-16,-23 20-25 0,23-8-25 0,0 2-14 15,2 1-29-15,-2 4-18 0,5-1-24 16,-4 1-20-16,4 3-12 0,1 4-26 0,2-2-13 0,-1-10-20 16,1 5-18-16,0-1-15 0,6 2-14 0,-2-2-14 15,-1-5-1-15,3 4-19 0,7-2-3 0,-5-7-6 16,2-1-13-16,3 0-5 0,-5-2-8 0,5 0-2 15,-2-5-7-15,-19 0 1 0,38-5-6 0,-17 0-2 16,-5-2-3-16,10-4 1 0,-10-4-4 0,-2 4-4 16,6-8-1-16,-9-8 2 0,3 6-11 0,2-3-1 15,-6-2 4-15,-2 0 1 0,-2 0 16 0,2 3 15 16,-1-3 6-16,-7 7 19 0,5 1 7 0,-2-2 17 16,-3 6-49-16,0-1-51 0,0-1 0 0,6 2 0 15,-6 14 0-15,0-14 0 0,0 14 0 0,0-12 0 16,0 12 0-16,0 0 0 0,0 0 0 0,0 0 0 0,0 0 0 15,0 0 0-15,0 0 0 0,-5 52 0 16,5-22 0-16,5 7 0 0,-3 8 0 0,4 3 0 16,-6 4 0-16,13 21 0 0,0-2 0 0,-3-18 0 0,1 22 0 15,0-3 0-15,0 0 0 0,2 1 0 0,-3-18 0 16,-1 23 0-16,4-4 0 0,2 2 0 0,-3-5 0 16,-5 5 0-16,-4-2 0 0,2-1 0 0,-5-18 0 15,8 16 0-15,-6 1 0 0,-4-18 0 0,2 1 0 16,0-3 0-16,-2 0 0 0,1-5 0 0,-6 3 0 15,2-4 0-15,2-2 0 0,-3-1 0 0,-1-2 0 16,3-4 0-16,-6-7 0 0,2 0 0 0,2-3 0 0,-2-5 0 16,-2-2 0-16,2 5 0 0,-2-9 0 0,-1 2 0 15,3 1 0-15,-5-5 0 0,4-1 0 16,-4 0 0-16,3-1 0 0,-3 0 0 0,-1-4 0 0,1 2 0 16,-1 1 0-16,-1-6 0 0,15-5 0 0,-24 3 0 15,6-2 0-15,18-1 0 0,-30-1 0 0,15-5 0 16,1-1 0-16,1 0 0 0,-1-3 0 0,6-6 0 15,-2 1 0-15,-1-10 0 0,3-6 0 0,3-6 0 16,3-12 0-16,2-5 0 0,0-30 0 0,7-11 0 16,9-44 0-16,13 5 0 0,-10-2 0 0,7 1 0 15,-2 48 0-15,13-40 0 0,-4 50 0 0,4 7 0 16,7 0 0-16,-16 24 0 0,19-11 0 0,-21 17 0 0,1 2 0 16,8 1 0-16,-12 7 0 0,-6 5 0 0,1 1 0 15,0 2 0-15,-7 8 0 0,-3 0 0 16,2 2 0-16,-6 3 0 0,6 1-28 0,-10 8-416 0,10-11-13 15,-10 11-19-15,8-12-28 0,-8 12-31 0,0 0-33 16,4-8-296-16,-4 8-935 0,0 0 415 0</inkml:trace>
        </inkml:traceGroup>
        <inkml:traceGroup>
          <inkml:annotationXML>
            <emma:emma xmlns:emma="http://www.w3.org/2003/04/emma" version="1.0">
              <emma:interpretation id="{0D6E2096-9DA8-4234-8D8E-F011E67E8798}" emma:medium="tactile" emma:mode="ink">
                <msink:context xmlns:msink="http://schemas.microsoft.com/ink/2010/main" type="inkWord" rotatedBoundingBox="4669,2927 9816,2800 9853,4278 4706,4404"/>
              </emma:interpretation>
              <emma:one-of disjunction-type="recognition" id="oneOf3">
                <emma:interpretation id="interp7" emma:lang="" emma:confidence="1">
                  <emma:literal/>
                </emma:interpretation>
              </emma:one-of>
            </emma:emma>
          </inkml:annotationXML>
          <inkml:trace contextRef="#ctx0" brushRef="#br0" timeOffset="6108.9827">4789 2391 117 0,'0'0'453'15,"0"0"-10"-15,0 0 10 0,0 0 24 0,0 0 12 0,0 0-6 16,0 0-12-16,0 0-21 0,0 0-25 0,50 7-23 16,-50-7-29-16,37 5-34 0,-10-3-23 0,2 0-16 15,3 0-25-15,-3-2-29 0,3 0-24 0,0 1-23 16,8 1-14-16,-6-2-24 0,-3-2-15 0,2 2-14 15,-4-3-19-15,0 6-7 0,0-1-13 0,-10 0-8 16,-19-2-12-16,31 1-8 0,-31-1-6 0,16 2-19 16,-16-2-40-16,14 7 0 0,-14-7 0 0,3 12 0 0,-3-12 0 15,-13 27 0-15,1-5 0 0,-3 2 0 0,-2 3 0 16,-7 6 0-16,-7 0 0 0,2 1 0 16,0 1 0-16,-4 1 0 0,-3 1 0 0,11-3 0 0,-11 9-13 15,1-8-17-15,1 0 3 0,-1-3 6 0,5 1-1 16,-1-1 5-16,4-2 1 0,0 5 1 0,7-16-1 15,4 2 5-15,0-2 4 0,3-4 4 0,1-1-7 16,2 0 1-16,-3-2 23 0,7-5-14 0,6-7 12 16,-2 19 8-16,2-19 11 0,2 10 7 0,-2-10 6 15,14 15 6-15,1-11-42 0,-15-4-8 0,35 0 0 16,-6 0 0-16,0 0 0 0,6-3 0 0,8 1 0 16,10-7 0-16,-3 4 0 0,-4 4 0 0,6-6 0 15,1 3 0-15,0-6 0 0,-4 1 0 0,7 4 0 16,-7-2 0-16,4-2 0 0,-10 4 0 0,5-6-23 15,-19 3-528-15,6 3-137 0,-8-5-468 0,-2 3-1250 0,-5-11 553 16</inkml:trace>
          <inkml:trace contextRef="#ctx0" brushRef="#br0" timeOffset="6374.5852">6054 2441 66 0,'0'0'570'0,"0"0"-50"0,0 0-18 0,0 0 13 15,11-8 24-15,-11 8 12 0,0 0-10 0,0 0-22 16,22-5-28-16,-22 5-37 0,29-2-45 0,-8-3-23 16,8 5-32-16,0-2-31 0,0-3-27 0,17 5-31 15,-2-4-28-15,-4-1-19 0,3 3-40 0,2 2-61 16,-13-4-79-16,14-6-92 0,-15 9-93 0,-2-3-102 15,-7 3-95-15,-4 1-88 0,-18 0-90 0,22-4-82 16,-22 4-353-16,0 0-1035 0,0 0 458 0</inkml:trace>
          <inkml:trace contextRef="#ctx0" brushRef="#br0" timeOffset="6544.4209">6131 2757 230 0,'-20'11'485'0,"6"-2"-43"16,4 4-8-16,5-2 2 0,4-3 12 0,1-8 21 15,0 19 18-15,0-19 0 0,14 13-6 0,1-10-11 16,6 0-15-16,6-1-30 0,18-2-37 0,1-2-27 0,1-6-36 16,3 0-35-16,-1 5-35 0,1-3-60 15,1-1-86-15,4 0-106 0,-5 0-107 0,-5 1-117 16,8-4-134-16,-13 2-125 0,3 2-152 0,4-7-349 0,-17 4-1062 16,4-2 469-16</inkml:trace>
          <inkml:trace contextRef="#ctx0" brushRef="#br0" timeOffset="7059.9899">8099 1724 110 0,'-8'-13'464'15,"2"2"1"-15,-7 1 5 0,6 2 3 0,7 8-11 16,-22-13-22-16,8 10-17 0,14 3-28 0,-37 3-14 16,11 4-16-16,-3 7 0 0,3 5-5 0,-6 8-14 0,-3 5-2 15,-2 2-2-15,2 4-8 0,0 5-17 0,-7 19-15 16,16-18-19-16,1 2-20 0,2 4-19 15,-4-3-21-15,14 0-203 0,3 4-20 0,4-2 0 0,4 3 0 16,6 0 0-16,0-2 0 0,11 0 0 0,-6-7 0 16,12 0 0-16,5-3 0 0,-4-2 0 0,9-4 0 15,1-6 0-15,0-2 0 0,-5-10 0 0,4 0 0 16,1-6 0-16,0-2 0 0,2 2 0 0,-4-8 0 16,4-2 0-16,1-1 0 0,-6-1 0 0,-2-7 0 15,-3 2 0-15,2-3 0 0,-2-6 0 0,-5 1 0 16,1-6 0-16,-9-2 0 0,2-1 0 0,-9-6 0 15,0-7 0-15,-6 7 0 0,-6-11 0 0,-3 10 0 16,-4 4 0-16,-7-6 0 0,1 8 0 0,-14-2 0 16,3 8 0-16,-10 0 0 0,-1 4 0 0,-4 4 0 15,-9 4 0-15,5 6 0 0,-7 4 0 0,2 2 0 0,0 3 0 16,-4 5-31-16,2 2-330 0,2 1-44 16,-21 11-59-16,26-2-66 0,3-5-75 0,1 4-362 15,-1-3-1045-15,6 5 463 0</inkml:trace>
          <inkml:trace contextRef="#ctx0" brushRef="#br0" timeOffset="4859.0345">3105 2531 35 0,'0'0'429'0,"-21"-4"-18"0,21 4 6 0,0 0 0 16,-21-3 2-16,21 3 1 0,0 0-4 0,0 0-32 16,0 0-24-16,0 0-21 0,0 0-24 0,0 0-15 15,0 0-4-15,0 0-3 0,0 0-28 0,0 0-11 16,0 0-19-16,77 2-21 0,-48-1-18 0,14 2-15 16,7-7-17-16,-7 8-14 0,5-4-18 0,-3 0-14 0,2 1-18 15,-2-2-22-15,-2 1-42 0,0 0-56 0,-9 0-51 16,-7-3-54-16,2 2-57 0,-3-2-68 15,-7-1-58-15,-19 4-44 0,28 0-52 0,-28 0-73 0,16-7-388 16,-16 7-935-16,6-12 414 0</inkml:trace>
          <inkml:trace contextRef="#ctx0" brushRef="#br0" timeOffset="5093.393">3368 2274 292 0,'-15'-10'415'15,"15"10"-7"-15,-12-8 9 0,12 8-1 0,0 0 15 16,-15-8-3-16,15 8-15 0,0 0-31 0,0 0-29 0,0 0-20 16,0 0-5-16,-19 19-10 0,19-7-1 15,-2 7-27-15,2 8-18 0,-6 2-26 0,3 10-14 16,-2 1-22-16,5 1-20 0,-2 8-17 0,-3-3-26 0,4-2-18 16,-4 5-23-16,3 0-43 0,-1-3-57 0,0-1-64 15,-5 0-73-15,2-5-94 0,-2-2-88 0,6 5-92 16,-3-14-102-16,-1-4-439 0,4-5-1026 0,2-2 454 15</inkml:trace>
          <inkml:trace contextRef="#ctx0" brushRef="#br0" timeOffset="5624.6414">4133 2283 362 0,'0'0'482'0,"0"0"-37"16,0 0-5-16,0 0 9 0,0 0 5 0,0 0-20 16,0 0-12-16,-37 30-22 0,24-17-34 0,4 6-24 15,1-4-14-15,-3 2-4 0,3 9-26 0,0-1-1 16,1 1-22-16,1 2-19 0,2-1-20 0,1 1-21 0,3-1-20 15,0 0-21-15,-1 1-19 0,2 0 2 16,6-2-25-16,-2-2-16 0,3 0-11 0,-2-7-10 16,4 4-8-16,1-3-17 0,-2 0-2 0,4-4-56 0,2-1-12 15,-1 0 0-15,2-4 0 0,2 1 0 16,-1-3 0-16,3 0 0 0,2-5 0 0,-1-2 0 0,-21 0 0 16,42 0 0-16,-21-5 0 0,-4-4 0 0,6-3 0 15,1-4 0-15,-7-4 0 0,-2-5 0 0,1-2 0 16,3-11 0-16,-4 0 0 0,-4-4 0 0,-6 13 0 15,-1-9 0-15,4 9 0 0,-6-1 0 0,3 7 0 16,-3 1 0-16,1-1 0 0,0 8 0 0,-3 0 0 16,0 4 0-16,0 11 0 0,3-19 0 0,-3 19 0 15,2-13 0-15,-2 13 0 0,0 0 0 0,0 0 0 16,0 0 0-16,0 0 0 0,0 0 0 0,0 0 0 0,-18 48 0 16,15-8 0-16,-2-1 0 0,5 5 0 15,-6-1 0-15,2 7 0 0,-2 2 0 0,0-6 0 16,-1-1 0-16,6 4 0 0,-4-8 0 0,2 4 0 0,-2-7 0 15,2-5-17-15,3-6-383 0,-4 3-52 0,3-3-66 16,1-2-74-16,-2-6-444 0,2-4-1121 0,-3-4 495 16</inkml:trace>
        </inkml:traceGroup>
      </inkml:traceGroup>
    </inkml:traceGroup>
    <inkml:traceGroup>
      <inkml:annotationXML>
        <emma:emma xmlns:emma="http://www.w3.org/2003/04/emma" version="1.0">
          <emma:interpretation id="{682151D0-B38C-4AF7-8FCD-F43D7344C9FF}" emma:medium="tactile" emma:mode="ink">
            <msink:context xmlns:msink="http://schemas.microsoft.com/ink/2010/main" type="paragraph" rotatedBoundingBox="792,5237 11857,4908 11901,6365 836,6694" alignmentLevel="1"/>
          </emma:interpretation>
        </emma:emma>
      </inkml:annotationXML>
      <inkml:traceGroup>
        <inkml:annotationXML>
          <emma:emma xmlns:emma="http://www.w3.org/2003/04/emma" version="1.0">
            <emma:interpretation id="{0F934CC4-724A-497F-8149-295A49E00059}" emma:medium="tactile" emma:mode="ink">
              <msink:context xmlns:msink="http://schemas.microsoft.com/ink/2010/main" type="line" rotatedBoundingBox="792,5237 11857,4908 11901,6365 836,6694"/>
            </emma:interpretation>
          </emma:emma>
        </inkml:annotationXML>
        <inkml:traceGroup>
          <inkml:annotationXML>
            <emma:emma xmlns:emma="http://www.w3.org/2003/04/emma" version="1.0">
              <emma:interpretation id="{C1103A0F-CA02-4458-9E5F-81F0FCFFFE2F}" emma:medium="tactile" emma:mode="ink">
                <msink:context xmlns:msink="http://schemas.microsoft.com/ink/2010/main" type="inkWord" rotatedBoundingBox="794,5298 6546,5127 6587,6523 836,6694"/>
              </emma:interpretation>
              <emma:one-of disjunction-type="recognition" id="oneOf4">
                <emma:interpretation id="interp8" emma:lang="" emma:confidence="1">
                  <emma:literal/>
                </emma:interpretation>
              </emma:one-of>
            </emma:emma>
          </inkml:annotationXML>
          <inkml:trace contextRef="#ctx0" brushRef="#br0" timeOffset="9299.4859">1749 4640 374 0,'0'0'498'0,"-19"6"-47"0,19-6-20 16,0 0 0-16,0 0 14 0,0 0 19 0,0 0 1 15,0 0-4-15,56 0-13 0,-56 0-22 0,61-7 0 16,-15 4-8-16,7-3-24 0,5 1-36 0,-2 0-34 15,4-2-35-15,-1 1-29 0,2 2-27 0,-3 0-26 16,1-4-33-16,-3 4-50 0,-6-3-54 0,0 3-55 16,-7-3-47-16,-1 0-45 0,-12 4-49 0,-9-2-46 15,-2 4-50-15,-4 0-62 0,-15 1-46 0,16-8-55 0,-16 8-66 16,0 0-93-16,0 0-384 0,-27-23-1004 0,7 18 444 16</inkml:trace>
          <inkml:trace contextRef="#ctx0" brushRef="#br0" timeOffset="9518.235">1985 4231 208 0,'-24'-9'506'0,"24"9"-57"15,-13-6-50-15,13 6-36 0,0 0-27 0,0 0 22 16,0 0 16-16,0 0 4 0,0 0-10 0,-2 26-16 16,6-7-21-16,2 8-21 0,-1 2-16 0,1 9-21 0,-3 11-13 15,2-6-29-15,-5 7-19 0,-3 3-20 0,1 0-16 16,1 0-19-16,-4-3-19 0,-1 5-10 0,4-4-58 15,-3 2-49-15,0-1-54 0,-4-2-57 0,4-4-68 16,2-2-59-16,3-6-71 0,-3-9-64 0,-1 2-76 16,8-5-459-16,-4-7-960 0,1-5 425 0</inkml:trace>
          <inkml:trace contextRef="#ctx0" brushRef="#br0" timeOffset="10065.0468">3089 4449 15 0,'-5'-18'486'0,"5"2"-44"0,-3 1-37 0,-2 3-16 16,0 2 2-16,2-1 9 0,3 11-2 0,-13-16-12 15,7 6-16-15,6 10-12 0,-16-12-16 0,16 12-19 0,-20-7-30 16,12 2-4-16,8 5-30 0,0 0-11 15,-35 4-15-15,35-4-9 0,-30 11-2 0,13-2-17 16,0 4-4-16,-1 0-7 0,-1 5-20 0,4 2-22 0,-5 0-8 16,4-1-18-16,3-3-12 0,3 4-9 0,-3 1-11 15,2 2-12-15,8 0-12 0,-2 2-13 0,2-6-57 16,3-3 0-16,1 2 0 0,3-3 0 0,2 0 0 16,4-5 0-16,1-1 0 0,7-3 0 0,-2 3 0 15,3-7 0-15,0 3 0 0,8-5-29 0,2-3-37 16,-1 1 7-16,0-4 7 0,0 1 3 0,-7-4 0 0,-1 3 8 15,6-4 2-15,1-6-4 0,-11 9 14 16,4-11 7-16,-6 3-1 0,2-3 4 0,-3 3 13 16,-5-1 21-16,2-2 20 0,-2 2 7 0,-5-1 13 0,2 5 15 15,-4-5 15-15,1 1 22 0,3 4 6 0,-4 3-109 16,-1 9-4-16,4-21 0 0,-4 21 0 0,3-13 0 16,-3 13 0-16,0-14 0 0,0 14 0 0,0 0 0 15,0 0 0-15,0 0 0 0,0 0 0 0,0 0 0 16,0 0 0-16,0 0 0 0,-10 38 0 0,7-12 0 15,0 14 0-15,-2 4 0 0,5 3 0 0,-3-1 0 16,3 5 0-16,1 0 0 0,-1 1 0 0,-5 4 0 0,1-3 0 16,-1 1 0-16,-3-3 0 0,1 0 0 15,1 0 0-15,1-5 0 0,4-3 0 0,-6 0 0 0,4 0 0 16,0-13 0-16,1 0-52 0,-4-2-364 0,4-5-40 16,-3-5-43-16,4 0-44 0,-1-8-62 0,0 1-332 15,2-11-1015-15,0 0 449 0</inkml:trace>
          <inkml:trace contextRef="#ctx0" brushRef="#br0" timeOffset="10580.6281">3702 4438 6339 0,'3'-7'27'15,"-3"7"-50"-15,14-17 1 0,-7 9 16 0,1 1 43 16,-8 7 51-16,17-13 38 0,-17 13 15 0,12-8-12 0,-12 8 3 15,14-7-8-15,-3-2-5 0,-11 9 10 16,23-3-8-16,-9-2-11 0,2-1-4 0,3-1-5 16,1 2-11-16,4 1-7 0,5-2-5 0,0 1-9 0,1-6-7 15,4 4-31-15,-1 2-31 0,-2-2 0 0,4 0 0 16,-4 4 0-16,1 2 0 0,-3-3 0 0,-2 2 0 16,-9-3 0-16,14 4 0 0,-32 1 0 0,25 1 0 15,-25-1 0-15,20 8 0 0,-12-2 0 0,-8-6 0 16,6 19 0-16,-4-2 0 0,-4 0 0 0,-3 2 0 15,-1 7 0-15,-4 14 0 0,-4-4 0 0,-1 4 0 0,2-5 0 16,-7 5 0-16,2-1 0 0,-3 2 0 16,-5-2 0-16,-3 0-19 0,4 1-13 0,-6-4-2 15,1 5 9-15,1 3-3 0,2-11 4 0,1 6 7 0,0-5 4 16,4 1-1-16,3-3 13 0,-4 2 5 0,9-10 2 16,7-3 2-16,1-3 1 0,-2 1 14 0,1-3 7 15,6-1 4-15,-1-4 5 0,4 2 7 0,-1-1-38 16,-1-12-8-16,15 17 0 0,-9-10 0 0,9 2 0 15,1-3 0-15,3-2 0 0,10-1 0 0,0-3 0 16,5-3 0-16,9 1 0 0,0-3 0 0,0 1 0 16,7-4 0-16,0 0 0 0,1-3 0 0,2 2 0 15,-3-4 0-15,-2 4 0 0,7-3 0 0,-6 5 0 16,-15 0 0-16,6-7 0 0,5 7 0 0,-13 0 0 0,12-1 0 16,-16 0 0-16,1-1 0 0,-1 7 0 0,0-9 0 15,-10 4-141-15,-2-1-478 0,-3-1-101 0,-3-5-399 16,-2 4-1211-16,-2-6 535 0</inkml:trace>
          <inkml:trace contextRef="#ctx0" brushRef="#br0" timeOffset="8403.658">-699 4322 308 0,'0'0'372'16,"-26"-3"-1"-16,26 3 0 0,-16-2-6 0,16 2-9 15,-14-8-7-15,14 8-8 0,-8-11-21 0,8 11-14 16,4-17-12-16,6 4-20 0,-2 3-18 0,5-6-15 16,3 5-22-16,5-6-18 0,5 1-15 0,4 4-17 0,-1 4-17 15,1-3-7-15,4 4-14 0,-3 2-10 0,2 2-14 16,-5-1-10-16,0 4-11 0,-5 4-5 0,1 0-7 16,-3 4-7-16,0-1-5 0,-1 10-7 0,-2 2-3 15,-7-4-1-15,2 6-6 0,-5 8-6 0,-3-1-1 16,-3 0-5-16,-2 3-2 0,-7 9-3 0,-1 1 0 15,-8-1-5-15,-3 1 2 0,-2 0-11 0,-1-4 3 16,-6 4-4-16,-1-3-4 0,-4 0-4 0,1-1-5 16,-2-6-3-16,-3 2 4 0,3-3 3 0,2-4-2 15,7-4 3-15,-11 1-4 0,12-1 1 0,-1-7 2 0,2 0-2 16,9-3 2-16,-1-1-1 0,2-4 1 0,5-2 7 16,8-5 6-16,-14 12 9 0,14-12 13 0,0 0 17 15,0 0 15-15,0 0 10 0,0 0-2 0,42 5-11 16,-42-5-6-16,49-9-6 0,-20 4-5 0,13 0-1 15,-12-3-11-15,17-1 4 0,-4-2-15 0,2 3-22 16,-1-1-34-16,0 0-37 0,-2 1-36 0,0-2-53 16,1 3-65-16,4-3-59 0,-1-1-66 0,-14 4-73 15,12-7-89-15,-20 8-432 0,5-5-1017 0,-2 0 450 16</inkml:trace>
          <inkml:trace contextRef="#ctx0" brushRef="#br0" timeOffset="8934.8585">217 4479 4990 0,'18'-6'431'16,"-4"1"-221"-16,4-3-80 0,9-3-12 0,2 4-22 0,0 3-11 15,3-1-16-15,-7 3-5 0,4 2-2 0,-1 6-2 16,-8-3-4-16,8 6-5 0,-6 5-2 0,-1-1-6 15,0 8-4-15,-5-2-2 0,2 7-5 0,-7-3-1 16,-3 6-4-16,3 9-1 0,-8-7 1 0,-3-3-5 16,0 11-3-16,-8 3-1 0,-1-4 2 0,1-10-2 15,-5 7-6-15,0-5-9 0,0-4-12 0,-3 0-1 16,2-6-1-16,-2 0-8 0,3-5-2 0,-2-2-9 16,1-4-6-16,4 1-5 0,-1-6 4 0,11-4 0 15,-16 12 6-15,16-12-2 0,0 0-3 0,0 0 6 0,0 0 5 16,-22-31 2-16,18 12 5 0,8-3 9 0,-1-5-1 15,3-3 5-15,9-8 7 0,-7-7 0 0,4 5 0 16,3-5-2-16,-1 6 8 0,1-3 9 0,4 1 5 16,-3 6 1-16,7-3 7 0,-9 0 5 0,-1 12 5 15,1 0 5-15,1 4 2 0,-3 1 2 0,-2 6-4 16,1 1 5-16,-3-2 2 0,-4 8 2 0,0 1-8 16,-4 7 3-16,5-18 2 0,-5 18-2 0,0 0-7 15,0 0-5-15,0 0-6 0,0 0 3 0,0 0-5 16,0 0-3-16,0 0 0 0,-27 51-3 0,21-24 6 15,-1 0-2-15,-6 12-4 0,10 1 6 0,-5 2-5 0,3 3-1 16,-3-5 0-16,7 5-4 0,-3 0-2 0,8-2 0 16,-1 1 1-16,5-3-8 0,0-3 1 0,5 3-2 15,-5-1-9-15,6-11-6 0,4-3-29 0,4 6-39 16,-2-6-50-16,4 1-58 0,-2-4-64 0,5-6-56 16,-3 0-49-16,4-3-68 0,-1-6-95 0,2-2-381 15,0-4-969-15,-2-2 429 0</inkml:trace>
        </inkml:traceGroup>
        <inkml:traceGroup>
          <inkml:annotationXML>
            <emma:emma xmlns:emma="http://www.w3.org/2003/04/emma" version="1.0">
              <emma:interpretation id="{4E8FD1A0-4973-470D-9F28-CEB78765C402}" emma:medium="tactile" emma:mode="ink">
                <msink:context xmlns:msink="http://schemas.microsoft.com/ink/2010/main" type="inkWord" rotatedBoundingBox="7187,5308 10316,5215 10345,6195 7216,6288"/>
              </emma:interpretation>
              <emma:one-of disjunction-type="recognition" id="oneOf5">
                <emma:interpretation id="interp9" emma:lang="" emma:confidence="1">
                  <emma:literal/>
                </emma:interpretation>
              </emma:one-of>
            </emma:emma>
          </inkml:annotationXML>
          <inkml:trace contextRef="#ctx0" brushRef="#br0" timeOffset="11141.6817">5757 4585 63 0,'-27'14'344'0,"1"0"-22"0,3 5-13 0,6-7-4 16,-1 2 7-16,4-2 9 0,-1 0 2 0,1-1-1 16,6-1 3-16,0-2-15 0,8-8-7 0,-8 16-4 0,8-16-5 15,0 10-6-15,0-10-9 0,14 11-20 16,-14-11-15-16,31 3-28 0,-4-5-21 0,5-5-14 0,16 6 0 15,2-6-26-15,4 0-11 0,4-2-17 0,21-1-17 16,-20 2-49-16,4 1-59 0,-4-1-78 0,2 1-93 16,18-7-84-16,-23 6-96 0,3-2-131 0,-6 0-399 15,2-6-950-15,-4 3 420 0</inkml:trace>
          <inkml:trace contextRef="#ctx0" brushRef="#br0" timeOffset="10940.0058">5742 4314 115 0,'-6'7'597'0,"6"-7"-61"15,0 0-48-15,0 0-17 0,0 12-7 0,0-12 1 16,0 0 1-16,0 0-17 0,0 0-18 0,21 14-19 15,-21-14-41-15,17 1-38 0,4 2-22 0,-21-3-34 0,36 1-26 16,-14-2-24-16,-1-2-21 0,8 3-26 0,0 0-28 16,-2-1-40-16,3-5-53 0,4 5-41 15,-5-3-43-15,-3 1-44 0,-4 2-47 0,-1-3-50 0,-21 4-58 16,32-3-34-16,-19 0-22 0,-13 3-22 0,0 0-25 16,21-3-31-16,-21 3-45 0,0 0-41 0,0 0-293 15,0 0-798-15,0 0 353 0</inkml:trace>
          <inkml:trace contextRef="#ctx0" brushRef="#br0" timeOffset="11735.3966">7112 4298 305 0,'-19'-3'498'0,"19"3"-82"0,-22-8-62 15,22 8-49-15,-7-13-27 0,7 13-15 0,-6-16-2 16,6 16 0-16,0-18-2 0,0 18-12 0,2-17-21 16,2 8-15-16,-4 9-25 0,15-20-9 0,-7 11-7 15,0-1-14-15,3 1-13 0,-1-1-10 0,4 2-7 16,-1 0-2-16,1 2-5 0,1 1-1 0,6 2 5 16,-4-2-3-16,-17 5-2 0,39-1-1 0,-23 1-4 15,-16 0-5-15,43 1-5 0,-22 5-2 0,0-3-2 0,-2 3-11 16,-1 4-5-16,-2 0 0 0,-3 3-3 0,1 3 0 15,1-3-9-15,-9 6-4 0,2 2-4 16,-3-5-6-16,-4 4-3 0,-4 6 3 0,-2 0 4 0,-1-5-9 16,3 6 3-16,-7 11-6 0,5-8 2 0,-6 4 4 15,-3 6 8-15,-6-14-21 0,4-3-7 0,-8 6 0 16,5-5-1-16,-3-2 9 0,-12 9 11 0,13-9 4 16,-8 7-6-16,2-9 8 0,4-1-3 0,1 0 2 0,1 0 1 15,-1-6 1-15,2 0-27 0,6 1-34 16,0-3 0-16,4 1 0 0,-1-5 0 0,3-3 0 15,8-4 0-15,-15 16 0 0,15-16 0 0,-8 6 0 0,8-6 0 16,0 0 0-16,0 0 0 0,0 0 0 0,0 0 0 16,0 0 0-16,29 10 0 0,-29-10 0 0,43-2 0 15,-14-2 0-15,15 1 0 0,-11-1 0 0,11 3 0 16,1-6 0-16,3 4 0 0,1-6 0 0,0 3 0 16,-5 3 0-16,8-3 0 0,-7 3 0 0,1 0 0 15,-2-1 0-15,-3 1 0 0,-5-2 0 0,-3 4 0 16,-2 0 0-16,-2-5-262 0,1 3-169 0,-9-1-52 15,6 0-75-15,-6 1-519 0,-5-8-1165 0,5 4 515 16</inkml:trace>
          <inkml:trace contextRef="#ctx0" brushRef="#br0" timeOffset="12157.2367">8313 4246 140 0,'0'0'555'0,"-5"-8"-78"0,5 8-69 16,0 0-48-16,0 0-38 0,1-18 6 0,-1 18 25 16,0 0 14-16,0 0-3 0,0 0-18 0,0 0-26 15,0 0-27-15,0 0-19 0,0 0-10 0,0 0-16 16,0 0-8-16,0 0 7 0,0 0 1 0,-30 34-12 16,27-23-5-16,3-11-18 0,-4 19-11 0,4-5-3 15,0 2-17-15,0-4-5 0,7 2-6 0,-2 1-10 16,3 8-10-16,0-2-37 0,1-5-114 0,4 6 0 0,2-2 0 15,-1-1 0-15,5 4 0 0,-3-4 0 16,5 2 0-16,0-2 0 0,-2 3 0 0,2-5 0 0,2 4 0 16,-3-3 0-16,5 2 0 0,-5-2 0 15,4 1 0-15,4-2 0 0,-7 1 0 0,-2 2 0 16,-6-10 0-16,1 6 0 0,-3-6 0 0,4 5 0 0,-9-2 0 16,-1 3 0-16,-3 0 0 0,-7-2 0 0,2 0 0 15,-10 3 0-15,-2-3 0 0,-2 5 0 0,-4 2 0 16,-5-5 0-16,-3 2 0 0,2-1 0 0,-3-3 0 15,-11 4 0-15,11-6 0 0,1-5 0 0,-5 3 0 0,4-5 0 16,-4 0 0-16,2-1 0 0,-2-4-104 16,6-9-241-16,-1 1-33 0,-2-5-22 0,4 1-28 15,0-7-38-15,4-3-48 0,1 5-412 0,-4-16-1004 0,4 0 445 16</inkml:trace>
        </inkml:traceGroup>
        <inkml:traceGroup>
          <inkml:annotationXML>
            <emma:emma xmlns:emma="http://www.w3.org/2003/04/emma" version="1.0">
              <emma:interpretation id="{0D635557-1358-40D3-BD3D-8CE5FF9AB64F}" emma:medium="tactile" emma:mode="ink">
                <msink:context xmlns:msink="http://schemas.microsoft.com/ink/2010/main" type="inkWord" rotatedBoundingBox="9924,4965 11857,4908 11866,5182 9932,5240"/>
              </emma:interpretation>
              <emma:one-of disjunction-type="recognition" id="oneOf6">
                <emma:interpretation id="interp10" emma:lang="" emma:confidence="0.5">
                  <emma:literal>-</emma:literal>
                </emma:interpretation>
                <emma:interpretation id="interp11" emma:lang="" emma:confidence="0">
                  <emma:literal>_</emma:literal>
                </emma:interpretation>
                <emma:interpretation id="interp12" emma:lang="" emma:confidence="0">
                  <emma:literal>.</emma:literal>
                </emma:interpretation>
                <emma:interpretation id="interp13" emma:lang="" emma:confidence="0">
                  <emma:literal>,</emma:literal>
                </emma:interpretation>
                <emma:interpretation id="interp14" emma:lang="" emma:confidence="0">
                  <emma:literal>)</emma:literal>
                </emma:interpretation>
              </emma:one-of>
            </emma:emma>
          </inkml:annotationXML>
          <inkml:trace contextRef="#ctx0" brushRef="#br0" timeOffset="12438.4963">8308 4101 394 0,'22'-13'531'0,"5"-1"-32"0,6 2-23 0,7-6 8 0,3 6 9 15,7-3-4-15,-7 0 14 0,4 2 3 0,1 3-3 16,-2-6-3-16,-2 7-13 0,10-3-17 0,-3 1-21 16,4 0-17-16,-4 1-42 0,1 1-23 0,-3 2-149 15,8 3-218-15,-6-4 0 0,7 1 0 0,3 0 0 16,-2-1 0-16,21-1 0 0,-1 0 0 0,-23 2 0 15,5 2 0-15,21-7 0 0,-33 5 0 0,6 4 0 16,-5-6 0-16,0 2 0 0,2 4 0 0,-8-1 0 0,-1-1 0 16,-9 3 0-16,-5 1 0 0,0-3 0 0,-9 3 0 15,-4 0 0-15,-16 1 0 0,28 0 0 0,-28 0 0 16,0 0 0-16,27 0 0 0,-27 0 0 0,0 0 0 16,0 0 0-16,0 0 0 0,0 0-583 0,0 0-685 15,0 0-1374-15,0 0 607 0</inkml:trace>
        </inkml:traceGroup>
      </inkml:traceGroup>
    </inkml:traceGroup>
    <inkml:traceGroup>
      <inkml:annotationXML>
        <emma:emma xmlns:emma="http://www.w3.org/2003/04/emma" version="1.0">
          <emma:interpretation id="{C09A99A8-27EA-4BDB-8681-1E6AC08525B6}" emma:medium="tactile" emma:mode="ink">
            <msink:context xmlns:msink="http://schemas.microsoft.com/ink/2010/main" type="paragraph" rotatedBoundingBox="1474,9569 10652,9032 10796,11493 1618,12030" alignmentLevel="1"/>
          </emma:interpretation>
        </emma:emma>
      </inkml:annotationXML>
      <inkml:traceGroup>
        <inkml:annotationXML>
          <emma:emma xmlns:emma="http://www.w3.org/2003/04/emma" version="1.0">
            <emma:interpretation id="{C02B1722-AB3B-432F-A6A2-4600E995F2B0}" emma:medium="tactile" emma:mode="ink">
              <msink:context xmlns:msink="http://schemas.microsoft.com/ink/2010/main" type="line" rotatedBoundingBox="1474,9569 10652,9032 10796,11493 1618,12030"/>
            </emma:interpretation>
          </emma:emma>
        </inkml:annotationXML>
        <inkml:traceGroup>
          <inkml:annotationXML>
            <emma:emma xmlns:emma="http://www.w3.org/2003/04/emma" version="1.0">
              <emma:interpretation id="{49125874-D87B-46CC-9C93-D00C828B1455}" emma:medium="tactile" emma:mode="ink">
                <msink:context xmlns:msink="http://schemas.microsoft.com/ink/2010/main" type="inkWord" rotatedBoundingBox="1474,9569 7719,9204 7863,11665 1618,12030"/>
              </emma:interpretation>
              <emma:one-of disjunction-type="recognition" id="oneOf7">
                <emma:interpretation id="interp15" emma:lang="" emma:confidence="1">
                  <emma:literal/>
                </emma:interpretation>
              </emma:one-of>
            </emma:emma>
          </inkml:annotationXML>
          <inkml:trace contextRef="#ctx0" brushRef="#br0" timeOffset="308232.1635">3105 8785 23 0,'0'0'500'0,"-7"10"-38"16,7-10-20-16,0 0 10 0,0 0-3 0,0 0-14 0,40-3-25 16,-40 3-33-16,37 0-33 0,-9 0-32 0,1 1-28 15,1 1-25-15,20 3-26 0,-7-6-30 0,5 2-16 16,-3 3-21-16,3-3-11 0,-4 0-20 0,-11-1-13 16,11 0-21-16,-14-1-28 0,-1 0-32 0,-2 1-35 15,-9-4-39-15,1 1-28 0,-4-1-37 0,-1-3-37 16,-14 7-44-16,13-17-43 0,-13 17-24 0,1-10-35 15,-1 10-27-15,-12-23-26 0,0 13-44 0,-2-2-272 16,-7-2-703-16,-6 2 311 0</inkml:trace>
          <inkml:trace contextRef="#ctx0" brushRef="#br0" timeOffset="308454.1441">3440 8582 210 0,'-29'-7'215'0,"8"1"26"16,1-1-3-16,2 0-5 0,-1 4 6 0,4-6 7 16,2 3 10-16,13 6 10 0,-17-7 7 0,17 7 4 15,-15-8-11-15,15 8-18 0,0 0-13 16,-14-7-14-16,14 7 2 0,0 0-1 0,0 0 9 0,0 0 2 0,-10 28-8 15,10-11-3-15,3 2 2 0,5 9-1 0,-1 4-7 16,-1 6-21-16,-3 1-7 0,-1 6-3 0,3-1-33 16,0 0 1-16,-2 4-16 0,3-1-16 0,-1-3-11 15,-5 1-6-15,3 0-19 0,10 4-9 0,-8-2-11 16,-2-3-32-16,-1 0-36 0,4-7-51 0,-7-7-45 16,2 10-60-16,2-14-61 0,-3-2-64 0,2 0-74 0,-4-3-78 15,2-8-94-15,-3-2-328 0,3-11-929 0,0 0 411 16</inkml:trace>
          <inkml:trace contextRef="#ctx0" brushRef="#br0" timeOffset="309011.1815">4051 8605 289 0,'-17'14'442'0,"17"-14"-11"0,-10 4-8 16,10-4-12-16,-8 12-17 0,8-12-17 0,-3 13-24 16,3-13-22-16,0 0-15 0,14 16-25 0,1-11-29 15,4-2-24-15,2 1-23 0,1-3-21 0,7 1-18 0,0 0-19 16,5 0-14-16,1-6-14 0,7 2-13 0,-10-1-12 15,2-2-7 1,9 3-14-16,-14-1-7 0,-2-3-3 0,0-2-7 0,-3 6-7 0,-4 0-7 16,-4-2-3-16,-16 4-4 0,22-3-2 0,-22 3-3 15,0 0 4-15,23 0-3 0,-23 0-1 16,0 0-2-16,0 0-2 0,-2 25 2 0,-6-12-2 0,-5 3-1 16,-1 5-4-16,-7 5 3 0,-5 3-4 0,-1 2-7 15,-7 6 5-15,5-1-8 0,-6-2 1 0,1 5-3 16,2-5-4-16,-1 0 2 0,-3 4-5 0,-1-1 2 15,4-4-1-15,2 1-5 0,2-4 6 0,2 1-3 16,5-9-4-16,6 4-1 0,-2-6 1 0,3 0-2 16,7-3-1-16,0-8 1 0,4 8-2 0,2-9-4 15,2-8 18-15,0 18 16 0,0-18 13 0,14 15 23 0,4-9-5 16,0 0-16-16,4-3 18 0,10-3-14 16,8 0 13-16,7-3 3 0,-2-3 2 0,5 2 0 0,1-3 5 15,3-3-9-15,3-2-4 0,-4 1-6 0,3 8-9 16,1-12-5-16,22 4-6 0,-23 3-20 0,2-7-45 15,-4 7-40-15,-4-3-44 0,-8 0-50 0,-10 0-54 16,-5 3-68-16,2-7-42 0,-13 5-54 0,-1-2-60 16,4-3-74-16,-13 0-419 0,2-3-1014 0,-3 1 449 15</inkml:trace>
          <inkml:trace contextRef="#ctx0" brushRef="#br0" timeOffset="309526.8006">5274 8840 78 0,'-16'12'386'0,"1"2"-21"0,9 0 8 0,1-2 38 16,5-12 8-16,8 15-12 0,3-8-17 0,5 2-24 0,15-5-29 15,14 2-35-15,1 0-31 0,7-5-28 0,0 1-22 16,3-2-26-16,-4-7-33 0,2 7-43 0,-1-4-56 16,-1 0-69-16,2-3-59 0,-6-5-59 0,2 5-48 15,-5-2-56-15,3 0-78 0,-5 1-396 0,-4-7-759 16,3 4 336-16</inkml:trace>
          <inkml:trace contextRef="#ctx0" brushRef="#br0" timeOffset="309354.9079">5617 8522 236 0,'0'0'484'0,"-16"5"-16"16,16-5-22-16,0 0-18 0,0 0-13 0,-19 3-19 16,19-3-23-16,0 0-21 0,0 0-30 0,0 0-26 15,0 0-28-15,56 4-28 0,-27-5-23 0,5-2-20 16,-4 2-23-16,4-1-15 0,-2 1-16 0,3-6-19 16,7 3-13-16,-7 0-37 0,5-6-42 0,-8 5-35 0,-3 2-42 15,-1-2-37-15,-9-1-36 0,-2 5-34 0,3-5-36 16,-6-2-44-16,-14 8-53 0,10-5-67 0,-10 5-84 15,0 0-241-15,0 0-734 0,0 0 324 0</inkml:trace>
          <inkml:trace contextRef="#ctx0" brushRef="#br0" timeOffset="306116.7764">291 8594 50 0,'-19'-4'367'0,"-7"-4"-11"16,6 5-11-16,2-5-8 0,-7-1-27 0,7 2 15 16,-2 0-4-16,6-4-17 0,-1 3-12 0,5-2-18 15,1 1-19-15,9 9-18 0,-8-14-20 0,8 14-16 16,-2-15-27-16,2 3-8 0,0 12-15 0,8-18-20 0,-1 10-10 16,-7 8-15-16,16-14-16 0,-7 9-2 0,-9 5-8 15,20-9-7-15,-20 9-10 0,24-3-8 16,-24 3-3-16,0 0-6 0,31 6-3 0,-21 0-7 0,-10-6-4 15,17 19 0-15,-8-5-4 0,-1 4-3 0,-7 0-5 16,4 6 2-16,-5 4-7 0,-2-2 3 0,-2 6 1 16,-3-2-3-16,-1 9 3 0,-2-2-4 0,-4 1-2 15,1-7 1-15,-7 3-2 0,6-8-1 0,-9 9 2 16,-1-3-3-16,-2-2-2 0,5-4-3 0,0-2-1 16,3-2 5-16,-3-2-1 0,2-1-8 0,1 0 5 15,0-7 3-15,5 3-3 0,3-6-4 0,-3-1 0 0,7 2-2 16,6-10 5-16,-11 11-5 0,11-11 10 0,-7 8-4 15,7-8 1-15,0 0 2 0,0 0-2 0,0 0 2 16,0 0 1-16,31-30 16 0,-10 11 7 0,5-5 7 16,6-2 8-16,9 0-7 0,-2-3 4 0,1-3 2 15,-1-3-5-15,3 1 0 0,2 3-5 0,-1-6 6 16,-2 3 3-16,-2 1 0 0,-2-1 2 0,2 3-1 16,-7-2-7-16,-3 5 3 0,-8 1-3 0,0 7 2 15,-1-2 2-15,-3-1 5 0,-5 7 4 0,-4 3 5 16,0-4 10-16,-2 7 8 0,-4-2 5 0,-2 12 6 15,0-19-12-15,0 19 1 0,-10-11-16 0,10 11 0 0,0 0-6 16,0 0-11-16,-63 25 15 0,42-5-18 0,-8 11-10 16,2 2-4-16,2 4 2 0,-1 1-7 0,4 4 2 15,4 2-9-15,-1 1 6 0,4-4-9 0,7 4 7 16,0-5-8-16,3 5 3 0,5-6 13 0,5-8-28 16,3 7 3-16,0-9-19 0,0 0-27 0,5-2-22 15,0 0-16-15,2-4-20 0,1 2-14 0,3-5-29 16,-3-6-22-16,0-2-29 0,10 0-32 0,-1-3-12 0,-3-4-25 15,7-1-4-15,2-1-18 0,-5-2-30 16,10-4-18-16,-7-3-28 0,13-4-25 0,-8 0-346 0,-5-2-796 16,0 0 352-16</inkml:trace>
          <inkml:trace contextRef="#ctx0" brushRef="#br0" timeOffset="306482.2272">1292 8914 59 0,'-21'6'259'0,"2"0"1"0,3-4-8 16,0 3 0-16,16-5-7 0,-23 6-7 0,10-1-13 15,13-5-15-15,-21 6-6 0,21-6-18 0,-12 3-3 0,12-3-7 16,0 0-4-16,0 0 10 0,0 0 11 0,0 0 2 15,0 0 8-15,0 0 0 0,0 0-4 16,64-7-11-16,-35 3-10 0,12-7-13 0,4 3-12 0,3-6-11 16,2 4-16-16,6 1-5 0,-4-1-10 0,5 1-10 15,6-5-6-15,-7 4-8 0,7 0-12 0,-2-1-7 16,-5 3-9-16,6 1-4 0,-4 0-7 0,-5-2-18 16,-5 2-22-16,-4 5-21 0,-12-4-24 0,-13 4-28 15,0-7-26-15,-8 6-37 0,-11 3-35 0,15-11-24 16,-15 11-37-16,0 0-31 0,0 0-39 0,-32-14-39 15,32 14-73-15,-37-5-213 0,2 2-670 0,-10-1 297 0</inkml:trace>
          <inkml:trace contextRef="#ctx0" brushRef="#br0" timeOffset="306716.5862">1512 8560 15 0,'-13'-12'382'0,"13"12"-46"0,0 0-18 0,0 0-23 16,0 0-10-16,0 0 1 0,0 0 1 0,0 0 0 16,0 0-10-16,0 37-6 0,1-19-13 0,11 8-12 15,-11 3-14-15,7 11-14 0,-1-2-19 0,-1 5-12 0,1-1-17 16,-6 3-15-16,1-4-16 0,1 2-16 0,0 1-13 16,2-2-15-16,-3-5-34 0,-1 6-42 0,4-3-43 15,0-3-41-15,-4-10-52 0,1 0-40 0,-2 2-55 16,5-2-59-16,-4-8-74 0,4-5-332 0,-2 0-734 15,-1-5 326-15</inkml:trace>
          <inkml:trace contextRef="#ctx0" brushRef="#br0" timeOffset="307341.5425">2107 8769 261 0,'6'17'378'0,"-4"2"-18"0,3 2 8 16,0 5-2-16,-1 0 2 0,1-6-10 0,-5 5-14 15,2-6-22-15,6 5-23 0,-3-2-21 0,3 3-24 16,0-8-23-16,3-2-18 0,-2-1-24 0,4 0-12 0,2-2-16 16,-2-1-17-16,3-6-7 0,-2 2-12 0,7-4-15 15,-5 1-10-15,-16-4-9 0,42-7-10 16,-23 2-4-16,2-2-10 0,1-5-6 0,-1-2-5 0,0-5-4 15,0-2-7-15,-4 1-4 0,0-9-3 0,2-5-8 16,-6 7-3-16,-5-13-2 0,0 12-3 0,0-1 0 16,-4-1 2-16,3 4 12 0,-1 1 16 0,1 9 15 15,-4-1 14-15,2 3 11 0,-5 2 1 0,3 3-5 16,-3 9-4-16,3-13-12 0,-3 13 0 0,0 0-2 16,0 0 11-16,0 0 13 0,24 35-18 0,-17-9 6 0,-4 14 8 15,6 3-6-15,-5 1-8 0,2 5-1 0,-1 3 2 16,-3 4-7-16,-1 16-2 0,-1 8-13 0,0 1 0 15,0-2 1-15,0 3-13 0,-1-4-43 0,-1 1 0 16,-3 4 0-16,4-6 0 0,-4 0 0 0,-2-6 0 16,6 3 0-16,-6-19 0 0,-1 16 0 0,2-18 0 15,-2 1 0-15,1-2 0 0,1 3 0 0,-2-5 0 16,2-3 0-16,-2-1 0 0,1-5 0 0,-1-2 0 0,0-7 0 16,-3 5 0-16,3-11 0 0,1-2 0 15,-1-9 0-15,2 4 0 0,-2-1 0 0,0-7 0 16,1 4 0-16,1-2 0 0,0-3 0 0,6-10 0 0,-10 13 0 15,10-13 0-15,-13 9 0 0,13-9 0 0,0 0 0 16,-13 5 0-16,13-5 0 0,0 0 0 0,0 0 0 16,-11-33 0-16,6 11 0 0,5-8 0 0,2-14 0 15,3-12 0-15,4-18 0 0,12-13 0 0,19-41 0 16,2-1 0-16,8 1 0 0,3 10 0 0,-16 36 0 16,3 6 0-16,-3 3 0 0,-5 7 0 0,-8 20 0 0,5 4 0 15,0-5 0-15,-1 2 0 0,1 0 0 0,-3 4 0 16,-2 0 0-16,-10 3-482 0,-10-3-127 0,-9 1-575 15,-2-2-1281-15,3 13 566 0</inkml:trace>
        </inkml:traceGroup>
        <inkml:traceGroup>
          <inkml:annotationXML>
            <emma:emma xmlns:emma="http://www.w3.org/2003/04/emma" version="1.0">
              <emma:interpretation id="{8B8C5E26-7922-451C-9BE9-7FC452C4B982}" emma:medium="tactile" emma:mode="ink">
                <msink:context xmlns:msink="http://schemas.microsoft.com/ink/2010/main" type="inkWord" rotatedBoundingBox="8872,9223 10658,9119 10717,10129 8931,10233"/>
              </emma:interpretation>
              <emma:one-of disjunction-type="recognition" id="oneOf8">
                <emma:interpretation id="interp16" emma:lang="" emma:confidence="0.5">
                  <emma:literal>5</emma:literal>
                </emma:interpretation>
                <emma:interpretation id="interp17" emma:lang="" emma:confidence="0.5">
                  <emma:literal>b -</emma:literal>
                </emma:interpretation>
                <emma:interpretation id="interp18" emma:lang="" emma:confidence="0">
                  <emma:literal>b _</emma:literal>
                </emma:interpretation>
                <emma:interpretation id="interp19" emma:lang="" emma:confidence="0">
                  <emma:literal>s -</emma:literal>
                </emma:interpretation>
                <emma:interpretation id="interp20" emma:lang="" emma:confidence="0">
                  <emma:literal>s _</emma:literal>
                </emma:interpretation>
              </emma:one-of>
            </emma:emma>
          </inkml:annotationXML>
          <inkml:trace contextRef="#ctx0" brushRef="#br0" timeOffset="310006.5944">7526 8242 397 0,'-9'-10'520'0,"9"10"1"16,-8-9-6-16,8 9-13 0,0 0-13 0,-10-13-33 0,10 13-39 15,0 0-36-15,0 0-43 0,-14-4-29 0,14 4-15 16,0 0-25-16,0 0-14 0,0 0-20 0,-12 30-18 16,11-21-19-16,-1 4-12 0,2-13-25 0,0 27-1 15,-5-11-26-15,5 2-5 0,0 0-21 0,2 0-2 16,1 0-11-16,-1 1-10 0,3 2-13 0,-1-3 4 15,6 6-9-15,0-2-8 0,4 3 1 0,1-1-9 16,1-2-19-16,5-1 13 0,11 8-4 0,0 0-2 16,1 1-5-16,3 0-6 0,-1-7-4 0,2 3 2 15,-2-1 0-15,2-1-4 0,-10-5-10 0,10 2-12 0,-11-5 0 16,-2 3 0-16,-3-4 0 0,1 0 0 16,-4 0 0-16,-8-2 0 0,1 0 0 0,-6 2 0 0,1-2 0 15,-8-3 0-15,-4 5 0 0,-7-5 0 0,-3 2 0 16,-5 0 0-16,-8 2 0 0,2-6 0 0,-5-1 0 15,-10 0 0-15,-4 4 0 0,2-10-102 0,1-2-66 16,-3-1-44-16,-2-9-55 0,4 3-43 0,-2-6-47 0,-2-2-56 16,1-3-65-16,5-4-105 0,2-5-301 0,5-8-957 15,-5 1 424-15</inkml:trace>
          <inkml:trace contextRef="#ctx0" brushRef="#br0" timeOffset="310240.9465">7679 8152 153 0,'45'-15'577'0,"11"-1"-4"0,23 1-2 16,-1 1-6-16,9 1-13 0,-10 0-28 0,-16 7-31 15,-2-2-37-15,-1 5-41 0,0-4-34 0,4-1-35 16,-2 5-34-16,2 2-32 0,-6-4-22 0,2 4-26 16,0-5-29-16,-7 4-17 0,-3-6-20 0,2 5-13 15,-8-2-20-15,-12 4-13 0,-4-2-14 0,-5 0-27 16,-10 0-24-16,7-1-66 0,-18 4-56 0,24-1-59 0,-24 1-79 15,0 0-98-15,19-5-98 0,-19 5-94 16,0 0-121-16,0 0-329 0,0 0-1022 0,0 0 452 0</inkml:trace>
        </inkml:traceGroup>
      </inkml:traceGroup>
    </inkml:traceGroup>
    <inkml:traceGroup>
      <inkml:annotationXML>
        <emma:emma xmlns:emma="http://www.w3.org/2003/04/emma" version="1.0">
          <emma:interpretation id="{C69F729D-2965-4650-8B70-9091AB9BDE1D}" emma:medium="tactile" emma:mode="ink">
            <msink:context xmlns:msink="http://schemas.microsoft.com/ink/2010/main" type="paragraph" rotatedBoundingBox="948,11212 10057,10896 10141,13342 1033,13658" alignmentLevel="1"/>
          </emma:interpretation>
        </emma:emma>
      </inkml:annotationXML>
      <inkml:traceGroup>
        <inkml:annotationXML>
          <emma:emma xmlns:emma="http://www.w3.org/2003/04/emma" version="1.0">
            <emma:interpretation id="{50673F39-164C-4A18-9B40-8FC81DF8474D}" emma:medium="tactile" emma:mode="ink">
              <msink:context xmlns:msink="http://schemas.microsoft.com/ink/2010/main" type="line" rotatedBoundingBox="948,11212 10057,10896 10141,13342 1033,13658"/>
            </emma:interpretation>
          </emma:emma>
        </inkml:annotationXML>
        <inkml:traceGroup>
          <inkml:annotationXML>
            <emma:emma xmlns:emma="http://www.w3.org/2003/04/emma" version="1.0">
              <emma:interpretation id="{1F486EA4-20D0-473F-97D7-8A1AEDB4854C}" emma:medium="tactile" emma:mode="ink">
                <msink:context xmlns:msink="http://schemas.microsoft.com/ink/2010/main" type="inkWord" rotatedBoundingBox="955,11404 5255,11255 5334,13509 1033,13658"/>
              </emma:interpretation>
              <emma:one-of disjunction-type="recognition" id="oneOf9">
                <emma:interpretation id="interp21" emma:lang="" emma:confidence="1">
                  <emma:literal/>
                </emma:interpretation>
              </emma:one-of>
            </emma:emma>
          </inkml:annotationXML>
          <inkml:trace contextRef="#ctx0" brushRef="#br0" timeOffset="311935.9146">201 10664 347 0,'0'0'63'0,"-16"-10"91"0,5 3 34 16,11 7 11-16,-16-15 1 0,9 11-10 0,7 4-4 0,-8-15-10 16,8 15 2-16,0-16 4 0,0 16 2 0,15-14-2 15,-3 3-1-15,4 3 1 0,4 1-2 0,5-4-8 16,3 1-5 0,-3 2-9-16,1-1-9 0,1 9-3 0,-4-2-5 0,7-3-3 0,-11 5-14 15,-19 0-4-15,41 0-11 0,-25 6-14 0,1 4 3 16,-6-1 1-16,2 0 0 0,-6 6-5 0,-1-4-5 15,-4 7 1-15,-2 1-1 0,-2 0-2 0,-3 7 1 16,5 0-3-16,-8 0-2 0,2 1-4 0,-4-3-6 16,-3 1-4-16,5-3-7 0,-4 4-6 0,-1-2-2 15,3-6-4-15,-1-3-4 0,1 0-7 0,2-2-2 0,0 0 13 16,3-5-14-16,-1 0 0 0,6-8-1 0,-8 15 1 16,8-15-2-16,0 0-1 0,0 0-6 0,0 0-2 15,0 0 0-15,0 0-5 0,0 0-1 0,0 0 0 16,6-51-1-16,2 27-4 0,-1-3 3 0,6 0-2 15,-4-2-3-15,3-1-3 0,2-6-1 0,2 1-4 16,-2-4 1-16,-1 10 2 0,-3 1-2 0,3 2 2 16,0 0-3-16,-4 1 2 0,2 2 0 0,-3 5 3 15,2 3 2-15,-4 1 5 0,3-5 4 0,-8 7 13 16,9 3 2-16,-10 9 9 0,6-14 2 0,-6 14-4 0,0 0-8 16,0 0-2-16,0 0 3 0,0 0 6 15,0 0-1-15,-32 42 3 0,19-21 4 0,4 4 6 0,1 3-1 16,-4 10-1-16,-2 0-6 0,7-1-1 0,4-7-6 15,-2 0-5-15,2 0-6 0,5 11 0 16,-1-15-2-16,6 1-7 0,-1 3 3 0,7-8-4 0,-3 5-1 16,9-2-4-16,-3-5-18 0,-1-5-28 0,5 3-27 15,3-3-24-15,6-3-33 0,-2 1-58 0,3-4-60 16,4-9-44-16,-5 0-59 0,3 0-57 0,-1-6-72 16,-1-3-432-16,5-1-974 0,-6 0 430 0</inkml:trace>
          <inkml:trace contextRef="#ctx0" brushRef="#br0" timeOffset="312201.5496">1252 10694 144 0,'0'0'410'0,"0"0"-9"0,0 0 1 15,0 0 12-15,0 0 2 0,0 0-12 0,0 0-14 16,0 0-18-16,53-26-13 0,-32 20-16 0,3-2-13 15,4-3-11-15,13-4-6 0,-1 1 13 0,8-2-30 16,-2 5-43-16,1-5-24 0,1 7-26 0,-3-3-20 16,1 0-19-16,-1 2-21 0,0-6-42 0,-13 12-42 15,-1-4-44-15,-10 5-38 0,1-2-42 0,-6-2-35 16,0 4-31-16,-16 3-36 0,18-8-44 0,-12-2-31 16,-6 10-35-16,0 0-19 0,0 0-28 0,0 0-24 0,-27-17-21 15,13 11-44-15,-4 1-258 0,-1 3-726 0,-4-1 321 16</inkml:trace>
          <inkml:trace contextRef="#ctx0" brushRef="#br0" timeOffset="312420.7309">1515 10357 43 0,'-23'-7'378'0,"11"2"-5"0,12 5-10 0,-15-2-16 16,15 2-20-16,0 0-16 16,0 0-9-16,0 0-3 0,0 0 0 0,0 0-6 0,-14 15-6 0,14-15 2 0,3 22-5 15,0-4-5-15,-1 6-8 0,3 4-13 16,-1-2-17-16,0 3-23 0,-3 3-18 0,6 7-20 15,-4-9-19-15,0 11-17 0,-3-13-13 0,6 13-11 0,-4-1-17 16,3-1 0-16,-4-3-44 0,4-7-32 0,-3 12-41 16,3-15-45-16,-4 2-40 0,4-2-56 15,-2-4-53-15,2-3-57 0,-3 1-49 0,3-6-56 0,-2-2-58 16,3 0-369-16,-4-3-862 0,-2-9 381 0</inkml:trace>
          <inkml:trace contextRef="#ctx0" brushRef="#br0" timeOffset="312951.9486">1956 10531 220 0,'6'-27'451'0,"4"2"-29"0,8 1-16 16,-1 2-12-16,4 3-19 0,7-4-23 15,-1 5-25-15,0 3-30 0,4 2-27 0,-1 3-23 16,-1-1-27-16,3 4-22 0,-6 2-19 0,-2 3-21 0,-3 2-12 15,-21 0-16-15,32 3-13 0,-18 3-13 0,-14-6-7 16,21 17-10-16,-13-7-8 0,-3 9-9 0,-5-1 0 16,0 6-13-16,-5 2-7 0,-3-4-6 0,0 5-3 15,-5-4-6-15,-1 3-8 0,1 0-6 0,-3 4-8 16,0-4-1-16,-2-4-1 0,-1 1-3 0,-2 2-1 16,7-9-3-16,-1 3 2 0,4-2 0 0,-4-3-6 15,3 4-3-15,2-8 2 0,-3 2 2 0,5-5-5 16,8-7 1-16,-14 13 2 0,14-13-2 0,-2 7 2 0,2-7 1 15,0 0 0-15,0 0 2 0,0 0 0 16,0 0 1-16,0 0 7 0,0 0 5 0,43-22-1 0,-33 13 8 16,4 0-2-16,1 1 0 0,-1 1 6 0,4 0 4 15,0-3 1-15,1 4 8 0,-1-2 3 0,-1 3 2 16,1-1 0-16,1 3 6 0,2-1-4 0,0 4 1 16,-21 0-7-16,35 4-1 0,-19 2-3 0,5 2-1 15,-7 2-1-15,6 2 6 0,-9 0 0 0,3 0-2 16,-2 7-2-16,-3 2-4 0,-1 4 5 0,-3-1 1 15,0 0-4-15,-8 2 0 0,1 1-6 0,-4-1 3 16,-4 0-5-16,-1 0-4 0,1-4-1 0,-3 1-3 16,-6-2-1-16,1-2-2 0,-1-5-5 0,-5 2-9 15,-2-5-19-15,2 0-18 0,2-6-26 0,-5-2-20 16,-7-3-40-16,3-3-19 0,-2-2-21 0,-11-9-20 0,16-2-21 16,-1 4-20-16,-11-5-30 0,3-2-26 0,0-5-29 15,14 3-37-15,2-2-50 0,1-1-296 16,4-1-747-16,1 2 331 0</inkml:trace>
          <inkml:trace contextRef="#ctx0" brushRef="#br0" timeOffset="314451.8618">2800 10460 304 0,'-2'-5'473'0,"2"5"-9"0,0 0-12 0,0 0-22 16,-3-12-21-16,3 12-27 0,0 0-16 0,0 0-15 0,0 0-9 16,0 0-13-16,0 0-10 0,0 0-20 0,15 42-13 15,-12-27-13-15,-2-3-11 0,6 4-28 0,-2 1-11 16,-2 0-18-16,2-1-17 0,3 1-10 0,-4-2-21 15,3 3-13-15,-1 1-11 0,2-4-8 0,0 0-11 16,0-2-13-16,5 3-5 0,-3-3-9 0,4 1-8 16,1-3-3-16,2 2-11 0,-5-2-5 0,8-2-8 15,-2-1-4-15,0-4-6 0,1 1-2 0,-1-4-37 16,-18-1-3-16,40-5 0 0,-23 2 0 0,3-2 0 16,-4-2 0-16,3-1 0 0,-5-5 0 0,9-6 0 15,-4-2 0-15,-4-3 0 0,-3-2 0 0,3-2 0 0,-1-7 0 16,-7 5 0-16,2-7 0 0,-4 8 0 0,3 3 0 15,-5 0 0-15,1 7 0 0,-3 2 0 0,1-2 0 16,1 4 0-16,0 5 0 0,-3 10 0 0,0-16 0 16,0 16 0-16,2-11 0 0,-2 11 0 0,0 0 0 15,0 0 0-15,0 0 0 0,0 0 0 0,-2 50 0 16,2-22 0-16,2 8 0 0,4 4 0 0,-6 3 0 16,7 8 0-16,-3-3 0 0,3 5 0 0,2 20 0 15,1 1 0-15,0 4 0 0,-1-4 0 0,-1-3 0 0,7 2 0 16,-4-2 0-16,0 2 0 0,1 2 0 15,-6-20 0-15,-3 23 0 0,-3-4 0 0,0-20 0 0,0 0 0 16,-1 21 0-16,-6-21 0 0,-1 0 0 0,-2-4 0 16,-1 0 0-16,8 3 0 0,-10-5 0 0,-1-2 0 15,-1 4 0-15,1-9 0 0,-5-3 0 0,3-2 0 16,3-10 0-16,0-5 0 0,2-6 0 0,-1 0 0 16,-2-4 0-16,0 4-1 0,-1-7-95 0,1-5 10 15,-1 4 4-15,15-7 11 0,-30-7 6 0,15 0 9 16,1-3 21-16,1-6 11 0,0 0 37 0,4-10 1 15,-3 0 9-15,3-4 8 0,1-11 2 0,1-4 13 0,-1-5-3 16,5-23-1-16,8 0 4 0,3-6-5 16,0-2 2-16,6 3 2 0,7-3 4 0,6-1-2 0,9 9-47 15,6-2 0-15,-2 5 0 0,1 6 0 0,3 1 0 16,-9 18 0-16,8-15 0 0,-7 15 0 0,-3-1 0 16,-5 5 0-16,2 3-220 0,-6-3-112 0,2 1-54 15,-13 13-66-15,-2 0-71 0,0 0-89 0,-8 1-333 16,2 7-1023-16,0 4 453 0</inkml:trace>
          <inkml:trace contextRef="#ctx0" brushRef="#br0" timeOffset="311439.4003">-385 10415 3815 0,'-16'7'215'0,"-3"-1"-128"0,-2-6-37 16,0 3 48-16,-8-3 43 0,29 0 22 0,-37-2 21 15,37 2 7-15,-28 0-13 0,28 0-4 0,-21 0-19 0,21 0-16 16,-15-8-14-16,15 8-7 0,0 0-12 0,5-19-6 15,-5 19-1-15,0 0-3 0,8-19-5 0,2 7-4 16,4 3 5-16,4-3-4 0,-2 0-9 0,0 2-9 16,-2-1-8-16,7 4-4 0,2-9-5 0,2 8-7 15,-1-1-4-15,4 0-7 0,-9 5-2 0,-1-2-4 16,2 1 1-16,0 4-13 0,-20 1 1 0,30-1 3 16,-30 1-7-16,23 7 4 0,-12-1 1 0,-1 5-8 15,-2 4 4-15,-2 1-2 0,2 9-7 0,-3-3-1 16,-5 5 0-16,1 3 2 0,-2 12 4 0,-7-8-2 0,0 7-1 15,0-12-2-15,-10 12-8 0,2-2 7 0,-11-1-6 16,3-1-5-16,-4 1 9 0,0-4-2 16,2-1 6-16,-5-2 0 0,6-2 1 0,1-4 2 0,1-2-3 15,-2-5 16-15,4 0 2 0,-3 0 5 0,3-4 7 16,6-5-8-16,9 1 7 0,-7-3-7 0,3-2-9 16,10-5 12-16,-14 11-15 0,14-11 18 0,-8 8-14 15,8-8 3-15,0 0 18 0,0 0 3 0,0 0-3 16,0 0 10-16,0 0-17 0,0 0 2 0,59-22 10 15,-31 13-12-15,0-1-11 0,1-3-9 0,5 3 7 16,8-5-13-16,-10 7 4 0,10-5-7 0,1 3-18 0,2-5-12 16,-3 4-20-16,1-1-25 0,-1 2-31 0,1-1-30 15,0-1-35-15,-8 5-41 0,7-5-45 0,-5-2-34 16,-5 7-33-16,0-2-31 0,-4-1-28 0,-9 3-29 16,-3-5-28-16,0 4-56 0,-5-3-260 0,-1 3-811 15,-10 8 360-15</inkml:trace>
        </inkml:traceGroup>
        <inkml:traceGroup>
          <inkml:annotationXML>
            <emma:emma xmlns:emma="http://www.w3.org/2003/04/emma" version="1.0">
              <emma:interpretation id="{7F20A6F0-DB72-4C6B-BA49-3492CAFC8845}" emma:medium="tactile" emma:mode="ink">
                <msink:context xmlns:msink="http://schemas.microsoft.com/ink/2010/main" type="inkWord" rotatedBoundingBox="5512,11053 10057,10896 10099,12120 5554,12277"/>
              </emma:interpretation>
            </emma:emma>
          </inkml:annotationXML>
          <inkml:trace contextRef="#ctx0" brushRef="#br0" timeOffset="314842.436">3926 10562 181 0,'0'0'558'15,"-16"2"-30"-15,16-2-27 0,0 0-18 0,0 0-9 16,0 0-21-16,0 0-22 0,0 0-37 0,0 0-25 16,37-28-25-16,-3 19-12 0,9-2-29 0,2 3 2 15,5 0-36-15,-1-6-24 0,0 7-27 0,0-8-18 0,1 10-28 16,-3-2-11-16,9 0-46 0,-7-4-57 16,-15 6-55-16,-2-2-53 0,-11 6-64 0,0-5-65 0,-7-1-57 15,4 2-54-15,-18 5-46 0,0 0-64 0,10-8-33 16,-10 8-411-16,0 0-913 0,0 0 404 0</inkml:trace>
          <inkml:trace contextRef="#ctx0" brushRef="#br0" timeOffset="315041.2426">4061 10241 15 0,'-14'-7'461'0,"-1"3"-16"16,15 4-27-16,-21-6-29 0,21 6-23 0,0 0-11 0,-14-5-6 15,14 5-2-15,0 0-12 0,0 0-19 0,8 30-20 16,-2-18-17-16,2 6-16 0,-1 13-21 0,7 4-16 15,-7-7-15-15,1 16-20 16,-4-2-12-16,3 4-12 0,-6-1-28 0,6 2-13 0,-4-4-20 16,3 0-23-16,-2 4-40 0,-3-6-51 0,1 3-55 15,3-5-55-15,-2-1-58 0,-3-9-62 0,0 1-66 16,0-6-78-16,0-2-101 0,-2-3-280 0,2-6-826 16,-1 0 365-16</inkml:trace>
          <inkml:trace contextRef="#ctx0" brushRef="#br0" timeOffset="315445.7383">4618 10524 21 0,'11'-39'631'16,"0"2"-61"-16,0 6-43 16,1 4-41-16,0 2-41 0,1 3-39 0,-3 4-24 0,1 5-28 0,-3-1-25 15,0 2-26-15,-3 5-31 0,-5 7-23 0,8-11-19 16,-8 11-21-16,0 0-12 0,0 0-22 0,0 0-12 15,0 0-11-15,0 0-15 0,0 0-9 0,-40 23-17 16,32-13-8-16,0 2-13 0,0 0-17 0,0 2-2 16,1-3-4-16,1 3-9 0,0-1-2 0,6 5-9 15,-2-5-9-15,4 5 0 0,-1-3-6 0,6 1-2 16,1 0 1-16,4-4-8 0,8 8 17 0,-3-6-15 0,7 3-1 16,0-1-5-16,12 7-1 0,-12-8-5 15,3 1 3-15,0 1 0 0,1-1-2 0,-1 0 0 16,-5 2-1-16,2-6 3 0,-1 6-9 0,-2-3-6 0,-7 0 13 15,-1-3-4-15,0 6 0 0,-5-4 6 16,0 5-1-16,-3 0-4 0,-4 0-3 0,-1 1 0 16,-1 1-2-16,-12-1 4 0,5 2 2 0,-7 0-9 0,-4-2-9 15,-2 0-18-15,-3-3-27 0,-3-3-20 0,-2-2-31 16,2 0-29-16,-2-4-41 0,-19-2-30 0,17-5-46 16,-14-4-28-16,-3-6-22 0,0-1-31 0,5-2-40 15,0-11-40-15,-1 0-57 0,1-4-275 0,1-2-801 16,4-4 356-16</inkml:trace>
          <inkml:trace contextRef="#ctx0" brushRef="#br0" timeOffset="315664.4675">4576 10257 93 0,'21'-6'515'0,"-21"6"-7"0,29-2-14 0,-12-1-16 15,-17 3-25-15,40 0-28 0,-7-3-40 0,-3 1-35 16,-1 2-43-16,19-7-27 0,-5 6-27 0,-9 0-35 16,13 1-42-16,-1-5-54 0,-3 1-65 0,-10 0-71 0,8-3-58 15,-10 3-69-15,1 1-77 0,-10 2-87 16,7-3-110-16,-2 0-244 0,1-4-713 0,-14 5 316 0</inkml:trace>
          <inkml:trace contextRef="#ctx0" brushRef="#br0" timeOffset="316138.8692">5361 10217 16 0,'0'0'392'0,"0"0"-39"16,-10 9-22-16,10-9-9 0,0 0-5 0,0 0-10 15,0 0-1-15,42 1-14 0,-17-2-16 0,3 1-18 16,7-3-19-16,8-3-17 0,5-3-13 0,-3 5-15 16,2-4-11-16,-1 5-19 0,1-8-18 0,-4 7-13 0,-11-2-12 0,4-1-9 15,-4 1-15-15,-4 0-5 0,-10 1-8 0,3 1-5 16,0 3 6-16,-7-5 13 0,-14 6 12 0,21-7-6 15,-21 7-8-15,8-6-14 0,-8 6-6 0,0 0-8 16,0 0-6-16,0 0-6 0,0 0-6 0,0 0 2 0,-42 34-4 16,26-17-6-16,-4 4-6 0,2 2 3 15,-8 10-2-15,2 2-4 0,-2 2 4 0,-1 3 0 0,5-2-2 16,-6 3-1-16,6 1-2 0,1 0-1 0,0 0-3 16,5-2-3-16,-5 2-5 0,7-5-1 15,0-9 0-15,1 10-3 0,-2-10 1 0,4-6-5 0,0 4-2 16,1-3 1-16,2-4-2 0,2-4 0 0,-1-1-1 15,1-5-3-15,1 1 2 0,5-10-2 0,-3 13 3 16,3-13-2-16,0 0 2 0,0 0 7 0,0 0 4 16,24 3 1-16,-24-3-1 0,37-4-2 0,-10-3-6 15,2-1-2-15,6 1 3 0,7 2 0 0,1-5-7 16,7 4 5-16,-2-1-20 0,-3-3-23 0,5-1-34 16,-2 3-38-16,-3 1-47 0,1-4-49 0,-15 4-59 0,1 0-57 15,-5-1-67-15,5-4-78 0,-14 1-376 0,1 3-908 16,-4-6 403-16</inkml:trace>
          <inkml:trace contextRef="#ctx0" brushRef="#br0" timeOffset="316466.9749">6431 10685 211 0,'-7'17'430'0,"7"-5"-24"0,0 6 2 0,7-6 18 15,7 3 24-15,7-3 7 0,8 2-11 0,1-4-12 0,18-4-11 16,10-3-26-16,0 1-37 0,5-4-41 0,23 0-30 16,-9 0-46-16,-14-4-52 0,12-4-69 0,-16 2-74 15,-7 3-78-15,-2-8-73 0,3 2-75 0,-4-6-69 16,-12 0-74-16,2-4-67 0,-10 3-412 0,3-9-864 15,-5 4 382-15</inkml:trace>
          <inkml:trace contextRef="#ctx0" brushRef="#br0" timeOffset="316295.0752">6450 10443 36 0,'21'-9'492'16,"-7"4"22"-16,4-2 26 0,9 2 22 0,16 2 16 15,15-8 8-15,-2 4-17 0,23 1-48 0,-21-1-51 0,25 1-54 16,-20 5-38-16,-2-2-50 0,0 3-83 0,-4-3-84 16,-5 2-66-16,-3-4-79 0,-13 3-81 0,-12-3-79 15,-5 1-65-15,-4-3-63 0,-15 7-60 0,0 0-57 16,0 0-76-16,0 0-308 16,-39-18-835-16,7 14 370 0</inkml:trace>
          <inkml:trace contextRef="#ctx0" brushRef="#br0" timeOffset="317045.0293">7862 9979 208 0,'3'-11'442'0,"-3"11"-7"0,13-19-7 0,-12 14-3 16,-1 5-3-16,8-15-21 0,-8 15-24 0,5-9-31 16,-5 9-33-16,0 0-31 0,0 0-22 0,0 0-15 15,0 0-15-15,0 0-18 0,-13 36-10 0,12-19-14 16,-1 2-7-16,-1 7-10 0,1-3-12 0,2 4-4 16,2 3-9-16,3-1-2 0,1 9-11 0,-3-10-6 0,10 9-10 15,2 1 6-15,-1 4-12 0,7-2-7 0,-2 0 0 16,5-2-11-16,-3-2-1 0,6 0 2 15,1 1-12-15,2 2 0 0,1-5-8 0,1 3-3 0,-2-3 2 16,-1-1-19-16,0-2 5 0,-8-6-25 0,-2 0-9 16,-3-7 6-16,-1 4-17 0,-6-7 12 0,1 1-10 15,-5-3-5-15,-1-3-18 0,-4 2-6 0,-6 1-8 16,-2 0-33-16,-5-1-17 0,-4 0-15 0,-11-3-7 16,-2 0-14-16,-12 3-5 0,-6-5-4 0,3-1 7 15,-5-6 4-15,2 0 11 0,-3-5 9 0,3-3 7 16,4 0 12-16,1-2 12 0,1 2 11 0,13-4 17 15,2 2 18-15,11-2 21 0,0 1 14 0,5-1 10 16,1-4 4-16,4 2 8 0,4-1 9 0,5-3 4 16,4-1 4-16,7-1-11 0,6 0 7 0,2-2 3 0,12-6 14 15,3 1 21-15,6-3 25 0,0 4 35 0,7-1 40 16,17-18 18-16,1 5-218 0,-4-1 0 0,-18 6 0 16,3-3 0-16,5-14 0 0,-17 11 0 0,-5 0 0 15,-5 1 0-15,-4-5 0 0,-6 0 0 0,-7 5 0 16,-3 0 0-16,-12-1 0 0,-3 3 0 0,-4 0 0 15,-5 10 0-15,-6-6 0 0,-7 6 0 0,3 8 0 16,-9 2 0-16,-5-1 0 0,-1 5 0 0,-3 6 0 0,3 1 0 16,-1 2 0-16,-2 3 0 0,2 2 0 15,9 3 0-15,-1 2-214 0,6 2-246 0,-10 6-65 16,12-1-110-16,1 0-425 0,-3-5-1148 0,5 3 508 0</inkml:trace>
        </inkml:traceGroup>
      </inkml:traceGroup>
    </inkml:traceGroup>
    <inkml:traceGroup>
      <inkml:annotationXML>
        <emma:emma xmlns:emma="http://www.w3.org/2003/04/emma" version="1.0">
          <emma:interpretation id="{FAFFF69C-3928-4AE8-8F73-2D9EED87FCAD}" emma:medium="tactile" emma:mode="ink">
            <msink:context xmlns:msink="http://schemas.microsoft.com/ink/2010/main" type="paragraph" rotatedBoundingBox="1427,12822 10963,12819 10964,14316 1428,14319" alignmentLevel="1"/>
          </emma:interpretation>
        </emma:emma>
      </inkml:annotationXML>
      <inkml:traceGroup>
        <inkml:annotationXML>
          <emma:emma xmlns:emma="http://www.w3.org/2003/04/emma" version="1.0">
            <emma:interpretation id="{2194BCDC-706F-4B66-939F-73AFE16F1EC9}" emma:medium="tactile" emma:mode="ink">
              <msink:context xmlns:msink="http://schemas.microsoft.com/ink/2010/main" type="line" rotatedBoundingBox="1427,12822 10963,12819 10964,14316 1428,14319"/>
            </emma:interpretation>
          </emma:emma>
        </inkml:annotationXML>
        <inkml:traceGroup>
          <inkml:annotationXML>
            <emma:emma xmlns:emma="http://www.w3.org/2003/04/emma" version="1.0">
              <emma:interpretation id="{84A5ADC9-A16C-48B6-814E-B3C8EDA005FB}" emma:medium="tactile" emma:mode="ink">
                <msink:context xmlns:msink="http://schemas.microsoft.com/ink/2010/main" type="inkWord" rotatedBoundingBox="1427,12822 4698,12821 4699,14318 1428,14319"/>
              </emma:interpretation>
              <emma:one-of disjunction-type="recognition" id="oneOf10">
                <emma:interpretation id="interp22" emma:lang="" emma:confidence="1">
                  <emma:literal/>
                </emma:interpretation>
              </emma:one-of>
            </emma:emma>
          </inkml:annotationXML>
          <inkml:trace contextRef="#ctx0" brushRef="#br0" timeOffset="320308.4505">2171 12508 320 0,'-29'0'485'16,"29"0"-21"-16,0 0-13 0,0 0-12 0,0 0-8 16,0 0-18-16,0 0-27 0,0 0-14 0,0 0-30 15,0 0-23-15,79-6-14 0,-36-1-7 0,4 4 1 16,-2-2-3-16,4 0-19 0,7-2-26 0,-3-2-23 15,7 2-24-15,-1 4-16 0,-3-4-19 0,0 0-23 0,-3 2-17 16,-5-2-27-16,2 0-34 0,-8 0-47 0,-10 2-41 16,-3 1-39-1,-8-3-35-15,0 4-38 0,-9-4-42 0,-2 3-49 0,-10 4-44 0,11-8-48 16,-11 8-41-16,0 0-38 0,-11-23-47 16,11 23-381-16,-27-14-890 0,9 5 394 0</inkml:trace>
          <inkml:trace contextRef="#ctx0" brushRef="#br0" timeOffset="320527.1871">2540 12167 127 0,'-22'-7'388'0,"22"7"-8"0,-18-5 6 0,18 5-27 16,0 0-24-16,-16-2-18 0,16 2-2 0,0 0 3 16,0 0-3-16,-7 25-10 0,9-10-5 0,-2 4-6 15,0 4-13-15,5 4-6 0,-5 2 0 0,1 2-19 16,6 11-13-16,-7-1-30 0,0-1-16 0,0 2-24 15,2-2 0-15,2-1-36 0,3 1-9 0,-6-1-21 16,3-9-32-16,-1-1-43 0,-2 4-41 0,3 5-50 0,-3-10-57 16,-1 0-69-16,5-2-55 0,-3-7-55 0,-2 6-60 15,1-9-83-15,-2 3-397 0,-1-7-904 16,-1-1 400-16</inkml:trace>
          <inkml:trace contextRef="#ctx0" brushRef="#br0" timeOffset="319187.99">185 11720 366 0,'0'0'416'0,"0"0"17"0,0 0 1 15,0 0-10-15,8-37-29 0,-8 37-34 0,0 0-31 16,0 0-26-16,0 0-14 0,0 0-14 0,0 0-16 16,0 54-14-16,-2-28-20 0,-3 0-21 0,-3 2-10 15,0 10-14-15,-3 1-19 0,-5 2-28 0,2 0-12 16,-7 0-14-16,-6 2-6 0,4-2-10 0,-6-1-11 15,7 2-7-15,-7-1-5 0,2 0-4 0,-7-4-2 0,11-3-10 16,6-8-4-16,-2-2-5 0,2 1-4 0,5-3-3 16,-1-6-4-16,6-1-5 0,4-1-3 15,0-3 2-15,3-11-8 0,10 20 10 0,-2-13-8 0,6-3-5 16,2 3 2-16,13-4 0 0,0-1-5 0,3-2-2 16,3 2 3-16,9-9-5 0,-1 0 4 0,2 3-1 15,-2-4-1-15,-9 4-3 0,9-11 10 0,-4 1-12 16,-7 3 1-16,-3-1 3 0,-2-3 10 0,2 3 15 15,-5-6 6-15,-2 4 14 0,-1-1-2 0,-2-1 8 16,-4 1 3-16,-6-3 11 0,4 3 24 0,-6 0 8 16,-1 0 6-16,-3 0-1 0,1 3 2 0,-1-6-6 15,-3 18-6-15,-8-20-73 0,6 10-29 0,2 10 0 16,-11-16 0-16,3 8 0 0,8 8 0 0,-15-7 0 0,15 7 0 16,0 0 0-16,-36 7 0 0,21 5 0 15,-6 3 0-15,5 8 0 0,-3 1 0 0,-2 12 0 16,5 2 0-16,2 7 0 0,6 0 0 0,1 0 0 0,2 3 0 15,4 8 0-15,2-3 0 0,-1 18 0 0,5-25 0 16,5 3 0-16,-4-1 0 0,1 1 0 0,1-7 0 16,4-1 0-16,-3-4 0 0,-5-6 0 0,4-3 0 15,-1-5-220-15,-4 1-77 0,2-5-19 0,-2-9-51 16,2 7-26-16,-4-8-34 0,-1-9-38 0,7 11-42 16,-7-11-360-16,0 0-938 0,0 0 414 0</inkml:trace>
          <inkml:trace contextRef="#ctx0" brushRef="#br0" timeOffset="319762.2795">778 12492 137 0,'8'-13'393'0,"-1"-2"-24"0,1 3-24 0,0-2-2 15,6 6-9-15,4-4-11 0,-2 0-5 0,0 3-37 0,3 2-25 16,10-3-22-16,-3 8-16 0,0 2-27 0,1 0-15 15,-5 3-12-15,-1 2-20 0,0 2-10 0,-2 4-8 16,2 3-12-16,-3 1-8 0,-4 4-8 0,4 4-1 16,-7 0-10-16,-4 3-7 0,-1 0-4 0,-1 2-7 15,-4 0-8-15,-1-2-3 0,-4 5-6 0,-3-9-5 16,-1 9-3-16,0-9-3 0,-5 5-5 0,5-3 1 16,-6-1-3-16,1-3 0 0,2 4-6 0,-2-10-2 15,3 0-2-15,-1-6 3 0,-2 7-5 0,4-5 0 16,1-5 4-16,8-5 1 0,-13 14 1 0,13-14 0 0,-13 7 1 15,13-7-1-15,0 0-5 0,0 0 3 16,0 0-10-16,0 0-1 0,-2-33 2 0,7 18 0 16,3 1-7-16,2-4-2 0,3-4 3 0,1-6-2 0,-1 4-9 15,3-2 9-15,3-14-1 0,0 7-3 0,1-2-2 16,0 2 1-16,1-2 3 0,-6 9-7 0,1-3 5 16,5-8 2-16,-5 12-1 0,3 0 2 0,-8-1 3 15,0 3 5-15,4-2-1 0,-4 6 4 0,-1 5 4 16,-4-2 9-16,1 1 12 0,-6 8 11 0,-1 7-3 15,5-13-1-15,-5 13-5 0,0 0-2 0,0 0 2 16,0 0 1-16,0 0 1 0,-47 23 8 0,31-7 0 16,-4 6 10-16,-1 3 12 0,-2 8 5 0,-1 5 2 15,3 0 3-15,2 0 2 0,3 5-15 0,3 0-4 16,4-1-7-16,2-1-9 0,2-1-4 0,7 1 2 16,4 1-8-16,-1-6-8 0,-2-7-5 0,10 1-5 0,0-4 0 15,0-3-5-15,3-1-9 0,-3-5-9 0,3-7-17 16,0 1-23-16,3-4-17 0,0-1-18 0,-1-4-23 15,-18-2-23-15,42-2-30 0,-21-1-36 0,-1-4-48 16,3-9-32-16,4-1-27 0,-4 0-30 0,-4 1-47 16,3-1-56-16,1-4-65 0,-9 2-316 0,7 0-869 15,-5 0 386-15</inkml:trace>
        </inkml:traceGroup>
        <inkml:traceGroup>
          <inkml:annotationXML>
            <emma:emma xmlns:emma="http://www.w3.org/2003/04/emma" version="1.0">
              <emma:interpretation id="{337C61F8-8F55-40DE-A2F1-89709B5C64FA}" emma:medium="tactile" emma:mode="ink">
                <msink:context xmlns:msink="http://schemas.microsoft.com/ink/2010/main" type="inkWord" rotatedBoundingBox="4695,13177 10963,13175 10964,14106 4696,14108"/>
              </emma:interpretation>
              <emma:one-of disjunction-type="recognition" id="oneOf11">
                <emma:interpretation id="interp23" emma:lang="" emma:confidence="0.5">
                  <emma:literal>52=2</emma:literal>
                </emma:interpretation>
                <emma:interpretation id="interp24" emma:lang="" emma:confidence="0.5">
                  <emma:literal>5 2=2</emma:literal>
                </emma:interpretation>
                <emma:interpretation id="interp25" emma:lang="" emma:confidence="0.5">
                  <emma:literal>52 = n</emma:literal>
                </emma:interpretation>
                <emma:interpretation id="interp26" emma:lang="" emma:confidence="0.5">
                  <emma:literal>52=1 n</emma:literal>
                </emma:interpretation>
                <emma:interpretation id="interp27" emma:lang="" emma:confidence="0">
                  <emma:literal>52 = .</emma:literal>
                </emma:interpretation>
              </emma:one-of>
            </emma:emma>
          </inkml:annotationXML>
          <inkml:trace contextRef="#ctx0" brushRef="#br0" timeOffset="321440.6557">3235 12238 73 0,'0'0'456'0,"-7"-12"-4"0,7 12 8 0,0 0-4 16,-3-12-11-16,3 12-26 0,0 0-31 0,0 0-35 0,0 0-29 15,0 0-22-15,0 0-22 0,0 0-15 0,0 0-17 16,0 0-14-16,0 0-15 0,-13 35-17 0,13-35-19 15,-1 19-3-15,2-4-21 0,-4-3-15 0,0 3-7 16,3 0-15-16,-2 1-12 0,4-3-9 0,-2 6-13 16,5-4-10-16,3 1-4 0,-2-4-11 0,4 5-3 15,1-5-4-15,3 6-5 0,4-2-5 0,-4-3-10 16,1 1-3-16,6 1-1 0,0 3-3 0,0-4-2 16,-5 2-1-16,0-5-7 0,-2 1-2 0,5 6 15 0,-4-3-17 15,2-4 2-15,-1 11-8 0,-1-9-1 0,-4 0 2 16,-1 3 2-16,-2 2-2 0,-2-6-4 15,-1 6 10-15,-3 1-13 0,-2-3 2 0,-2 2 1 0,-6-2-1 16,2 3 4-16,-6 2-13 0,3-9-1 0,-11 7-14 16,0-4-7-16,5 0-13 0,1-3-18 0,-4-2-15 15,-8 0-25-15,-1-4-23 0,6 0-26 0,-3-1-28 16,2-3-35-16,-4-4-30 0,-3-9-35 0,0-1-33 16,7 4-46-16,-5-10-59 0,4-4-88 0,2 1-260 15,-1-15-823-15,-4 2 364 0</inkml:trace>
          <inkml:trace contextRef="#ctx0" brushRef="#br0" timeOffset="321623.0212">3124 12367 379 0,'3'-13'440'0,"-3"13"-1"0,8-10 9 0,-8 10 2 0,18-12-14 0,-8 5-30 15,4-1-34-15,0 1-37 0,7 1-34 0,5-3-33 16,0 2-27-16,7 2-23 0,1 0-33 0,-2-1-41 0,3 2-66 15,7-3-65-15,-2-5-72 0,0 2-66 0,-8 6-80 16,-1 0-87-16,3-1-118 0,-4 2-267 16,-1 0-734-16,0-1 324 0</inkml:trace>
          <inkml:trace contextRef="#ctx0" brushRef="#br0" timeOffset="322076.1136">4011 12317 382 0,'-14'5'396'0,"14"-5"-31"0,0 0-12 16,0 0-16-16,0 0-7 0,0 0-26 0,0 0-19 16,56 0-36-16,-27-1-24 0,13-6-28 0,-1 0-10 15,-1 0-8-15,9-5-10 0,-6 4 0 0,2 0-9 0,1-5-15 16,2 6-16-16,-16-2-12 0,1 1-6 16,-3 1-11-16,12-2-7 0,-18 2-7 0,-3 0-2 15,0 3-2-15,-7 3-8 0,-14 1-5 0,24-6-6 0,-24 6 0 16,19-1 4-16,-19 1 3 0,0 0 3 0,12 16 2 15,-12-16-3-15,1 24 0 0,-7-11-2 0,-1 6 0 16,-6 3-1-16,-1 3-1 0,6 3 1 0,-8-1-6 16,-6 10-7-16,2-1-3 0,-4 2-1 0,-1-3-1 15,2-2-2-15,2 1-6 0,-6 0-5 0,6 3-5 16,-1-13 0-16,1 9-8 0,3-11 1 0,0 3 1 16,2-3 1-16,0 4-10 0,-1-4 1 0,7-6 0 15,-3 0-3-15,5-3-4 0,0 1 3 0,0-6-3 16,3 3 2-16,5-11-4 0,-9 12-2 0,9-12 9 15,-3 12 10-15,3-12 17 0,0 0 3 0,0 0 0 16,0 0-6-16,41 2-9 0,-41-2 3 0,47-14 12 16,-23 7-6-16,6-1-20 0,14-3 0 0,4-1 0 0,0 1-5 15,2 2-1-15,-4-4-14 0,2 1-33 16,4 2-37-16,-4 3-48 0,-3-3-47 0,-4 3-64 16,1-2-50-16,-13-1-55 0,0 6-66 0,-2-6-78 0,-11 6-419 15,2-4-971-15,-7 3 430 0</inkml:trace>
          <inkml:trace contextRef="#ctx0" brushRef="#br0" timeOffset="322341.7183">5567 12390 625 0,'0'0'628'0,"26"-10"-12"16,-10 3-13-16,13 0-39 0,2 1-44 0,10-3-45 15,9 3-46-15,0 5-47 0,-1-5-41 0,9 1-59 16,-2 1-67-16,2 3-71 0,-7-1-70 0,6 2-65 16,-9 0-63-16,-18-4-69 0,4 3-59 0,-4-3-36 15,-10 1-46-15,-4 3-49 0,-16 0-47 0,0 0-66 16,0 0-236-16,0 0-716 0,0 0 317 0</inkml:trace>
          <inkml:trace contextRef="#ctx0" brushRef="#br0" timeOffset="322513.6168">5643 12656 72 0,'-19'14'490'0,"11"-7"-53"0,0 0-31 0,8-7-16 0,0 16 4 15,0-16 4-15,16 15 1 0,0-12-38 16,11 2-34-16,16-5-34 0,5 0-30 0,5-1-31 0,8-2-49 15,-1-1-61-15,-4-3-80 0,6-4-70 0,-4 3-65 16,0-4-64-16,-7-2-72 0,4 2-74 0,-4-3-91 16,-6-3-208-16,-3 3-650 0,-1-4 288 0</inkml:trace>
          <inkml:trace contextRef="#ctx0" brushRef="#br0" timeOffset="323089.4994">7101 12354 92 0,'-13'-6'488'0,"-3"-1"-1"0,4-2 8 0,0-1 2 0,-1 2-17 15,7-2-35-15,-7 1-33 0,7-2-21 0,6 11-21 16,-8-19-39-16,8 3-28 0,0 0-34 0,1-1-33 15,6 2-11-15,-1-1-26 16,1-2-14-16,5 3-23 0,3-8-16 0,-2 14-16 0,1-8-14 0,2 7-11 16,-3-4-7-16,3 2-16 0,-1 3-1 0,4 1-11 15,-3 1-9-15,3 3-4 0,-1 2-6 16,-18 2-6-16,40 0-5 0,-24 2-8 0,3 3 2 0,-3 6 2 16,-6 0-12-16,9 5-3 0,0 3-5 0,-1 0-2 15,-10 9-5-15,2-2-7 0,-7 5-7 0,-3-1-1 16,-7 12-8-16,-7 0-12 0,-2-7-5 0,-5 4 2 15,0-2-3-15,-9 1 13 0,-6 2-8 0,-4-4 4 16,2 7 4-16,-4-12 1 0,-1 2-3 0,-1-2 7 16,1-3 13-16,0-4 12 0,9 5 10 0,4-5 10 15,4-5 7-15,5-1 6 0,7-3 17 0,2-3 14 16,1 0-4-16,6-5 11 0,4 5 23 0,1-12 21 16,8 18 18-16,5-8 2 0,3-6 0 0,8-1-108 0,5-2-38 15,3 2 0-15,11-6 0 0,10 0 0 16,0-2 0-16,3-4 0 0,29-8 0 0,2 2 0 0,4-3 0 15,9-4 0-15,1 6 0 0,50-10 0 0,-9 11 0 16,1-6 0-16,-39 14 0 0,42-9 0 0,2 4 0 16,-10 11 0-16,-40-11 0 0,-3 0 0 0,-4 5 0 15,4 5 0-15,-12-3 0 0,-24 6 0 0,1-4 0 16,-9-6 0-16,-9 6 0 0,-10-1 0 0,-11 3 0 16,-2-1 0-16,-19 2 0 0,24 0 0 0,-24 0 0 15,11-5 0-15,-11 5 0 0,0 0 0 0,-32-19 0 16,3 10 0-16,-12-3 0 0,-6 0-1366 0,-3 1-1478 15,-4-5 654-15</inkml:trace>
        </inkml:traceGroup>
      </inkml:traceGroup>
    </inkml:traceGroup>
  </inkml:traceGroup>
</inkml:ink>
</file>

<file path=ppt/ink/ink32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3T08:34:09.823"/>
    </inkml:context>
    <inkml:brush xml:id="br0">
      <inkml:brushProperty name="width" value="0.06667" units="cm"/>
      <inkml:brushProperty name="height" value="0.06667" units="cm"/>
      <inkml:brushProperty name="color" value="#FF0000"/>
      <inkml:brushProperty name="fitToCurve" value="1"/>
    </inkml:brush>
  </inkml:definitions>
  <inkml:trace contextRef="#ctx0" brushRef="#br0">149 376 261 0,'-24'-9'330'0,"-4"-4"-10"0,14 1-20 0,-7-2-13 16,-1-4 7-16,9 3-25 0,1 1-22 0,3-2-10 15,1 4-16-15,8-5-12 0,6 1-19 0,-1-2-10 16,6 1-13-16,4-2-16 0,12 0-11 0,2 5-9 16,3-2-6-16,6 1-6 0,4 4-13 0,-3 3-3 15,-7 2-8-15,-2 2-10 0,6 4-8 0,-8 4-2 16,1 2-2-16,0 2-9 0,-6 3 3 0,-4 1 4 16,2 2-5-16,-8 1 18 0,1 8 3 0,-8-1 6 15,-4 2 0-15,-4 3-3 0,-7 12 3 0,-6-3-10 16,1-7-2-16,-9 8-6 0,1 1-3 0,-4-5-8 15,-4 1-7-15,3-4-5 0,-2 5 1 0,-2-5-11 16,2 4-4-16,0-4 0 0,9-12-6 0,-1-2-1 0,0 5-7 16,0-3 1-16,11-5-4 0,-2-4-6 0,4 7 3 15,0-8 0-15,8-8-1 0,-12 5-3 0,12-5 8 16,0 0-8-16,0 0-2 0,0 0-1 0,0 0-1 16,0 0 0-16,29-48 0 0,-8 27 1 0,6-8-4 15,2-7 0-15,5 3-2 0,-4-7-1 0,1 9 5 16,7-3-6-16,-6-6 0 0,4 6-2 0,-1-4 2 15,-1 4 1-15,-4-2-6 0,1 3 3 0,-1-2-1 16,-4 0-3-16,-1 2 4 0,-4 10 1 0,-3-4 2 16,-4 5 0-16,1-1 1 0,-2 9 5 0,-5-4 5 15,0 3 1-15,-2 4 8 0,-1 4 1 0,-5 7 5 16,3-18-4-16,-3 18 1 0,0 0-11 0,0 0 0 16,0 0-2-16,0 0 0 0,0 0-5 0,0 0 0 0,-43 45 0 15,32-17-3-15,-4 9 3 0,-2 3 0 0,7 3-2 16,2-6 0-16,1 8 2 0,4-6 7 15,3 1-13-15,5-1 1 0,3-3 0 0,3 2 0 0,4-1-2 16,-1-8 1-16,4-8 1 0,3 13 1 0,6-4-5 16,-5-8-9-16,14 3-22 0,4-6-31 15,-10-4-47-15,7 1-58 0,10-2-57 0,-9-4-49 0,6 0-50 16,-12-3-63-16,13-3-88 0,-12-6-347 0,-1-1-888 16,0-6 393-16</inkml:trace>
</inkml:ink>
</file>

<file path=ppt/ink/ink32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3T08:34:10.166"/>
    </inkml:context>
    <inkml:brush xml:id="br0">
      <inkml:brushProperty name="width" value="0.06667" units="cm"/>
      <inkml:brushProperty name="height" value="0.06667" units="cm"/>
      <inkml:brushProperty name="color" value="#FF0000"/>
      <inkml:brushProperty name="fitToCurve" value="1"/>
    </inkml:brush>
  </inkml:definitions>
  <inkml:trace contextRef="#ctx0" brushRef="#br0">0 31 365 0,'0'0'351'0,"0"0"-28"0,0 0-28 0,0 0-28 0,0 0-26 15,0 0-22-15,0 0-20 0,0 0-24 0,0 0-16 16,83-11-17-16,-53 10-15 0,-2-5-8 0,2 5-16 15,2-5-11-15,-8 6-22 0,5-1-23 0,-2-1-38 16,2 0-32-16,-8 2-37 0,0-2-38 0,-21 2-36 16,31 0-37-16,-31 0-39 0,25-1-225 0,-25 1-470 15,0 0 207-15</inkml:trace>
</inkml:ink>
</file>

<file path=ppt/ink/ink32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3T08:34:10.401"/>
    </inkml:context>
    <inkml:brush xml:id="br0">
      <inkml:brushProperty name="width" value="0.06667" units="cm"/>
      <inkml:brushProperty name="height" value="0.06667" units="cm"/>
      <inkml:brushProperty name="color" value="#FF0000"/>
      <inkml:brushProperty name="fitToCurve" value="1"/>
    </inkml:brush>
  </inkml:definitions>
  <inkml:trace contextRef="#ctx0" brushRef="#br0">-6 80 281 0,'0'0'346'16,"0"0"-5"-16,0 14-15 0,0-14-17 0,0 0-32 0,48-4-20 15,-25 3-12-15,11-1-36 0,10-3-29 0,5-1-5 16,-3 0-44-16,2 4-32 0,2-5-40 0,-5 0-44 15,0-2-61-15,0 2-76 0,0-3-83 0,-13 5-275 16,6-9-519-16,-4 5 229 0</inkml:trace>
</inkml:ink>
</file>

<file path=ppt/ink/ink32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3T08:34:10.635"/>
    </inkml:context>
    <inkml:brush xml:id="br0">
      <inkml:brushProperty name="width" value="0.06667" units="cm"/>
      <inkml:brushProperty name="height" value="0.06667" units="cm"/>
      <inkml:brushProperty name="color" value="#FF0000"/>
      <inkml:brushProperty name="fitToCurve" value="1"/>
    </inkml:brush>
  </inkml:definitions>
  <inkml:trace contextRef="#ctx0" brushRef="#br0">0 226 310 0,'0'0'434'0,"0"0"8"0,0 0-15 0,0 0 9 15,0 0-23-15,85-10-32 0,-54 1-34 0,15 2-38 16,-1-3-26-16,2 1-28 0,4 1-29 0,-6 1-24 16,5 0-22-16,-4 0-18 0,1-4-26 0,-4 6-37 15,-1-5-62-15,-10 3-63 0,0-2-61 0,-3-3-48 16,-2 4-45-16,-11-2-36 0,2-1-47 0,-4 1-39 15,-2-3-53-15,-3 0-232 0,-4-1-633 0,5-5 280 16</inkml:trace>
</inkml:ink>
</file>

<file path=ppt/ink/ink32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3T08:34:10.823"/>
    </inkml:context>
    <inkml:brush xml:id="br0">
      <inkml:brushProperty name="width" value="0.06667" units="cm"/>
      <inkml:brushProperty name="height" value="0.06667" units="cm"/>
      <inkml:brushProperty name="color" value="#FF0000"/>
      <inkml:brushProperty name="fitToCurve" value="1"/>
    </inkml:brush>
  </inkml:definitions>
  <inkml:trace contextRef="#ctx0" brushRef="#br0">25 136 129 0,'-5'-17'289'0,"-1"0"0"0,-2 0-5 16,6 3 8-16,-1 0 10 0,3 0-1 0,0 14 12 16,0-19 5-16,0 19-11 0,3-17-6 0,-3 17-14 0,10-9-1 15,-10 9-11-15,0 0 2 0,0 0-8 0,0 0 9 16,48 28 3-16,-34-11 13 0,-1 8-31 15,5 9-10-15,-4 2-17 0,4 7-22 0,-4 1-22 0,-3 2-15 16,4 7-23-16,4 17-6 0,-9-17-17 0,9 18-21 16,-5-2-42-16,-1-15-55 0,3 16-63 15,-9 4-80-15,1 5-92 0,-8-24-88 0,-7 23-85 0,-4-5-111 16,0-18-447-16,-5-2-1033 0,-3 1 456 0</inkml:trace>
</inkml:ink>
</file>

<file path=ppt/ink/ink32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3T08:34:11.588"/>
    </inkml:context>
    <inkml:brush xml:id="br0">
      <inkml:brushProperty name="width" value="0.06667" units="cm"/>
      <inkml:brushProperty name="height" value="0.06667" units="cm"/>
      <inkml:brushProperty name="color" value="#FF0000"/>
      <inkml:brushProperty name="fitToCurve" value="1"/>
    </inkml:brush>
  </inkml:definitions>
  <inkml:trace contextRef="#ctx0" brushRef="#br0">49 68 392 0,'-12'10'422'0,"1"4"-7"16,2-2-20-16,1 7-14 0,1 2-11 0,4 2-33 15,4 0-33-15,-1 7-11 0,7 8-19 0,-2-17-17 16,3 6-23-16,1 1-19 0,4-2-16 0,-3-4-16 16,9 3-17-16,0-2-18 0,-1-5-13 0,-2-1-10 15,-2-3-12-15,6-6-6 0,-6 3-7 0,2-3-7 16,3-4-5-16,1-1-10 0,-3-3-6 0,-17 0-5 0,36-12-5 16,-14 2-5-16,-4-2-8 0,6-3-2 0,-5-10 1 15,2 1-4-15,-3 2-6 0,1-18-6 0,-6 4-3 16,-2-6-1-16,0 2-3 0,-4 10-1 0,2-11 0 15,-2 14 10-15,-6 1 2 0,6-1 9 0,-1 5 6 16,-6 7 14-16,0 0 9 0,0-3 4 0,0 18-6 16,0-15-9-16,0 15-5 0,0 0-6 0,0 0-2 15,0 0-13-15,0 0-3 0,0 0-3 0,-14 52-6 16,9-10 0-16,3 6 1 0,-6-2 3 0,7 2-5 16,-3 4-4-16,11 5-3 0,-9 18-3 0,1-3 0 15,-3 2 6-15,9 2 0 0,-3 0-9 0,-4-3 0 16,-3-1-2-16,5-1-3 0,0-18 4 0,-1 2 1 15,2-1 2-15,-4-2-5 0,-3 5-2 0,-4-8 7 16,0-2-5-16,6-2 1 0,-3-16 1 0,-2 11-3 16,4-11-4-16,-6-6 4 0,3-1-3 0,6-5 1 15,-6-3-1-15,1 0 0 0,1-1 1 0,0-6 3 0,6-7-3 16,-12 11 5-16,12-11-2 0,-11 3-1 0,11-3-1 16,0 0 5-16,0 0-6 0,-33-10-4 15,23-1 1-15,0-1 4 0,-1-3-1 0,0-3 2 0,1-4-4 16,-3-4 14-16,5-2-17 0,0 1-1 0,2-2 1 15,-1-13 6-15,7 2-14 0,2-5 1 0,4 4 17 16,7-2-17-16,2 0 1 0,4 4 0 0,5 0-1 16,-1-2-1-16,4 3-9 0,0 1-15 0,2-1-22 15,0 0-31-15,-2 4-40 0,-1 1-38 0,1 1-46 16,2 5-55-16,-7 5-38 0,2-2-36 0,-3 6-38 16,-3-3-52-16,3-1-53 0,-7 1-327 0,7 2-873 15,0 4 387-15</inkml:trace>
</inkml:ink>
</file>

<file path=ppt/ink/ink32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3T08:34:11.854"/>
    </inkml:context>
    <inkml:brush xml:id="br0">
      <inkml:brushProperty name="width" value="0.06667" units="cm"/>
      <inkml:brushProperty name="height" value="0.06667" units="cm"/>
      <inkml:brushProperty name="color" value="#FF0000"/>
      <inkml:brushProperty name="fitToCurve" value="1"/>
    </inkml:brush>
  </inkml:definitions>
  <inkml:trace contextRef="#ctx0" brushRef="#br0">0 117 149 0,'0'0'404'0,"0"0"-26"16,0 0-11-16,0 0 1 0,0 0 1 0,0 0-3 15,69-3-28-15,-39-1-25 0,17-7-29 0,2 7-31 16,4-3-24-16,-1-3-19 0,-3 1-26 0,1 2-16 16,3-1-19-16,-6 1-11 0,-4-3-19 0,-14 5-23 15,-2-6-33-15,-6 8-35 0,-5 1-43 0,2-5-36 0,-18 7-47 16,20-3-40-16,-20 3-46 0,0 0-56 16,0 0-47-16,0 0-52 0,0 0-265 0,0 0-654 15,-38 22 289-15</inkml:trace>
</inkml:ink>
</file>

<file path=ppt/ink/ink33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3T08:34:12.010"/>
    </inkml:context>
    <inkml:brush xml:id="br0">
      <inkml:brushProperty name="width" value="0.06667" units="cm"/>
      <inkml:brushProperty name="height" value="0.06667" units="cm"/>
      <inkml:brushProperty name="color" value="#FF0000"/>
      <inkml:brushProperty name="fitToCurve" value="1"/>
    </inkml:brush>
  </inkml:definitions>
  <inkml:trace contextRef="#ctx0" brushRef="#br0">79 32 247 0,'-26'10'336'0,"6"-3"-7"0,5 4-11 15,2-7-1-15,13-4 5 0,-11 10 1 0,11-10-1 16,0 0-4-16,0 12-5 0,0-12-23 0,0 0-31 16,45 4-23-16,-16-8-25 0,6 2-22 0,7-2-19 15,-9 3-21-15,11-4-41 0,-1-1-63 0,-1-1-55 16,3 1-58-16,-12-1-58 0,0 0-88 0,8-2-98 15,-10 2-367-15,9-8-735 0,5 5 324 0</inkml:trace>
</inkml:ink>
</file>

<file path=ppt/ink/ink33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3T08:34:12.369"/>
    </inkml:context>
    <inkml:brush xml:id="br0">
      <inkml:brushProperty name="width" value="0.06667" units="cm"/>
      <inkml:brushProperty name="height" value="0.06667" units="cm"/>
      <inkml:brushProperty name="color" value="#FF0000"/>
      <inkml:brushProperty name="fitToCurve" value="1"/>
    </inkml:brush>
  </inkml:definitions>
  <inkml:trace contextRef="#ctx0" brushRef="#br0">101 25 155 0,'-15'-12'479'0,"15"12"-31"0,-11-5-18 0,11 5-13 15,0 0-16-15,0 0-32 0,-8-10-33 0,8 10-26 16,0 0-18-16,0 0-9 0,0 0-10 0,0 0-6 16,0 0-10-16,0 34-14 0,0-34-21 0,-2 21-13 15,-3-5-14-15,9-1-6 0,-8 0-12 0,9 1-14 0,-5 2-19 16,4 0-10-16,2-2-6 0,0 3-7 15,2-5-8-15,0 3-9 0,4 0-11 0,0 6-3 0,3-3 5 16,-1 2-13-16,-2-4-12 0,5 1-5 0,-1 3-4 16,-1 2-6-16,-1-6-2 0,2 3-5 15,-3-5-3-15,-2-1-8 0,-1 7-5 0,-2-4-3 0,-3-6 13 16,-2 4-23-16,0-1 1 0,-3-3-7 0,-5 3-16 16,-1-2-47-16,-1-4-38 0,-2 2-44 0,-6 0-65 15,1-8-75-15,-5-2-66 0,-10 2-61 0,-3-9-52 16,0-4-82-16,-12-6-359 0,1-4-964 0,5-3 427 15</inkml:trace>
</inkml:ink>
</file>

<file path=ppt/ink/ink33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3T08:34:12.541"/>
    </inkml:context>
    <inkml:brush xml:id="br0">
      <inkml:brushProperty name="width" value="0.06667" units="cm"/>
      <inkml:brushProperty name="height" value="0.06667" units="cm"/>
      <inkml:brushProperty name="color" value="#FF0000"/>
      <inkml:brushProperty name="fitToCurve" value="1"/>
    </inkml:brush>
  </inkml:definitions>
  <inkml:trace contextRef="#ctx0" brushRef="#br0">0 330 286 0,'38'-20'344'0,"14"-2"5"0,1-2 21 15,25-7 17-15,2-2 15 0,14 0 14 0,-1 3-2 16,37-14-12-16,-45 24-36 0,6 0-33 0,-11 6-35 15,-3 0-31-15,-16 6-35 0,-8 0-43 0,-2 7-61 16,-2-2-85-16,-8-2-95 0,1 5-74 0,-18 2-60 16,-3 1-50-16,-11 0-56 0,-10-3-57 0,20 11-316 15,-15-5-719-15,-5-6 319 0</inkml:trace>
</inkml:ink>
</file>

<file path=ppt/ink/ink33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3T08:34:13.197"/>
    </inkml:context>
    <inkml:brush xml:id="br0">
      <inkml:brushProperty name="width" value="0.06667" units="cm"/>
      <inkml:brushProperty name="height" value="0.06667" units="cm"/>
      <inkml:brushProperty name="color" value="#FF0000"/>
      <inkml:brushProperty name="fitToCurve" value="1"/>
    </inkml:brush>
  </inkml:definitions>
  <inkml:trace contextRef="#ctx0" brushRef="#br0">154 44 298 0,'0'0'506'0,"-33"7"-52"0,25-5-36 0,8-2-33 0,0 0-25 15,-14 12-22-15,14-12-23 0,0 0-21 0,0 0-22 16,27 14-21-16,-11-8-24 0,5-3-21 0,6 0-18 16,6-6-20-16,0 2-15 0,11-5-17 0,-3 2-12 15,1-3-11-15,-10-2-11 0,2 3-10 0,-1-3-9 16,0 0-9-16,-5 1-4 0,1-1-7 0,-1 0-1 16,-8 4-6-16,1-2-4 0,-5 2-1 0,2 3 1 0,-18 2-5 15,19-5 4-15,-19 5 1 0,0 0 3 16,0 0 5-16,0 0 1 0,20 14-4 0,-20-14 2 0,-13 28-2 15,5-11-1-15,-10 7-3 0,0 2-1 0,-4 7-5 16,-5 2-5-16,-2-1-5 0,-7 4-3 0,1-4 3 16,-2 1-7-16,2 7-1 0,-7-7-3 0,4 3 0 15,-4 2 5-15,0-5 9 0,5 0 19 0,2-1-9 16,-2-1 2-16,4-2 1 0,2-3 4 0,9-8 6 16,-1-1-6-16,9-5 0 0,2 1-5 0,0-2-6 15,5 0-3-15,2-3-1 0,1-2 0 0,4-8 1 16,0 0 2-16,14 15 0 0,-14-15 0 0,29 5 2 15,0-5-1-15,0-1-13 0,12-3-1 0,4 0-1 16,3-3-2-16,2-5-7 0,1 2-4 0,-1-3-19 16,5-1-32-16,-4 0-37 0,0 0-41 0,2 4-48 0,-3-5-53 15,1-4-64-15,1 3-52 0,-4-1-62 0,2-1-56 16,-4-2-56-16,-4-2-429 0,1 2-1008 16,1-1 446-16</inkml:trace>
</inkml:ink>
</file>

<file path=ppt/ink/ink33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3T08:34:13.401"/>
    </inkml:context>
    <inkml:brush xml:id="br0">
      <inkml:brushProperty name="width" value="0.06667" units="cm"/>
      <inkml:brushProperty name="height" value="0.06667" units="cm"/>
      <inkml:brushProperty name="color" value="#FF0000"/>
      <inkml:brushProperty name="fitToCurve" value="1"/>
    </inkml:brush>
  </inkml:definitions>
  <inkml:trace contextRef="#ctx0" brushRef="#br0">-6 111 97 0,'0'0'455'15,"-15"-5"-19"-15,15 5-31 0,0 0-22 0,0 0-11 16,0 0 0-16,0 0-9 0,0 0-17 0,45-15-22 16,-26 11-26-16,7-2-23 0,3-2-24 0,5 3-24 0,9-1-20 15,0-2-27-15,1 3-16 0,2-2-18 0,-4 1-13 16,-2 1-20-16,-5 1-43 0,-1 1-56 0,-4-1-70 15,-1 0-71-15,-8 0-71 0,-3 0-66 0,-18 4-74 16,26-4-81-16,-26 4-287 0,17-5-763 0,-17 5 338 16</inkml:trace>
</inkml:ink>
</file>

<file path=ppt/ink/ink33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3T08:34:13.588"/>
    </inkml:context>
    <inkml:brush xml:id="br0">
      <inkml:brushProperty name="width" value="0.06667" units="cm"/>
      <inkml:brushProperty name="height" value="0.06667" units="cm"/>
      <inkml:brushProperty name="color" value="#FF0000"/>
      <inkml:brushProperty name="fitToCurve" value="1"/>
    </inkml:brush>
  </inkml:definitions>
  <inkml:trace contextRef="#ctx0" brushRef="#br0">53 60 109 0,'-19'9'378'0,"5"3"-18"15,6-5-9-15,0-2-12 0,8-5-12 0,-5 14-4 16,5-14-24-16,0 0-34 0,27 13-29 0,-8-12-24 0,4-1-15 16,6 1-23-16,5-3-19 0,-2-3-31 0,11-2-45 15,3 2-44-15,-1-6-34 0,2 5-35 0,-4-6-39 16,2 5-69-16,-2-5-79 0,7-2-75 0,-7 2-237 16,4 1-578-16,-2-7 255 0</inkml:trace>
</inkml:ink>
</file>

<file path=ppt/ink/ink33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3T08:34:14.025"/>
    </inkml:context>
    <inkml:brush xml:id="br0">
      <inkml:brushProperty name="width" value="0.06667" units="cm"/>
      <inkml:brushProperty name="height" value="0.06667" units="cm"/>
      <inkml:brushProperty name="color" value="#FF0000"/>
      <inkml:brushProperty name="fitToCurve" value="1"/>
    </inkml:brush>
  </inkml:definitions>
  <inkml:trace contextRef="#ctx0" brushRef="#br0">458 72 493 0,'9'-8'516'0,"8"-3"2"0,1 3-18 0,7-4-17 16,6 1-29-16,1 6-49 0,0 0-39 0,3 0-37 0,-1 1-35 15,11 1-29-15,-2 3-42 0,-1 7-18 16,-8-4-25-16,-4 2-17 0,-6 6-16 0,-3-9-18 0,-2 8-12 15,-9-1-13-15,3 4-10 0,-7 0-11 0,-1 2-4 16,-8 2-12-16,1-3-10 0,-4 4-4 0,-2 2-3 16,-7-1-7-16,1 0-5 0,-5 2-6 0,4-1-4 15,-2-2-3-15,-3-1-5 0,0 0 0 0,2-1-5 16,0-4-2-16,9-2-4 0,-9-3-2 0,7 4 0 16,3-6-2-16,8-5-3 0,-18 8 2 0,18-8-2 15,-8 9-2-15,8-9 1 0,0 0 1 0,0 0-2 16,0 0 3-16,0 0-5 0,0 0 4 0,43 10-2 15,-28-10 0-15,-15 0 0 0,46 6 3 0,-20-2 0 16,1 2 0-16,-1-1 2 0,0 2-2 0,-6 1 5 16,6 2-2-16,-8-1 8 0,-1 4-1 0,-2 4 0 0,1-2 9 15,-2 4-5-15,-6 3 2 0,0 1 3 0,-1 2 13 16,-4 1-17-16,-6-1 6 0,1 7 0 16,-6-6-3-16,-5 0 0 0,1 0-2 0,-14 5 1 0,-6 3-2 15,-5-8 0-15,-8 1-9 0,-5-1-4 0,-4-1-2 16,2-1-11-16,-25 2-6 0,20-9-26 0,-3 0-38 15,-15 2-41-15,17-5-40 0,-19 0-35 0,21-10-47 16,3 1-69-16,-5 0-90 0,4-5-109 0,4-1-319 16,5-5-896-16,2-1 397 0</inkml:trace>
</inkml:ink>
</file>

<file path=ppt/ink/ink33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3T08:34:15.135"/>
    </inkml:context>
    <inkml:brush xml:id="br0">
      <inkml:brushProperty name="width" value="0.06667" units="cm"/>
      <inkml:brushProperty name="height" value="0.06667" units="cm"/>
      <inkml:brushProperty name="color" value="#FF0000"/>
      <inkml:brushProperty name="fitToCurve" value="1"/>
    </inkml:brush>
  </inkml:definitions>
  <inkml:trace contextRef="#ctx0" brushRef="#br0">57 378 56 0,'-14'-3'417'0,"0"-4"-33"16,14 7-18-16,-21-9-46 0,21 9-22 0,-10-14-11 16,10 14-22-16,2-12-19 0,-2 12-25 0,16-14-10 15,-2 6-7-15,1 1-13 0,10-4-5 0,4 3-11 16,2 2-10-16,1 5-1 0,0 1 2 0,1 0-6 15,-2 1-7-15,-2 5-8 0,0 6 6 0,-2 2-3 16,-1 2-1-16,-2 2 5 0,-8 1-11 0,3 5-4 0,-11 1 2 16,0 1-7-16,-8 1-9 0,-3 11-4 0,-5-9-1 15,-7 13-11-15,-4-5-10 0,-8 2-4 0,-2 1-7 16,-5-2-9-16,2-4-6 0,-2 3-5 0,4-8-9 16,-4 3-6-16,2-6-4 0,7-7-6 0,5 0 0 15,-2-1-5-15,1-4-3 0,11-2-4 0,-1-5 1 16,3-2 4-16,8-5-6 0,-14 8 8 0,14-8-1 15,0 0-2-15,0 0-10 0,0 0 0 0,-2-32 2 16,10 7-10-16,5-2 3 0,3-11-2 0,3-6-3 16,4 2-6-16,-1-9-1 0,5 5 0 0,10-22 1 0,-3 8 0 15,-12 11 1-15,-1 1-1 0,2 0-1 0,6 3 2 16,-2-2-5-16,-5 2 4 0,1 4 0 16,-1 1-7-16,-1 5 6 0,-2 1 1 0,-9 8-17 0,3 2 13 15,-8 5 0-15,3 5 2 0,-2-1 1 0,-3 4-3 16,-3 11 3-16,5-15 0 0,-5 15-5 0,0 0 1 15,0 0 8-15,0 0-5 0,0 0 4 0,-51 46 8 16,25-11-4-16,2 10-4 0,-3-2 6 0,1 7 0 16,-4 13 2-16,12-8 7 0,0-4-6 0,6 5-4 15,4-3 4-15,-1 1-1 0,3-2-8 0,6 1 3 16,5-4-4-16,1 2 5 0,4-6-6 0,3-4-10 0,3-4-13 16,5-1-27-16,0-10-19 0,-2-5-32 0,5-2-34 15,5-4-33-15,0-2-31 0,12-1-36 0,4-4-26 16,2-10-32-16,2-4-34 0,3-1-45 0,-1-8-54 15,-1-1-87-15,0-9-301 0,1-2-874 0,-3-6 388 16</inkml:trace>
</inkml:ink>
</file>

<file path=ppt/ink/ink33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3T08:34:15.369"/>
    </inkml:context>
    <inkml:brush xml:id="br0">
      <inkml:brushProperty name="width" value="0.06667" units="cm"/>
      <inkml:brushProperty name="height" value="0.06667" units="cm"/>
      <inkml:brushProperty name="color" value="#FF0000"/>
      <inkml:brushProperty name="fitToCurve" value="1"/>
    </inkml:brush>
  </inkml:definitions>
  <inkml:trace contextRef="#ctx0" brushRef="#br0">-14 185 244 0,'0'0'395'0,"-11"7"-41"0,11-7-22 0,0 0-14 16,0 0 1-16,0 0-2 0,0 0-14 0,0 0-16 16,85-13-18-16,-50 10-20 0,-14-1-18 0,13-3-14 15,10-5-20-15,0 1-17 0,-11 1-17 0,11 1-16 16,1-5-9-16,-2-1-19 0,-1 4-13 0,1-6-7 16,-6 3-25-16,-8 3-33 0,1 2-30 0,-12 2-54 0,3 1-20 15,-7-1-36-15,2 1-35 0,-16 6-48 0,15-6-49 16,-15 6-55-16,0 0-73 0,0 0-261 0,0 0-669 15,0 0 296-15</inkml:trace>
</inkml:ink>
</file>

<file path=ppt/ink/ink33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3T08:34:15.557"/>
    </inkml:context>
    <inkml:brush xml:id="br0">
      <inkml:brushProperty name="width" value="0.06667" units="cm"/>
      <inkml:brushProperty name="height" value="0.06667" units="cm"/>
      <inkml:brushProperty name="color" value="#FF0000"/>
      <inkml:brushProperty name="fitToCurve" value="1"/>
    </inkml:brush>
  </inkml:definitions>
  <inkml:trace contextRef="#ctx0" brushRef="#br0">88 99 214 0,'-20'21'306'0,"-3"-2"-16"0,9-5-14 0,1-2-13 16,3 0-8-16,5-5-10 0,5-7 3 15,-4 14 4-15,4-14 4 0,0 0-18 0,27 6 5 16,-27-6-21-16,43-6-24 0,-8-1-19 0,9 0-17 0,-3-5-22 15,3 0-15-15,4 2-47 0,-3-1-37 0,3-3-15 16,-3 2-39-16,5-6-59 0,3 8-77 0,-7-8-76 16,4 0-88-16,-4 6-269 0,1-7-629 0,-1 1 280 15</inkml:trace>
</inkml:ink>
</file>

<file path=ppt/ink/ink34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3T08:34:16.197"/>
    </inkml:context>
    <inkml:brush xml:id="br0">
      <inkml:brushProperty name="width" value="0.06667" units="cm"/>
      <inkml:brushProperty name="height" value="0.06667" units="cm"/>
      <inkml:brushProperty name="color" value="#FF0000"/>
      <inkml:brushProperty name="fitToCurve" value="1"/>
    </inkml:brush>
  </inkml:definitions>
  <inkml:trace contextRef="#ctx0" brushRef="#br0">410 238 74 0,'-12'-11'357'15,"4"3"-9"-15,-3-3-14 0,5 3 3 0,6 8-2 0,-10-25-13 16,10 13-12-16,-3 2-22 0,3 10-31 0,6-26-18 16,1 13-16-16,4 0-15 0,0 0-11 0,4 2-5 15,4 2-8-15,-3-1-2 0,5-1-11 0,4-2-11 16,-7 8-11-16,3-6-7 0,0 5-6 0,8 2-12 16,-2-2-10-16,0 5-15 0,0-1-7 0,-1 5-7 15,-5 0-5-15,-3-2-9 0,1 5-6 0,0 0-5 16,-4 7-5-16,-3-3-1 0,3 4-11 0,-7 0-3 0,-2 3-1 15,-4 0-5-15,-2 2 0 0,-3 7-5 16,-2-7-2-16,-3 4-2 0,-11 2-3 0,1-1-2 0,-6 9-2 16,5-9-5-16,-7-3 1 0,3 0 1 0,-10 5-1 15,10-5-3-15,-1-6-5 0,-1-1-5 0,1-1 7 16,6-6-3-16,2 4-7 0,1-4-1 0,1-3-4 16,14-4 2-16,-19 1 2 0,19-1-4 0,0 0 0 15,0 0-1-15,0 0 1 0,-29-12-1 0,29 12 1 16,-3-11 3-16,3 11-3 0,0 0 6 0,16-22-1 15,-2 14 1-15,-1 0 2 0,3-3 1 0,5 4 0 0,6-1 7 16,2 4-4-16,0-2 4 0,3 5 7 0,2-3 3 16,9 8 7-16,0 1 4 0,-9 1 10 0,0 2 2 15,-2-5-1-15,0 9 1 0,-2 0-2 0,-1 1-4 16,-5 3 2-16,0 7-3 0,-3-1-1 0,-6 4-4 16,-4 4 4-16,-5-1-7 0,-1 7-4 0,-10-6-2 15,-1 10 2-15,-5-13-5 0,-4-1 4 0,-10 8-1 16,-3-2-4-16,-7 0 0 0,-2-6-6 0,-8 2 2 15,2-5-4-15,-7-3-5 0,0-1-3 0,2-5 5 16,-2 2-30-16,1-4-23 0,-1 2-38 0,-1-10-39 16,-5 0-26-16,6 0-29 0,5-4-38 0,-2-4-20 0,4 0-39 15,-7 0-47-15,7-7-60 0,11 3-93 0,0-6-295 16,3-4-836-16,6-6 370 0</inkml:trace>
</inkml:ink>
</file>

<file path=ppt/ink/ink34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3T08:34:17.181"/>
    </inkml:context>
    <inkml:brush xml:id="br0">
      <inkml:brushProperty name="width" value="0.06667" units="cm"/>
      <inkml:brushProperty name="height" value="0.06667" units="cm"/>
      <inkml:brushProperty name="color" value="#FF0000"/>
      <inkml:brushProperty name="fitToCurve" value="1"/>
    </inkml:brush>
  </inkml:definitions>
  <inkml:trace contextRef="#ctx0" brushRef="#br0">84 38 456 0,'0'0'457'0,"-17"-2"-47"0,17 2-24 0,0 0-7 0,-32 9 2 16,24 3 5-16,-2 2-11 0,0 10-13 0,2 2-12 15,7 3-21-15,1 1-22 0,0 9-9 0,1 0-10 16,-1-8-7-16,5 8-21 0,-3 1-10 0,4-3-14 16,-1 5-24-16,5-11-27 0,-4-3-19 0,2 0-15 15,0-4-8-15,6 0-15 0,-1-6-7 0,3 1-8 16,2-4-7-16,-2-4-17 0,3-3-10 0,-1-1 0 15,3-6-20-15,1-1 12 0,7-1-10 0,-2-8-10 0,1-4-3 16,1 0-3-16,-2-6-8 0,5-6 2 0,-3-7-22 16,0 1-17-16,-5-7 0 0,-2 4 0 15,-6-7 0-15,0-4 0 0,-3 0 0 0,0-2 0 0,-5 4 0 16,-2 1 0-16,-4 6 0 0,-2 5 0 0,0 6 0 16,0 5 0-16,5 4 0 0,-7-2 0 0,4 9 0 15,-2 9 0-15,0-19 0 0,0 19 0 0,0-9 0 16,0 9 0-16,0 0 0 0,0 0 0 0,0 0 0 15,-5 62 0-15,5-30 0 0,0 13 0 0,0 4 0 16,0 0 0-16,0 7 0 0,0 23 0 0,0-7 0 0,0 2 0 16,5-1 0-16,-7-3 0 0,-1 5 0 0,0-6 0 15,-2-14 0-15,5 20 0 0,-6-4 0 16,-1 1 0-16,4-16 0 0,-2-1 0 0,-3-2 0 0,2 0 0 16,-7 3 0-16,5-10 0 0,-3-1 0 0,-1 0 0 15,-1 0 0-15,4-7 0 0,-2-8 0 0,1-3 0 16,2-6 0-16,-3-2 0 0,3-1 0 0,0 1 0 15,1-15 0-15,1 12 0 0,-4-7 0 0,2-2 0 0,8-7 0 16,-14 9 0-16,14-9 0 0,-19 3 0 16,19-3 0-16,0 0 0 0,-34-9 0 0,34 9 0 15,-23-16 0-15,15 1 0 0,-4 0 0 0,3-3 0 0,0-5 0 16,2 0 0-16,3 0 0 0,-3-8 0 0,6-2 0 16,1-5 0-16,6-2 0 0,0 1 0 0,4-5 0 15,-2-1 0-15,10-1 0 0,-4-5 0 0,7 2 0 16,-3-4 0-16,9-14 0 0,-6 15 0 0,8-20 0 15,0 6-34-15,-7 13-64 0,0 5-19 0,12-18-14 16,-11 17-8-16,6 7-17 0,-4-2-28 0,-2 8-32 16,6-4-42-16,-1 3-40 0,-2 3-27 0,-8 12-45 0,4 1-52 15,4-3-76-15,-7 3-327 0,0-4-892 16,2 5 394-16</inkml:trace>
</inkml:ink>
</file>

<file path=ppt/ink/ink34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3T08:34:17.478"/>
    </inkml:context>
    <inkml:brush xml:id="br0">
      <inkml:brushProperty name="width" value="0.06667" units="cm"/>
      <inkml:brushProperty name="height" value="0.06667" units="cm"/>
      <inkml:brushProperty name="color" value="#FF0000"/>
      <inkml:brushProperty name="fitToCurve" value="1"/>
    </inkml:brush>
  </inkml:definitions>
  <inkml:trace contextRef="#ctx0" brushRef="#br0">15 24 37 0,'0'0'437'15,"-8"8"-19"-15,8-8 2 0,-7 13-4 0,7-13 6 16,-2 9 0-16,2-9-1 0,0 0-10 0,9 17-14 15,-9-17-12-15,20 14-29 0,9-11-22 0,0 1-21 16,5-1-31-16,-2-3-27 0,13 0-28 0,-2-3-28 16,0-1-9-16,-4-3-17 0,-4 5-29 0,-1-6-15 15,9-2-42-15,-9 4-28 0,-8 1-39 0,-1-4-42 16,-4 1-52-16,-3 3-60 0,-1-2-52 0,1-4-78 0,-5 8-61 16,-13 3-74-16,19-7-58 0,-19 7-393 15,0 0-919-15,0 0 407 0</inkml:trace>
</inkml:ink>
</file>

<file path=ppt/ink/ink34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3T08:34:17.838"/>
    </inkml:context>
    <inkml:brush xml:id="br0">
      <inkml:brushProperty name="width" value="0.06667" units="cm"/>
      <inkml:brushProperty name="height" value="0.06667" units="cm"/>
      <inkml:brushProperty name="color" value="#FF0000"/>
      <inkml:brushProperty name="fitToCurve" value="1"/>
    </inkml:brush>
  </inkml:definitions>
  <inkml:trace contextRef="#ctx0" brushRef="#br0">57 15 391 0,'-24'13'370'0,"10"-1"-23"0,3-5-7 16,4 0 5-16,7-7-2 0,-1 17-13 0,1-17-7 16,20 9-12-16,3-7-19 0,9-2-29 0,15 0-16 15,1 0-8-15,3-2-9 0,-1 0-6 0,0-3-10 16,4-4-16-16,-4 1-16 0,-4-1-15 0,-2 2-10 0,-9 1-8 15,-3 2 3-15,0 2-9 0,-5-1-11 16,-6 0-10-16,-1 2-2 0,-4-2 0 0,-16 3-4 0,24-4 1 16,-24 4-6-16,20-3 1 0,-20 3 3 0,0 0-2 15,18-4 3-15,-18 4-12 0,0 0-3 0,0 0-12 16,0 0-7-16,18-4-11 0,-18 4 0 0,0 0-14 16,0 0-14-16,0 0 11 0,0 0-4 0,0 0-7 15,0 0 2-15,0 0-13 0,0 0 12 0,0 0-13 16,0 0-8-16,0 0-23 0,16-3 0 0,-16 3 0 15,0 0 0-15,0 0 0 0,0 0 0 0,0 0 0 0,0 0 0 16,0 0 0-16,0 0 0 0,0 0 0 0,0 0 0 16,0 0 0-16,0 0 0 0,0 0-88 15,0 0-86-15,0 0-66 0,0 0-61 0,0 0-61 0,0 0-71 16,0 0-76-16,0 0-505 0,0 0-1099 0,0 0 486 16</inkml:trace>
</inkml:ink>
</file>

<file path=ppt/ink/ink34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3T08:34:24.493"/>
    </inkml:context>
    <inkml:brush xml:id="br0">
      <inkml:brushProperty name="width" value="0.06667" units="cm"/>
      <inkml:brushProperty name="height" value="0.06667" units="cm"/>
      <inkml:brushProperty name="color" value="#FF0000"/>
      <inkml:brushProperty name="fitToCurve" value="1"/>
    </inkml:brush>
  </inkml:definitions>
  <inkml:trace contextRef="#ctx0" brushRef="#br0">521 104 366 0,'-8'-12'380'0,"-3"2"-31"0,3-5-11 0,0 5 12 16,1-2 9-16,1 0 10 0,6 12-6 0,-10-15-22 15,4 9-31-15,6 6-37 0,0 0-24 0,-11-13-25 0,11 13-22 16,0 0-10-16,0 0-14 0,-20 38-15 0,9-12-10 16,-3 0-15-16,-7 7-12 0,0 6-19 0,-3-4-8 15,-3 6-6-15,3 0-10 0,-2 3-12 0,-1-3-5 16,1-1-7-16,-6 0-7 0,8-2-5 0,-3-1-2 16,-1-4-7-16,8-10-4 0,-1 3-1 0,6-7-5 15,1-4-6-15,4-2 1 0,2-3-3 0,3 0-2 16,5-10-2-16,-1 17 1 0,1-17 0 0,0 0-1 0,14 7-3 15,-14-7 8-15,45-5 2 0,-10 2-2 16,9-6-2-16,4 1 2 0,0-5-5 0,-3 5 0 16,6-7-3-16,-1 4 2 0,-4-1-4 0,-1-3-1 0,0-1 10 15,-1 2 4-15,-1-4 7 0,-3 3 13 0,-9 3 6 16,1-2 3-16,-7 0 8 0,3 1 18 0,-8-6 5 16,1 5 10-16,-6 0 9 0,-4 2 16 0,0 0 9 15,-4 5 9-15,4-5 3 0,-8 3 1 0,-3 9 2 16,8-17-29-16,-3 6-114 0,-5 11 0 0,3-13 0 15,-3 13 0-15,3-11 0 0,-3 11 0 0,0 0 0 16,0 0 0-16,0 0 0 0,0 0 0 0,0 0 0 0,0 0 0 16,-8 54 0-16,5-25 0 0,0 13 0 15,-2-3 0-15,3 6 0 0,2-3 0 0,-1 3 0 0,-2 1 0 16,-1 1 0-16,1 6 0 0,-2-6 0 0,-1 3 0 16,-2-2 0-16,-3-1 0 0,-4 0 0 0,1-1 0 15,-7 0-373-15,-6 0-242 0,-4-9-586 0,2 1-1301 16,-8-4 577-16</inkml:trace>
</inkml:ink>
</file>

<file path=ppt/ink/ink34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3T08:34:25.165"/>
    </inkml:context>
    <inkml:brush xml:id="br0">
      <inkml:brushProperty name="width" value="0.06667" units="cm"/>
      <inkml:brushProperty name="height" value="0.06667" units="cm"/>
      <inkml:brushProperty name="color" value="#FF0000"/>
      <inkml:brushProperty name="fitToCurve" value="1"/>
    </inkml:brush>
  </inkml:definitions>
  <inkml:trace contextRef="#ctx0" brushRef="#br0">135 98 260 0,'-29'7'370'0,"9"-5"2"15,2 1 6-15,-1-1-11 0,19-2-7 0,-29 1-26 0,29-1-33 16,-15 4-28-16,15-4-25 0,0 0-17 0,0 0-8 16,0 0-4-16,0 0-12 0,0 0-14 0,58-16-17 15,-23 13-16-15,9-8-10 0,5-1-18 0,1 2-13 16,1 0-9-16,-1-1-12 0,0 4-11 0,1-5-4 15,-3 5-11-15,-1 3-8 0,-15-3-2 0,2 4-9 16,-4-2-7-16,-9 5-4 0,2 0-2 0,-23 0-4 16,28 0-3-16,-28 0 5 0,24 6 0 0,-24-6-4 15,12 10 2-15,-7 0 9 0,-4 6 2 0,-4 1-4 16,-4 7-4-16,-4-1-4 0,-5 5-3 0,-11 9 9 16,6-1-12-16,-8-2-4 0,-1 7-4 0,-6-5 0 15,1 0-4-15,-7 2-2 0,6-5-1 0,0 5 1 16,-5-5-2-16,-1 7 7 0,2-10 6 0,0-1-1 15,4 0 6-15,1 1-2 0,0-3 3 0,11-10 4 16,-4 6 2-16,7-4-3 0,1-2 1 0,5-4-5 0,2-2-6 16,5 0-5-16,0-3 2 0,8-8-3 0,-8 15-1 15,3-7 1-15,5-8-1 0,0 0-1 0,0 0 6 16,21 12-3-16,-1-12-1 0,-20 0 0 0,51-4-2 16,-22 1-3-16,13-7 0 0,1 1 0 0,0 4-4 15,0-2-6-15,1-7-6 0,1 5-12 0,-13 2-6 16,14 1-27-16,-14-1-12 0,10-5-43 0,0 2-27 15,-4-1-47-15,4-3-32 0,-11 5-42 0,2-1-48 16,-4 2-56-16,5-7-71 0,-4 7-419 0,-1-7-915 16,0 4 405-16</inkml:trace>
</inkml:ink>
</file>

<file path=ppt/ink/ink34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3T08:34:25.415"/>
    </inkml:context>
    <inkml:brush xml:id="br0">
      <inkml:brushProperty name="width" value="0.06667" units="cm"/>
      <inkml:brushProperty name="height" value="0.06667" units="cm"/>
      <inkml:brushProperty name="color" value="#FF0000"/>
      <inkml:brushProperty name="fitToCurve" value="1"/>
    </inkml:brush>
  </inkml:definitions>
  <inkml:trace contextRef="#ctx0" brushRef="#br0">29 132 107 0,'-33'5'393'0,"33"-5"-31"15,0 0-21-15,0 0 10 0,0 0-11 0,0 0-1 16,0 0-15-16,0 0-21 0,58-12-28 0,-30 6-23 16,8-2-24-16,9 3-25 0,3-2-14 0,1-7-21 15,6 6-18-15,-2 1-14 0,-5-5-32 0,-1 5-30 16,-2-4-48-16,-2-1-54 0,-11 9-43 0,-5-4-48 15,-6 2-48-15,-11 2-52 0,-10 3-59 0,17-10-61 16,-17 10-235-16,0 0-623 0,0 0 276 0</inkml:trace>
</inkml:ink>
</file>

<file path=ppt/ink/ink34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3T08:34:25.587"/>
    </inkml:context>
    <inkml:brush xml:id="br0">
      <inkml:brushProperty name="width" value="0.06667" units="cm"/>
      <inkml:brushProperty name="height" value="0.06667" units="cm"/>
      <inkml:brushProperty name="color" value="#FF0000"/>
      <inkml:brushProperty name="fitToCurve" value="1"/>
    </inkml:brush>
  </inkml:definitions>
  <inkml:trace contextRef="#ctx0" brushRef="#br0">40 29 116 0,'-11'15'270'0,"-2"1"-5"0,2-4-4 16,3 2-8-16,6-6 3 0,2-8 7 0,0 0-2 15,16 23-6-15,3-20-17 0,9 1-18 0,-3-3-20 16,4-1-19-16,6-1-13 0,13-1-18 0,4-3-23 16,2-4-21-16,-4-1-33 0,1 5-42 0,-2-6-31 15,-3-3-53-15,-1 2-59 0,-2 4-72 0,2-10-78 16,-21 10-253-16,8-4-555 0,-1 2 245 0</inkml:trace>
</inkml:ink>
</file>

<file path=ppt/ink/ink34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3T08:34:25.790"/>
    </inkml:context>
    <inkml:brush xml:id="br0">
      <inkml:brushProperty name="width" value="0.06667" units="cm"/>
      <inkml:brushProperty name="height" value="0.06667" units="cm"/>
      <inkml:brushProperty name="color" value="#FF0000"/>
      <inkml:brushProperty name="fitToCurve" value="1"/>
    </inkml:brush>
  </inkml:definitions>
  <inkml:trace contextRef="#ctx0" brushRef="#br0">-6 117 292 0,'0'0'499'16,"-9"11"-54"-16,9-11-40 0,0 0-32 0,0 0-23 15,38 3-29-15,-9-3-30 0,3-3-28 0,18-1-27 16,3 0-29-16,-4-2-40 0,6-3-62 0,0 1-61 0,1-6-73 15,-7 3-80-15,1 1-91 0,-2-9-107 0,-9 4-253 16,1-1-604-16,-11 4 267 0</inkml:trace>
</inkml:ink>
</file>

<file path=ppt/ink/ink34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3T08:34:26.243"/>
    </inkml:context>
    <inkml:brush xml:id="br0">
      <inkml:brushProperty name="width" value="0.06667" units="cm"/>
      <inkml:brushProperty name="height" value="0.06667" units="cm"/>
      <inkml:brushProperty name="color" value="#FF0000"/>
      <inkml:brushProperty name="fitToCurve" value="1"/>
    </inkml:brush>
  </inkml:definitions>
  <inkml:trace contextRef="#ctx0" brushRef="#br0">-3 201 256 0,'0'-17'295'0,"0"17"-26"0,12-18-24 0,-3 3-14 16,4 4-13-16,0-3-18 0,-2 2-8 0,10-5-15 15,-3 7-16-15,6-8-9 0,0 3-6 0,1 4 1 16,-1-2 1-16,4 4-10 0,-6-4 12 0,-1 7-15 16,0 2 3-16,-3 0-4 0,1 5 3 0,-19-1-8 15,40 7 3-15,-21 2-4 0,-3 3-2 0,2 4-8 16,0 7 0-16,-6-1-5 0,0 7-6 0,7 5-1 0,-13 6-1 15,-4 2 0-15,-7 2-2 0,-3 0-1 16,2 1-7-16,-4 1 1 0,-9 5 3 0,3-6 9 0,-7-1 0 16,2 3 7-16,-6-4-2 0,-2-4-4 0,0-1 7 15,2 3 11-15,-2-7 6 0,7 6 11 0,1-18-5 16,5 1-3-16,1-1-12 0,3-6 3 0,2-1 6 16,0-3-3-16,9-1 1 0,-1 2 20 0,2-13 10 15,8 14 14-15,-8-14 4 0,27 12-98 0,-9-6-81 16,9-3 0-16,7 1 0 0,9-7 0 0,7 0 0 15,8-2 0-15,0-6 0 0,28-5 0 0,6 0 0 16,6-5 0-16,48-19 0 0,9 11 0 0,-6-4 0 16,2 0 0-16,6 14 0 0,1 2 0 0,-8 1 0 15,3 8 0-15,-2-3 0 0,-7 4 0 0,-45 7 0 16,-1-3 0-16,-8 2 0 0,-5 1 0 0,-29 0 0 0,-12 0 0 16,-9 1 0-16,-14 1 0 0,-5-2 0 0,-16 0 0 15,0 0 0-15,0 0-1366 0,0 0-1478 0,0 0 654 16</inkml:trace>
</inkml:ink>
</file>

<file path=ppt/ink/ink35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066.01514" units="1/cm"/>
          <inkml:channelProperty channel="F" name="resolution" value="0" units="1/dev"/>
          <inkml:channelProperty channel="T" name="resolution" value="1" units="1/dev"/>
        </inkml:channelProperties>
      </inkml:inkSource>
      <inkml:timestamp xml:id="ts0" timeString="2026-09-03T08:35:42.710"/>
    </inkml:context>
    <inkml:brush xml:id="br0">
      <inkml:brushProperty name="width" value="0.06667" units="cm"/>
      <inkml:brushProperty name="height" value="0.06667" units="cm"/>
      <inkml:brushProperty name="color" value="#FF0000"/>
      <inkml:brushProperty name="fitToCurve" value="1"/>
    </inkml:brush>
  </inkml:definitions>
  <inkml:traceGroup>
    <inkml:annotationXML>
      <emma:emma xmlns:emma="http://www.w3.org/2003/04/emma" version="1.0">
        <emma:interpretation id="{621006E3-59EA-4630-9B6B-20D0E4412BD7}" emma:medium="tactile" emma:mode="ink">
          <msink:context xmlns:msink="http://schemas.microsoft.com/ink/2010/main" type="writingRegion" rotatedBoundingBox="2787,1442 13780,1041 14022,7671 3028,8072"/>
        </emma:interpretation>
      </emma:emma>
    </inkml:annotationXML>
    <inkml:traceGroup>
      <inkml:annotationXML>
        <emma:emma xmlns:emma="http://www.w3.org/2003/04/emma" version="1.0">
          <emma:interpretation id="{2B81E1EC-9E07-406C-925E-F402FC5FE782}" emma:medium="tactile" emma:mode="ink">
            <msink:context xmlns:msink="http://schemas.microsoft.com/ink/2010/main" type="paragraph" rotatedBoundingBox="2896,1438 12802,1102 12888,3646 2983,3982" alignmentLevel="1"/>
          </emma:interpretation>
        </emma:emma>
      </inkml:annotationXML>
      <inkml:traceGroup>
        <inkml:annotationXML>
          <emma:emma xmlns:emma="http://www.w3.org/2003/04/emma" version="1.0">
            <emma:interpretation id="{F6F65B8E-57E2-40A0-AD60-379A5CB9BAE2}" emma:medium="tactile" emma:mode="ink">
              <msink:context xmlns:msink="http://schemas.microsoft.com/ink/2010/main" type="line" rotatedBoundingBox="2896,1438 12802,1102 12888,3646 2983,3982"/>
            </emma:interpretation>
          </emma:emma>
        </inkml:annotationXML>
        <inkml:traceGroup>
          <inkml:annotationXML>
            <emma:emma xmlns:emma="http://www.w3.org/2003/04/emma" version="1.0">
              <emma:interpretation id="{1DEDF444-D106-480B-B1B7-B8EDE3A79DAC}" emma:medium="tactile" emma:mode="ink">
                <msink:context xmlns:msink="http://schemas.microsoft.com/ink/2010/main" type="inkWord" rotatedBoundingBox="2986,1356 4758,1730 4572,2612 2800,2237"/>
              </emma:interpretation>
              <emma:one-of disjunction-type="recognition" id="oneOf0">
                <emma:interpretation id="interp0" emma:lang="" emma:confidence="0.5">
                  <emma:literal>2 A</emma:literal>
                </emma:interpretation>
                <emma:interpretation id="interp1" emma:lang="" emma:confidence="0">
                  <emma:literal>In</emma:literal>
                </emma:interpretation>
                <emma:interpretation id="interp2" emma:lang="" emma:confidence="0">
                  <emma:literal>IN</emma:literal>
                </emma:interpretation>
                <emma:interpretation id="interp3" emma:lang="" emma:confidence="0">
                  <emma:literal>29</emma:literal>
                </emma:interpretation>
                <emma:interpretation id="interp4" emma:lang="" emma:confidence="0">
                  <emma:literal>22</emma:literal>
                </emma:interpretation>
              </emma:one-of>
            </emma:emma>
          </inkml:annotationXML>
          <inkml:trace contextRef="#ctx0" brushRef="#br0">135 278 17 0,'-24'0'198'0,"24"0"2"0,0 0-2 0,0 0-6 16,-33-2-9-16,33 2-7 0,0 0 2 0,-16-5-7 15,16 5 3-15,0 0 1 0,-20-4 0 0,20 4-5 16,0 0-8-16,-13-9-9 0,13 9-17 0,-8-9-5 0,8 9 0 16,-8-11-2-16,8 11-6 0,-7-12 9 15,7 12 3-15,-5-14-13 0,5 14-1 0,5-21 0 16,-3 9 10-16,4-2-11 0,1 1-1 0,1-1 10 0,5-2 3 15,-4 1-14-15,4 0-1 0,1 0-1 0,1 1-11 16,-1 2-9-16,7-7-3 0,-6 11-9 0,1-6-12 16,1 12-5-16,6-4 1 0,-9 4-12 0,-14 2-4 15,37 5-3-15,-16-1-7 0,-5 6 0 0,11 7-1 16,-4 0 1-16,-4 3-4 0,2 3-4 0,-5 0 3 16,2 4-9-16,-9 2 1 0,4 0-7 0,-3-2-1 15,-4 13 2-15,-6-9-5 0,2 7 0 0,-4 2-4 16,-12-1-4-16,-1 5 2 0,1-5 0 0,-7-6 0 15,-6 4-9-15,-2-10-6 0,0 6-4 0,2-6 3 16,-2 4 1-16,6-11-2 0,-7 6 0 0,3-7 1 16,4-2-2-16,-3-2 0 0,9-8 9 0,-3 2 1 15,6 0-5-15,0-4-1 0,14-5 2 0,-21 3-2 0,11 2 4 16,10-5 3-16,0 0-1 0,-19 9 0 0,19-9 2 16,0 0 3-16,0 0-1 0,0 0-2 15,0 0 2-15,0 0-2 0,0 0 1 0,0 0-1 0,56-22-2 16,-35 16 0-16,9-1 0 0,2 1-2 0,-3 2 1 15,2 1 0-15,3-3 1 0,-6 5-3 0,3-6 1 16,6 7-1-16,-5-5-1 0,0 1-4 0,0 1-19 16,0-1-22-16,0 2-26 0,-3 2-48 0,3-5-34 15,0 4-39-15,-11-2-33 0,-21 3-47 0,32 0-51 16,-11-4-39-16,-5 0-354 0,-16 4-776 0,21-3 344 16</inkml:trace>
          <inkml:trace contextRef="#ctx0" brushRef="#br0" timeOffset="578.0854">739 328 73 0,'0'0'354'0,"10"-14"-26"0,1 10-34 16,-11 4-13-16,15-12-7 0,-15 12-7 0,17-5-13 15,-17 5-14-15,23-5-3 0,-23 5-28 0,29 0-15 16,-29 0-21-16,33 6-5 0,-13 2-22 0,-4-4-2 16,3 3-21-16,-3 2-10 0,-2 2-4 0,3 1-9 15,-5 2-10-15,1 0-7 0,2 1-7 0,-7 2-3 16,-2 1-14-16,-3-3-2 0,2 10 3 0,-5-6-13 16,-6 8-8-16,4-6 1 0,-9 3-12 0,3-2-1 15,-3 1-1-15,-1 3-6 0,-2-3 3 0,4 0-6 16,-1-9 2-16,3 1-5 0,-2-5-3 0,1 0-1 15,6-1-1-15,-5-2 0 0,8-7-1 0,-12 17-1 0,12-17 1 16,-6 7-9-16,6-7 0 0,0 0 2 0,0 0 4 16,0 0-1-16,0 0-6 0,26-40 2 0,-17 14 3 15,6 3 11-15,2-4-13 0,3 4-1 0,-1-3 1 16,6-8 0-16,0 1 6 0,-5 9-6 0,1-9 2 16,-5 6 2-16,5-6-7 0,0-1 1 0,-7 5 7 15,-4 6-2-15,3-4 3 0,-5 7 4 0,-2-4 4 16,6 9 19-16,-9-1 8 0,2 0 15 0,-4 6 15 15,1 3 1-15,-2 7 1 0,5-16-1 0,-5 16-7 16,0 0-5-16,0 0-11 0,0 0-4 0,0 0-2 0,0 0-7 16,0 0-4-16,0 0-1 0,-44 38-2 15,31-15-1-15,-1 3-1 0,1 0-4 0,5 16 0 0,-1-4-5 16,4-6-1-16,2-5 3 0,-4 16-4 0,4-17 1 16,6 13-2-16,4-1-1 0,2 1-5 0,2-8 1 15,5 2-3-15,0 3-1 0,4-11-6 0,4 7-26 16,3-4-18-16,7 0-22 0,1-5-20 0,5-5-45 15,2-1-29-15,0-3-34 0,1-3-31 0,0 2-45 16,-9-7-45-16,11-10-58 0,-13 4-334 0,0-2-764 16,3-8 337-16</inkml:trace>
        </inkml:traceGroup>
        <inkml:traceGroup>
          <inkml:annotationXML>
            <emma:emma xmlns:emma="http://www.w3.org/2003/04/emma" version="1.0">
              <emma:interpretation id="{B3956597-6686-43F3-9FB6-01766D063C36}" emma:medium="tactile" emma:mode="ink">
                <msink:context xmlns:msink="http://schemas.microsoft.com/ink/2010/main" type="inkWord" rotatedBoundingBox="6190,849 7647,3172 6223,4066 4765,1742"/>
              </emma:interpretation>
              <emma:one-of disjunction-type="recognition" id="oneOf1">
                <emma:interpretation id="interp5" emma:lang="" emma:confidence="0.5">
                  <emma:literal>ty</emma:literal>
                </emma:interpretation>
                <emma:interpretation id="interp6" emma:lang="" emma:confidence="0">
                  <emma:literal>try</emma:literal>
                </emma:interpretation>
                <emma:interpretation id="interp7" emma:lang="" emma:confidence="0">
                  <emma:literal>toy</emma:literal>
                </emma:interpretation>
                <emma:interpretation id="interp8" emma:lang="" emma:confidence="0">
                  <emma:literal>thy</emma:literal>
                </emma:interpretation>
                <emma:interpretation id="interp9" emma:lang="" emma:confidence="0">
                  <emma:literal>Ty</emma:literal>
                </emma:interpretation>
              </emma:one-of>
            </emma:emma>
          </inkml:annotationXML>
          <inkml:trace contextRef="#ctx0" brushRef="#br0" timeOffset="906.1796">1949 485 182 0,'0'0'338'0,"0"0"-13"0,0 0 2 15,0 0-2-15,0 0 4 0,0 0-7 0,0 0-15 16,0 0-14-16,0 0-9 0,0 0-9 0,56-22-15 15,-35 16-9-15,6-6-14 0,1 9-19 0,1-8-16 16,3-1-23-16,9 4-16 0,1-4-14 0,1 3-21 16,1-1-12-16,-14 3-13 0,17-7-12 0,-2 10-8 15,1-4-12-15,-6 1-23 0,-6 5-26 0,-5 0-49 16,0-1-30-16,-4-5-43 0,-7 4-40 0,0 0-20 0,-2 1-22 16,-16 3-21-16,0 0-24 0,22-2-31 0,-22 2-30 15,0 0-32-15,0 0-291 0,0 0-663 16,0 0 294-16</inkml:trace>
          <inkml:trace contextRef="#ctx0" brushRef="#br0" timeOffset="1140.5389">2235 112 100 0,'0'0'345'0,"-15"-7"-12"15,15 7-5-15,-9-10-14 0,9 10-25 0,0 0-13 16,0 0-23-16,-12-7-8 0,12 7-8 0,0 0 1 15,0 0-14-15,-3 34-3 0,3-16-9 0,-1 2-13 0,-3 5-15 16,3 7-10-16,1-4-11 0,0 11-19 16,0-10-14-16,0 17-14 0,0-9-12 0,0 9-11 15,0-3-6-15,1-4-14 0,4 6-24 0,-3 0-45 0,-1-8-42 16,3-7-39-16,-3 0-67 0,9 7-53 0,-5-6-63 16,8-12-79-16,-4 5-341 0,-1-7-737 0,-1-5 325 15</inkml:trace>
          <inkml:trace contextRef="#ctx0" brushRef="#br0" timeOffset="1906.1181">2905 165 90 0,'0'0'495'0,"5"-12"-43"0,-5 12-53 0,0 0-31 16,0 0-35-16,0 0-1 0,0 0-13 0,0 0-13 15,0 0-13-15,0 40-22 0,0-21-15 0,0-1-6 0,2 1-15 16,-2-3-19-16,6 3-14 0,1 1-8 16,-1-3-18-16,2 7-10 0,-2-10-10 0,3 7-12 0,5-2-16 15,0-3-13-15,-2-1-8 0,7 0-12 0,2 3 4 16,6-3-22-16,0-4-5 0,-3-3-7 0,4-1-5 16,2-2-9-16,1 1-4 0,-6-8-1 0,4-2-8 15,-2 3-2-15,4-5-3 0,-12 1-1 0,10-7 2 16,-2-2-8-16,-3 0-3 0,10-12-4 0,-5-1-5 15,-8 1 5-15,-7-1-3 0,9-10-2 0,-4 6 2 16,-5-7-7-16,-6 9-1 0,0 3 6 0,4-5 2 16,-3 3 9-16,-4 4 10 0,-2 3 4 0,4 7 6 15,-2-3 10-15,-4 1 8 0,4 2 5 0,-5 6-3 16,0 8-2-16,2-15-17 0,-2 15-4 0,0 0 2 16,0 0-6-16,0 0-2 0,0 0-1 0,0 0-9 15,-2 63 12-15,-1-23 11 0,1 2-4 0,1 4 1 16,1 6 5-16,1-3 4 0,4 8-1 0,3 22 3 15,-5-1 0-15,-4-4-25 0,9 12-32 0,3 0 0 16,-2-1 0-16,-1 3 0 0,-3-1 0 0,5-4 0 0,3 0 0 16,-5 1 0-16,-7 2 0 0,9-11 0 0,-7-20 0 15,4 16 0-15,-6-2 0 0,-1-10 0 0,0-6 0 16,5 3 0-16,-5-3 0 0,0-4 0 0,0 2 0 16,-6-4 0-16,1 0 0 0,3-2 0 0,1-2 0 15,-4-3 0-15,2-3 0 0,-2-9 0 0,2-1 0 16,-2 2 0-16,-3-13 0 0,3 3 0 0,-2 0 0 15,3-3 0-15,-3 1 0 0,2-2 0 0,-3-5 0 16,2-2 0-16,0 3 0 0,6-11 0 0,-15 12 0 16,15-12 0-16,-14 5 0 0,14-5 0 0,0 0 0 15,0 0 0-15,-44-17 0 0,35 3 0 0,-9-5 0 0,2-7 0 16,-5-10 0-16,5-3 0 0,-3-9 0 0,4-4 0 16,1-21 0-16,1-6 0 0,5 0 0 0,5-2 0 15,5-6 0-15,4 3 0 0,0-5 0 0,-1 2 0 16,13 2 0-16,0-2 0 0,-4 1 0 0,18 2 0 15,0 7 0-15,2 8-47 0,0 2-13 0,-18 21-22 16,6-6-20-16,0 7-24 0,4 3-19 0,-3 1-17 16,-1 8-23-16,-9 3-21 0,6 4-18 0,-4 0-16 15,-4 4-7-15,3-2 6 0,-1 2-15 0,-6 7-10 16,-1 2-3-16,-4-1-7 0,2 3 0 0,-2 1-1 16,-2 10 5-16,2-13 3 0,-2 13 4 0,0-13 1 15,0 13 4-15,0 0-10 0,-8-17 0 0,8 17-169 16,0 0-477-16,-18-8 211 0</inkml:trace>
        </inkml:traceGroup>
        <inkml:traceGroup>
          <inkml:annotationXML>
            <emma:emma xmlns:emma="http://www.w3.org/2003/04/emma" version="1.0">
              <emma:interpretation id="{6AD93600-F386-4147-939A-E6DAC38B32EC}" emma:medium="tactile" emma:mode="ink">
                <msink:context xmlns:msink="http://schemas.microsoft.com/ink/2010/main" type="inkWord" rotatedBoundingBox="7100,1328 12803,1134 12839,2178 7135,2372"/>
              </emma:interpretation>
              <emma:one-of disjunction-type="recognition" id="oneOf2">
                <emma:interpretation id="interp10" emma:lang="" emma:confidence="0.5">
                  <emma:literal>t</emma:literal>
                </emma:interpretation>
                <emma:interpretation id="interp11" emma:lang="" emma:confidence="0">
                  <emma:literal>+</emma:literal>
                </emma:interpretation>
                <emma:interpretation id="interp12" emma:lang="" emma:confidence="0">
                  <emma:literal>*</emma:literal>
                </emma:interpretation>
                <emma:interpretation id="interp13" emma:lang="" emma:confidence="0">
                  <emma:literal>x</emma:literal>
                </emma:interpretation>
                <emma:interpretation id="interp14" emma:lang="" emma:confidence="0">
                  <emma:literal>,</emma:literal>
                </emma:interpretation>
              </emma:one-of>
            </emma:emma>
          </inkml:annotationXML>
          <inkml:trace contextRef="#ctx0" brushRef="#br0" timeOffset="4999.6573">4186 219 249 0,'0'0'367'0,"0"0"-21"16,0 0-26-16,0 0-11 0,0 0-14 0,0 0-12 15,0 0-3-15,0 0-3 0,0 0-17 0,0 0-17 16,0 0-2-16,75-7-12 0,-41 2-20 0,-1-1-17 15,12 2-18-15,-1 0-17 0,-3 2-14 0,-7 1-13 16,9-7-18-16,-10 7-13 0,0-1-13 0,-2 1-8 16,-4-2-39-16,2 3-42 0,-8-3-46 0,-5-2-60 0,3 3-41 15,-19 2-45-15,22-5-55 0,-22 5-49 16,8-8-36-16,-8 8-287 0,0 0-673 0,0 0 298 16</inkml:trace>
          <inkml:trace contextRef="#ctx0" brushRef="#br0" timeOffset="5202.755">4471-99 264 0,'-19'-7'315'0,"19"7"-14"0,-8-5 2 0,8 5-2 15,0 0 2-15,0 0 18 0,-27 12 4 0,20-1-9 16,-1 3-10-16,0 8-8 0,2 2-8 0,-1 3-14 16,1 2-7-16,0 10-14 0,4 1-14 0,0 1-25 15,-4 1-12-15,6-1-24 0,2 4-19 0,-2-4-21 16,-4 6-10-16,1 0-18 0,6-2-17 0,-3 1-34 15,0-2-48-15,-3-2-63 0,6-4-83 0,1-8-53 16,2 10-72-16,0-9-74 0,4-4-85 0,-5-1-353 16,3-10-835-16,5-4 370 0</inkml:trace>
        </inkml:traceGroup>
        <inkml:traceGroup>
          <inkml:annotationXML>
            <emma:emma xmlns:emma="http://www.w3.org/2003/04/emma" version="1.0">
              <emma:interpretation id="{93CAF410-248B-4988-B5EB-B0CCB2641EEC}" emma:medium="tactile" emma:mode="ink">
                <msink:context xmlns:msink="http://schemas.microsoft.com/ink/2010/main" type="inkWord" rotatedBoundingBox="7978,1336 12812,1228 12834,2193 7999,2300"/>
              </emma:interpretation>
              <emma:one-of disjunction-type="recognition" id="oneOf3">
                <emma:interpretation id="interp15" emma:lang="" emma:confidence="0.5">
                  <emma:literal>22=10</emma:literal>
                </emma:interpretation>
                <emma:interpretation id="interp16" emma:lang="" emma:confidence="0">
                  <emma:literal>22÷10</emma:literal>
                </emma:interpretation>
                <emma:interpretation id="interp17" emma:lang="" emma:confidence="0">
                  <emma:literal>2=10</emma:literal>
                </emma:interpretation>
                <emma:interpretation id="interp18" emma:lang="" emma:confidence="0">
                  <emma:literal>222÷10</emma:literal>
                </emma:interpretation>
                <emma:interpretation id="interp19" emma:lang="" emma:confidence="0">
                  <emma:literal>22=110</emma:literal>
                </emma:interpretation>
              </emma:one-of>
            </emma:emma>
          </inkml:annotationXML>
          <inkml:trace contextRef="#ctx0" brushRef="#br0" timeOffset="5702.7543">5108 284 114 0,'-8'-8'370'0,"-5"-7"-15"0,5 4-20 0,2 3-3 0,1-4-4 16,5 12-13-16,-8-25-17 0,8 11-17 15,3 1-23-15,0-5-23 0,2 4-10 0,2-1-14 16,-4-2-13-16,16-2-16 0,-9 5-16 0,4-4-16 0,4 6-13 15,-2 0-7-15,3 1-6 0,-1 2-4 0,-2 0-5 16,5 4-9-16,0 0-10 0,-1-1-7 0,1 6-9 16,-21 0-7-16,42 5-8 0,-26 2-3 0,5 5-3 15,-5 1-6-15,-3 0-5 0,1 3-9 0,-1 8 1 16,-3 2-9-16,-1 2 1 0,-4-1-5 0,-2 1 0 16,-7 10-6-16,2-8-2 0,-9 7-7 0,-4 1-2 15,4-3-8-15,-10 1 2 0,0-1-6 0,-1-1 1 16,-2-2-2-16,5-6-6 0,-1-6 3 0,-1 4-1 15,1 1 7-15,-1-5 0 0,3-1 0 0,0 2 3 16,4-9 0-16,0-3 0 0,4 4-3 0,5-6 6 16,-5 0-3-16,10-7 3 0,-11 16 10 0,11-16 3 15,-8 8 12-15,8-8 0 0,0 0 4 0,0 0 1 16,15 20 2-16,-15-20 2 0,20 6-2 0,-3-4 2 16,2 2-3-16,2-3-4 0,8-1 0 0,-2-1-5 15,2 2 3-15,1-6-4 0,5 3-5 0,-1-3-4 0,11-2-1 16,-11 6-7-16,-4-5-14 0,4-1-30 0,-2-1-43 15,2-1-45-15,4-9-76 0,-6 11-45 0,-1-8-51 16,-2 0-60-16,-2 1-56 0,0-3-62 0,-3-4-252 16,4-12-784-16,-6-1 347 0</inkml:trace>
          <inkml:trace contextRef="#ctx0" brushRef="#br0" timeOffset="8858.751">5928 72 140 0,'0'0'369'0,"-14"-7"-26"0,14 7-10 16,0 0 5-16,0 0 17 0,-13-10-14 0,13 10-15 16,0 0-14-16,0 0-5 0,0 0-5 0,0 0-18 15,0 0-14-15,37-4-19 0,-37 4-9 0,46-4-16 0,-17-6-17 16,-3 5-19-16,6 0-11 0,-2-3-24 0,6 2-10 16,-3 2-16-16,-2 0-11 0,-1-2-13 15,-2 5-9-15,-1-6-10 0,-6 3-8 0,-4 0-15 0,3 1-4 16,-6-1-7-16,-14 4-3 0,21-4-3 0,-21 4-6 15,0 0-5-15,22 0-5 0,-22 0 0 0,0 0-4 16,0 0-4-16,0 0 0 0,4 19-4 0,-4-19-2 16,-12 19-3-16,-1-2 3 0,2-3 0 0,-10 8-1 15,0 1-3-15,1 1-2 0,-14 11-1 16,3-1 2-16,-2 3-5 0,1-4-1 0,-2-4 4 0,4 5-4 16,2-6 1-16,7-6-2 0,-6 8-1 0,6-7 2 15,4-5-2-15,4-1 3 0,0 2-2 0,3-5 2 16,-3-2-2-16,7-3-2 0,4 2 4 0,2-11 2 15,-4 13 0-15,4-13 2 0,0 0-4 0,14 14 4 16,-14-14 1-16,26 5 0 0,-9-2-5 0,12-9 3 16,0 6-4-16,5-5 1 0,1-2 6 0,-4-1-6 0,2-3-3 15,9 0 3-15,-11-1 3 0,2 4-2 16,-2 1 0-16,1-5-1 0,-2 5-3 0,-1-7 3 16,-5 5 6-16,2 1-1 0,-5 1-2 0,-5 0 12 0,0 0 1 15,-2-1 11-15,-3 2 6 0,-11 6 5 0,20-7 6 16,-20 7 3-16,14-6 8 0,-14 6 3 0,0 0-9 15,11-7 8-15,-11 7-7 0,0 0 4 0,0 0-12 16,0 0 2-16,0 0-3 0,20-4-1 0,-20 4 0 16,0 0-1-16,0 0-5 0,0 0 3 0,0 0 8 15,0 0 3-15,0 0-54 0,0 0 0 0,0 0 0 16,0 0 0-16,0 0 0 0,0 0 0 0,0 0 0 16,0 0 0-16,0 0 0 0,0 0 0 0,0 0 0 0,0 0 0 15,0 0 0-15,0 0 0 0,0 0 0 0,0 0 0 16,0 0 0-16,0 0 0 0,0 0 0 15,0 0 0-15,0 0 0 0,0 0 0 0,0 0 0 0,0 0 0 16,0 0 0-16,0 0 0 0,0 0 0 0,0 0 0 16,0 0 0-16,0 0 0 0,0 0 0 0,0 0 0 15,0 0 0-15,0 0 0 0,0 0 0 0,0 0 0 16,0 0 0-16,0 0 0 0,0 0 0 0,0 0 0 16,0 0 0-16,0 0 0 0,0 0 0 0,0 0 0 15,0 0 0-15,0 0 0 0,0 0 0 0,0 0 0 16,0 0 0-16,0 0 0 0,0 0 0 0,0 0 0 15,0 0 0-15,0 0 0 0,0 0 0 0,0 0 0 16,0 0 0-16,0 0 0 0,0 0 0 0,0 0 0 16,0 0 0-16,0 0 0 0,0 0 0 0,0 0 0 15,0 0 0-15,0 0 0 0,0 0 0 0,0 0 0 0,0 0 0 16,0 0 0-16,0 0 0 0,0 0 0 0,0 0 0 16,0 0 0-16,0 0 0 0,0 0 0 15,0 0 0-15,0 0 0 0,0 0 0 0,0 0 0 0,0 0 0 16,0 0 0-16,0 0 0 0,0 0 0 0,0 0 0 15,0 0 0-15,0 0 0 0,0 0 0 0,0 0 0 16,0 0 0-16,0 0 0 0,0 0 0 0,0 0 0 16,0 0 0-16,0 0 0 0,0 0 0 0,0 0 0 15,0 0 0-15,0 0 0 0,0 0 0 0,0 0 0 16,0 0 0-16,0 0 0 0,0 0 0 0,0 0 0 16,0 0 0-16,0 0 0 0,0 0 0 0,0 0 0 15,0 0 0-15,0 0 0 0,0 0 0 0,0 0 0 16,0 0 0-16,0 0 0 0,0 0 0 0,0 0 0 0,0 0 0 15,0 0 0-15,0 0 0 0,0 0 0 16,0 0 0-16,0 0 0 0,0 0 0 0,0 0 0 16,0 0 0-16,0 0 0 0,0 0 0 0,0 0 0 0,0 0 0 15,0 0 0-15,0 0 0 0,0 0 0 0,0 0 0 16,0 0 0-16,0 0 0 0,0 0 0 0,0 0 0 16,0 0 0-16,0 0 0 0,0 0 0 0,0 0 0 15,0 0 0-15,0 0 0 0,0 0 0 0,0 0 0 16,0 0 0-16,0 0 0 0,0 0 0 0,0 0 0 15,0 0 0-15,0 0 0 0,0 0 0 0,0 0 0 16,0 0 0-16,0 0 0 0,0 0 0 0,0 0 0 16,0 0 0-16,0 0 0 0,0 0 0 0,0 0 0 0,0 0 0 15,0 0 0-15,0 0 0 0,0 0 0 16,0 0 0-16,0 0 0 0,0 0 0 0,0 0 0 16,0 0 0-16,0 0 0 0,0 0 0 0,0 0 0 0,0 0 0 15,0 0 0-15,0 0 0 0,0 0 0 0,0 0 0 16,0 0 0-16,0 0 0 0,0 0 0 0,0 0 0 15,0 0 0-15,0 0 0 0,0 0 0 0,0 0 0 16,0 0 0-16,0 0 0 0,0 0 0 0,0 0 0 16,0 0 0-16,0 0 0 0,0 0 0 0,0 0 0 15,0 0 0-15,0 0 0 0,0 0 0 0,0 0 0 16,0 0 0-16,0 0 0 0,0 0 0 0,0 0 0 16,0 0 0-16,0 0 0 0,0 0 0 0,0 0 0 15,0 0 0-15,0 0 0 0,0 0 0 0,0 0 0 16,0 0 0-16,0 0 0 0,0 0 0 0,0 0 0 15,0 0 0-15,0 0 0 0,0 0 0 0,0 0 0 0,0 0 0 16,0 0 0-16,0 0 0 0,0 0 0 0,0 0 0 16,0 0 0-16,0 0 0 0,0 0 0 0,0 0 0 15,0 0 0-15,0 0 0 0,0 0 0 0,0 0 0 16,0 0 0-16,0 0 0 0,0 0 0 0,0 0 0 16,0 0 0-16,0 0 0 0,0 0 0 0,0 0 0 15,0 0 0-15,0 0 0 0,0 0 0 0,0 0 0 16,0 0 0-16,0 0 0 0,0 0 0 0,0 0 0 15,0 0 0-15,0 0 0 0,0 0 0 0,0 0 0 0,0 0 0 16,0 0 0-16,0 0 0 0,0 0 0 16,0 0 0-16,0 0 0 0,0 0 0 0,0 0 0 15,0 0 0-15,0 0 0 0,0 0 0 0,0 0 0 0,0 0 0 16,0 0 0-16,0 0 0 0,0 0 0 0,0 0 0 16,0 0 0-16,0 0 0 0,0 0 0 15,0 0 0-15,0 0 0 0,0 0 0 0,0 0 0 0,0 0 0 16,0 0 0-16,0 0 0 0,0 0 0 0,0 0 0 15,0 0 0-15,0 0 0 0,0 0 0 0,0 0 0 16,0 0 0-16,0 0 0 0,0 0 0 0,0 0 0 16,0 0 0-16,0 0 0 0,0 0 0 0,0 0 0 15,0 0 0-15,0 0 0 0,0 0 0 0,0 0 0 16,0 0 0-16,0 0 0 0,0 0 0 0,0 0 0 16,0 0 0-16,0 0 0 0,0 0 0 0,0 0 0 15,0 0 0-15,0 0 0 0,0 0 0 0,0 0 0 16,0 0 0-16,0 0 0 0,0 0 0 0,0 0 0 0,0 0 0 15,0 0 0-15,0 0 0 0,0 0 0 0,0 0 0 16,0 0 0-16,0 0 0 0,0 0 0 16,0 0 0-16,0 0 0 0,0 0 0 0,0 0 0 0,0 0 0 15,0 0 0-15,0 0 0 0,0 0 0 0,0 0 0 16,0 0 0-16,0 0 0 0,0 0 0 0,0 0 0 16,0 0 0-16,0 0 0 0,0 0 0 0,0 0 0 15,0 0 0-15,0 0 0 0,0 0 0 0,0 0 0 16,0 0 0-16,0 0 0 0,0 0 0 0,0 0 0 15,0 0 0-15,0 0 0 0,0 0 0 0,0 0 0 16,0 0 0-16,0 0 0 0,0 0 0 0,0 0 0 16,0 0 0-16,0 0 0 0,0 0 0 0,0 0 0 0,0 0 0 15,0 0 0-15,0 0 0 0,0 0 0 16,0 0 0-16,0 0 0 0,0 0 0 0,0 0 0 16,0 0 0-16,0 0 0 0,0 0 0 0,0 0 0 0,0 0 0 15,0 0 0-15,0 0 0 0,0 0 0 0,0 0 0 16,0 0 0-16,0 0 0 0,0 0 0 0,0 0 0 15,0 0 0-15,0 0 0 0,0 0 0 0,0 0 0 16,0 0 0-16,0 0 0 0,0 0 0 0,0 0 0 16,0 0 0-16,0 0 0 0,0 0 0 0,0 0 0 15,0 0 0-15,0 0 0 0,0 0 0 0,0 0 0 16,0 0 0-16,0 0 0 0,0 0 0 0,0 0 0 16,0 0 0-16,0 0 0 0,0 0 0 0,0 0 0 0,0 0 0 15,0 0 0-15,0 0 0 0,0 0 0 16,0 0 0-16,0 0 0 0,0 0 0 0,0 0 0 15,0 0 0-15,0 0 0 0,0 0 0 0,0 0 0 0,0 0 0 16,0 0 0-16,0 0 0 0,0 0 0 0,0 0 0 16,0 0 0-16,0 0 0 0,0 0 0 0,0 0 0 15,0 0 0-15,0 0 0 0,0 0 0 0,0 0 0 16,0 0 0-16,0 0 0 0,0 0 0 0,0 0 0 16,0 0 0-16,0 0 0 0,0 0 0 0,0 0 0 15,0 0 0-15,0 0 0 0,0 0 0 0,0 0 0 16,0 0 0-16,0 0 0 0,0 0 0 0,0 0 0 15,0 0 0-15,0 0 0 0,0 0 0 0,0 0 0 16,0 0 0-16,0 0 0 0,0 0 0 0,0 0 0 16,0 0 0-16,0 0 0 0,0 0 0 0,0 0 0 15,0 0 0-15,0 0 0 0,0 0 0 0,0 0 0 0,0 0 0 16,0 0 0-16,0 0 0 0,0 0 0 0,0 0 0 16,0 0 0-16,0 0 0 0,0 0 0 0,0 0 0 15,0 0 0-15,0 0 0 0,0 0 0 0,0 0 0 16,0 0 0-16,0 0 0 0,0 0 0 0,0 0 0 15,0 0 0-15,0 0 0 0,0 0 0 0,0 0 0 16,0 0 0-16,0 0 0 0,0 0 0 0,0 0 0 16,0 0 0-16,0 0 0 0,0 0 0 0,0 0 0 15,0 0 0-15,0 0 0 0,0 0 0 0,0 0 0 16,0 0 0-16,0 0 0 0,0 0 0 0,0 0 0 16,0 0 0-16,0 0 0 0,0 0 0 0,0 0 0 15,0 0 0-15,0 0 0 0,0 0 0 0,0 0 0 16,0 0 0-16,0 0 0 0,0 0 0 0,0 0 0 0,0 0 0 15,0 0 0-15,0 0 0 0,0 0 0 0,0 0 0 16,0 0 0-16,0 0 0 0,0 0 0 0,0 0 0 16,0 0 0-16,0 0 0 0,0 0 0 0,0 0 0 15,0 0 0-15,0 0 0 0,0 0 0 0,0 0 0 16,0 0 0-16,0 0 0 0,0 0 0 0,0 0 0 16,0 0 0-16,0 0 0 0,0 0 0 0,0 0 0 15,0 0 0-15,0 0 0 0,0 0 0 0,0 0 0 16,0 0 0-16,0 0 0 0,0 0 0 0,0 0 0 15,0 0 0-15,0 0 0 0,0 0 0 0,0 0 0 16,0 0 0-16,0 0 0 0,0 0 0 0,0 0 0 16,0 0 0-16,0 0 0 0,0 0 0 0,0 0 0 0,0 0 0 15,0 0 0-15,0 0 0 0,0 0 0 16,0 0 0-16,0 0 0 0,0 0 0 0,0 0 0 16,0 0 0-16,0 0 0 0,0 0 0 0,0 0 0 0,0 0 0 15,0 0 0-15,0 0 0 0,0 0 0 0,0 0 0 16,0 0 0-16,0 0 0 0,0 0 0 0,0 0 0 15,0 0 0-15,0 0 0 0,0 0 0 0,0 0 0 16,0 0 0-16,0 0 0 0,0 0 0 0,0 0 0 16,0 0 0-16,0 0 0 0,0 0 0 0,0 0 0 15,0 0 0-15,0 0 0 0,0 0 0 0,0 0 0 16,0 0 0-16,0 0 0 0,0 0 0 0,0 0 0 16,0 0 0-16,0 0 0 0,0 0 0 0,0 0 0 15,0 0 0-15,0 0 0 0,0 0 0 0,0 0 0 16,0 0 0-16,0 0 0 0,0 0 0 0,0 0 0 15,0 0 0-15,0 0 0 0,0 0 0 0,0 0 0 0,0 0 0 16,0 0 0-16,0 0 0 0,0 0 0 0,0 0 0 16,0 0 0-16,0 0 0 0,0 0 0 0,0 0 0 15,0 0 0-15,0 0 0 0,0 0 0 0,0 0 0 16,0 0 0-16,0 0 0 0,0 0 0 0,0 0 0 16,0 0 0-16,0 0 0 0,0 0 0 0,0 0 0 15,0 0 0-15,0 0 0 0,0 0 0 0,0 0 0 16,0 0 0-16,0 0 0 0,0 0 0 0,0 0 0 15,0 0 0-15,0 0 0 0,0 0 0 0,0 0 0 16,0 0 0-16,0 0 0 0,0 0 0 0,0 0 0 16,0 0 0-16,0 0 0 0,0 0 0 0,0 0 0 15,0 0 0-15,0 0 0 0,0 0 0 0,0 0 0 0,0 0 0 16,0 0 0-16,0 0 0 0,0 0 0 0,0 0 0 16,0 0 0-16,0 0 0 0,0 0 0 15,0 0 0-15,0 0 0 0,0 0 0 0,0 0 0 0,0 0 0 16,0 0 0-16,0 0 0 0,0 0 0 0,0 0 0 15,0 0 0-15,0 0 0 0,0 0 0 0,0 0 0 16,0 0-62-16,0 0-208 0,0 0-54 0,0 0-48 16,0 0-35-16,0 0-51 0,30 4-51 0,-30-4-57 15,0 0-305-15,26-3-943 0,-26 3 417 0</inkml:trace>
          <inkml:trace contextRef="#ctx0" brushRef="#br0" timeOffset="9296.2765">7123 79 394 0,'0'0'431'0,"-16"2"11"0,16-2-1 16,0 0-2-16,0 0-6 0,0 0-26 0,0 0-24 16,0 0-31-16,0 0-25 0,0 0-12 15,0 0-22-15,0 0-20 0,0 0-17 0,0 0-28 0,80-5-18 16,-46-2-17-16,11 7-22 0,0-6-20 0,1 5-11 16,-2-3-20-16,6 1-12 0,-4 3-42 0,-3-2-46 15,-12 2-67-15,-5 0-65 0,-7 0-92 0,2 0-75 16,-21 0-79-16,24 0-78 0,-24 0-424 0,0 0-931 15,0 0 412-15</inkml:trace>
          <inkml:trace contextRef="#ctx0" brushRef="#br0" timeOffset="10186.7892">7054 405 45 0,'-9'7'380'0,"9"-7"-30"0,-4 14-13 16,4-14-6-16,8 16 5 0,0-6-4 0,7-5 10 15,6-2-10-15,0 5-3 0,8-7-13 0,-1-1-2 0,8-1-7 16,7-4-2-16,0 5-1 0,4-3-5 0,-1 3-5 16,4-1-9-16,-3-2-12 0,-4-2 8 15,-11 3-14-15,2-2-10 0,-4 1-10 0,2 3-9 0,-8 2-5 16,-3-8-6-16,-2 6-3 0,-19 0-13 0,26-6-16 16,-26 6-195-16,21 0 0 0,-21 0 0 0,0 0 0 15,27-1 0-15,-27 1 0 0,0 0 0 0,0 0 0 16,16-1 0-16,-16 1 0 0,0 0 0 0,0 0 0 15,0 0 0-15,0 0 0 0,0 0 0 0,0 0 0 16,20-5 0-16,-20 5 0 0,0 0 0 0,0 0 0 16,0 0 0-16,0 0 0 0,0 0 0 0,0 0 0 15,0 0 0-15,0 0 0 0,0 0 0 0,0 0 0 16,0 0 0-16,0 0 0 0,0 0 0 0,0 0 0 16,0 0 0-16,11-7 0 0,-11 7 0 0,0 0 0 15,0 0 0-15,0 0 0 0,0 0 0 0,0 0 0 0,0 0 0 16,0 0 0-16,0 0 0 0,0 0 0 0,0 0 0 15,0 0 0-15,0 0 0 0,0 0 0 0,25 8 0 16,-25-8 0-16,0 0 0 0,20 12 0 0,-20-12 0 16,9 11 0-16,-9-11 0 0,13 8 0 0,-13-8 0 15,11 11 0-15,-11-11 0 0,12 7 0 0,-12-7 0 16,6 7 0-16,-6-7 0 0,0 0 0 0,13 7 0 16,-13-7 0-16,8 8 0 0,-8-8 0 0,0 0 0 15,0 0 0-15,8 11 0 0,-8-11 0 0,0 0 0 16,0 0 0-16,11 8 0 0,-11-8 0 0,0 0 0 15,0 0 0-15,0 0 0 0,0 0 0 0,0 0 0 16,0 0 0-16,3 11 0 0,-3-11 0 0,0 0 0 16,0 0 0-16,0 0 0 0,0 0 0 0,0 0 0 0,0 0 0 15,0 0 0-15,0 0 0 0,0 0 0 16,0 0 0-16,0 0 0 0,-1 15 0 0,1-15 0 0,0 0 0 16,0 0 0-16,0 0 0 0,0 0 0 0,0 0 0 15,0 0 0-15,0 14 0 0,0-14 0 0,0 0 0 16,0 0 0-16,0 0 0 0,0 10 0 0,0-10 0 15,0 0 0-15,0 0 0 0,0 0 0 0,1 12 0 16,-1-12 0-16,0 0 0 0,0 0 0 0,0 0 0 16,0 13 0-16,0-13 0 0,0 0 0 0,0 0 0 15,0 0 0-15,0 15 0 0,0-15 0 0,0 0 0 16,0 0 0-16,0 0 0 0,4 11 0 0,-4-11 0 16,0 0 0-16,0 0 0 0,3 15 0 0,-3-15 0 15,0 0 0-15,0 0 0 0,0 0 0 0,0 0 0 16,0 0 0-16,0 0 0 0,0 0 0 0,0 0 0 15,1 12 0-15,-1-12 0 0,0 0 0 0,0 0 0 0,0 0 0 16,0 0 0-16,0 0 0 0,0 0 0 0,0 0 0 16,0 0 0-16,0 0 0 0,0 0 0 0,0 0 0 15,0 0 0-15,0 0 0 0,0 0 0 0,0 0 0 16,0 0 0-16,0 0 0 0,0 0 0 0,0 0 0 16,0 0 0-16,0 0 0 0,0 0 0 0,0 0 0 15,0 0 0-15,0 0 0 0,0 0 0 0,12 7 0 16,-12-7 0-16,0 0 0 0,0 0-26 0,0 0-582 15,8 8-72-15,-8-8-467 0,0 0-1241 0,0 0 549 16</inkml:trace>
          <inkml:trace contextRef="#ctx0" brushRef="#br0" timeOffset="10499.2906">8490-52 4477 0,'-5'-16'164'0,"5"-3"-114"15,0 3-25-15,0 5 40 0,0 11 29 0,7-23 39 16,-6 13 35-16,-1 10 17 0,5-16 1 0,-5 16 9 16,10-8 5-16,-10 8 21 0,0 0-5 0,0 0 4 15,24 31-3-15,-18-13-3 0,4 10-10 0,-8 8-6 16,12 3-11-16,-6 5-19 0,-2 0-9 0,4 6-13 0,-5-5-47 15,0 0-99-15,-5 5 0 0,0 0 0 0,1-2 0 16,6-1 0-16,-7-2 0 0,0 1 0 0,1-2 0 16,-1-1 0-16,5-7 0 0,-3-5 0 0,4-5 0 15,-4 2-6-15,3-2-316 0,1-11-61 0,-3 4-61 16,4-3-64-16,5-9-82 0,-4-2-400 0,-8-5-1072 16,28-4 474-16</inkml:trace>
          <inkml:trace contextRef="#ctx0" brushRef="#br0" timeOffset="10889.8588">9167-40 387 0,'0'0'551'0,"10"-12"-59"0,-10 12-47 0,6-10-47 16,-6 10-39-16,0 0-18 0,8-7-6 0,-8 7-11 16,0 0-17-16,0 0-7 0,0 0-19 0,0 0-22 15,-21 43-8-15,18-26-16 0,-2 1-7 0,-3 9-20 16,2 0-18-16,4 2-9 0,2 1 2 0,-1 13-19 15,2-4-9-15,3 6-11 0,2-7-4 0,5 3-27 16,0-2 2-16,4-2 1 0,4 1-17 0,2-2-3 16,3-3-6-16,-3-9 3 0,11 6-6 0,-8-8-3 15,3-5-6-15,10 2 5 0,-8-6-16 0,-2-5 4 16,2-4 2-16,0-3-5 0,5-1-68 0,-4-5 0 16,6 1 0-16,-7-4 0 0,-1-3 0 0,4-6 0 15,-6 4 0-15,1-5 0 0,1 1 0 0,-7-4 0 16,1 1 0-16,-6-3 0 0,-2-1 0 0,6-13 0 15,-7-4 0-15,-7-1 0 0,-1-2 0 0,-7-3 0 0,-1-5 0 16,-8 4 0-16,-4 5 0 0,-1-2 0 0,-3 7 0 16,-8 0 0-16,3 3 0 0,-10 4 0 15,-1 4 0-15,-9 8 0 0,-5 1-39 0,-1 8-232 0,-8 5-50 16,0 0-36-16,-1 8-30 0,-23 3-45 0,24-2-45 16,-20 8-52-16,-4 6-368 0,23-4-971 0,-17 8 430 15</inkml:trace>
        </inkml:traceGroup>
      </inkml:traceGroup>
    </inkml:traceGroup>
    <inkml:traceGroup>
      <inkml:annotationXML>
        <emma:emma xmlns:emma="http://www.w3.org/2003/04/emma" version="1.0">
          <emma:interpretation id="{3C89B3E7-CB5B-4F47-BBB0-BF3B903940E4}" emma:medium="tactile" emma:mode="ink">
            <msink:context xmlns:msink="http://schemas.microsoft.com/ink/2010/main" type="paragraph" rotatedBoundingBox="2862,3505 11992,3172 12081,5620 2951,5953" alignmentLevel="1"/>
          </emma:interpretation>
        </emma:emma>
      </inkml:annotationXML>
      <inkml:traceGroup>
        <inkml:annotationXML>
          <emma:emma xmlns:emma="http://www.w3.org/2003/04/emma" version="1.0">
            <emma:interpretation id="{EBF39124-7340-48A9-B844-74AC1DD254CC}" emma:medium="tactile" emma:mode="ink">
              <msink:context xmlns:msink="http://schemas.microsoft.com/ink/2010/main" type="inkBullet" rotatedBoundingBox="2873,3817 3575,3792 3595,4358 2894,4383"/>
            </emma:interpretation>
            <emma:one-of disjunction-type="recognition" id="oneOf4">
              <emma:interpretation id="interp20" emma:lang="" emma:confidence="0">
                <emma:literal>•</emma:literal>
              </emma:interpretation>
            </emma:one-of>
          </emma:emma>
        </inkml:annotationXML>
        <inkml:trace contextRef="#ctx0" brushRef="#br0" timeOffset="12202.3015">8 2544 177 0,'-15'-7'418'0,"1"-1"-31"0,14 8-19 0,-14-18-12 16,10 11-13-16,4 7-5 0,-6-19-7 0,3 11-30 0,3 8-21 16,3-21-31-16,-1 12-16 0,6-1-13 0,4-2-19 15,3 5-14-15,1-1-7 0,5-2-13 0,8 4-13 16,-2 0-10-16,2 2-16 0,-4 4-2 0,6 3-16 15,-7 4 6-15,3-4-12 0,-1 10-7 0,-2-2-9 16,-8-2-10-16,2 3-7 0,-4 2-9 0,-4 1-2 16,-2 3-3-16,5 1-3 0,-13 1-4 0,0 0-6 15,-7 4 1-15,1 2-12 0,-2-2-1 0,-7 3-1 16,1-1-1-16,-2 0-7 0,-5-4-3 0,0-1 2 16,-1 2-3-16,1-3-3 0,-5 0-2 0,4-4-2 15,1 7 0-15,5-12-6 0,-3-1-6 0,2-1-1 16,3-1-3-16,4-4 0 0,10-4-4 0,-19 10 1 0,19-10-22 15,-14 2 6-15,14-2-3 0,0 0 4 16,0 0 0-16,0 0 4 0,-5-33 1 0,15 18 1 16,-1-3 1-16,6-1 0 0,-1-3 3 0,5-2 3 0,2-1 1 15,3-5 2-15,10 1 3 0,-13 6 6 0,1 1 8 16,6-12 3-16,0 5 3 0,-7 6 3 0,2 3 5 16,-2-5 2-16,-5 0 0 0,3 7 1 0,-5 1 15 15,1 0-7-15,-6 6 6 0,3-4 6 0,-8 4 3 16,1 6 10-16,-5 5 2 0,15-12 0 0,-15 12-3 15,6-10-6-15,-6 10 9 0,0 0-18 0,0 0-6 16,0 0-9-16,0 0 7 0,0 0-6 0,-27 34 0 16,19-17-5-16,-5 6 1 0,2 1-10 0,-1 3 0 15,3 2 0-15,-2-2 6 0,3-1-7 0,1 2 0 16,1-1-6-16,4-1 4 0,-3-2-1 0,9 2-6 16,-3 2 4-16,1-9-3 0,4 3-9 0,1-3 5 15,1 0-4-15,-2-3-7 0,7 5-20 0,0-6-14 0,3-1-19 16,-2-3-26-16,10 5-30 0,-6-6-33 15,0-1-38-15,2-6-42 0,1 1-36 0,0-7-28 16,-21 3-41-16,48-1-53 0,-17-3-53 0,-9-4-377 0,-6 1-886 16,3 0 392-16</inkml:trace>
      </inkml:traceGroup>
      <inkml:traceGroup>
        <inkml:annotationXML>
          <emma:emma xmlns:emma="http://www.w3.org/2003/04/emma" version="1.0">
            <emma:interpretation id="{CA9D7605-0262-4030-B9DA-73C9668D7919}" emma:medium="tactile" emma:mode="ink">
              <msink:context xmlns:msink="http://schemas.microsoft.com/ink/2010/main" type="line" rotatedBoundingBox="4124,3459 11992,3172 12081,5620 4213,5907"/>
            </emma:interpretation>
          </emma:emma>
        </inkml:annotationXML>
        <inkml:traceGroup>
          <inkml:annotationXML>
            <emma:emma xmlns:emma="http://www.w3.org/2003/04/emma" version="1.0">
              <emma:interpretation id="{FFA2D7B8-1535-4950-B23C-DA052E7C3071}" emma:medium="tactile" emma:mode="ink">
                <msink:context xmlns:msink="http://schemas.microsoft.com/ink/2010/main" type="inkWord" rotatedBoundingBox="4949,2703 7542,4339 6576,5870 3983,4233"/>
              </emma:interpretation>
              <emma:one-of disjunction-type="recognition" id="oneOf5">
                <emma:interpretation id="interp21" emma:lang="" emma:confidence="0.5">
                  <emma:literal>try</emma:literal>
                </emma:interpretation>
                <emma:interpretation id="interp22" emma:lang="" emma:confidence="0">
                  <emma:literal>toy</emma:literal>
                </emma:interpretation>
                <emma:interpretation id="interp23" emma:lang="" emma:confidence="0">
                  <emma:literal>thy</emma:literal>
                </emma:interpretation>
                <emma:interpretation id="interp24" emma:lang="" emma:confidence="0">
                  <emma:literal>Try</emma:literal>
                </emma:interpretation>
                <emma:interpretation id="interp25" emma:lang="" emma:confidence="0">
                  <emma:literal>tray</emma:literal>
                </emma:interpretation>
              </emma:one-of>
            </emma:emma>
          </inkml:annotationXML>
          <inkml:trace contextRef="#ctx0" brushRef="#br0" timeOffset="12594.6945">1274 2603 89 0,'0'0'365'0,"0"0"-21"16,-53 14-12-16,53-14-4 0,0 0-1 0,0 0-10 16,0 0 2-16,0 0-7 0,0 0-13 0,0 0-13 15,56-12-6-15,-27 12-14 0,1-4-1 0,4-3-10 16,14 0-2-16,-3-1-10 0,3 4-17 0,-3-4-22 0,5 1-14 16,0 3-20-16,-2-4-22 0,-5 2-13 0,0 1-15 15,-9 2-15-15,-2-3-10 0,-5 1-26 0,-4 1-25 16,-4 0-23-16,-3 0-31 0,2 2-38 0,-18 2-36 15,16-5-54-15,-16 5-40 0,13-7-50 0,-13 7-41 16,0 0-41-16,0 0-40 0,0 0-49 0,-12-19-334 16,12 19-792-16,-20-8 350 0</inkml:trace>
          <inkml:trace contextRef="#ctx0" brushRef="#br0" timeOffset="12813.4353">1474 2199 306 0,'0'0'364'0,"-21"-6"-20"0,21 6-18 0,0 0-2 16,0 0 15-16,0 0 11 0,0 0-3 0,-19 14-11 15,21 5-8-15,3-5-15 0,3 5-23 0,-2 4-14 0,2 4-4 16,-2 1-23-16,6 0-29 0,-1 11-21 0,-3-1-21 16,2-6-17-16,-1 3-10 0,-4-6-25 0,-2 10-12 15,4-10-8-15,-6 5-21 0,6 3-29 0,-7-8-36 16,0 1-47-16,0 11-62 0,0-15-71 0,0 0-47 15,0-2-55-15,-2 2-72 0,2-7-78 16,-6 7-370-16,4-15-847 0,-3 1 375 0</inkml:trace>
          <inkml:trace contextRef="#ctx0" brushRef="#br0" timeOffset="14078.9667">2090 2463 109 0,'-14'-12'305'0,"14"12"-16"0,-10-9-7 0,10 9-14 15,-11-14-14-15,11 14-6 0,-2-14-24 0,2 14-10 0,2-20-20 16,-2 20-10-16,5-21-21 0,-2 13-6 0,5-7-6 16,-1 2-10-16,5 0-13 0,-4 1-7 0,7 4-10 15,-4-6-6-15,3 3-5 0,3 0-2 0,-1 2-13 16,9-5-5-16,-4 0 3 0,2 1-2 0,-7 2 4 15,4 3 3-15,6-1 4 0,-5 0-4 0,3 2 1 16,-3 0-7-16,1 4-8 0,4-2 1 0,-3-2-5 16,-3 6-9-16,-4-3-5 0,7 4-1 0,-23 0-11 15,35 5-3-15,-19-2-7 0,2 6 3 0,-4-2-4 0,-1 7-3 16,-3 0-4-16,-2 3 0 0,-2 0 1 0,1 2-4 16,-6 8-1-16,-1-2-4 0,-1 1-3 0,-7 0 1 15,-5 2-2-15,0-2-6 0,-2 1 2 0,-7 2-3 16,0 7 1-16,-6-8 1 0,-1 3 1 0,2-2-7 15,-2 1 6-15,-1-4-1 0,7-9-1 0,-1 2 7 16,-1 0-7-16,-9 3-3 0,11-4 2 0,3-3 0 16,0-8 5-16,6 4 5 0,-1 1 2 0,7-5 10 15,0 0 5-15,8-7 4 0,-9 12 6 0,9-12 10 16,-7 8 15-16,7-8 2 0,0 0-1 0,0 0 0 16,15 14-5-16,-15-14-4 0,0 0-7 0,38-3-1 15,-17 1-4-15,8 0 5 0,2-5 0 0,10 0-1 16,1-5-6-16,1 4-2 0,4-8-11 0,-2 1-4 15,3-3-13-15,3 7-33 0,-6-8-39 0,-2 4-44 16,6-2-46-16,-8-3-46 0,-4-2-22 0,3 3-23 16,-14 0-11-16,-5 0 3 0,0 3 5 0,0-2 21 0,-7-3 16 15,2-4 24-15,-3 0 21 0,-5 3 23 0,-3 6 24 16,-4-3 48-16,6 2 33 0,-6 1 34 16,-1-1 34-16,3 8 35 0,-1-4 26 0,-2 13 27 0,2-13 18 15,-2 13 16-15,6-13-2 0,-6 13 3 0,0 0 14 16,0 0-3-16,0 0 6 0,0 0 3 0,0 0-1 15,0 0-2-15,0 0 5 0,13 38 4 0,-11-30-12 16,2 10 10-16,0-3-12 0,-4 4-5 0,6-3-10 16,0 3-8-16,-1-1-18 0,0-2-11 0,5 2-14 15,-2-3-1-15,1-1-17 0,3 3-4 0,2-4 0 16,0-1-10-16,9 3-27 0,-7-8-48 0,3 1 0 16,-3-2 0-16,7 0 0 0,-2-5 0 0,-1-1 0 0,-20 0 0 15,44-1 0-15,-17-8 0 0,2 0 0 16,-3 0 0-16,-4-6 0 0,2 0 0 0,-3-1 0 15,-2-4 0-15,-1 0 0 0,-1-5 0 0,0 0 0 0,-8-1 0 16,4 0 0-16,0 1 0 0,0 1 0 0,-10 6 0 16,3 3 0-16,-1 2 0 0,-2 4 0 0,-3 9 0 15,4-16 0-15,-4 16 0 0,1-10 0 0,-1 10 0 16,0 0 0-16,0 0 0 0,0 0 0 0,2 42 0 16,3-17 0-16,-9 13 0 0,0 6 0 0,7-3 0 15,2 11 0-15,-4 2 0 0,1 1 0 0,11 14 0 16,-4 3 0-16,1-17 0 0,4 24 0 0,-3-7 0 15,2 7 0-15,-1-4 0 0,-3-20 0 0,4 21 0 0,-3 2 0 16,2-4 0-16,-5-5 0 0,1-12 0 16,2-3 0-16,-1 19 0 0,-1-20 0 0,-5 0 0 15,-4-2 0-15,7-1 0 0,-6-2 0 0,-1 7 0 0,-3-13 0 16,3 3 0-16,-1-6 0 0,-3-7 0 0,-3-5 0 16,2 3 0-16,-2-4 0 0,0 1 0 0,0-4 0 15,0 0 0-15,-3 0 0 0,1-9 0 0,-1 1 0 16,-2-3 0-16,3-1 0 0,-3-2 0 0,-1 0 0 15,1-3 0-15,13-6 0 0,0 0 0 0,-43 4 0 16,43-4 0-16,0 0 0 0,-51-18 0 0,34 11 0 16,0-4 0-16,-1-4 0 0,-1-5 0 0,9 4 0 15,-7-12 0-15,5-9 0 0,0 7 0 0,-3-13 0 0,10 2 0 16,4-8 0-16,2 1 0 0,11-4 0 16,-3-19 0-16,9 2 0 0,3-4 0 0,1 0 0 15,2-6 0-15,12-3 0 0,-8 0 0 0,8 2 0 0,-6 2 0 16,4-4 0-16,0 10 0 0,-4 3 0 0,-3-1 0 15,-4 24 0-15,-4-4 0 0,-3 7-111 0,3 1-280 16,-7 1-62-16,-3 0-72 0,1 11-80 0,-9-1-413 16,6 5-1102-16,1 0 487 0</inkml:trace>
        </inkml:traceGroup>
        <inkml:traceGroup>
          <inkml:annotationXML>
            <emma:emma xmlns:emma="http://www.w3.org/2003/04/emma" version="1.0">
              <emma:interpretation id="{91C736FD-0EAB-43B1-A52E-92BC64527C77}" emma:medium="tactile" emma:mode="ink">
                <msink:context xmlns:msink="http://schemas.microsoft.com/ink/2010/main" type="inkWord" rotatedBoundingBox="7020,3374 11987,3170 12033,4292 7066,4495"/>
              </emma:interpretation>
              <emma:one-of disjunction-type="recognition" id="oneOf6">
                <emma:interpretation id="interp26" emma:lang="" emma:confidence="0.5">
                  <emma:literal>+2=8</emma:literal>
                </emma:interpretation>
                <emma:interpretation id="interp27" emma:lang="" emma:confidence="0">
                  <emma:literal>+22=8</emma:literal>
                </emma:interpretation>
                <emma:interpretation id="interp28" emma:lang="" emma:confidence="0">
                  <emma:literal>+82=8</emma:literal>
                </emma:interpretation>
                <emma:interpretation id="interp29" emma:lang="" emma:confidence="0">
                  <emma:literal>+52=8</emma:literal>
                </emma:interpretation>
                <emma:interpretation id="interp30" emma:lang="" emma:confidence="0">
                  <emma:literal>+2=88</emma:literal>
                </emma:interpretation>
              </emma:one-of>
            </emma:emma>
          </inkml:annotationXML>
          <inkml:trace contextRef="#ctx0" brushRef="#br0" timeOffset="15641.3847">6679 2527 314 0,'-42'19'535'0,"16"-2"-32"0,1-1-18 16,10-1-3-16,3-4-2 0,5 4-16 0,5-7 2 15,2-8-11-15,17 21-25 0,2-16-32 0,14 4-30 16,12 3-28-16,7-10-33 0,9-2-14 0,17 0-40 15,-17 0-24-15,2-8-23 0,17-5-21 0,-19 8-20 16,18-6-13-16,-26-1-15 0,3 1-14 0,-3-3-15 16,-8 5-26-16,-7-2-39 0,-4 3-39 0,-5-4-52 15,0 3-42-15,-13 1-59 0,3-1-65 0,-5 0-74 16,1-3-59-16,-2 4-57 0,-5-3-75 0,-4-1-98 16,-4 12-326-16,4-19-976 0,-4 9 432 0</inkml:trace>
          <inkml:trace contextRef="#ctx0" brushRef="#br0" timeOffset="15407.0009">6743 2318 685 0,'0'0'638'0,"0"0"-35"0,21 0 3 16,-21 0 1-16,34-6 21 0,-17 3-7 0,4 2-31 15,2-9-46-15,5 6-52 0,5 0-50 0,-1-4-45 16,16-2-39-16,-5 1-43 0,-1-1-53 0,-1 1-74 16,-10 2-92-16,12-4-107 0,-14 8-129 0,0-8-123 15,-2 3-121-15,-4 2-121 0,-2 1-119 0,-10 1-401 0,-11 4-1109 16,14-10 491-16</inkml:trace>
          <inkml:trace contextRef="#ctx0" brushRef="#br0" timeOffset="28390.4684">8663 1922 265 0,'-35'0'269'0,"35"0"-2"16,-30 0-13-16,14 4-6 0,16-4-8 0,-29 11-27 16,14-3-12-16,6-1-16 0,-1 4-13 0,-3 4-4 15,10 0-13-15,-2 0-2 0,4 3-4 0,2 1-6 16,1 5 0-16,9 2-7 0,2-2 0 0,3 4 0 16,13 3-10-16,-10-9-5 0,12 12-2 0,-3-4-5 15,9-2-13-15,-1 0-4 0,1 1-5 0,3 2-2 0,-5-4-3 16,3 3-3-16,-5-2-7 0,2-1-3 0,-3 0-10 15,-10-5-7-15,2-2 2 0,-6 5-9 0,3-5-5 16,-7 2 0-16,-1 0-2 0,-5-5-7 0,-3-4 1 16,-2 3-2-16,2 2-5 0,-8-2 3 0,-2-2 1 15,-1 2-4-15,-6-2-3 0,-4-1-2 0,0-4-2 16,-5 10-1-16,-6-8-2 0,-2-3-1 0,-1 3-5 16,-1-4 2-16,1-1-2 0,-1 3 0 0,4-8-4 15,-2 2-1-15,8 0 5 0,-6-3-2 0,5 0 4 16,-1-2-8-16,4-2 12 0,1-2 5 0,18 6 3 15,-27-10 4-15,14 3 3 0,4-7 0 0,-3 3 1 16,4-1 1-16,5 0 5 0,5 2-3 0,-1-9 4 16,-1 1-1-16,7 2 5 0,1-3-8 0,3-7 11 15,5 1 3-15,6-7-7 0,4 3 3 0,5-3-1 16,-3-3 6-16,-3 4 16 0,2-3 10 0,0-4-13 0,2 0-4 16,-7 0-7-16,-4-2-3 0,1 0 0 15,1 2-14-15,-4-1 4 0,-2 2-7 0,-1-1-8 0,-7 9 3 16,-6-2 0-16,-5 1-3 0,-3-6-6 0,0 12-4 15,-1-1 4-15,-9-2-7 0,2 5-2 0,-3-1-4 16,-7 3 1-16,-9-1-6 0,0 2-5 0,-5 3-2 16,9 7-14-16,-11-4-15 0,-1 8-22 0,1-2-33 15,-1 1-16-15,-5 6-26 0,3 6-18 0,2 0-29 16,12 0-35-16,2-3-31 0,0 4-31 0,2 5-34 16,1-1-51-16,12-6-48 0,0 7-382 0,1-2-851 15,5 1 376-15</inkml:trace>
          <inkml:trace contextRef="#ctx0" brushRef="#br0" timeOffset="14532.1185">4131 2564 24 0,'-10'6'441'0,"10"-6"-20"0,0 0-7 16,0 0 0-16,0 0-1 0,0 0-8 0,0 0-9 15,0 0-19-15,0 0-13 0,0 0-28 0,65-7-18 16,-25-2-17-16,3-3-16 0,5 0-25 0,0 1-20 16,9 1-27-16,-5 3-27 0,6-3-14 0,5 0-15 15,-7 3-20-15,2-9-25 0,-9 8-38 0,3-1-35 16,-9 0-36-16,-16 4-45 0,-4 2-52 0,-2-3-58 16,-7 1-53-16,-1 1-52 0,-13 4-42 0,8-11-45 15,-8 11-35-15,0 0-23 0,-21-15-320 0,3 4-781 16,-1 6 345-16</inkml:trace>
          <inkml:trace contextRef="#ctx0" brushRef="#br0" timeOffset="14735.1999">4462 2238 166 0,'-16'-7'322'0,"16"7"-11"0,-28-5-7 0,28 5 10 16,-16-8 13-16,16 8-13 0,-14-6 1 0,14 6-5 16,0 0-16-16,0 0-4 0,0 0-1 0,0 0 0 0,0 0-12 15,-15 25-15-15,17-10-19 0,-2 1-20 0,0 8-12 16,3 1-13-16,0 7-18 0,-1 7-15 0,3 1-17 15,-5 3-7-15,1-3-21 0,3 5-12 0,-1-7-16 16,-5 3-35-16,4 1-44 0,-4 3-62 0,1-5-67 16,1-2-77-16,1-7-65 0,-6 9-74 0,5-9-87 15,0-5-401-15,7 0-887 0,-1-10 392 0</inkml:trace>
          <inkml:trace contextRef="#ctx0" brushRef="#br0" timeOffset="15188.265">5031 2294 463 0,'0'0'428'0,"0"0"-27"0,0 0-21 0,5-15-1 15,-5 15-6-15,16-13-10 0,-2 7-27 0,7-1-15 16,7 3-25-16,2-5-23 0,13 0-23 0,-1 4-22 15,1 2-14-15,1-4-15 0,-1 6-16 0,0-7-18 16,-1 0-16-16,-10 8-13 0,0-3-14 0,-3 0-15 16,-3 2-5-16,-9 1-15 0,-17 0-1 0,34 1-15 15,-34-1-9-15,23 3-2 0,-23-3-3 0,8 8-6 16,-8-8-2-16,6 15-6 0,-12-1-4 0,-1 3-2 0,-4 5-6 16,-7 0-3-16,4 4 0 0,-10 6-6 15,-5 3-1-15,-5-1 0 0,-3-3-2 0,2 1-4 0,-2-5-2 16,3 8-1-16,-1-4 3 0,-2-2-3 0,2-4 0 15,6 6 0-15,5-13-2 0,0 5 2 0,6-4 8 16,-4 0 1-16,9-7 1 0,0 2 1 0,4-2 2 16,-1-4 5-16,2 5 4 0,5-6 4 0,3-7 4 15,0 0-1-15,6 19 7 0,-6-19-5 0,24 3-12 16,-5-1 10-16,10 1-9 0,2-8 1 0,15 3-11 16,1-3 4-16,3-2-3 0,6-3 4 0,0 1-8 15,0-1-2-15,3-7 5 0,15-1-2 0,-19 4-17 16,1 0-18-16,-5 1-54 0,-1-1-83 0,-2-2-99 0,2 3-99 15,0-4-128-15,-7-2-134 0,-5 3-317 16,-10-3-1005-16,-6 0 445 0</inkml:trace>
        </inkml:traceGroup>
      </inkml:traceGroup>
    </inkml:traceGroup>
    <inkml:traceGroup>
      <inkml:annotationXML>
        <emma:emma xmlns:emma="http://www.w3.org/2003/04/emma" version="1.0">
          <emma:interpretation id="{02A44084-F5FC-4429-BE51-2F564FB9E958}" emma:medium="tactile" emma:mode="ink">
            <msink:context xmlns:msink="http://schemas.microsoft.com/ink/2010/main" type="paragraph" rotatedBoundingBox="3088,5577 13909,5031 14037,7565 3216,8110" alignmentLevel="1"/>
          </emma:interpretation>
        </emma:emma>
      </inkml:annotationXML>
      <inkml:traceGroup>
        <inkml:annotationXML>
          <emma:emma xmlns:emma="http://www.w3.org/2003/04/emma" version="1.0">
            <emma:interpretation id="{64CEEBA5-2827-46E2-A1BE-FD98C684B5E5}" emma:medium="tactile" emma:mode="ink">
              <msink:context xmlns:msink="http://schemas.microsoft.com/ink/2010/main" type="line" rotatedBoundingBox="3088,5577 13909,5031 14037,7565 3216,8110"/>
            </emma:interpretation>
          </emma:emma>
        </inkml:annotationXML>
        <inkml:traceGroup>
          <inkml:annotationXML>
            <emma:emma xmlns:emma="http://www.w3.org/2003/04/emma" version="1.0">
              <emma:interpretation id="{9B7815C5-4E37-4239-AD60-695678953B6D}" emma:medium="tactile" emma:mode="ink">
                <msink:context xmlns:msink="http://schemas.microsoft.com/ink/2010/main" type="inkWord" rotatedBoundingBox="3370,4987 7083,6356 6492,7957 2779,6588"/>
              </emma:interpretation>
              <emma:one-of disjunction-type="recognition" id="oneOf7">
                <emma:interpretation id="interp31" emma:lang="" emma:confidence="0.5">
                  <emma:literal>Very</emma:literal>
                </emma:interpretation>
                <emma:interpretation id="interp32" emma:lang="" emma:confidence="0">
                  <emma:literal>Betty</emma:literal>
                </emma:interpretation>
                <emma:interpretation id="interp33" emma:lang="" emma:confidence="0">
                  <emma:literal>sry</emma:literal>
                </emma:interpretation>
                <emma:interpretation id="interp34" emma:lang="" emma:confidence="0">
                  <emma:literal>Vary</emma:literal>
                </emma:interpretation>
                <emma:interpretation id="interp35" emma:lang="" emma:confidence="0">
                  <emma:literal>Wary</emma:literal>
                </emma:interpretation>
              </emma:one-of>
            </emma:emma>
          </inkml:annotationXML>
          <inkml:trace contextRef="#ctx0" brushRef="#br0" timeOffset="34970.3115">265 4381 6 0,'-18'-4'330'0,"-1"-3"-31"16,4-1-20-16,2 1-23 0,4-4-21 0,9 11-18 15,-15-20-5-15,11 13-23 0,5-9-16 0,2 0-18 16,5-3-12-16,2 4-10 0,8-5-7 0,3 4-13 16,3 0-12-16,1-1-8 0,4 5-6 0,2-4-10 15,-3 6-5-15,6 3-9 0,-3 2-1 0,-1 5-2 16,4 1-7-16,-5 3-6 0,0 3-8 0,4 3 1 16,-5 6 2-16,-6-4-6 0,-4 7-1 0,-1 3 2 15,-1-3-6-15,-8 5 2 0,-1 2-11 0,-7 2-3 16,0-1 3-16,-7 4-1 0,-1-2 5 0,-4 1-5 15,-5 7-4-15,-3-5-4 0,-1 5-3 0,0-11 5 0,-6 3-4 16,11-3 0-16,-5-3-3 0,5-5 7 0,-5-1-3 16,6-3-3-16,1 1-3 0,4-4 3 0,-1-3 0 15,5 1-2-15,6-9 0 0,-15 11-4 0,15-11-5 16,-8 7 4-16,8-7 3 0,0 0-6 0,0 0 5 16,0 0-3-16,0 0-3 0,0 0 6 0,0 0-2 15,44-30-1-15,-30 20 0 0,-1 1 3 0,3 2-1 16,-2-1-3-16,1 0 2 0,4 0-3 0,-3-2 3 15,3 8 4-15,-1-4 0 0,-18 6 0 0,29-3 1 16,-12 3 0-16,-17 0 2 0,37 3 2 0,-16 4 1 16,-5 3 2-16,4-2 2 0,0 8-1 0,1-1-4 0,-3 6 5 15,0-4-2-15,-1 6 0 0,-4 3-6 16,-3-4 6-16,-1 3-7 0,-4 3 3 0,0-2-4 16,-5 0 4-16,-5 0-6 0,-3-3 3 0,0 1-1 0,2 2 5 15,-4-4-8-15,-4 3 2 0,-7-2 3 0,-2-5-7 16,2 5-3-16,1-8-8 0,-6 3-8 0,10-5-8 15,-8-2-10-15,3-4-17 0,2 1-15 0,-2-2-11 16,3-3-22-16,-1-3-19 0,19 0-22 0,-42-3-22 16,26-4-19-16,-5-4-17 0,5 1-55 0,2-6-246 15,-7-4-541-15,6 0 241 0</inkml:trace>
          <inkml:trace contextRef="#ctx0" brushRef="#br0" timeOffset="35548.3993">1091 4655 213 0,'16'2'327'0,"-16"-2"-26"0,0 0-10 16,38 0-14-16,-20 0-17 0,3 5-20 0,-21-5-22 0,37 1-23 15,-10 3-6-15,-6 3-7 0,6 1-17 0,-9 1-14 16,4 7-23-16,-1-1-2 0,-2 4-12 0,-4 4-7 16,-2-1-11-16,-5 4-1 0,-7 2-17 0,-1 0-8 15,-1 3-2-15,-12 5-7 0,0 3-3 0,-3 1-3 16,-2-4-19-16,-1-3 7 0,-2-3-9 0,-1 1 0 16,3-7-8-16,-2 0-1 0,3 1-3 0,-1-9 3 15,4-3-7-15,2-3 2 0,4 4-13 0,-2-4 3 16,3-4-4-16,8-6-5 0,0 0 0 0,0 0 4 15,0 0-1-15,0 0-1 0,-2-32-1 0,12 8 5 16,2-3-3-16,5-10-3 0,7-2-1 0,-7-1 4 0,4 0-4 16,5-3 1-16,-1 0 6 0,3-4 2 0,-1 1-13 15,-5 1 10-15,-1 5 3 0,2 0-3 16,-6 4 17-16,-2 10-4 0,-1 0 10 0,-2 2 8 0,-3 5-2 16,1 5 8-16,-5 0 7 0,-1 3 19 0,1 2 20 15,-5 9-1-15,0-18-1 0,0 18-8 0,0 0-7 16,0 0-12-16,0 0-4 0,0 0-6 0,-30 30-7 15,12-7-3-15,0 11-4 0,-1 7-2 0,-2 2-4 16,7 4-2-16,-2-1-1 0,3 1-2 0,0 3-4 16,5-3-3-16,0 1-1 0,0-5 0 0,8-1-6 15,0 3 3-15,0-9-3 0,7-5-4 0,1-1-4 0,0-5-7 16,6-1-7-16,0-2-18 0,7-2-23 0,0-2-10 16,-5-7-12-16,11 0-27 0,2-10-38 0,0 3-32 15,0-1-44-15,-2-6-34 0,2-2-44 0,2-6-60 16,-4 1-306-16,-1-2-714 0,-1-7 317 0</inkml:trace>
          <inkml:trace contextRef="#ctx0" brushRef="#br0" timeOffset="35798.3741">1967 5053 297 0,'0'0'328'0,"9"8"-5"0,-9-8-6 0,21 2 1 15,-21-2-4-15,34 5-4 0,-8-5 0 0,1 0-15 16,2-5-15-16,-2 3-22 0,4 2-21 0,2-4-21 16,-2 3-22-16,10-2-16 0,-7 0-20 0,-3 3-18 15,4-3-8-15,8 1-18 0,-9 2-11 0,-2-2-12 16,0-1-11-16,-1 1-28 0,-3-1-34 0,-7 3-39 16,0-1-39-16,-5-2-46 0,-16 3-38 0,28-8-44 0,-28 8-43 15,12-9-46-15,-12 9-55 0,4-12-286 0,-4 12-669 16,-8-15 296-16</inkml:trace>
          <inkml:trace contextRef="#ctx0" brushRef="#br0" timeOffset="36001.4905">2238 4829 266 0,'0'0'361'16,"0"0"-31"-16,-26 2-18 0,26-2-19 0,0 0-8 15,-13 9-7-15,13-9-13 0,-3 21-21 0,3-2 2 16,2 4-9-16,3 3-13 0,3 4-15 0,-2-2-20 0,-3 9-14 15,4 2-14-15,-1 0-13 0,7 3-26 0,-7-1-16 16,2 1-7-16,-1 2-4 0,2-3-18 16,-2 0-13-16,-2-14-27 0,4 14-37 0,-4-16-54 0,5 5-49 15,-2-5-61-15,-2-2-73 0,1-8-71 0,1-5-352 16,-2-1-714-16,-6-9 315 0</inkml:trace>
          <inkml:trace contextRef="#ctx0" brushRef="#br0" timeOffset="36704.5952">2740 4821 146 0,'0'0'506'0,"11"-11"-55"0,-11 11-46 0,0 0-39 0,0 0-33 16,0 0-19-16,12 25-9 0,-6-12-12 0,-1 5-11 16,-4-1-13-16,7 2-16 0,-1 0-15 0,-1 2-18 15,1 0-17-15,2 2-11 0,3-7-16 0,-3 3-13 16,6 3-15-16,-1-8-12 0,-3 2-15 0,1-2-8 15,0 0-12-15,3-2-7 0,4-4-7 0,-3-1-13 16,0-2-4-16,3-3-7 0,-19-2-6 0,36 0-7 0,-15-2-3 16,-1-6-6-16,4-1-3 0,2-1-5 15,-2-2-6-15,-1-6 0 0,-2-2-4 0,-1 2-2 0,-5-4-3 16,2-1-3-16,-2-4 2 0,1-2-6 0,-3 1 1 16,-4-13-5-16,3 2-2 0,-9 0-5 15,-2 9 3-15,4 0-3 0,-5 4 6 0,2 7 7 0,-2 4 8 16,0 1 2-16,0 5 3 0,0 9 12 0,0-22-2 15,0 22 3-15,0-15-1 0,0 15-7 0,0 0-6 16,0 0-3-16,0 0-1 0,0 0 4 0,0 0-5 16,-2 55-2-16,1-10-5 0,1 4 7 0,1 1-2 15,1 5-2-15,1 18-2 0,5-17 0 0,-5 22 2 16,7-2-3-16,1-3 2 0,2 4 2 0,-5-2 0 16,3-1-3-16,4 2 0 0,-1-5 2 0,1 0-8 0,1-2 1 15,3-19 0-15,-10 1-4 0,6 2 0 0,-4-3 4 16,-3 5 1-16,3-5-1 0,-1-3 0 0,0-2-4 15,-2-4 2-15,-2-3-4 0,2 2 1 0,-1-12 4 16,-1 1-6-16,-4-5 1 0,2 4 0 0,-2-11 4 16,3 2-5-16,-4-3 1 0,-1 2-3 0,0-8 2 15,0 1-9-15,0-11 6 0,2 16-3 0,-2-16 2 16,0 14-5-16,0-14-2 0,0 0 2 0,3 12-5 0,-3-12 0 16,0 0-6-16,-5 11 0 0,5-11-6 0,0 0 7 15,0 0-1-15,-12 8 2 0,12-8-4 0,0 0-4 16,0 0-5-16,0 0 3 0,0 0 6 0,-37-8-4 15,37 8-1-15,-20-6-1 0,20 6-7 0,-19-5 4 16,5 0-2-16,-4-1 1 0,2-4 6 0,3 0-1 16,-1-2 7-16,1-1 2 0,-3-7 2 0,6 2-2 15,-3-5 0-15,2-6 6 0,-3-5 3 0,9 5-1 16,-1-10 0-16,1-2 5 0,6-5-2 0,6 1 1 16,1-7 8-16,9-20-4 0,-5 17 6 0,15-19 3 0,13 2 0 15,-10 3-1-15,6-6 1 0,-6 4-4 0,4-1-11 16,1 8-26-16,-1-1-31 0,-10 19-56 0,-2 0-62 15,6 0-47-15,-4 1-48 0,3 6-45 0,-6 3-41 16,8 0-73-16,-12 12-346 0,0 2-844 0,-1 0 374 16</inkml:trace>
        </inkml:traceGroup>
        <inkml:traceGroup>
          <inkml:annotationXML>
            <emma:emma xmlns:emma="http://www.w3.org/2003/04/emma" version="1.0">
              <emma:interpretation id="{63ECC6B8-5665-42D3-9997-CFBFFE0F2567}" emma:medium="tactile" emma:mode="ink">
                <msink:context xmlns:msink="http://schemas.microsoft.com/ink/2010/main" type="inkWord" rotatedBoundingBox="6890,5544 13915,5179 13976,6345 6950,6710"/>
              </emma:interpretation>
              <emma:one-of disjunction-type="recognition" id="oneOf8">
                <emma:interpretation id="interp36" emma:lang="" emma:confidence="0.5">
                  <emma:literal>+2=2</emma:literal>
                </emma:interpretation>
                <emma:interpretation id="interp37" emma:lang="" emma:confidence="0">
                  <emma:literal>+22=2</emma:literal>
                </emma:interpretation>
                <emma:interpretation id="interp38" emma:lang="" emma:confidence="0">
                  <emma:literal>+2=22</emma:literal>
                </emma:interpretation>
                <emma:interpretation id="interp39" emma:lang="" emma:confidence="0">
                  <emma:literal>+22</emma:literal>
                </emma:interpretation>
                <emma:interpretation id="interp40" emma:lang="" emma:confidence="0">
                  <emma:literal>+222</emma:literal>
                </emma:interpretation>
              </emma:one-of>
            </emma:emma>
          </inkml:annotationXML>
          <inkml:trace contextRef="#ctx0" brushRef="#br0" timeOffset="38266.9505">7191 4636 327 0,'-23'15'430'0,"-1"1"-38"0,10-1-33 0,2-4-3 15,6 0-7-15,1-3-4 0,5-8-9 0,0 17 5 16,0-17-9-16,16 10-15 0,4-6-20 0,7-2-23 16,18-6-20-16,3 1-26 0,5-8-26 0,8 4-16 15,17-3-23-15,-20-4-16 0,21 0-33 0,-1 2-40 16,1-1-66-16,-20 3-72 0,20-8-88 0,4 4-81 0,-23 2-92 16,23-3-109-16,-25 3-337 0,21-11-834 0,-22 9 368 15</inkml:trace>
          <inkml:trace contextRef="#ctx0" brushRef="#br0" timeOffset="38079.5237">7176 4288 201 0,'0'0'464'0,"-11"6"-34"15,11-6-35-15,0 0-24 0,0 0-12 0,0 0-2 0,0 0-12 16,0 0-15-16,0 0-19 0,42 4-13 0,-42-4-8 16,70-11-16-16,-22 2-16 0,5-3-33 0,4 3-21 15,0 1-19-15,-2-1-20 0,-1 0-15 0,7 5-18 16,-3 0-34-16,0 4-47 0,-4 0-53 0,-4 0-61 15,1 0-61-15,-6 0-73 0,-13 0-58 0,-12 2-50 16,-3 1-70-16,-17-3-387 0,16 3-826 0,-16-3 365 16</inkml:trace>
          <inkml:trace contextRef="#ctx0" brushRef="#br0" timeOffset="38845.0383">8986 4344 219 0,'0'0'336'0,"-31"-4"-11"0,31 4 5 15,0 0 7-15,-28-4 5 0,28 4-10 0,-20-11-17 16,20 11-14-16,-11-11-24 0,5 1-12 0,1 0-12 0,-2-4-17 15,4-1-12-15,3 0-20 0,0-10-15 0,2-1-13 16,3 0-14-16,1-3-22 0,4-2-10 0,-2 5-8 16,6-3-12-16,1 3-10 0,10-6-7 0,4 0-3 15,-5 10-3-15,10-5 7 0,3 8-3 0,-8 1-6 16,0 5-4-16,11-1-2 0,-10 4-4 0,1 5-8 16,-1 2 0-16,1 3-6 0,-4 3-6 0,-3 0-7 15,3 7-5-15,-4 3-3 0,-1 2-5 0,-3 5-2 16,-4 8 3-16,-6 0-5 0,4 13-5 0,-5 1-4 15,-3 3 2-15,-5 3-2 0,-6 1 0 0,-2 0-2 0,-5 0-7 16,-6 3 6-16,-1 0-9 0,-15 12 5 0,-3-2 1 16,-7-2-4-16,11-13 3 0,-11 10-8 15,5-16 0-15,1 1 1 0,4-4 0 0,-3-2 4 0,5-1 10 16,1-1 12-16,2-6 9 0,7-11 4 0,6 4 2 16,4-9 5-16,0-3 9 0,5 1 8 0,8-10 6 15,-9 8 6-15,9-8 6 0,0 0-6 0,14 16 10 16,-14-16-7-16,32 2-2 0,-5-6 7 0,21-3-8 15,4-3-38-15,6 1-45 0,27-8 0 0,1 1 0 16,6-4 0-16,-1 3 0 0,-1 1 0 0,6-1 0 16,42-5 0-16,-46 9 0 0,7 0 0 0,-1 2 0 0,0 4 0 15,8 5 0-15,-5-6 0 0,-3 3 0 0,-5-2 0 16,-3 3 0-16,-10 3 0 0,-29-1 0 0,0-2 0 16,-2 1 0-16,-21 3 0 0,-7-2 0 0,-5 2 0 15,-16 0 0-15,28 0 0 0,-28 0 0 0,19-2 0 16,-19 2 0-16,0 0 0 0,0 0 0 0,14-8 0 15,-14 8 0-15,0 0 0 0,0 0 0 0,-22-24 0 16,11 13 0-16,-4 3 0 0,-6-3-498 0,5 0-235 0,-3-7-427 16,-2-1-1257-16,5 1 555 0</inkml:trace>
          <inkml:trace contextRef="#ctx0" brushRef="#br0" timeOffset="37017.1039">4040 4838 205 0,'0'0'362'0,"-15"5"-17"0,15-5-11 16,0 0-29-16,-14 6-13 0,14-6-5 15,0 0-8-15,0 0-27 0,-7 9-11 0,7-9-12 16,0 0-1-16,0 0-9 0,0 0-13 0,71-3-9 0,-42-2-5 15,13 2-15-15,2-8-13 0,5 3-14 0,-3-3-15 16,1 3-16-16,-12 2-5 0,8-3-17 0,4-2-11 16,-4 4-5-16,0-4-11 0,1 3-13 0,1 1-24 15,1-2-30-15,-6 6-32 0,-11-2-38 0,2-1-40 16,-12-1-49-16,-1 2-49 0,-9 1-37 0,-9 4-39 16,11-7-40-16,-11 7-53 0,0 0-240 0,-4-19-663 15,4 19 294-15</inkml:trace>
          <inkml:trace contextRef="#ctx0" brushRef="#br0" timeOffset="37235.8082">4317 4435 256 0,'-13'-5'329'0,"13"5"-12"0,-17-8-6 16,17 8-10-16,-13-9-7 0,13 9-24 0,0 0-20 16,0 0-2-16,0 0-1 0,0 0-11 0,0 0-24 15,-15 22 3-15,17-6-15 0,3 10 1 0,-4 2-7 16,-1 10-12-16,7-1-20 0,-1 7-9 0,-4-2-21 15,6 3-14-15,-3 1-11 0,-4 0-11 0,4-1-9 0,-3 2-10 16,3-5-31-16,-9-1-37 0,4 0-45 16,4-4-40-16,-3-10-56 0,-1 3-57 0,-1-8-65 0,1-3-80 15,-5-1-372-15,5-5-763 0,0-13 338 0</inkml:trace>
          <inkml:trace contextRef="#ctx0" brushRef="#br0" timeOffset="37735.7732">4943 4392 4262 0,'0'0'200'0,"0"0"-121"0,21-3-92 0,-21 3 7 0,0 0 8 16,17-2-13-16,-17 2 26 0,0 0 18 0,0 0 20 16,28 0 16-16,-28 0 0 0,0 0-1 0,35 0 5 15,-19-2 6-15,7 1 3 0,7-5 2 0,2 1-5 16,15-2-3-16,-1-4-4 0,4-1-7 0,4 1-5 15,-1 3-8-15,2-2-4 0,-4 2-4 0,5 3-7 16,-7-1-10-16,-3 3 1 0,-3-2-2 0,-14 5-10 16,0 0-12-16,-8 1-13 0,-2 3-4 0,-4 2-5 15,-6 6 4-15,-5-4 0 0,-3 10-1 0,-2-1 1 0,-11 8 7 16,-4 3-2-16,-11 7 1 0,-2 3-5 0,-6-4 2 16,-2 6-3-16,-3-2 9 0,-13 14-6 15,-3-2 7-15,12-13-2 0,1 2 0 0,0-5 6 0,-4 1 3 16,9 1 2-16,1-3 3 0,1-3 1 0,3-1 4 15,9-8-2-15,3-3 1 0,2 5-3 0,4-6 2 16,6-5 1-16,2 4 1 0,1-7 4 0,1 3 8 16,5-12 7-16,3 19 13 0,-3-19 5 0,15 14 7 15,-6-6 0-15,7-3 4 0,3-1 0 0,1-1 10 16,5-1 8-16,9-2 12 0,8-3 9 0,-8-3 30 16,18-6 12-16,6 4 32 0,-2-4 11 0,4 5 1 0,-4-6-14 15,0 4-18-15,0-1-20 0,-4-2-10 0,-4 5-14 16,1-1-12-16,3 1-7 0,-1 3-33 0,-8-3-58 15,-9 4 0-15,0-2 0 0,-4 0 0 0,-9-1 0 16,2 1-26-16,-7 2-103 0,-16 3-46 0,28-2-53 16,-28 2-51-16,21-2-56 0,-21 2-56 0,15-6-66 15,-15 6-69-15,13-11-416 0,-13 11-1019 0,4-15 452 0</inkml:trace>
        </inkml:traceGroup>
      </inkml:traceGroup>
    </inkml:traceGroup>
  </inkml:traceGroup>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7" name="Date Placeholder 6"/>
          <p:cNvSpPr>
            <a:spLocks noGrp="1"/>
          </p:cNvSpPr>
          <p:nvPr>
            <p:ph type="dt" sz="half" idx="10"/>
          </p:nvPr>
        </p:nvSpPr>
        <p:spPr/>
        <p:txBody>
          <a:bodyPr/>
          <a:lstStyle/>
          <a:p>
            <a:fld id="{7AD6C94E-EB6C-487D-9A29-46C830990394}" type="datetimeFigureOut">
              <a:rPr lang="en-US" smtClean="0"/>
              <a:t>03/09/2026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93B6351-1942-4318-B741-E8EBEACB382A}" type="slidenum">
              <a:rPr lang="en-US" smtClean="0"/>
              <a:t>‹#›</a:t>
            </a:fld>
            <a:endParaRPr lang="en-US"/>
          </a:p>
        </p:txBody>
      </p:sp>
    </p:spTree>
    <p:extLst>
      <p:ext uri="{BB962C8B-B14F-4D97-AF65-F5344CB8AC3E}">
        <p14:creationId xmlns:p14="http://schemas.microsoft.com/office/powerpoint/2010/main" val="20696325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7AD6C94E-EB6C-487D-9A29-46C830990394}" type="datetimeFigureOut">
              <a:rPr lang="en-US" smtClean="0"/>
              <a:t>03/09/2026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93B6351-1942-4318-B741-E8EBEACB382A}" type="slidenum">
              <a:rPr lang="en-US" smtClean="0"/>
              <a:t>‹#›</a:t>
            </a:fld>
            <a:endParaRPr lang="en-US"/>
          </a:p>
        </p:txBody>
      </p:sp>
    </p:spTree>
    <p:extLst>
      <p:ext uri="{BB962C8B-B14F-4D97-AF65-F5344CB8AC3E}">
        <p14:creationId xmlns:p14="http://schemas.microsoft.com/office/powerpoint/2010/main" val="37792756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7" name="Date Placeholder 6"/>
          <p:cNvSpPr>
            <a:spLocks noGrp="1"/>
          </p:cNvSpPr>
          <p:nvPr>
            <p:ph type="dt" sz="half" idx="10"/>
          </p:nvPr>
        </p:nvSpPr>
        <p:spPr/>
        <p:txBody>
          <a:bodyPr/>
          <a:lstStyle/>
          <a:p>
            <a:fld id="{7AD6C94E-EB6C-487D-9A29-46C830990394}" type="datetimeFigureOut">
              <a:rPr lang="en-US" smtClean="0"/>
              <a:t>03/09/2026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93B6351-1942-4318-B741-E8EBEACB382A}" type="slidenum">
              <a:rPr lang="en-US" smtClean="0"/>
              <a:t>‹#›</a:t>
            </a:fld>
            <a:endParaRPr lang="en-US"/>
          </a:p>
        </p:txBody>
      </p:sp>
    </p:spTree>
    <p:extLst>
      <p:ext uri="{BB962C8B-B14F-4D97-AF65-F5344CB8AC3E}">
        <p14:creationId xmlns:p14="http://schemas.microsoft.com/office/powerpoint/2010/main" val="42912565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8" name="Date Placeholder 7"/>
          <p:cNvSpPr>
            <a:spLocks noGrp="1"/>
          </p:cNvSpPr>
          <p:nvPr>
            <p:ph type="dt" sz="half" idx="10"/>
          </p:nvPr>
        </p:nvSpPr>
        <p:spPr/>
        <p:txBody>
          <a:bodyPr/>
          <a:lstStyle/>
          <a:p>
            <a:fld id="{7AD6C94E-EB6C-487D-9A29-46C830990394}" type="datetimeFigureOut">
              <a:rPr lang="en-US" smtClean="0"/>
              <a:t>03/09/2026</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293B6351-1942-4318-B741-E8EBEACB382A}" type="slidenum">
              <a:rPr lang="en-US" smtClean="0"/>
              <a:t>‹#›</a:t>
            </a:fld>
            <a:endParaRPr lang="en-US"/>
          </a:p>
        </p:txBody>
      </p:sp>
    </p:spTree>
    <p:extLst>
      <p:ext uri="{BB962C8B-B14F-4D97-AF65-F5344CB8AC3E}">
        <p14:creationId xmlns:p14="http://schemas.microsoft.com/office/powerpoint/2010/main" val="37716389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7" name="Date Placeholder 6"/>
          <p:cNvSpPr>
            <a:spLocks noGrp="1"/>
          </p:cNvSpPr>
          <p:nvPr>
            <p:ph type="dt" sz="half" idx="10"/>
          </p:nvPr>
        </p:nvSpPr>
        <p:spPr/>
        <p:txBody>
          <a:bodyPr/>
          <a:lstStyle/>
          <a:p>
            <a:fld id="{7AD6C94E-EB6C-487D-9A29-46C830990394}" type="datetimeFigureOut">
              <a:rPr lang="en-US" smtClean="0"/>
              <a:t>03/09/2026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93B6351-1942-4318-B741-E8EBEACB382A}" type="slidenum">
              <a:rPr lang="en-US" smtClean="0"/>
              <a:t>‹#›</a:t>
            </a:fld>
            <a:endParaRPr lang="en-US"/>
          </a:p>
        </p:txBody>
      </p:sp>
      <p:sp>
        <p:nvSpPr>
          <p:cNvPr id="10" name="Title 9"/>
          <p:cNvSpPr>
            <a:spLocks noGrp="1"/>
          </p:cNvSpPr>
          <p:nvPr>
            <p:ph type="title"/>
          </p:nvPr>
        </p:nvSpPr>
        <p:spPr/>
        <p:txBody>
          <a:bodyPr/>
          <a:lstStyle/>
          <a:p>
            <a:r>
              <a:rPr lang="en-US" smtClean="0"/>
              <a:t>Click to edit Master title style</a:t>
            </a:r>
            <a:endParaRPr lang="en-US" dirty="0"/>
          </a:p>
        </p:txBody>
      </p:sp>
    </p:spTree>
    <p:extLst>
      <p:ext uri="{BB962C8B-B14F-4D97-AF65-F5344CB8AC3E}">
        <p14:creationId xmlns:p14="http://schemas.microsoft.com/office/powerpoint/2010/main" val="1392027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7AD6C94E-EB6C-487D-9A29-46C830990394}" type="datetimeFigureOut">
              <a:rPr lang="en-US" smtClean="0"/>
              <a:t>03/09/2026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93B6351-1942-4318-B741-E8EBEACB382A}" type="slidenum">
              <a:rPr lang="en-US" smtClean="0"/>
              <a:t>‹#›</a:t>
            </a:fld>
            <a:endParaRPr lang="en-US"/>
          </a:p>
        </p:txBody>
      </p:sp>
    </p:spTree>
    <p:extLst>
      <p:ext uri="{BB962C8B-B14F-4D97-AF65-F5344CB8AC3E}">
        <p14:creationId xmlns:p14="http://schemas.microsoft.com/office/powerpoint/2010/main" val="36355205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AD6C94E-EB6C-487D-9A29-46C830990394}" type="datetimeFigureOut">
              <a:rPr lang="en-US" smtClean="0"/>
              <a:t>03/09/2026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93B6351-1942-4318-B741-E8EBEACB382A}" type="slidenum">
              <a:rPr lang="en-US" smtClean="0"/>
              <a:t>‹#›</a:t>
            </a:fld>
            <a:endParaRPr lang="en-US"/>
          </a:p>
        </p:txBody>
      </p:sp>
    </p:spTree>
    <p:extLst>
      <p:ext uri="{BB962C8B-B14F-4D97-AF65-F5344CB8AC3E}">
        <p14:creationId xmlns:p14="http://schemas.microsoft.com/office/powerpoint/2010/main" val="33900435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9" name="Date Placeholder 8"/>
          <p:cNvSpPr>
            <a:spLocks noGrp="1"/>
          </p:cNvSpPr>
          <p:nvPr>
            <p:ph type="dt" sz="half" idx="10"/>
          </p:nvPr>
        </p:nvSpPr>
        <p:spPr/>
        <p:txBody>
          <a:bodyPr/>
          <a:lstStyle/>
          <a:p>
            <a:fld id="{7AD6C94E-EB6C-487D-9A29-46C830990394}" type="datetimeFigureOut">
              <a:rPr lang="en-US" smtClean="0"/>
              <a:t>03/09/2026</a:t>
            </a:fld>
            <a:endParaRPr lang="en-US"/>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1" name="Slide Number Placeholder 10"/>
          <p:cNvSpPr>
            <a:spLocks noGrp="1"/>
          </p:cNvSpPr>
          <p:nvPr>
            <p:ph type="sldNum" sz="quarter" idx="12"/>
          </p:nvPr>
        </p:nvSpPr>
        <p:spPr/>
        <p:txBody>
          <a:bodyPr/>
          <a:lstStyle/>
          <a:p>
            <a:fld id="{293B6351-1942-4318-B741-E8EBEACB382A}" type="slidenum">
              <a:rPr lang="en-US" smtClean="0"/>
              <a:t>‹#›</a:t>
            </a:fld>
            <a:endParaRPr lang="en-US"/>
          </a:p>
        </p:txBody>
      </p:sp>
    </p:spTree>
    <p:extLst>
      <p:ext uri="{BB962C8B-B14F-4D97-AF65-F5344CB8AC3E}">
        <p14:creationId xmlns:p14="http://schemas.microsoft.com/office/powerpoint/2010/main" val="20213937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7AD6C94E-EB6C-487D-9A29-46C830990394}" type="datetimeFigureOut">
              <a:rPr lang="en-US" smtClean="0"/>
              <a:t>03/09/2026</a:t>
            </a:fld>
            <a:endParaRPr lang="en-US"/>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0" name="Slide Number Placeholder 9"/>
          <p:cNvSpPr>
            <a:spLocks noGrp="1"/>
          </p:cNvSpPr>
          <p:nvPr>
            <p:ph type="sldNum" sz="quarter" idx="12"/>
          </p:nvPr>
        </p:nvSpPr>
        <p:spPr/>
        <p:txBody>
          <a:bodyPr/>
          <a:lstStyle/>
          <a:p>
            <a:fld id="{293B6351-1942-4318-B741-E8EBEACB382A}" type="slidenum">
              <a:rPr lang="en-US" smtClean="0"/>
              <a:t>‹#›</a:t>
            </a:fld>
            <a:endParaRPr lang="en-US"/>
          </a:p>
        </p:txBody>
      </p:sp>
    </p:spTree>
    <p:extLst>
      <p:ext uri="{BB962C8B-B14F-4D97-AF65-F5344CB8AC3E}">
        <p14:creationId xmlns:p14="http://schemas.microsoft.com/office/powerpoint/2010/main" val="27597624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AD6C94E-EB6C-487D-9A29-46C830990394}" type="datetimeFigureOut">
              <a:rPr lang="en-US" smtClean="0"/>
              <a:t>03/09/2026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3B6351-1942-4318-B741-E8EBEACB382A}" type="slidenum">
              <a:rPr lang="en-US" smtClean="0"/>
              <a:t>‹#›</a:t>
            </a:fld>
            <a:endParaRPr lang="en-US"/>
          </a:p>
        </p:txBody>
      </p:sp>
    </p:spTree>
    <p:extLst>
      <p:ext uri="{BB962C8B-B14F-4D97-AF65-F5344CB8AC3E}">
        <p14:creationId xmlns:p14="http://schemas.microsoft.com/office/powerpoint/2010/main" val="21626110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AD6C94E-EB6C-487D-9A29-46C830990394}" type="datetimeFigureOut">
              <a:rPr lang="en-US" smtClean="0"/>
              <a:t>03/09/2026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3B6351-1942-4318-B741-E8EBEACB382A}" type="slidenum">
              <a:rPr lang="en-US" smtClean="0"/>
              <a:t>‹#›</a:t>
            </a:fld>
            <a:endParaRPr lang="en-US"/>
          </a:p>
        </p:txBody>
      </p:sp>
    </p:spTree>
    <p:extLst>
      <p:ext uri="{BB962C8B-B14F-4D97-AF65-F5344CB8AC3E}">
        <p14:creationId xmlns:p14="http://schemas.microsoft.com/office/powerpoint/2010/main" val="8116068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7AD6C94E-EB6C-487D-9A29-46C830990394}" type="datetimeFigureOut">
              <a:rPr lang="en-US" smtClean="0"/>
              <a:t>03/09/2026</a:t>
            </a:fld>
            <a:endParaRPr lang="en-US"/>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293B6351-1942-4318-B741-E8EBEACB382A}" type="slidenum">
              <a:rPr lang="en-US" smtClean="0"/>
              <a:t>‹#›</a:t>
            </a:fld>
            <a:endParaRPr lang="en-US"/>
          </a:p>
        </p:txBody>
      </p:sp>
    </p:spTree>
    <p:extLst>
      <p:ext uri="{BB962C8B-B14F-4D97-AF65-F5344CB8AC3E}">
        <p14:creationId xmlns:p14="http://schemas.microsoft.com/office/powerpoint/2010/main" val="38982672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8" Type="http://schemas.openxmlformats.org/officeDocument/2006/relationships/image" Target="../media/image3.wmf"/><Relationship Id="rId13" Type="http://schemas.openxmlformats.org/officeDocument/2006/relationships/customXml" Target="../ink/ink3.xml"/><Relationship Id="rId18" Type="http://schemas.openxmlformats.org/officeDocument/2006/relationships/image" Target="../media/image8.emf"/><Relationship Id="rId3" Type="http://schemas.openxmlformats.org/officeDocument/2006/relationships/oleObject" Target="../embeddings/oleObject1.bin"/><Relationship Id="rId7" Type="http://schemas.openxmlformats.org/officeDocument/2006/relationships/oleObject" Target="../embeddings/oleObject3.bin"/><Relationship Id="rId12" Type="http://schemas.openxmlformats.org/officeDocument/2006/relationships/image" Target="../media/image5.emf"/><Relationship Id="rId17" Type="http://schemas.openxmlformats.org/officeDocument/2006/relationships/customXml" Target="../ink/ink5.xml"/><Relationship Id="rId2" Type="http://schemas.openxmlformats.org/officeDocument/2006/relationships/slideLayout" Target="../slideLayouts/slideLayout7.xml"/><Relationship Id="rId16" Type="http://schemas.openxmlformats.org/officeDocument/2006/relationships/image" Target="../media/image7.emf"/><Relationship Id="rId1" Type="http://schemas.openxmlformats.org/officeDocument/2006/relationships/vmlDrawing" Target="../drawings/vmlDrawing1.vml"/><Relationship Id="rId6" Type="http://schemas.openxmlformats.org/officeDocument/2006/relationships/image" Target="../media/image2.wmf"/><Relationship Id="rId11" Type="http://schemas.openxmlformats.org/officeDocument/2006/relationships/customXml" Target="../ink/ink2.xml"/><Relationship Id="rId5" Type="http://schemas.openxmlformats.org/officeDocument/2006/relationships/oleObject" Target="../embeddings/oleObject2.bin"/><Relationship Id="rId15" Type="http://schemas.openxmlformats.org/officeDocument/2006/relationships/customXml" Target="../ink/ink4.xml"/><Relationship Id="rId10" Type="http://schemas.openxmlformats.org/officeDocument/2006/relationships/image" Target="../media/image4.emf"/><Relationship Id="rId4" Type="http://schemas.openxmlformats.org/officeDocument/2006/relationships/image" Target="../media/image1.wmf"/><Relationship Id="rId9" Type="http://schemas.openxmlformats.org/officeDocument/2006/relationships/customXml" Target="../ink/ink1.xml"/><Relationship Id="rId14" Type="http://schemas.openxmlformats.org/officeDocument/2006/relationships/image" Target="../media/image6.emf"/></Relationships>
</file>

<file path=ppt/slides/_rels/slide4.xml.rels><?xml version="1.0" encoding="UTF-8" standalone="yes"?>
<Relationships xmlns="http://schemas.openxmlformats.org/package/2006/relationships"><Relationship Id="rId8" Type="http://schemas.openxmlformats.org/officeDocument/2006/relationships/customXml" Target="../ink/ink9.xml"/><Relationship Id="rId13" Type="http://schemas.openxmlformats.org/officeDocument/2006/relationships/image" Target="../media/image14.emf"/><Relationship Id="rId18" Type="http://schemas.openxmlformats.org/officeDocument/2006/relationships/customXml" Target="../ink/ink14.xml"/><Relationship Id="rId26" Type="http://schemas.openxmlformats.org/officeDocument/2006/relationships/customXml" Target="../ink/ink18.xml"/><Relationship Id="rId3" Type="http://schemas.openxmlformats.org/officeDocument/2006/relationships/image" Target="../media/image9.emf"/><Relationship Id="rId21" Type="http://schemas.openxmlformats.org/officeDocument/2006/relationships/image" Target="../media/image18.emf"/><Relationship Id="rId7" Type="http://schemas.openxmlformats.org/officeDocument/2006/relationships/image" Target="../media/image11.emf"/><Relationship Id="rId12" Type="http://schemas.openxmlformats.org/officeDocument/2006/relationships/customXml" Target="../ink/ink11.xml"/><Relationship Id="rId17" Type="http://schemas.openxmlformats.org/officeDocument/2006/relationships/image" Target="../media/image16.emf"/><Relationship Id="rId25" Type="http://schemas.openxmlformats.org/officeDocument/2006/relationships/image" Target="../media/image20.emf"/><Relationship Id="rId2" Type="http://schemas.openxmlformats.org/officeDocument/2006/relationships/customXml" Target="../ink/ink6.xml"/><Relationship Id="rId16" Type="http://schemas.openxmlformats.org/officeDocument/2006/relationships/customXml" Target="../ink/ink13.xml"/><Relationship Id="rId20" Type="http://schemas.openxmlformats.org/officeDocument/2006/relationships/customXml" Target="../ink/ink15.xml"/><Relationship Id="rId29" Type="http://schemas.openxmlformats.org/officeDocument/2006/relationships/image" Target="../media/image22.emf"/><Relationship Id="rId1" Type="http://schemas.openxmlformats.org/officeDocument/2006/relationships/slideLayout" Target="../slideLayouts/slideLayout7.xml"/><Relationship Id="rId6" Type="http://schemas.openxmlformats.org/officeDocument/2006/relationships/customXml" Target="../ink/ink8.xml"/><Relationship Id="rId11" Type="http://schemas.openxmlformats.org/officeDocument/2006/relationships/image" Target="../media/image13.emf"/><Relationship Id="rId24" Type="http://schemas.openxmlformats.org/officeDocument/2006/relationships/customXml" Target="../ink/ink17.xml"/><Relationship Id="rId5" Type="http://schemas.openxmlformats.org/officeDocument/2006/relationships/image" Target="../media/image10.emf"/><Relationship Id="rId15" Type="http://schemas.openxmlformats.org/officeDocument/2006/relationships/image" Target="../media/image15.emf"/><Relationship Id="rId23" Type="http://schemas.openxmlformats.org/officeDocument/2006/relationships/image" Target="../media/image19.emf"/><Relationship Id="rId28" Type="http://schemas.openxmlformats.org/officeDocument/2006/relationships/customXml" Target="../ink/ink19.xml"/><Relationship Id="rId10" Type="http://schemas.openxmlformats.org/officeDocument/2006/relationships/customXml" Target="../ink/ink10.xml"/><Relationship Id="rId19" Type="http://schemas.openxmlformats.org/officeDocument/2006/relationships/image" Target="../media/image17.emf"/><Relationship Id="rId31" Type="http://schemas.openxmlformats.org/officeDocument/2006/relationships/image" Target="../media/image23.emf"/><Relationship Id="rId4" Type="http://schemas.openxmlformats.org/officeDocument/2006/relationships/customXml" Target="../ink/ink7.xml"/><Relationship Id="rId9" Type="http://schemas.openxmlformats.org/officeDocument/2006/relationships/image" Target="../media/image12.emf"/><Relationship Id="rId14" Type="http://schemas.openxmlformats.org/officeDocument/2006/relationships/customXml" Target="../ink/ink12.xml"/><Relationship Id="rId22" Type="http://schemas.openxmlformats.org/officeDocument/2006/relationships/customXml" Target="../ink/ink16.xml"/><Relationship Id="rId27" Type="http://schemas.openxmlformats.org/officeDocument/2006/relationships/image" Target="../media/image21.emf"/><Relationship Id="rId30" Type="http://schemas.openxmlformats.org/officeDocument/2006/relationships/customXml" Target="../ink/ink20.xml"/></Relationships>
</file>

<file path=ppt/slides/_rels/slide5.xml.rels><?xml version="1.0" encoding="UTF-8" standalone="yes"?>
<Relationships xmlns="http://schemas.openxmlformats.org/package/2006/relationships"><Relationship Id="rId8" Type="http://schemas.openxmlformats.org/officeDocument/2006/relationships/customXml" Target="../ink/ink24.xml"/><Relationship Id="rId13" Type="http://schemas.openxmlformats.org/officeDocument/2006/relationships/image" Target="../media/image29.emf"/><Relationship Id="rId18" Type="http://schemas.openxmlformats.org/officeDocument/2006/relationships/customXml" Target="../ink/ink29.xml"/><Relationship Id="rId26" Type="http://schemas.openxmlformats.org/officeDocument/2006/relationships/customXml" Target="../ink/ink33.xml"/><Relationship Id="rId3" Type="http://schemas.openxmlformats.org/officeDocument/2006/relationships/image" Target="../media/image24.emf"/><Relationship Id="rId21" Type="http://schemas.openxmlformats.org/officeDocument/2006/relationships/image" Target="../media/image33.emf"/><Relationship Id="rId7" Type="http://schemas.openxmlformats.org/officeDocument/2006/relationships/image" Target="../media/image26.emf"/><Relationship Id="rId12" Type="http://schemas.openxmlformats.org/officeDocument/2006/relationships/customXml" Target="../ink/ink26.xml"/><Relationship Id="rId17" Type="http://schemas.openxmlformats.org/officeDocument/2006/relationships/image" Target="../media/image31.emf"/><Relationship Id="rId25" Type="http://schemas.openxmlformats.org/officeDocument/2006/relationships/image" Target="../media/image35.emf"/><Relationship Id="rId2" Type="http://schemas.openxmlformats.org/officeDocument/2006/relationships/customXml" Target="../ink/ink21.xml"/><Relationship Id="rId16" Type="http://schemas.openxmlformats.org/officeDocument/2006/relationships/customXml" Target="../ink/ink28.xml"/><Relationship Id="rId20" Type="http://schemas.openxmlformats.org/officeDocument/2006/relationships/customXml" Target="../ink/ink30.xml"/><Relationship Id="rId29" Type="http://schemas.openxmlformats.org/officeDocument/2006/relationships/image" Target="../media/image37.emf"/><Relationship Id="rId1" Type="http://schemas.openxmlformats.org/officeDocument/2006/relationships/slideLayout" Target="../slideLayouts/slideLayout7.xml"/><Relationship Id="rId6" Type="http://schemas.openxmlformats.org/officeDocument/2006/relationships/customXml" Target="../ink/ink23.xml"/><Relationship Id="rId11" Type="http://schemas.openxmlformats.org/officeDocument/2006/relationships/image" Target="../media/image28.emf"/><Relationship Id="rId24" Type="http://schemas.openxmlformats.org/officeDocument/2006/relationships/customXml" Target="../ink/ink32.xml"/><Relationship Id="rId5" Type="http://schemas.openxmlformats.org/officeDocument/2006/relationships/image" Target="../media/image25.emf"/><Relationship Id="rId15" Type="http://schemas.openxmlformats.org/officeDocument/2006/relationships/image" Target="../media/image30.emf"/><Relationship Id="rId23" Type="http://schemas.openxmlformats.org/officeDocument/2006/relationships/image" Target="../media/image34.emf"/><Relationship Id="rId28" Type="http://schemas.openxmlformats.org/officeDocument/2006/relationships/customXml" Target="../ink/ink34.xml"/><Relationship Id="rId10" Type="http://schemas.openxmlformats.org/officeDocument/2006/relationships/customXml" Target="../ink/ink25.xml"/><Relationship Id="rId19" Type="http://schemas.openxmlformats.org/officeDocument/2006/relationships/image" Target="../media/image32.emf"/><Relationship Id="rId31" Type="http://schemas.openxmlformats.org/officeDocument/2006/relationships/image" Target="../media/image38.emf"/><Relationship Id="rId4" Type="http://schemas.openxmlformats.org/officeDocument/2006/relationships/customXml" Target="../ink/ink22.xml"/><Relationship Id="rId9" Type="http://schemas.openxmlformats.org/officeDocument/2006/relationships/image" Target="../media/image27.emf"/><Relationship Id="rId14" Type="http://schemas.openxmlformats.org/officeDocument/2006/relationships/customXml" Target="../ink/ink27.xml"/><Relationship Id="rId22" Type="http://schemas.openxmlformats.org/officeDocument/2006/relationships/customXml" Target="../ink/ink31.xml"/><Relationship Id="rId27" Type="http://schemas.openxmlformats.org/officeDocument/2006/relationships/image" Target="../media/image36.emf"/><Relationship Id="rId30" Type="http://schemas.openxmlformats.org/officeDocument/2006/relationships/customXml" Target="../ink/ink35.xml"/></Relationships>
</file>

<file path=ppt/slides/_rels/slide6.xml.rels><?xml version="1.0" encoding="UTF-8" standalone="yes"?>
<Relationships xmlns="http://schemas.openxmlformats.org/package/2006/relationships"><Relationship Id="rId13" Type="http://schemas.openxmlformats.org/officeDocument/2006/relationships/image" Target="../media/image44.emf"/><Relationship Id="rId18" Type="http://schemas.openxmlformats.org/officeDocument/2006/relationships/customXml" Target="../ink/ink44.xml"/><Relationship Id="rId26" Type="http://schemas.openxmlformats.org/officeDocument/2006/relationships/customXml" Target="../ink/ink48.xml"/><Relationship Id="rId39" Type="http://schemas.openxmlformats.org/officeDocument/2006/relationships/image" Target="../media/image57.emf"/><Relationship Id="rId21" Type="http://schemas.openxmlformats.org/officeDocument/2006/relationships/image" Target="../media/image48.emf"/><Relationship Id="rId34" Type="http://schemas.openxmlformats.org/officeDocument/2006/relationships/customXml" Target="../ink/ink52.xml"/><Relationship Id="rId7" Type="http://schemas.openxmlformats.org/officeDocument/2006/relationships/image" Target="../media/image41.emf"/><Relationship Id="rId2" Type="http://schemas.openxmlformats.org/officeDocument/2006/relationships/customXml" Target="../ink/ink36.xml"/><Relationship Id="rId16" Type="http://schemas.openxmlformats.org/officeDocument/2006/relationships/customXml" Target="../ink/ink43.xml"/><Relationship Id="rId20" Type="http://schemas.openxmlformats.org/officeDocument/2006/relationships/customXml" Target="../ink/ink45.xml"/><Relationship Id="rId29" Type="http://schemas.openxmlformats.org/officeDocument/2006/relationships/image" Target="../media/image52.emf"/><Relationship Id="rId41" Type="http://schemas.openxmlformats.org/officeDocument/2006/relationships/image" Target="../media/image58.emf"/><Relationship Id="rId1" Type="http://schemas.openxmlformats.org/officeDocument/2006/relationships/slideLayout" Target="../slideLayouts/slideLayout7.xml"/><Relationship Id="rId6" Type="http://schemas.openxmlformats.org/officeDocument/2006/relationships/customXml" Target="../ink/ink38.xml"/><Relationship Id="rId11" Type="http://schemas.openxmlformats.org/officeDocument/2006/relationships/image" Target="../media/image43.emf"/><Relationship Id="rId24" Type="http://schemas.openxmlformats.org/officeDocument/2006/relationships/customXml" Target="../ink/ink47.xml"/><Relationship Id="rId32" Type="http://schemas.openxmlformats.org/officeDocument/2006/relationships/customXml" Target="../ink/ink51.xml"/><Relationship Id="rId37" Type="http://schemas.openxmlformats.org/officeDocument/2006/relationships/image" Target="../media/image56.emf"/><Relationship Id="rId40" Type="http://schemas.openxmlformats.org/officeDocument/2006/relationships/customXml" Target="../ink/ink55.xml"/><Relationship Id="rId5" Type="http://schemas.openxmlformats.org/officeDocument/2006/relationships/image" Target="../media/image40.emf"/><Relationship Id="rId15" Type="http://schemas.openxmlformats.org/officeDocument/2006/relationships/image" Target="../media/image45.emf"/><Relationship Id="rId23" Type="http://schemas.openxmlformats.org/officeDocument/2006/relationships/image" Target="../media/image49.emf"/><Relationship Id="rId28" Type="http://schemas.openxmlformats.org/officeDocument/2006/relationships/customXml" Target="../ink/ink49.xml"/><Relationship Id="rId36" Type="http://schemas.openxmlformats.org/officeDocument/2006/relationships/customXml" Target="../ink/ink53.xml"/><Relationship Id="rId10" Type="http://schemas.openxmlformats.org/officeDocument/2006/relationships/customXml" Target="../ink/ink40.xml"/><Relationship Id="rId19" Type="http://schemas.openxmlformats.org/officeDocument/2006/relationships/image" Target="../media/image47.emf"/><Relationship Id="rId31" Type="http://schemas.openxmlformats.org/officeDocument/2006/relationships/image" Target="../media/image53.emf"/><Relationship Id="rId4" Type="http://schemas.openxmlformats.org/officeDocument/2006/relationships/customXml" Target="../ink/ink37.xml"/><Relationship Id="rId9" Type="http://schemas.openxmlformats.org/officeDocument/2006/relationships/image" Target="../media/image42.emf"/><Relationship Id="rId14" Type="http://schemas.openxmlformats.org/officeDocument/2006/relationships/customXml" Target="../ink/ink42.xml"/><Relationship Id="rId22" Type="http://schemas.openxmlformats.org/officeDocument/2006/relationships/customXml" Target="../ink/ink46.xml"/><Relationship Id="rId27" Type="http://schemas.openxmlformats.org/officeDocument/2006/relationships/image" Target="../media/image51.emf"/><Relationship Id="rId30" Type="http://schemas.openxmlformats.org/officeDocument/2006/relationships/customXml" Target="../ink/ink50.xml"/><Relationship Id="rId35" Type="http://schemas.openxmlformats.org/officeDocument/2006/relationships/image" Target="../media/image55.emf"/><Relationship Id="rId8" Type="http://schemas.openxmlformats.org/officeDocument/2006/relationships/customXml" Target="../ink/ink39.xml"/><Relationship Id="rId3" Type="http://schemas.openxmlformats.org/officeDocument/2006/relationships/image" Target="../media/image39.emf"/><Relationship Id="rId12" Type="http://schemas.openxmlformats.org/officeDocument/2006/relationships/customXml" Target="../ink/ink41.xml"/><Relationship Id="rId17" Type="http://schemas.openxmlformats.org/officeDocument/2006/relationships/image" Target="../media/image46.emf"/><Relationship Id="rId25" Type="http://schemas.openxmlformats.org/officeDocument/2006/relationships/image" Target="../media/image50.emf"/><Relationship Id="rId33" Type="http://schemas.openxmlformats.org/officeDocument/2006/relationships/image" Target="../media/image54.emf"/><Relationship Id="rId38" Type="http://schemas.openxmlformats.org/officeDocument/2006/relationships/customXml" Target="../ink/ink54.xml"/></Relationships>
</file>

<file path=ppt/slides/_rels/slide7.xml.rels><?xml version="1.0" encoding="UTF-8" standalone="yes"?>
<Relationships xmlns="http://schemas.openxmlformats.org/package/2006/relationships"><Relationship Id="rId13" Type="http://schemas.openxmlformats.org/officeDocument/2006/relationships/image" Target="../media/image64.emf"/><Relationship Id="rId18" Type="http://schemas.openxmlformats.org/officeDocument/2006/relationships/customXml" Target="../ink/ink64.xml"/><Relationship Id="rId26" Type="http://schemas.openxmlformats.org/officeDocument/2006/relationships/customXml" Target="../ink/ink68.xml"/><Relationship Id="rId39" Type="http://schemas.openxmlformats.org/officeDocument/2006/relationships/image" Target="../media/image77.emf"/><Relationship Id="rId21" Type="http://schemas.openxmlformats.org/officeDocument/2006/relationships/image" Target="../media/image68.emf"/><Relationship Id="rId34" Type="http://schemas.openxmlformats.org/officeDocument/2006/relationships/customXml" Target="../ink/ink72.xml"/><Relationship Id="rId42" Type="http://schemas.openxmlformats.org/officeDocument/2006/relationships/customXml" Target="../ink/ink76.xml"/><Relationship Id="rId7" Type="http://schemas.openxmlformats.org/officeDocument/2006/relationships/image" Target="../media/image61.emf"/><Relationship Id="rId2" Type="http://schemas.openxmlformats.org/officeDocument/2006/relationships/customXml" Target="../ink/ink56.xml"/><Relationship Id="rId16" Type="http://schemas.openxmlformats.org/officeDocument/2006/relationships/customXml" Target="../ink/ink63.xml"/><Relationship Id="rId20" Type="http://schemas.openxmlformats.org/officeDocument/2006/relationships/customXml" Target="../ink/ink65.xml"/><Relationship Id="rId29" Type="http://schemas.openxmlformats.org/officeDocument/2006/relationships/image" Target="../media/image72.emf"/><Relationship Id="rId41" Type="http://schemas.openxmlformats.org/officeDocument/2006/relationships/image" Target="../media/image78.emf"/><Relationship Id="rId1" Type="http://schemas.openxmlformats.org/officeDocument/2006/relationships/slideLayout" Target="../slideLayouts/slideLayout7.xml"/><Relationship Id="rId6" Type="http://schemas.openxmlformats.org/officeDocument/2006/relationships/customXml" Target="../ink/ink58.xml"/><Relationship Id="rId11" Type="http://schemas.openxmlformats.org/officeDocument/2006/relationships/image" Target="../media/image63.emf"/><Relationship Id="rId24" Type="http://schemas.openxmlformats.org/officeDocument/2006/relationships/customXml" Target="../ink/ink67.xml"/><Relationship Id="rId32" Type="http://schemas.openxmlformats.org/officeDocument/2006/relationships/customXml" Target="../ink/ink71.xml"/><Relationship Id="rId37" Type="http://schemas.openxmlformats.org/officeDocument/2006/relationships/image" Target="../media/image76.emf"/><Relationship Id="rId40" Type="http://schemas.openxmlformats.org/officeDocument/2006/relationships/customXml" Target="../ink/ink75.xml"/><Relationship Id="rId5" Type="http://schemas.openxmlformats.org/officeDocument/2006/relationships/image" Target="../media/image60.emf"/><Relationship Id="rId15" Type="http://schemas.openxmlformats.org/officeDocument/2006/relationships/image" Target="../media/image65.emf"/><Relationship Id="rId23" Type="http://schemas.openxmlformats.org/officeDocument/2006/relationships/image" Target="../media/image69.emf"/><Relationship Id="rId28" Type="http://schemas.openxmlformats.org/officeDocument/2006/relationships/customXml" Target="../ink/ink69.xml"/><Relationship Id="rId36" Type="http://schemas.openxmlformats.org/officeDocument/2006/relationships/customXml" Target="../ink/ink73.xml"/><Relationship Id="rId10" Type="http://schemas.openxmlformats.org/officeDocument/2006/relationships/customXml" Target="../ink/ink60.xml"/><Relationship Id="rId19" Type="http://schemas.openxmlformats.org/officeDocument/2006/relationships/image" Target="../media/image67.emf"/><Relationship Id="rId31" Type="http://schemas.openxmlformats.org/officeDocument/2006/relationships/image" Target="../media/image73.emf"/><Relationship Id="rId4" Type="http://schemas.openxmlformats.org/officeDocument/2006/relationships/customXml" Target="../ink/ink57.xml"/><Relationship Id="rId9" Type="http://schemas.openxmlformats.org/officeDocument/2006/relationships/image" Target="../media/image62.emf"/><Relationship Id="rId14" Type="http://schemas.openxmlformats.org/officeDocument/2006/relationships/customXml" Target="../ink/ink62.xml"/><Relationship Id="rId22" Type="http://schemas.openxmlformats.org/officeDocument/2006/relationships/customXml" Target="../ink/ink66.xml"/><Relationship Id="rId27" Type="http://schemas.openxmlformats.org/officeDocument/2006/relationships/image" Target="../media/image71.emf"/><Relationship Id="rId30" Type="http://schemas.openxmlformats.org/officeDocument/2006/relationships/customXml" Target="../ink/ink70.xml"/><Relationship Id="rId35" Type="http://schemas.openxmlformats.org/officeDocument/2006/relationships/image" Target="../media/image75.emf"/><Relationship Id="rId43" Type="http://schemas.openxmlformats.org/officeDocument/2006/relationships/image" Target="../media/image79.emf"/><Relationship Id="rId8" Type="http://schemas.openxmlformats.org/officeDocument/2006/relationships/customXml" Target="../ink/ink59.xml"/><Relationship Id="rId3" Type="http://schemas.openxmlformats.org/officeDocument/2006/relationships/image" Target="../media/image59.emf"/><Relationship Id="rId12" Type="http://schemas.openxmlformats.org/officeDocument/2006/relationships/customXml" Target="../ink/ink61.xml"/><Relationship Id="rId17" Type="http://schemas.openxmlformats.org/officeDocument/2006/relationships/image" Target="../media/image66.emf"/><Relationship Id="rId25" Type="http://schemas.openxmlformats.org/officeDocument/2006/relationships/image" Target="../media/image70.emf"/><Relationship Id="rId33" Type="http://schemas.openxmlformats.org/officeDocument/2006/relationships/image" Target="../media/image74.emf"/><Relationship Id="rId38" Type="http://schemas.openxmlformats.org/officeDocument/2006/relationships/customXml" Target="../ink/ink74.xml"/></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6.bin"/><Relationship Id="rId3" Type="http://schemas.openxmlformats.org/officeDocument/2006/relationships/image" Target="../media/image8.png"/><Relationship Id="rId7" Type="http://schemas.openxmlformats.org/officeDocument/2006/relationships/image" Target="../media/image5.wmf"/><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oleObject" Target="../embeddings/oleObject5.bin"/><Relationship Id="rId11" Type="http://schemas.openxmlformats.org/officeDocument/2006/relationships/image" Target="../media/image7.wmf"/><Relationship Id="rId5" Type="http://schemas.openxmlformats.org/officeDocument/2006/relationships/image" Target="../media/image4.wmf"/><Relationship Id="rId10" Type="http://schemas.openxmlformats.org/officeDocument/2006/relationships/oleObject" Target="../embeddings/oleObject7.bin"/><Relationship Id="rId4" Type="http://schemas.openxmlformats.org/officeDocument/2006/relationships/oleObject" Target="../embeddings/oleObject4.bin"/><Relationship Id="rId9" Type="http://schemas.openxmlformats.org/officeDocument/2006/relationships/image" Target="../media/image6.wmf"/></Relationships>
</file>

<file path=ppt/slides/_rels/slide9.xml.rels><?xml version="1.0" encoding="UTF-8" standalone="yes"?>
<Relationships xmlns="http://schemas.openxmlformats.org/package/2006/relationships"><Relationship Id="rId8" Type="http://schemas.openxmlformats.org/officeDocument/2006/relationships/customXml" Target="../ink/ink77.xml"/><Relationship Id="rId3" Type="http://schemas.openxmlformats.org/officeDocument/2006/relationships/image" Target="../media/image11.png"/><Relationship Id="rId7" Type="http://schemas.openxmlformats.org/officeDocument/2006/relationships/image" Target="../media/image9.wmf"/><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oleObject" Target="../embeddings/oleObject9.bin"/><Relationship Id="rId5" Type="http://schemas.openxmlformats.org/officeDocument/2006/relationships/image" Target="../media/image8.wmf"/><Relationship Id="rId4" Type="http://schemas.openxmlformats.org/officeDocument/2006/relationships/oleObject" Target="../embeddings/oleObject8.bin"/><Relationship Id="rId9" Type="http://schemas.openxmlformats.org/officeDocument/2006/relationships/image" Target="../media/image86.emf"/></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12.bin"/><Relationship Id="rId13" Type="http://schemas.openxmlformats.org/officeDocument/2006/relationships/image" Target="../media/image91.emf"/><Relationship Id="rId3" Type="http://schemas.openxmlformats.org/officeDocument/2006/relationships/image" Target="../media/image16.png"/><Relationship Id="rId7" Type="http://schemas.openxmlformats.org/officeDocument/2006/relationships/image" Target="../media/image11.wmf"/><Relationship Id="rId12" Type="http://schemas.openxmlformats.org/officeDocument/2006/relationships/customXml" Target="../ink/ink78.xml"/><Relationship Id="rId17" Type="http://schemas.openxmlformats.org/officeDocument/2006/relationships/image" Target="../media/image93.emf"/><Relationship Id="rId2" Type="http://schemas.openxmlformats.org/officeDocument/2006/relationships/slideLayout" Target="../slideLayouts/slideLayout7.xml"/><Relationship Id="rId16" Type="http://schemas.openxmlformats.org/officeDocument/2006/relationships/customXml" Target="../ink/ink80.xml"/><Relationship Id="rId1" Type="http://schemas.openxmlformats.org/officeDocument/2006/relationships/vmlDrawing" Target="../drawings/vmlDrawing4.vml"/><Relationship Id="rId6" Type="http://schemas.openxmlformats.org/officeDocument/2006/relationships/oleObject" Target="../embeddings/oleObject11.bin"/><Relationship Id="rId11" Type="http://schemas.openxmlformats.org/officeDocument/2006/relationships/image" Target="../media/image13.wmf"/><Relationship Id="rId5" Type="http://schemas.openxmlformats.org/officeDocument/2006/relationships/image" Target="../media/image10.wmf"/><Relationship Id="rId15" Type="http://schemas.openxmlformats.org/officeDocument/2006/relationships/image" Target="../media/image92.emf"/><Relationship Id="rId10" Type="http://schemas.openxmlformats.org/officeDocument/2006/relationships/oleObject" Target="../embeddings/oleObject13.bin"/><Relationship Id="rId4" Type="http://schemas.openxmlformats.org/officeDocument/2006/relationships/oleObject" Target="../embeddings/oleObject10.bin"/><Relationship Id="rId9" Type="http://schemas.openxmlformats.org/officeDocument/2006/relationships/image" Target="../media/image12.wmf"/><Relationship Id="rId14" Type="http://schemas.openxmlformats.org/officeDocument/2006/relationships/customXml" Target="../ink/ink79.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15.wmf"/><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oleObject" Target="../embeddings/oleObject15.bin"/><Relationship Id="rId5" Type="http://schemas.openxmlformats.org/officeDocument/2006/relationships/image" Target="../media/image14.wmf"/><Relationship Id="rId4" Type="http://schemas.openxmlformats.org/officeDocument/2006/relationships/oleObject" Target="../embeddings/oleObject14.bin"/></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17.wmf"/><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oleObject" Target="../embeddings/oleObject17.bin"/><Relationship Id="rId5" Type="http://schemas.openxmlformats.org/officeDocument/2006/relationships/image" Target="../media/image16.wmf"/><Relationship Id="rId4" Type="http://schemas.openxmlformats.org/officeDocument/2006/relationships/oleObject" Target="../embeddings/oleObject16.bin"/></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hyperlink" Target="https://www.cuemath.com/algebra/solve-matrices/" TargetMode="Externa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3" Type="http://schemas.openxmlformats.org/officeDocument/2006/relationships/customXml" Target="../ink/ink86.xml"/><Relationship Id="rId18" Type="http://schemas.openxmlformats.org/officeDocument/2006/relationships/image" Target="../media/image88.emf"/><Relationship Id="rId26" Type="http://schemas.openxmlformats.org/officeDocument/2006/relationships/image" Target="../media/image95.emf"/><Relationship Id="rId39" Type="http://schemas.openxmlformats.org/officeDocument/2006/relationships/customXml" Target="../ink/ink99.xml"/><Relationship Id="rId21" Type="http://schemas.openxmlformats.org/officeDocument/2006/relationships/customXml" Target="../ink/ink90.xml"/><Relationship Id="rId34" Type="http://schemas.openxmlformats.org/officeDocument/2006/relationships/image" Target="../media/image99.emf"/><Relationship Id="rId7" Type="http://schemas.openxmlformats.org/officeDocument/2006/relationships/customXml" Target="../ink/ink83.xml"/><Relationship Id="rId12" Type="http://schemas.openxmlformats.org/officeDocument/2006/relationships/image" Target="../media/image84.emf"/><Relationship Id="rId17" Type="http://schemas.openxmlformats.org/officeDocument/2006/relationships/customXml" Target="../ink/ink88.xml"/><Relationship Id="rId25" Type="http://schemas.openxmlformats.org/officeDocument/2006/relationships/customXml" Target="../ink/ink92.xml"/><Relationship Id="rId33" Type="http://schemas.openxmlformats.org/officeDocument/2006/relationships/customXml" Target="../ink/ink96.xml"/><Relationship Id="rId38" Type="http://schemas.openxmlformats.org/officeDocument/2006/relationships/image" Target="../media/image101.emf"/><Relationship Id="rId2" Type="http://schemas.openxmlformats.org/officeDocument/2006/relationships/image" Target="../media/image30.png"/><Relationship Id="rId16" Type="http://schemas.openxmlformats.org/officeDocument/2006/relationships/image" Target="../media/image87.emf"/><Relationship Id="rId20" Type="http://schemas.openxmlformats.org/officeDocument/2006/relationships/image" Target="../media/image89.emf"/><Relationship Id="rId29" Type="http://schemas.openxmlformats.org/officeDocument/2006/relationships/customXml" Target="../ink/ink94.xml"/><Relationship Id="rId1" Type="http://schemas.openxmlformats.org/officeDocument/2006/relationships/slideLayout" Target="../slideLayouts/slideLayout7.xml"/><Relationship Id="rId6" Type="http://schemas.openxmlformats.org/officeDocument/2006/relationships/image" Target="../media/image81.emf"/><Relationship Id="rId11" Type="http://schemas.openxmlformats.org/officeDocument/2006/relationships/customXml" Target="../ink/ink85.xml"/><Relationship Id="rId24" Type="http://schemas.openxmlformats.org/officeDocument/2006/relationships/image" Target="../media/image94.emf"/><Relationship Id="rId32" Type="http://schemas.openxmlformats.org/officeDocument/2006/relationships/image" Target="../media/image98.emf"/><Relationship Id="rId37" Type="http://schemas.openxmlformats.org/officeDocument/2006/relationships/customXml" Target="../ink/ink98.xml"/><Relationship Id="rId40" Type="http://schemas.openxmlformats.org/officeDocument/2006/relationships/image" Target="../media/image102.emf"/><Relationship Id="rId5" Type="http://schemas.openxmlformats.org/officeDocument/2006/relationships/customXml" Target="../ink/ink82.xml"/><Relationship Id="rId15" Type="http://schemas.openxmlformats.org/officeDocument/2006/relationships/customXml" Target="../ink/ink87.xml"/><Relationship Id="rId23" Type="http://schemas.openxmlformats.org/officeDocument/2006/relationships/customXml" Target="../ink/ink91.xml"/><Relationship Id="rId28" Type="http://schemas.openxmlformats.org/officeDocument/2006/relationships/image" Target="../media/image96.emf"/><Relationship Id="rId36" Type="http://schemas.openxmlformats.org/officeDocument/2006/relationships/image" Target="../media/image100.emf"/><Relationship Id="rId10" Type="http://schemas.openxmlformats.org/officeDocument/2006/relationships/image" Target="../media/image83.emf"/><Relationship Id="rId19" Type="http://schemas.openxmlformats.org/officeDocument/2006/relationships/customXml" Target="../ink/ink89.xml"/><Relationship Id="rId31" Type="http://schemas.openxmlformats.org/officeDocument/2006/relationships/customXml" Target="../ink/ink95.xml"/><Relationship Id="rId4" Type="http://schemas.openxmlformats.org/officeDocument/2006/relationships/image" Target="../media/image80.emf"/><Relationship Id="rId9" Type="http://schemas.openxmlformats.org/officeDocument/2006/relationships/customXml" Target="../ink/ink84.xml"/><Relationship Id="rId14" Type="http://schemas.openxmlformats.org/officeDocument/2006/relationships/image" Target="../media/image85.emf"/><Relationship Id="rId22" Type="http://schemas.openxmlformats.org/officeDocument/2006/relationships/image" Target="../media/image90.emf"/><Relationship Id="rId27" Type="http://schemas.openxmlformats.org/officeDocument/2006/relationships/customXml" Target="../ink/ink93.xml"/><Relationship Id="rId30" Type="http://schemas.openxmlformats.org/officeDocument/2006/relationships/image" Target="../media/image97.emf"/><Relationship Id="rId35" Type="http://schemas.openxmlformats.org/officeDocument/2006/relationships/customXml" Target="../ink/ink97.xml"/><Relationship Id="rId8" Type="http://schemas.openxmlformats.org/officeDocument/2006/relationships/image" Target="../media/image82.emf"/><Relationship Id="rId3" Type="http://schemas.openxmlformats.org/officeDocument/2006/relationships/customXml" Target="../ink/ink81.xml"/></Relationships>
</file>

<file path=ppt/slides/_rels/slide2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108.emf"/><Relationship Id="rId2" Type="http://schemas.openxmlformats.org/officeDocument/2006/relationships/image" Target="../media/image33.png"/><Relationship Id="rId1" Type="http://schemas.openxmlformats.org/officeDocument/2006/relationships/slideLayout" Target="../slideLayouts/slideLayout7.xml"/><Relationship Id="rId6" Type="http://schemas.openxmlformats.org/officeDocument/2006/relationships/customXml" Target="../ink/ink101.xml"/><Relationship Id="rId5" Type="http://schemas.openxmlformats.org/officeDocument/2006/relationships/image" Target="../media/image107.emf"/><Relationship Id="rId4" Type="http://schemas.openxmlformats.org/officeDocument/2006/relationships/customXml" Target="../ink/ink100.xml"/></Relationships>
</file>

<file path=ppt/slides/_rels/slide2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8" Type="http://schemas.openxmlformats.org/officeDocument/2006/relationships/image" Target="../media/image113.emf"/><Relationship Id="rId13" Type="http://schemas.openxmlformats.org/officeDocument/2006/relationships/customXml" Target="../ink/ink107.xml"/><Relationship Id="rId3" Type="http://schemas.openxmlformats.org/officeDocument/2006/relationships/customXml" Target="../ink/ink102.xml"/><Relationship Id="rId7" Type="http://schemas.openxmlformats.org/officeDocument/2006/relationships/customXml" Target="../ink/ink104.xml"/><Relationship Id="rId12" Type="http://schemas.openxmlformats.org/officeDocument/2006/relationships/image" Target="../media/image115.emf"/><Relationship Id="rId2" Type="http://schemas.openxmlformats.org/officeDocument/2006/relationships/image" Target="../media/image36.png"/><Relationship Id="rId1" Type="http://schemas.openxmlformats.org/officeDocument/2006/relationships/slideLayout" Target="../slideLayouts/slideLayout7.xml"/><Relationship Id="rId6" Type="http://schemas.openxmlformats.org/officeDocument/2006/relationships/image" Target="../media/image112.emf"/><Relationship Id="rId11" Type="http://schemas.openxmlformats.org/officeDocument/2006/relationships/customXml" Target="../ink/ink106.xml"/><Relationship Id="rId5" Type="http://schemas.openxmlformats.org/officeDocument/2006/relationships/customXml" Target="../ink/ink103.xml"/><Relationship Id="rId10" Type="http://schemas.openxmlformats.org/officeDocument/2006/relationships/image" Target="../media/image114.emf"/><Relationship Id="rId4" Type="http://schemas.openxmlformats.org/officeDocument/2006/relationships/image" Target="../media/image111.emf"/><Relationship Id="rId9" Type="http://schemas.openxmlformats.org/officeDocument/2006/relationships/customXml" Target="../ink/ink105.xml"/><Relationship Id="rId14" Type="http://schemas.openxmlformats.org/officeDocument/2006/relationships/image" Target="../media/image116.emf"/></Relationships>
</file>

<file path=ppt/slides/_rels/slide2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3" Type="http://schemas.openxmlformats.org/officeDocument/2006/relationships/image" Target="../media/image123.emf"/><Relationship Id="rId18" Type="http://schemas.openxmlformats.org/officeDocument/2006/relationships/customXml" Target="../ink/ink116.xml"/><Relationship Id="rId26" Type="http://schemas.openxmlformats.org/officeDocument/2006/relationships/customXml" Target="../ink/ink120.xml"/><Relationship Id="rId3" Type="http://schemas.openxmlformats.org/officeDocument/2006/relationships/image" Target="../media/image118.emf"/><Relationship Id="rId21" Type="http://schemas.openxmlformats.org/officeDocument/2006/relationships/image" Target="../media/image127.emf"/><Relationship Id="rId7" Type="http://schemas.openxmlformats.org/officeDocument/2006/relationships/image" Target="../media/image120.emf"/><Relationship Id="rId12" Type="http://schemas.openxmlformats.org/officeDocument/2006/relationships/customXml" Target="../ink/ink113.xml"/><Relationship Id="rId17" Type="http://schemas.openxmlformats.org/officeDocument/2006/relationships/image" Target="../media/image125.emf"/><Relationship Id="rId25" Type="http://schemas.openxmlformats.org/officeDocument/2006/relationships/image" Target="../media/image129.emf"/><Relationship Id="rId33" Type="http://schemas.openxmlformats.org/officeDocument/2006/relationships/image" Target="../media/image133.emf"/><Relationship Id="rId2" Type="http://schemas.openxmlformats.org/officeDocument/2006/relationships/customXml" Target="../ink/ink108.xml"/><Relationship Id="rId16" Type="http://schemas.openxmlformats.org/officeDocument/2006/relationships/customXml" Target="../ink/ink115.xml"/><Relationship Id="rId20" Type="http://schemas.openxmlformats.org/officeDocument/2006/relationships/customXml" Target="../ink/ink117.xml"/><Relationship Id="rId29" Type="http://schemas.openxmlformats.org/officeDocument/2006/relationships/image" Target="../media/image131.emf"/><Relationship Id="rId1" Type="http://schemas.openxmlformats.org/officeDocument/2006/relationships/slideLayout" Target="../slideLayouts/slideLayout7.xml"/><Relationship Id="rId6" Type="http://schemas.openxmlformats.org/officeDocument/2006/relationships/customXml" Target="../ink/ink110.xml"/><Relationship Id="rId11" Type="http://schemas.openxmlformats.org/officeDocument/2006/relationships/image" Target="../media/image122.emf"/><Relationship Id="rId24" Type="http://schemas.openxmlformats.org/officeDocument/2006/relationships/customXml" Target="../ink/ink119.xml"/><Relationship Id="rId32" Type="http://schemas.openxmlformats.org/officeDocument/2006/relationships/customXml" Target="../ink/ink123.xml"/><Relationship Id="rId5" Type="http://schemas.openxmlformats.org/officeDocument/2006/relationships/image" Target="../media/image119.emf"/><Relationship Id="rId15" Type="http://schemas.openxmlformats.org/officeDocument/2006/relationships/image" Target="../media/image124.emf"/><Relationship Id="rId23" Type="http://schemas.openxmlformats.org/officeDocument/2006/relationships/image" Target="../media/image128.emf"/><Relationship Id="rId28" Type="http://schemas.openxmlformats.org/officeDocument/2006/relationships/customXml" Target="../ink/ink121.xml"/><Relationship Id="rId10" Type="http://schemas.openxmlformats.org/officeDocument/2006/relationships/customXml" Target="../ink/ink112.xml"/><Relationship Id="rId19" Type="http://schemas.openxmlformats.org/officeDocument/2006/relationships/image" Target="../media/image126.emf"/><Relationship Id="rId31" Type="http://schemas.openxmlformats.org/officeDocument/2006/relationships/image" Target="../media/image132.emf"/><Relationship Id="rId4" Type="http://schemas.openxmlformats.org/officeDocument/2006/relationships/customXml" Target="../ink/ink109.xml"/><Relationship Id="rId9" Type="http://schemas.openxmlformats.org/officeDocument/2006/relationships/image" Target="../media/image121.emf"/><Relationship Id="rId14" Type="http://schemas.openxmlformats.org/officeDocument/2006/relationships/customXml" Target="../ink/ink114.xml"/><Relationship Id="rId22" Type="http://schemas.openxmlformats.org/officeDocument/2006/relationships/customXml" Target="../ink/ink118.xml"/><Relationship Id="rId27" Type="http://schemas.openxmlformats.org/officeDocument/2006/relationships/image" Target="../media/image130.emf"/><Relationship Id="rId30" Type="http://schemas.openxmlformats.org/officeDocument/2006/relationships/customXml" Target="../ink/ink122.xml"/><Relationship Id="rId8" Type="http://schemas.openxmlformats.org/officeDocument/2006/relationships/customXml" Target="../ink/ink111.xml"/></Relationships>
</file>

<file path=ppt/slides/_rels/slide30.xml.rels><?xml version="1.0" encoding="UTF-8" standalone="yes"?>
<Relationships xmlns="http://schemas.openxmlformats.org/package/2006/relationships"><Relationship Id="rId8" Type="http://schemas.openxmlformats.org/officeDocument/2006/relationships/customXml" Target="../ink/ink127.xml"/><Relationship Id="rId13" Type="http://schemas.openxmlformats.org/officeDocument/2006/relationships/image" Target="../media/image139.emf"/><Relationship Id="rId18" Type="http://schemas.openxmlformats.org/officeDocument/2006/relationships/customXml" Target="../ink/ink132.xml"/><Relationship Id="rId3" Type="http://schemas.openxmlformats.org/officeDocument/2006/relationships/image" Target="../media/image134.emf"/><Relationship Id="rId21" Type="http://schemas.openxmlformats.org/officeDocument/2006/relationships/image" Target="../media/image143.emf"/><Relationship Id="rId7" Type="http://schemas.openxmlformats.org/officeDocument/2006/relationships/image" Target="../media/image136.emf"/><Relationship Id="rId12" Type="http://schemas.openxmlformats.org/officeDocument/2006/relationships/customXml" Target="../ink/ink129.xml"/><Relationship Id="rId17" Type="http://schemas.openxmlformats.org/officeDocument/2006/relationships/image" Target="../media/image141.emf"/><Relationship Id="rId25" Type="http://schemas.openxmlformats.org/officeDocument/2006/relationships/image" Target="../media/image145.emf"/><Relationship Id="rId2" Type="http://schemas.openxmlformats.org/officeDocument/2006/relationships/customXml" Target="../ink/ink124.xml"/><Relationship Id="rId16" Type="http://schemas.openxmlformats.org/officeDocument/2006/relationships/customXml" Target="../ink/ink131.xml"/><Relationship Id="rId20" Type="http://schemas.openxmlformats.org/officeDocument/2006/relationships/customXml" Target="../ink/ink133.xml"/><Relationship Id="rId1" Type="http://schemas.openxmlformats.org/officeDocument/2006/relationships/slideLayout" Target="../slideLayouts/slideLayout7.xml"/><Relationship Id="rId6" Type="http://schemas.openxmlformats.org/officeDocument/2006/relationships/customXml" Target="../ink/ink126.xml"/><Relationship Id="rId11" Type="http://schemas.openxmlformats.org/officeDocument/2006/relationships/image" Target="../media/image138.emf"/><Relationship Id="rId24" Type="http://schemas.openxmlformats.org/officeDocument/2006/relationships/customXml" Target="../ink/ink135.xml"/><Relationship Id="rId5" Type="http://schemas.openxmlformats.org/officeDocument/2006/relationships/image" Target="../media/image135.emf"/><Relationship Id="rId15" Type="http://schemas.openxmlformats.org/officeDocument/2006/relationships/image" Target="../media/image140.emf"/><Relationship Id="rId23" Type="http://schemas.openxmlformats.org/officeDocument/2006/relationships/image" Target="../media/image144.emf"/><Relationship Id="rId10" Type="http://schemas.openxmlformats.org/officeDocument/2006/relationships/customXml" Target="../ink/ink128.xml"/><Relationship Id="rId19" Type="http://schemas.openxmlformats.org/officeDocument/2006/relationships/image" Target="../media/image142.emf"/><Relationship Id="rId4" Type="http://schemas.openxmlformats.org/officeDocument/2006/relationships/customXml" Target="../ink/ink125.xml"/><Relationship Id="rId9" Type="http://schemas.openxmlformats.org/officeDocument/2006/relationships/image" Target="../media/image137.emf"/><Relationship Id="rId14" Type="http://schemas.openxmlformats.org/officeDocument/2006/relationships/customXml" Target="../ink/ink130.xml"/><Relationship Id="rId22" Type="http://schemas.openxmlformats.org/officeDocument/2006/relationships/customXml" Target="../ink/ink134.xml"/></Relationships>
</file>

<file path=ppt/slides/_rels/slide31.xml.rels><?xml version="1.0" encoding="UTF-8" standalone="yes"?>
<Relationships xmlns="http://schemas.openxmlformats.org/package/2006/relationships"><Relationship Id="rId8" Type="http://schemas.openxmlformats.org/officeDocument/2006/relationships/customXml" Target="../ink/ink139.xml"/><Relationship Id="rId13" Type="http://schemas.openxmlformats.org/officeDocument/2006/relationships/image" Target="../media/image151.emf"/><Relationship Id="rId18" Type="http://schemas.openxmlformats.org/officeDocument/2006/relationships/customXml" Target="../ink/ink145.xml"/><Relationship Id="rId26" Type="http://schemas.openxmlformats.org/officeDocument/2006/relationships/customXml" Target="../ink/ink149.xml"/><Relationship Id="rId3" Type="http://schemas.openxmlformats.org/officeDocument/2006/relationships/image" Target="../media/image146.emf"/><Relationship Id="rId21" Type="http://schemas.openxmlformats.org/officeDocument/2006/relationships/image" Target="../media/image154.emf"/><Relationship Id="rId7" Type="http://schemas.openxmlformats.org/officeDocument/2006/relationships/image" Target="../media/image148.emf"/><Relationship Id="rId12" Type="http://schemas.openxmlformats.org/officeDocument/2006/relationships/customXml" Target="../ink/ink141.xml"/><Relationship Id="rId17" Type="http://schemas.openxmlformats.org/officeDocument/2006/relationships/customXml" Target="../ink/ink144.xml"/><Relationship Id="rId25" Type="http://schemas.openxmlformats.org/officeDocument/2006/relationships/image" Target="../media/image156.emf"/><Relationship Id="rId2" Type="http://schemas.openxmlformats.org/officeDocument/2006/relationships/customXml" Target="../ink/ink136.xml"/><Relationship Id="rId16" Type="http://schemas.openxmlformats.org/officeDocument/2006/relationships/image" Target="../media/image152.emf"/><Relationship Id="rId20" Type="http://schemas.openxmlformats.org/officeDocument/2006/relationships/customXml" Target="../ink/ink146.xml"/><Relationship Id="rId29" Type="http://schemas.openxmlformats.org/officeDocument/2006/relationships/image" Target="../media/image158.emf"/><Relationship Id="rId1" Type="http://schemas.openxmlformats.org/officeDocument/2006/relationships/slideLayout" Target="../slideLayouts/slideLayout7.xml"/><Relationship Id="rId6" Type="http://schemas.openxmlformats.org/officeDocument/2006/relationships/customXml" Target="../ink/ink138.xml"/><Relationship Id="rId11" Type="http://schemas.openxmlformats.org/officeDocument/2006/relationships/image" Target="../media/image150.emf"/><Relationship Id="rId24" Type="http://schemas.openxmlformats.org/officeDocument/2006/relationships/customXml" Target="../ink/ink148.xml"/><Relationship Id="rId5" Type="http://schemas.openxmlformats.org/officeDocument/2006/relationships/image" Target="../media/image147.emf"/><Relationship Id="rId15" Type="http://schemas.openxmlformats.org/officeDocument/2006/relationships/customXml" Target="../ink/ink143.xml"/><Relationship Id="rId23" Type="http://schemas.openxmlformats.org/officeDocument/2006/relationships/image" Target="../media/image155.emf"/><Relationship Id="rId28" Type="http://schemas.openxmlformats.org/officeDocument/2006/relationships/customXml" Target="../ink/ink150.xml"/><Relationship Id="rId10" Type="http://schemas.openxmlformats.org/officeDocument/2006/relationships/customXml" Target="../ink/ink140.xml"/><Relationship Id="rId19" Type="http://schemas.openxmlformats.org/officeDocument/2006/relationships/image" Target="../media/image153.emf"/><Relationship Id="rId31" Type="http://schemas.openxmlformats.org/officeDocument/2006/relationships/image" Target="../media/image159.emf"/><Relationship Id="rId4" Type="http://schemas.openxmlformats.org/officeDocument/2006/relationships/customXml" Target="../ink/ink137.xml"/><Relationship Id="rId9" Type="http://schemas.openxmlformats.org/officeDocument/2006/relationships/image" Target="../media/image149.emf"/><Relationship Id="rId14" Type="http://schemas.openxmlformats.org/officeDocument/2006/relationships/customXml" Target="../ink/ink142.xml"/><Relationship Id="rId22" Type="http://schemas.openxmlformats.org/officeDocument/2006/relationships/customXml" Target="../ink/ink147.xml"/><Relationship Id="rId27" Type="http://schemas.openxmlformats.org/officeDocument/2006/relationships/image" Target="../media/image157.emf"/><Relationship Id="rId30" Type="http://schemas.openxmlformats.org/officeDocument/2006/relationships/customXml" Target="../ink/ink151.xml"/></Relationships>
</file>

<file path=ppt/slides/_rels/slide32.xml.rels><?xml version="1.0" encoding="UTF-8" standalone="yes"?>
<Relationships xmlns="http://schemas.openxmlformats.org/package/2006/relationships"><Relationship Id="rId8" Type="http://schemas.openxmlformats.org/officeDocument/2006/relationships/customXml" Target="../ink/ink155.xml"/><Relationship Id="rId13" Type="http://schemas.openxmlformats.org/officeDocument/2006/relationships/image" Target="../media/image165.emf"/><Relationship Id="rId3" Type="http://schemas.openxmlformats.org/officeDocument/2006/relationships/image" Target="../media/image160.emf"/><Relationship Id="rId7" Type="http://schemas.openxmlformats.org/officeDocument/2006/relationships/image" Target="../media/image162.emf"/><Relationship Id="rId12" Type="http://schemas.openxmlformats.org/officeDocument/2006/relationships/customXml" Target="../ink/ink157.xml"/><Relationship Id="rId17" Type="http://schemas.openxmlformats.org/officeDocument/2006/relationships/image" Target="../media/image167.emf"/><Relationship Id="rId2" Type="http://schemas.openxmlformats.org/officeDocument/2006/relationships/customXml" Target="../ink/ink152.xml"/><Relationship Id="rId16" Type="http://schemas.openxmlformats.org/officeDocument/2006/relationships/customXml" Target="../ink/ink159.xml"/><Relationship Id="rId1" Type="http://schemas.openxmlformats.org/officeDocument/2006/relationships/slideLayout" Target="../slideLayouts/slideLayout7.xml"/><Relationship Id="rId6" Type="http://schemas.openxmlformats.org/officeDocument/2006/relationships/customXml" Target="../ink/ink154.xml"/><Relationship Id="rId11" Type="http://schemas.openxmlformats.org/officeDocument/2006/relationships/image" Target="../media/image164.emf"/><Relationship Id="rId5" Type="http://schemas.openxmlformats.org/officeDocument/2006/relationships/image" Target="../media/image161.emf"/><Relationship Id="rId15" Type="http://schemas.openxmlformats.org/officeDocument/2006/relationships/image" Target="../media/image166.emf"/><Relationship Id="rId10" Type="http://schemas.openxmlformats.org/officeDocument/2006/relationships/customXml" Target="../ink/ink156.xml"/><Relationship Id="rId4" Type="http://schemas.openxmlformats.org/officeDocument/2006/relationships/customXml" Target="../ink/ink153.xml"/><Relationship Id="rId9" Type="http://schemas.openxmlformats.org/officeDocument/2006/relationships/image" Target="../media/image163.emf"/><Relationship Id="rId14" Type="http://schemas.openxmlformats.org/officeDocument/2006/relationships/customXml" Target="../ink/ink158.xml"/></Relationships>
</file>

<file path=ppt/slides/_rels/slide33.xml.rels><?xml version="1.0" encoding="UTF-8" standalone="yes"?>
<Relationships xmlns="http://schemas.openxmlformats.org/package/2006/relationships"><Relationship Id="rId8" Type="http://schemas.openxmlformats.org/officeDocument/2006/relationships/customXml" Target="../ink/ink163.xml"/><Relationship Id="rId13" Type="http://schemas.openxmlformats.org/officeDocument/2006/relationships/image" Target="../media/image173.emf"/><Relationship Id="rId3" Type="http://schemas.openxmlformats.org/officeDocument/2006/relationships/image" Target="../media/image168.emf"/><Relationship Id="rId7" Type="http://schemas.openxmlformats.org/officeDocument/2006/relationships/image" Target="../media/image170.emf"/><Relationship Id="rId12" Type="http://schemas.openxmlformats.org/officeDocument/2006/relationships/customXml" Target="../ink/ink165.xml"/><Relationship Id="rId2" Type="http://schemas.openxmlformats.org/officeDocument/2006/relationships/customXml" Target="../ink/ink160.xml"/><Relationship Id="rId1" Type="http://schemas.openxmlformats.org/officeDocument/2006/relationships/slideLayout" Target="../slideLayouts/slideLayout7.xml"/><Relationship Id="rId6" Type="http://schemas.openxmlformats.org/officeDocument/2006/relationships/customXml" Target="../ink/ink162.xml"/><Relationship Id="rId11" Type="http://schemas.openxmlformats.org/officeDocument/2006/relationships/image" Target="../media/image172.emf"/><Relationship Id="rId5" Type="http://schemas.openxmlformats.org/officeDocument/2006/relationships/image" Target="../media/image169.emf"/><Relationship Id="rId15" Type="http://schemas.openxmlformats.org/officeDocument/2006/relationships/image" Target="../media/image174.emf"/><Relationship Id="rId10" Type="http://schemas.openxmlformats.org/officeDocument/2006/relationships/customXml" Target="../ink/ink164.xml"/><Relationship Id="rId4" Type="http://schemas.openxmlformats.org/officeDocument/2006/relationships/customXml" Target="../ink/ink161.xml"/><Relationship Id="rId9" Type="http://schemas.openxmlformats.org/officeDocument/2006/relationships/image" Target="../media/image171.emf"/><Relationship Id="rId14" Type="http://schemas.openxmlformats.org/officeDocument/2006/relationships/customXml" Target="../ink/ink166.xml"/></Relationships>
</file>

<file path=ppt/slides/_rels/slide3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8" Type="http://schemas.openxmlformats.org/officeDocument/2006/relationships/customXml" Target="../ink/ink170.xml"/><Relationship Id="rId13" Type="http://schemas.openxmlformats.org/officeDocument/2006/relationships/image" Target="../media/image110.emf"/><Relationship Id="rId3" Type="http://schemas.openxmlformats.org/officeDocument/2006/relationships/image" Target="../media/image103.emf"/><Relationship Id="rId7" Type="http://schemas.openxmlformats.org/officeDocument/2006/relationships/image" Target="../media/image105.emf"/><Relationship Id="rId12" Type="http://schemas.openxmlformats.org/officeDocument/2006/relationships/customXml" Target="../ink/ink172.xml"/><Relationship Id="rId17" Type="http://schemas.openxmlformats.org/officeDocument/2006/relationships/image" Target="../media/image175.emf"/><Relationship Id="rId2" Type="http://schemas.openxmlformats.org/officeDocument/2006/relationships/customXml" Target="../ink/ink167.xml"/><Relationship Id="rId16" Type="http://schemas.openxmlformats.org/officeDocument/2006/relationships/customXml" Target="../ink/ink174.xml"/><Relationship Id="rId1" Type="http://schemas.openxmlformats.org/officeDocument/2006/relationships/slideLayout" Target="../slideLayouts/slideLayout7.xml"/><Relationship Id="rId6" Type="http://schemas.openxmlformats.org/officeDocument/2006/relationships/customXml" Target="../ink/ink169.xml"/><Relationship Id="rId11" Type="http://schemas.openxmlformats.org/officeDocument/2006/relationships/image" Target="../media/image109.emf"/><Relationship Id="rId5" Type="http://schemas.openxmlformats.org/officeDocument/2006/relationships/image" Target="../media/image104.emf"/><Relationship Id="rId15" Type="http://schemas.openxmlformats.org/officeDocument/2006/relationships/image" Target="../media/image117.emf"/><Relationship Id="rId10" Type="http://schemas.openxmlformats.org/officeDocument/2006/relationships/customXml" Target="../ink/ink171.xml"/><Relationship Id="rId4" Type="http://schemas.openxmlformats.org/officeDocument/2006/relationships/customXml" Target="../ink/ink168.xml"/><Relationship Id="rId9" Type="http://schemas.openxmlformats.org/officeDocument/2006/relationships/image" Target="../media/image106.emf"/><Relationship Id="rId14" Type="http://schemas.openxmlformats.org/officeDocument/2006/relationships/customXml" Target="../ink/ink173.xml"/></Relationships>
</file>

<file path=ppt/slides/_rels/slide39.xml.rels><?xml version="1.0" encoding="UTF-8" standalone="yes"?>
<Relationships xmlns="http://schemas.openxmlformats.org/package/2006/relationships"><Relationship Id="rId8" Type="http://schemas.openxmlformats.org/officeDocument/2006/relationships/customXml" Target="../ink/ink178.xml"/><Relationship Id="rId13" Type="http://schemas.openxmlformats.org/officeDocument/2006/relationships/image" Target="../media/image181.emf"/><Relationship Id="rId18" Type="http://schemas.openxmlformats.org/officeDocument/2006/relationships/customXml" Target="../ink/ink183.xml"/><Relationship Id="rId3" Type="http://schemas.openxmlformats.org/officeDocument/2006/relationships/image" Target="../media/image176.emf"/><Relationship Id="rId7" Type="http://schemas.openxmlformats.org/officeDocument/2006/relationships/image" Target="../media/image178.emf"/><Relationship Id="rId12" Type="http://schemas.openxmlformats.org/officeDocument/2006/relationships/customXml" Target="../ink/ink180.xml"/><Relationship Id="rId17" Type="http://schemas.openxmlformats.org/officeDocument/2006/relationships/image" Target="../media/image183.emf"/><Relationship Id="rId2" Type="http://schemas.openxmlformats.org/officeDocument/2006/relationships/customXml" Target="../ink/ink175.xml"/><Relationship Id="rId16" Type="http://schemas.openxmlformats.org/officeDocument/2006/relationships/customXml" Target="../ink/ink182.xml"/><Relationship Id="rId1" Type="http://schemas.openxmlformats.org/officeDocument/2006/relationships/slideLayout" Target="../slideLayouts/slideLayout7.xml"/><Relationship Id="rId6" Type="http://schemas.openxmlformats.org/officeDocument/2006/relationships/customXml" Target="../ink/ink177.xml"/><Relationship Id="rId11" Type="http://schemas.openxmlformats.org/officeDocument/2006/relationships/image" Target="../media/image180.emf"/><Relationship Id="rId5" Type="http://schemas.openxmlformats.org/officeDocument/2006/relationships/image" Target="../media/image177.emf"/><Relationship Id="rId15" Type="http://schemas.openxmlformats.org/officeDocument/2006/relationships/image" Target="../media/image182.emf"/><Relationship Id="rId10" Type="http://schemas.openxmlformats.org/officeDocument/2006/relationships/customXml" Target="../ink/ink179.xml"/><Relationship Id="rId19" Type="http://schemas.openxmlformats.org/officeDocument/2006/relationships/image" Target="../media/image184.emf"/><Relationship Id="rId4" Type="http://schemas.openxmlformats.org/officeDocument/2006/relationships/customXml" Target="../ink/ink176.xml"/><Relationship Id="rId9" Type="http://schemas.openxmlformats.org/officeDocument/2006/relationships/image" Target="../media/image179.emf"/><Relationship Id="rId14" Type="http://schemas.openxmlformats.org/officeDocument/2006/relationships/customXml" Target="../ink/ink181.xml"/></Relationships>
</file>

<file path=ppt/slides/_rels/slide40.xml.rels><?xml version="1.0" encoding="UTF-8" standalone="yes"?>
<Relationships xmlns="http://schemas.openxmlformats.org/package/2006/relationships"><Relationship Id="rId8" Type="http://schemas.openxmlformats.org/officeDocument/2006/relationships/customXml" Target="../ink/ink187.xml"/><Relationship Id="rId13" Type="http://schemas.openxmlformats.org/officeDocument/2006/relationships/image" Target="../media/image190.emf"/><Relationship Id="rId18" Type="http://schemas.openxmlformats.org/officeDocument/2006/relationships/customXml" Target="../ink/ink192.xml"/><Relationship Id="rId3" Type="http://schemas.openxmlformats.org/officeDocument/2006/relationships/image" Target="../media/image185.emf"/><Relationship Id="rId21" Type="http://schemas.openxmlformats.org/officeDocument/2006/relationships/image" Target="../media/image194.emf"/><Relationship Id="rId7" Type="http://schemas.openxmlformats.org/officeDocument/2006/relationships/image" Target="../media/image187.emf"/><Relationship Id="rId12" Type="http://schemas.openxmlformats.org/officeDocument/2006/relationships/customXml" Target="../ink/ink189.xml"/><Relationship Id="rId17" Type="http://schemas.openxmlformats.org/officeDocument/2006/relationships/image" Target="../media/image192.emf"/><Relationship Id="rId2" Type="http://schemas.openxmlformats.org/officeDocument/2006/relationships/customXml" Target="../ink/ink184.xml"/><Relationship Id="rId16" Type="http://schemas.openxmlformats.org/officeDocument/2006/relationships/customXml" Target="../ink/ink191.xml"/><Relationship Id="rId20" Type="http://schemas.openxmlformats.org/officeDocument/2006/relationships/customXml" Target="../ink/ink193.xml"/><Relationship Id="rId1" Type="http://schemas.openxmlformats.org/officeDocument/2006/relationships/slideLayout" Target="../slideLayouts/slideLayout7.xml"/><Relationship Id="rId6" Type="http://schemas.openxmlformats.org/officeDocument/2006/relationships/customXml" Target="../ink/ink186.xml"/><Relationship Id="rId11" Type="http://schemas.openxmlformats.org/officeDocument/2006/relationships/image" Target="../media/image189.emf"/><Relationship Id="rId5" Type="http://schemas.openxmlformats.org/officeDocument/2006/relationships/image" Target="../media/image186.emf"/><Relationship Id="rId15" Type="http://schemas.openxmlformats.org/officeDocument/2006/relationships/image" Target="../media/image191.emf"/><Relationship Id="rId23" Type="http://schemas.openxmlformats.org/officeDocument/2006/relationships/image" Target="../media/image195.emf"/><Relationship Id="rId10" Type="http://schemas.openxmlformats.org/officeDocument/2006/relationships/customXml" Target="../ink/ink188.xml"/><Relationship Id="rId19" Type="http://schemas.openxmlformats.org/officeDocument/2006/relationships/image" Target="../media/image193.emf"/><Relationship Id="rId4" Type="http://schemas.openxmlformats.org/officeDocument/2006/relationships/customXml" Target="../ink/ink185.xml"/><Relationship Id="rId9" Type="http://schemas.openxmlformats.org/officeDocument/2006/relationships/image" Target="../media/image188.emf"/><Relationship Id="rId14" Type="http://schemas.openxmlformats.org/officeDocument/2006/relationships/customXml" Target="../ink/ink190.xml"/><Relationship Id="rId22" Type="http://schemas.openxmlformats.org/officeDocument/2006/relationships/customXml" Target="../ink/ink194.xml"/></Relationships>
</file>

<file path=ppt/slides/_rels/slide41.xml.rels><?xml version="1.0" encoding="UTF-8" standalone="yes"?>
<Relationships xmlns="http://schemas.openxmlformats.org/package/2006/relationships"><Relationship Id="rId13" Type="http://schemas.openxmlformats.org/officeDocument/2006/relationships/image" Target="../media/image201.emf"/><Relationship Id="rId18" Type="http://schemas.openxmlformats.org/officeDocument/2006/relationships/customXml" Target="../ink/ink203.xml"/><Relationship Id="rId26" Type="http://schemas.openxmlformats.org/officeDocument/2006/relationships/customXml" Target="../ink/ink207.xml"/><Relationship Id="rId3" Type="http://schemas.openxmlformats.org/officeDocument/2006/relationships/image" Target="../media/image196.emf"/><Relationship Id="rId21" Type="http://schemas.openxmlformats.org/officeDocument/2006/relationships/image" Target="../media/image205.emf"/><Relationship Id="rId7" Type="http://schemas.openxmlformats.org/officeDocument/2006/relationships/image" Target="../media/image198.emf"/><Relationship Id="rId12" Type="http://schemas.openxmlformats.org/officeDocument/2006/relationships/customXml" Target="../ink/ink200.xml"/><Relationship Id="rId17" Type="http://schemas.openxmlformats.org/officeDocument/2006/relationships/image" Target="../media/image203.emf"/><Relationship Id="rId25" Type="http://schemas.openxmlformats.org/officeDocument/2006/relationships/image" Target="../media/image207.emf"/><Relationship Id="rId33" Type="http://schemas.openxmlformats.org/officeDocument/2006/relationships/image" Target="../media/image211.emf"/><Relationship Id="rId2" Type="http://schemas.openxmlformats.org/officeDocument/2006/relationships/customXml" Target="../ink/ink195.xml"/><Relationship Id="rId16" Type="http://schemas.openxmlformats.org/officeDocument/2006/relationships/customXml" Target="../ink/ink202.xml"/><Relationship Id="rId20" Type="http://schemas.openxmlformats.org/officeDocument/2006/relationships/customXml" Target="../ink/ink204.xml"/><Relationship Id="rId29" Type="http://schemas.openxmlformats.org/officeDocument/2006/relationships/image" Target="../media/image209.emf"/><Relationship Id="rId1" Type="http://schemas.openxmlformats.org/officeDocument/2006/relationships/slideLayout" Target="../slideLayouts/slideLayout7.xml"/><Relationship Id="rId6" Type="http://schemas.openxmlformats.org/officeDocument/2006/relationships/customXml" Target="../ink/ink197.xml"/><Relationship Id="rId11" Type="http://schemas.openxmlformats.org/officeDocument/2006/relationships/image" Target="../media/image200.emf"/><Relationship Id="rId24" Type="http://schemas.openxmlformats.org/officeDocument/2006/relationships/customXml" Target="../ink/ink206.xml"/><Relationship Id="rId32" Type="http://schemas.openxmlformats.org/officeDocument/2006/relationships/customXml" Target="../ink/ink210.xml"/><Relationship Id="rId5" Type="http://schemas.openxmlformats.org/officeDocument/2006/relationships/image" Target="../media/image197.emf"/><Relationship Id="rId15" Type="http://schemas.openxmlformats.org/officeDocument/2006/relationships/image" Target="../media/image202.emf"/><Relationship Id="rId23" Type="http://schemas.openxmlformats.org/officeDocument/2006/relationships/image" Target="../media/image206.emf"/><Relationship Id="rId28" Type="http://schemas.openxmlformats.org/officeDocument/2006/relationships/customXml" Target="../ink/ink208.xml"/><Relationship Id="rId10" Type="http://schemas.openxmlformats.org/officeDocument/2006/relationships/customXml" Target="../ink/ink199.xml"/><Relationship Id="rId19" Type="http://schemas.openxmlformats.org/officeDocument/2006/relationships/image" Target="../media/image204.emf"/><Relationship Id="rId31" Type="http://schemas.openxmlformats.org/officeDocument/2006/relationships/image" Target="../media/image210.emf"/><Relationship Id="rId4" Type="http://schemas.openxmlformats.org/officeDocument/2006/relationships/customXml" Target="../ink/ink196.xml"/><Relationship Id="rId9" Type="http://schemas.openxmlformats.org/officeDocument/2006/relationships/image" Target="../media/image199.emf"/><Relationship Id="rId14" Type="http://schemas.openxmlformats.org/officeDocument/2006/relationships/customXml" Target="../ink/ink201.xml"/><Relationship Id="rId22" Type="http://schemas.openxmlformats.org/officeDocument/2006/relationships/customXml" Target="../ink/ink205.xml"/><Relationship Id="rId27" Type="http://schemas.openxmlformats.org/officeDocument/2006/relationships/image" Target="../media/image208.emf"/><Relationship Id="rId30" Type="http://schemas.openxmlformats.org/officeDocument/2006/relationships/customXml" Target="../ink/ink209.xml"/><Relationship Id="rId8" Type="http://schemas.openxmlformats.org/officeDocument/2006/relationships/customXml" Target="../ink/ink198.xml"/></Relationships>
</file>

<file path=ppt/slides/_rels/slide42.xml.rels><?xml version="1.0" encoding="UTF-8" standalone="yes"?>
<Relationships xmlns="http://schemas.openxmlformats.org/package/2006/relationships"><Relationship Id="rId8" Type="http://schemas.openxmlformats.org/officeDocument/2006/relationships/customXml" Target="../ink/ink214.xml"/><Relationship Id="rId13" Type="http://schemas.openxmlformats.org/officeDocument/2006/relationships/image" Target="../media/image217.emf"/><Relationship Id="rId18" Type="http://schemas.openxmlformats.org/officeDocument/2006/relationships/customXml" Target="../ink/ink219.xml"/><Relationship Id="rId3" Type="http://schemas.openxmlformats.org/officeDocument/2006/relationships/image" Target="../media/image212.emf"/><Relationship Id="rId7" Type="http://schemas.openxmlformats.org/officeDocument/2006/relationships/image" Target="../media/image214.emf"/><Relationship Id="rId12" Type="http://schemas.openxmlformats.org/officeDocument/2006/relationships/customXml" Target="../ink/ink216.xml"/><Relationship Id="rId17" Type="http://schemas.openxmlformats.org/officeDocument/2006/relationships/image" Target="../media/image219.emf"/><Relationship Id="rId2" Type="http://schemas.openxmlformats.org/officeDocument/2006/relationships/customXml" Target="../ink/ink211.xml"/><Relationship Id="rId16" Type="http://schemas.openxmlformats.org/officeDocument/2006/relationships/customXml" Target="../ink/ink218.xml"/><Relationship Id="rId1" Type="http://schemas.openxmlformats.org/officeDocument/2006/relationships/slideLayout" Target="../slideLayouts/slideLayout7.xml"/><Relationship Id="rId6" Type="http://schemas.openxmlformats.org/officeDocument/2006/relationships/customXml" Target="../ink/ink213.xml"/><Relationship Id="rId11" Type="http://schemas.openxmlformats.org/officeDocument/2006/relationships/image" Target="../media/image216.emf"/><Relationship Id="rId5" Type="http://schemas.openxmlformats.org/officeDocument/2006/relationships/image" Target="../media/image213.emf"/><Relationship Id="rId15" Type="http://schemas.openxmlformats.org/officeDocument/2006/relationships/image" Target="../media/image218.emf"/><Relationship Id="rId10" Type="http://schemas.openxmlformats.org/officeDocument/2006/relationships/customXml" Target="../ink/ink215.xml"/><Relationship Id="rId19" Type="http://schemas.openxmlformats.org/officeDocument/2006/relationships/image" Target="../media/image220.emf"/><Relationship Id="rId4" Type="http://schemas.openxmlformats.org/officeDocument/2006/relationships/customXml" Target="../ink/ink212.xml"/><Relationship Id="rId9" Type="http://schemas.openxmlformats.org/officeDocument/2006/relationships/image" Target="../media/image215.emf"/><Relationship Id="rId14" Type="http://schemas.openxmlformats.org/officeDocument/2006/relationships/customXml" Target="../ink/ink217.xml"/></Relationships>
</file>

<file path=ppt/slides/_rels/slide43.xml.rels><?xml version="1.0" encoding="UTF-8" standalone="yes"?>
<Relationships xmlns="http://schemas.openxmlformats.org/package/2006/relationships"><Relationship Id="rId8" Type="http://schemas.openxmlformats.org/officeDocument/2006/relationships/customXml" Target="../ink/ink223.xml"/><Relationship Id="rId13" Type="http://schemas.openxmlformats.org/officeDocument/2006/relationships/image" Target="../media/image226.emf"/><Relationship Id="rId18" Type="http://schemas.openxmlformats.org/officeDocument/2006/relationships/customXml" Target="../ink/ink228.xml"/><Relationship Id="rId3" Type="http://schemas.openxmlformats.org/officeDocument/2006/relationships/image" Target="../media/image221.emf"/><Relationship Id="rId21" Type="http://schemas.openxmlformats.org/officeDocument/2006/relationships/image" Target="../media/image230.emf"/><Relationship Id="rId7" Type="http://schemas.openxmlformats.org/officeDocument/2006/relationships/image" Target="../media/image223.emf"/><Relationship Id="rId12" Type="http://schemas.openxmlformats.org/officeDocument/2006/relationships/customXml" Target="../ink/ink225.xml"/><Relationship Id="rId17" Type="http://schemas.openxmlformats.org/officeDocument/2006/relationships/image" Target="../media/image228.emf"/><Relationship Id="rId25" Type="http://schemas.openxmlformats.org/officeDocument/2006/relationships/image" Target="../media/image232.emf"/><Relationship Id="rId2" Type="http://schemas.openxmlformats.org/officeDocument/2006/relationships/customXml" Target="../ink/ink220.xml"/><Relationship Id="rId16" Type="http://schemas.openxmlformats.org/officeDocument/2006/relationships/customXml" Target="../ink/ink227.xml"/><Relationship Id="rId20" Type="http://schemas.openxmlformats.org/officeDocument/2006/relationships/customXml" Target="../ink/ink229.xml"/><Relationship Id="rId1" Type="http://schemas.openxmlformats.org/officeDocument/2006/relationships/slideLayout" Target="../slideLayouts/slideLayout7.xml"/><Relationship Id="rId6" Type="http://schemas.openxmlformats.org/officeDocument/2006/relationships/customXml" Target="../ink/ink222.xml"/><Relationship Id="rId11" Type="http://schemas.openxmlformats.org/officeDocument/2006/relationships/image" Target="../media/image225.emf"/><Relationship Id="rId24" Type="http://schemas.openxmlformats.org/officeDocument/2006/relationships/customXml" Target="../ink/ink231.xml"/><Relationship Id="rId5" Type="http://schemas.openxmlformats.org/officeDocument/2006/relationships/image" Target="../media/image222.emf"/><Relationship Id="rId15" Type="http://schemas.openxmlformats.org/officeDocument/2006/relationships/image" Target="../media/image227.emf"/><Relationship Id="rId23" Type="http://schemas.openxmlformats.org/officeDocument/2006/relationships/image" Target="../media/image231.emf"/><Relationship Id="rId10" Type="http://schemas.openxmlformats.org/officeDocument/2006/relationships/customXml" Target="../ink/ink224.xml"/><Relationship Id="rId19" Type="http://schemas.openxmlformats.org/officeDocument/2006/relationships/image" Target="../media/image229.emf"/><Relationship Id="rId4" Type="http://schemas.openxmlformats.org/officeDocument/2006/relationships/customXml" Target="../ink/ink221.xml"/><Relationship Id="rId9" Type="http://schemas.openxmlformats.org/officeDocument/2006/relationships/image" Target="../media/image224.emf"/><Relationship Id="rId14" Type="http://schemas.openxmlformats.org/officeDocument/2006/relationships/customXml" Target="../ink/ink226.xml"/><Relationship Id="rId22" Type="http://schemas.openxmlformats.org/officeDocument/2006/relationships/customXml" Target="../ink/ink230.xml"/></Relationships>
</file>

<file path=ppt/slides/_rels/slide44.xml.rels><?xml version="1.0" encoding="UTF-8" standalone="yes"?>
<Relationships xmlns="http://schemas.openxmlformats.org/package/2006/relationships"><Relationship Id="rId8" Type="http://schemas.openxmlformats.org/officeDocument/2006/relationships/customXml" Target="../ink/ink235.xml"/><Relationship Id="rId13" Type="http://schemas.openxmlformats.org/officeDocument/2006/relationships/image" Target="../media/image238.emf"/><Relationship Id="rId18" Type="http://schemas.openxmlformats.org/officeDocument/2006/relationships/customXml" Target="../ink/ink240.xml"/><Relationship Id="rId3" Type="http://schemas.openxmlformats.org/officeDocument/2006/relationships/image" Target="../media/image233.emf"/><Relationship Id="rId21" Type="http://schemas.openxmlformats.org/officeDocument/2006/relationships/image" Target="../media/image242.emf"/><Relationship Id="rId7" Type="http://schemas.openxmlformats.org/officeDocument/2006/relationships/image" Target="../media/image235.emf"/><Relationship Id="rId12" Type="http://schemas.openxmlformats.org/officeDocument/2006/relationships/customXml" Target="../ink/ink237.xml"/><Relationship Id="rId17" Type="http://schemas.openxmlformats.org/officeDocument/2006/relationships/image" Target="../media/image240.emf"/><Relationship Id="rId2" Type="http://schemas.openxmlformats.org/officeDocument/2006/relationships/customXml" Target="../ink/ink232.xml"/><Relationship Id="rId16" Type="http://schemas.openxmlformats.org/officeDocument/2006/relationships/customXml" Target="../ink/ink239.xml"/><Relationship Id="rId20" Type="http://schemas.openxmlformats.org/officeDocument/2006/relationships/customXml" Target="../ink/ink241.xml"/><Relationship Id="rId1" Type="http://schemas.openxmlformats.org/officeDocument/2006/relationships/slideLayout" Target="../slideLayouts/slideLayout7.xml"/><Relationship Id="rId6" Type="http://schemas.openxmlformats.org/officeDocument/2006/relationships/customXml" Target="../ink/ink234.xml"/><Relationship Id="rId11" Type="http://schemas.openxmlformats.org/officeDocument/2006/relationships/image" Target="../media/image237.emf"/><Relationship Id="rId5" Type="http://schemas.openxmlformats.org/officeDocument/2006/relationships/image" Target="../media/image234.emf"/><Relationship Id="rId15" Type="http://schemas.openxmlformats.org/officeDocument/2006/relationships/image" Target="../media/image239.emf"/><Relationship Id="rId23" Type="http://schemas.openxmlformats.org/officeDocument/2006/relationships/image" Target="../media/image243.emf"/><Relationship Id="rId10" Type="http://schemas.openxmlformats.org/officeDocument/2006/relationships/customXml" Target="../ink/ink236.xml"/><Relationship Id="rId19" Type="http://schemas.openxmlformats.org/officeDocument/2006/relationships/image" Target="../media/image241.emf"/><Relationship Id="rId4" Type="http://schemas.openxmlformats.org/officeDocument/2006/relationships/customXml" Target="../ink/ink233.xml"/><Relationship Id="rId9" Type="http://schemas.openxmlformats.org/officeDocument/2006/relationships/image" Target="../media/image236.emf"/><Relationship Id="rId14" Type="http://schemas.openxmlformats.org/officeDocument/2006/relationships/customXml" Target="../ink/ink238.xml"/><Relationship Id="rId22" Type="http://schemas.openxmlformats.org/officeDocument/2006/relationships/customXml" Target="../ink/ink242.xml"/></Relationships>
</file>

<file path=ppt/slides/_rels/slide45.xml.rels><?xml version="1.0" encoding="UTF-8" standalone="yes"?>
<Relationships xmlns="http://schemas.openxmlformats.org/package/2006/relationships"><Relationship Id="rId8" Type="http://schemas.openxmlformats.org/officeDocument/2006/relationships/customXml" Target="../ink/ink246.xml"/><Relationship Id="rId13" Type="http://schemas.openxmlformats.org/officeDocument/2006/relationships/image" Target="../media/image249.emf"/><Relationship Id="rId18" Type="http://schemas.openxmlformats.org/officeDocument/2006/relationships/customXml" Target="../ink/ink251.xml"/><Relationship Id="rId3" Type="http://schemas.openxmlformats.org/officeDocument/2006/relationships/image" Target="../media/image244.emf"/><Relationship Id="rId21" Type="http://schemas.openxmlformats.org/officeDocument/2006/relationships/image" Target="../media/image253.emf"/><Relationship Id="rId7" Type="http://schemas.openxmlformats.org/officeDocument/2006/relationships/image" Target="../media/image246.emf"/><Relationship Id="rId12" Type="http://schemas.openxmlformats.org/officeDocument/2006/relationships/customXml" Target="../ink/ink248.xml"/><Relationship Id="rId17" Type="http://schemas.openxmlformats.org/officeDocument/2006/relationships/image" Target="../media/image251.emf"/><Relationship Id="rId25" Type="http://schemas.openxmlformats.org/officeDocument/2006/relationships/image" Target="../media/image255.emf"/><Relationship Id="rId2" Type="http://schemas.openxmlformats.org/officeDocument/2006/relationships/customXml" Target="../ink/ink243.xml"/><Relationship Id="rId16" Type="http://schemas.openxmlformats.org/officeDocument/2006/relationships/customXml" Target="../ink/ink250.xml"/><Relationship Id="rId20" Type="http://schemas.openxmlformats.org/officeDocument/2006/relationships/customXml" Target="../ink/ink252.xml"/><Relationship Id="rId1" Type="http://schemas.openxmlformats.org/officeDocument/2006/relationships/slideLayout" Target="../slideLayouts/slideLayout7.xml"/><Relationship Id="rId6" Type="http://schemas.openxmlformats.org/officeDocument/2006/relationships/customXml" Target="../ink/ink245.xml"/><Relationship Id="rId11" Type="http://schemas.openxmlformats.org/officeDocument/2006/relationships/image" Target="../media/image248.emf"/><Relationship Id="rId24" Type="http://schemas.openxmlformats.org/officeDocument/2006/relationships/customXml" Target="../ink/ink254.xml"/><Relationship Id="rId5" Type="http://schemas.openxmlformats.org/officeDocument/2006/relationships/image" Target="../media/image245.emf"/><Relationship Id="rId15" Type="http://schemas.openxmlformats.org/officeDocument/2006/relationships/image" Target="../media/image250.emf"/><Relationship Id="rId23" Type="http://schemas.openxmlformats.org/officeDocument/2006/relationships/image" Target="../media/image254.emf"/><Relationship Id="rId10" Type="http://schemas.openxmlformats.org/officeDocument/2006/relationships/customXml" Target="../ink/ink247.xml"/><Relationship Id="rId19" Type="http://schemas.openxmlformats.org/officeDocument/2006/relationships/image" Target="../media/image252.emf"/><Relationship Id="rId4" Type="http://schemas.openxmlformats.org/officeDocument/2006/relationships/customXml" Target="../ink/ink244.xml"/><Relationship Id="rId9" Type="http://schemas.openxmlformats.org/officeDocument/2006/relationships/image" Target="../media/image247.emf"/><Relationship Id="rId14" Type="http://schemas.openxmlformats.org/officeDocument/2006/relationships/customXml" Target="../ink/ink249.xml"/><Relationship Id="rId22" Type="http://schemas.openxmlformats.org/officeDocument/2006/relationships/customXml" Target="../ink/ink253.xml"/></Relationships>
</file>

<file path=ppt/slides/_rels/slide46.xml.rels><?xml version="1.0" encoding="UTF-8" standalone="yes"?>
<Relationships xmlns="http://schemas.openxmlformats.org/package/2006/relationships"><Relationship Id="rId8" Type="http://schemas.openxmlformats.org/officeDocument/2006/relationships/image" Target="../media/image259.emf"/><Relationship Id="rId3" Type="http://schemas.openxmlformats.org/officeDocument/2006/relationships/customXml" Target="../ink/ink255.xml"/><Relationship Id="rId7" Type="http://schemas.openxmlformats.org/officeDocument/2006/relationships/customXml" Target="../ink/ink257.xml"/><Relationship Id="rId2" Type="http://schemas.openxmlformats.org/officeDocument/2006/relationships/image" Target="../media/image42.png"/><Relationship Id="rId1" Type="http://schemas.openxmlformats.org/officeDocument/2006/relationships/slideLayout" Target="../slideLayouts/slideLayout7.xml"/><Relationship Id="rId6" Type="http://schemas.openxmlformats.org/officeDocument/2006/relationships/image" Target="../media/image258.emf"/><Relationship Id="rId5" Type="http://schemas.openxmlformats.org/officeDocument/2006/relationships/customXml" Target="../ink/ink256.xml"/><Relationship Id="rId4" Type="http://schemas.openxmlformats.org/officeDocument/2006/relationships/image" Target="../media/image257.emf"/></Relationships>
</file>

<file path=ppt/slides/_rels/slide4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7.xml"/><Relationship Id="rId5" Type="http://schemas.openxmlformats.org/officeDocument/2006/relationships/image" Target="../media/image264.emf"/><Relationship Id="rId4" Type="http://schemas.openxmlformats.org/officeDocument/2006/relationships/customXml" Target="../ink/ink258.xml"/></Relationships>
</file>

<file path=ppt/slides/_rels/slide51.xml.rels><?xml version="1.0" encoding="UTF-8" standalone="yes"?>
<Relationships xmlns="http://schemas.openxmlformats.org/package/2006/relationships"><Relationship Id="rId8" Type="http://schemas.openxmlformats.org/officeDocument/2006/relationships/customXml" Target="../ink/ink262.xml"/><Relationship Id="rId13" Type="http://schemas.openxmlformats.org/officeDocument/2006/relationships/image" Target="../media/image270.emf"/><Relationship Id="rId3" Type="http://schemas.openxmlformats.org/officeDocument/2006/relationships/image" Target="../media/image265.emf"/><Relationship Id="rId7" Type="http://schemas.openxmlformats.org/officeDocument/2006/relationships/image" Target="../media/image267.emf"/><Relationship Id="rId12" Type="http://schemas.openxmlformats.org/officeDocument/2006/relationships/customXml" Target="../ink/ink264.xml"/><Relationship Id="rId2" Type="http://schemas.openxmlformats.org/officeDocument/2006/relationships/customXml" Target="../ink/ink259.xml"/><Relationship Id="rId1" Type="http://schemas.openxmlformats.org/officeDocument/2006/relationships/slideLayout" Target="../slideLayouts/slideLayout7.xml"/><Relationship Id="rId6" Type="http://schemas.openxmlformats.org/officeDocument/2006/relationships/customXml" Target="../ink/ink261.xml"/><Relationship Id="rId11" Type="http://schemas.openxmlformats.org/officeDocument/2006/relationships/image" Target="../media/image269.emf"/><Relationship Id="rId5" Type="http://schemas.openxmlformats.org/officeDocument/2006/relationships/image" Target="../media/image266.emf"/><Relationship Id="rId15" Type="http://schemas.openxmlformats.org/officeDocument/2006/relationships/image" Target="../media/image271.emf"/><Relationship Id="rId10" Type="http://schemas.openxmlformats.org/officeDocument/2006/relationships/customXml" Target="../ink/ink263.xml"/><Relationship Id="rId4" Type="http://schemas.openxmlformats.org/officeDocument/2006/relationships/customXml" Target="../ink/ink260.xml"/><Relationship Id="rId9" Type="http://schemas.openxmlformats.org/officeDocument/2006/relationships/image" Target="../media/image268.emf"/><Relationship Id="rId14" Type="http://schemas.openxmlformats.org/officeDocument/2006/relationships/customXml" Target="../ink/ink265.xml"/></Relationships>
</file>

<file path=ppt/slides/_rels/slide52.xml.rels><?xml version="1.0" encoding="UTF-8" standalone="yes"?>
<Relationships xmlns="http://schemas.openxmlformats.org/package/2006/relationships"><Relationship Id="rId8" Type="http://schemas.openxmlformats.org/officeDocument/2006/relationships/customXml" Target="../ink/ink269.xml"/><Relationship Id="rId13" Type="http://schemas.openxmlformats.org/officeDocument/2006/relationships/image" Target="../media/image277.emf"/><Relationship Id="rId18" Type="http://schemas.openxmlformats.org/officeDocument/2006/relationships/customXml" Target="../ink/ink274.xml"/><Relationship Id="rId3" Type="http://schemas.openxmlformats.org/officeDocument/2006/relationships/image" Target="../media/image272.emf"/><Relationship Id="rId7" Type="http://schemas.openxmlformats.org/officeDocument/2006/relationships/image" Target="../media/image274.emf"/><Relationship Id="rId12" Type="http://schemas.openxmlformats.org/officeDocument/2006/relationships/customXml" Target="../ink/ink271.xml"/><Relationship Id="rId17" Type="http://schemas.openxmlformats.org/officeDocument/2006/relationships/image" Target="../media/image279.emf"/><Relationship Id="rId2" Type="http://schemas.openxmlformats.org/officeDocument/2006/relationships/customXml" Target="../ink/ink266.xml"/><Relationship Id="rId16" Type="http://schemas.openxmlformats.org/officeDocument/2006/relationships/customXml" Target="../ink/ink273.xml"/><Relationship Id="rId1" Type="http://schemas.openxmlformats.org/officeDocument/2006/relationships/slideLayout" Target="../slideLayouts/slideLayout7.xml"/><Relationship Id="rId6" Type="http://schemas.openxmlformats.org/officeDocument/2006/relationships/customXml" Target="../ink/ink268.xml"/><Relationship Id="rId11" Type="http://schemas.openxmlformats.org/officeDocument/2006/relationships/image" Target="../media/image276.emf"/><Relationship Id="rId5" Type="http://schemas.openxmlformats.org/officeDocument/2006/relationships/image" Target="../media/image273.emf"/><Relationship Id="rId15" Type="http://schemas.openxmlformats.org/officeDocument/2006/relationships/image" Target="../media/image278.emf"/><Relationship Id="rId10" Type="http://schemas.openxmlformats.org/officeDocument/2006/relationships/customXml" Target="../ink/ink270.xml"/><Relationship Id="rId19" Type="http://schemas.openxmlformats.org/officeDocument/2006/relationships/image" Target="../media/image280.emf"/><Relationship Id="rId4" Type="http://schemas.openxmlformats.org/officeDocument/2006/relationships/customXml" Target="../ink/ink267.xml"/><Relationship Id="rId9" Type="http://schemas.openxmlformats.org/officeDocument/2006/relationships/image" Target="../media/image275.emf"/><Relationship Id="rId14" Type="http://schemas.openxmlformats.org/officeDocument/2006/relationships/customXml" Target="../ink/ink272.xml"/></Relationships>
</file>

<file path=ppt/slides/_rels/slide53.xml.rels><?xml version="1.0" encoding="UTF-8" standalone="yes"?>
<Relationships xmlns="http://schemas.openxmlformats.org/package/2006/relationships"><Relationship Id="rId8" Type="http://schemas.openxmlformats.org/officeDocument/2006/relationships/customXml" Target="../ink/ink278.xml"/><Relationship Id="rId3" Type="http://schemas.openxmlformats.org/officeDocument/2006/relationships/image" Target="../media/image281.emf"/><Relationship Id="rId7" Type="http://schemas.openxmlformats.org/officeDocument/2006/relationships/image" Target="../media/image283.emf"/><Relationship Id="rId2" Type="http://schemas.openxmlformats.org/officeDocument/2006/relationships/customXml" Target="../ink/ink275.xml"/><Relationship Id="rId1" Type="http://schemas.openxmlformats.org/officeDocument/2006/relationships/slideLayout" Target="../slideLayouts/slideLayout7.xml"/><Relationship Id="rId6" Type="http://schemas.openxmlformats.org/officeDocument/2006/relationships/customXml" Target="../ink/ink277.xml"/><Relationship Id="rId5" Type="http://schemas.openxmlformats.org/officeDocument/2006/relationships/image" Target="../media/image282.emf"/><Relationship Id="rId4" Type="http://schemas.openxmlformats.org/officeDocument/2006/relationships/customXml" Target="../ink/ink276.xml"/><Relationship Id="rId9" Type="http://schemas.openxmlformats.org/officeDocument/2006/relationships/image" Target="../media/image284.emf"/></Relationships>
</file>

<file path=ppt/slides/_rels/slide54.xml.rels><?xml version="1.0" encoding="UTF-8" standalone="yes"?>
<Relationships xmlns="http://schemas.openxmlformats.org/package/2006/relationships"><Relationship Id="rId8" Type="http://schemas.openxmlformats.org/officeDocument/2006/relationships/customXml" Target="../ink/ink282.xml"/><Relationship Id="rId13" Type="http://schemas.openxmlformats.org/officeDocument/2006/relationships/image" Target="../media/image285.emf"/><Relationship Id="rId18" Type="http://schemas.openxmlformats.org/officeDocument/2006/relationships/customXml" Target="../ink/ink287.xml"/><Relationship Id="rId3" Type="http://schemas.openxmlformats.org/officeDocument/2006/relationships/image" Target="../media/image256.emf"/><Relationship Id="rId21" Type="http://schemas.openxmlformats.org/officeDocument/2006/relationships/image" Target="../media/image289.emf"/><Relationship Id="rId7" Type="http://schemas.openxmlformats.org/officeDocument/2006/relationships/image" Target="../media/image261.emf"/><Relationship Id="rId12" Type="http://schemas.openxmlformats.org/officeDocument/2006/relationships/customXml" Target="../ink/ink284.xml"/><Relationship Id="rId17" Type="http://schemas.openxmlformats.org/officeDocument/2006/relationships/image" Target="../media/image287.emf"/><Relationship Id="rId2" Type="http://schemas.openxmlformats.org/officeDocument/2006/relationships/customXml" Target="../ink/ink279.xml"/><Relationship Id="rId16" Type="http://schemas.openxmlformats.org/officeDocument/2006/relationships/customXml" Target="../ink/ink286.xml"/><Relationship Id="rId20" Type="http://schemas.openxmlformats.org/officeDocument/2006/relationships/customXml" Target="../ink/ink288.xml"/><Relationship Id="rId1" Type="http://schemas.openxmlformats.org/officeDocument/2006/relationships/slideLayout" Target="../slideLayouts/slideLayout7.xml"/><Relationship Id="rId6" Type="http://schemas.openxmlformats.org/officeDocument/2006/relationships/customXml" Target="../ink/ink281.xml"/><Relationship Id="rId11" Type="http://schemas.openxmlformats.org/officeDocument/2006/relationships/image" Target="../media/image263.emf"/><Relationship Id="rId5" Type="http://schemas.openxmlformats.org/officeDocument/2006/relationships/image" Target="../media/image260.emf"/><Relationship Id="rId15" Type="http://schemas.openxmlformats.org/officeDocument/2006/relationships/image" Target="../media/image286.emf"/><Relationship Id="rId10" Type="http://schemas.openxmlformats.org/officeDocument/2006/relationships/customXml" Target="../ink/ink283.xml"/><Relationship Id="rId19" Type="http://schemas.openxmlformats.org/officeDocument/2006/relationships/image" Target="../media/image288.emf"/><Relationship Id="rId4" Type="http://schemas.openxmlformats.org/officeDocument/2006/relationships/customXml" Target="../ink/ink280.xml"/><Relationship Id="rId9" Type="http://schemas.openxmlformats.org/officeDocument/2006/relationships/image" Target="../media/image262.emf"/><Relationship Id="rId14" Type="http://schemas.openxmlformats.org/officeDocument/2006/relationships/customXml" Target="../ink/ink285.xml"/></Relationships>
</file>

<file path=ppt/slides/_rels/slide55.xml.rels><?xml version="1.0" encoding="UTF-8" standalone="yes"?>
<Relationships xmlns="http://schemas.openxmlformats.org/package/2006/relationships"><Relationship Id="rId8" Type="http://schemas.openxmlformats.org/officeDocument/2006/relationships/customXml" Target="../ink/ink292.xml"/><Relationship Id="rId13" Type="http://schemas.openxmlformats.org/officeDocument/2006/relationships/image" Target="../media/image295.emf"/><Relationship Id="rId18" Type="http://schemas.openxmlformats.org/officeDocument/2006/relationships/image" Target="../media/image297.emf"/><Relationship Id="rId3" Type="http://schemas.openxmlformats.org/officeDocument/2006/relationships/image" Target="../media/image290.emf"/><Relationship Id="rId7" Type="http://schemas.openxmlformats.org/officeDocument/2006/relationships/image" Target="../media/image292.emf"/><Relationship Id="rId12" Type="http://schemas.openxmlformats.org/officeDocument/2006/relationships/customXml" Target="../ink/ink294.xml"/><Relationship Id="rId17" Type="http://schemas.openxmlformats.org/officeDocument/2006/relationships/customXml" Target="../ink/ink297.xml"/><Relationship Id="rId2" Type="http://schemas.openxmlformats.org/officeDocument/2006/relationships/customXml" Target="../ink/ink289.xml"/><Relationship Id="rId16" Type="http://schemas.openxmlformats.org/officeDocument/2006/relationships/image" Target="../media/image296.emf"/><Relationship Id="rId20" Type="http://schemas.openxmlformats.org/officeDocument/2006/relationships/image" Target="../media/image298.emf"/><Relationship Id="rId1" Type="http://schemas.openxmlformats.org/officeDocument/2006/relationships/slideLayout" Target="../slideLayouts/slideLayout7.xml"/><Relationship Id="rId6" Type="http://schemas.openxmlformats.org/officeDocument/2006/relationships/customXml" Target="../ink/ink291.xml"/><Relationship Id="rId11" Type="http://schemas.openxmlformats.org/officeDocument/2006/relationships/image" Target="../media/image294.emf"/><Relationship Id="rId5" Type="http://schemas.openxmlformats.org/officeDocument/2006/relationships/image" Target="../media/image291.emf"/><Relationship Id="rId15" Type="http://schemas.openxmlformats.org/officeDocument/2006/relationships/customXml" Target="../ink/ink296.xml"/><Relationship Id="rId10" Type="http://schemas.openxmlformats.org/officeDocument/2006/relationships/customXml" Target="../ink/ink293.xml"/><Relationship Id="rId19" Type="http://schemas.openxmlformats.org/officeDocument/2006/relationships/customXml" Target="../ink/ink298.xml"/><Relationship Id="rId4" Type="http://schemas.openxmlformats.org/officeDocument/2006/relationships/customXml" Target="../ink/ink290.xml"/><Relationship Id="rId9" Type="http://schemas.openxmlformats.org/officeDocument/2006/relationships/image" Target="../media/image293.emf"/><Relationship Id="rId14" Type="http://schemas.openxmlformats.org/officeDocument/2006/relationships/customXml" Target="../ink/ink295.xml"/></Relationships>
</file>

<file path=ppt/slides/_rels/slide56.xml.rels><?xml version="1.0" encoding="UTF-8" standalone="yes"?>
<Relationships xmlns="http://schemas.openxmlformats.org/package/2006/relationships"><Relationship Id="rId8" Type="http://schemas.openxmlformats.org/officeDocument/2006/relationships/customXml" Target="../ink/ink302.xml"/><Relationship Id="rId13" Type="http://schemas.openxmlformats.org/officeDocument/2006/relationships/image" Target="../media/image304.emf"/><Relationship Id="rId3" Type="http://schemas.openxmlformats.org/officeDocument/2006/relationships/image" Target="../media/image299.emf"/><Relationship Id="rId7" Type="http://schemas.openxmlformats.org/officeDocument/2006/relationships/image" Target="../media/image301.emf"/><Relationship Id="rId12" Type="http://schemas.openxmlformats.org/officeDocument/2006/relationships/customXml" Target="../ink/ink304.xml"/><Relationship Id="rId2" Type="http://schemas.openxmlformats.org/officeDocument/2006/relationships/customXml" Target="../ink/ink299.xml"/><Relationship Id="rId1" Type="http://schemas.openxmlformats.org/officeDocument/2006/relationships/slideLayout" Target="../slideLayouts/slideLayout7.xml"/><Relationship Id="rId6" Type="http://schemas.openxmlformats.org/officeDocument/2006/relationships/customXml" Target="../ink/ink301.xml"/><Relationship Id="rId11" Type="http://schemas.openxmlformats.org/officeDocument/2006/relationships/image" Target="../media/image303.emf"/><Relationship Id="rId5" Type="http://schemas.openxmlformats.org/officeDocument/2006/relationships/image" Target="../media/image300.emf"/><Relationship Id="rId15" Type="http://schemas.openxmlformats.org/officeDocument/2006/relationships/image" Target="../media/image305.emf"/><Relationship Id="rId10" Type="http://schemas.openxmlformats.org/officeDocument/2006/relationships/customXml" Target="../ink/ink303.xml"/><Relationship Id="rId4" Type="http://schemas.openxmlformats.org/officeDocument/2006/relationships/customXml" Target="../ink/ink300.xml"/><Relationship Id="rId9" Type="http://schemas.openxmlformats.org/officeDocument/2006/relationships/image" Target="../media/image302.emf"/><Relationship Id="rId14" Type="http://schemas.openxmlformats.org/officeDocument/2006/relationships/customXml" Target="../ink/ink305.xml"/></Relationships>
</file>

<file path=ppt/slides/_rels/slide57.xml.rels><?xml version="1.0" encoding="UTF-8" standalone="yes"?>
<Relationships xmlns="http://schemas.openxmlformats.org/package/2006/relationships"><Relationship Id="rId8" Type="http://schemas.openxmlformats.org/officeDocument/2006/relationships/customXml" Target="../ink/ink309.xml"/><Relationship Id="rId13" Type="http://schemas.openxmlformats.org/officeDocument/2006/relationships/image" Target="../media/image311.emf"/><Relationship Id="rId3" Type="http://schemas.openxmlformats.org/officeDocument/2006/relationships/image" Target="../media/image306.emf"/><Relationship Id="rId7" Type="http://schemas.openxmlformats.org/officeDocument/2006/relationships/image" Target="../media/image308.emf"/><Relationship Id="rId12" Type="http://schemas.openxmlformats.org/officeDocument/2006/relationships/customXml" Target="../ink/ink311.xml"/><Relationship Id="rId2" Type="http://schemas.openxmlformats.org/officeDocument/2006/relationships/customXml" Target="../ink/ink306.xml"/><Relationship Id="rId1" Type="http://schemas.openxmlformats.org/officeDocument/2006/relationships/slideLayout" Target="../slideLayouts/slideLayout7.xml"/><Relationship Id="rId6" Type="http://schemas.openxmlformats.org/officeDocument/2006/relationships/customXml" Target="../ink/ink308.xml"/><Relationship Id="rId11" Type="http://schemas.openxmlformats.org/officeDocument/2006/relationships/image" Target="../media/image310.emf"/><Relationship Id="rId5" Type="http://schemas.openxmlformats.org/officeDocument/2006/relationships/image" Target="../media/image307.emf"/><Relationship Id="rId15" Type="http://schemas.openxmlformats.org/officeDocument/2006/relationships/image" Target="../media/image312.emf"/><Relationship Id="rId10" Type="http://schemas.openxmlformats.org/officeDocument/2006/relationships/customXml" Target="../ink/ink310.xml"/><Relationship Id="rId4" Type="http://schemas.openxmlformats.org/officeDocument/2006/relationships/customXml" Target="../ink/ink307.xml"/><Relationship Id="rId9" Type="http://schemas.openxmlformats.org/officeDocument/2006/relationships/image" Target="../media/image309.emf"/><Relationship Id="rId14" Type="http://schemas.openxmlformats.org/officeDocument/2006/relationships/customXml" Target="../ink/ink312.xml"/></Relationships>
</file>

<file path=ppt/slides/_rels/slide58.xml.rels><?xml version="1.0" encoding="UTF-8" standalone="yes"?>
<Relationships xmlns="http://schemas.openxmlformats.org/package/2006/relationships"><Relationship Id="rId8" Type="http://schemas.openxmlformats.org/officeDocument/2006/relationships/customXml" Target="../ink/ink316.xml"/><Relationship Id="rId13" Type="http://schemas.openxmlformats.org/officeDocument/2006/relationships/image" Target="../media/image318.emf"/><Relationship Id="rId18" Type="http://schemas.openxmlformats.org/officeDocument/2006/relationships/customXml" Target="../ink/ink321.xml"/><Relationship Id="rId3" Type="http://schemas.openxmlformats.org/officeDocument/2006/relationships/image" Target="../media/image313.emf"/><Relationship Id="rId7" Type="http://schemas.openxmlformats.org/officeDocument/2006/relationships/image" Target="../media/image315.emf"/><Relationship Id="rId12" Type="http://schemas.openxmlformats.org/officeDocument/2006/relationships/customXml" Target="../ink/ink318.xml"/><Relationship Id="rId17" Type="http://schemas.openxmlformats.org/officeDocument/2006/relationships/image" Target="../media/image320.emf"/><Relationship Id="rId2" Type="http://schemas.openxmlformats.org/officeDocument/2006/relationships/customXml" Target="../ink/ink313.xml"/><Relationship Id="rId16" Type="http://schemas.openxmlformats.org/officeDocument/2006/relationships/customXml" Target="../ink/ink320.xml"/><Relationship Id="rId1" Type="http://schemas.openxmlformats.org/officeDocument/2006/relationships/slideLayout" Target="../slideLayouts/slideLayout7.xml"/><Relationship Id="rId6" Type="http://schemas.openxmlformats.org/officeDocument/2006/relationships/customXml" Target="../ink/ink315.xml"/><Relationship Id="rId11" Type="http://schemas.openxmlformats.org/officeDocument/2006/relationships/image" Target="../media/image317.emf"/><Relationship Id="rId5" Type="http://schemas.openxmlformats.org/officeDocument/2006/relationships/image" Target="../media/image314.emf"/><Relationship Id="rId15" Type="http://schemas.openxmlformats.org/officeDocument/2006/relationships/image" Target="../media/image319.emf"/><Relationship Id="rId10" Type="http://schemas.openxmlformats.org/officeDocument/2006/relationships/customXml" Target="../ink/ink317.xml"/><Relationship Id="rId19" Type="http://schemas.openxmlformats.org/officeDocument/2006/relationships/image" Target="../media/image321.emf"/><Relationship Id="rId4" Type="http://schemas.openxmlformats.org/officeDocument/2006/relationships/customXml" Target="../ink/ink314.xml"/><Relationship Id="rId9" Type="http://schemas.openxmlformats.org/officeDocument/2006/relationships/image" Target="../media/image316.emf"/><Relationship Id="rId14" Type="http://schemas.openxmlformats.org/officeDocument/2006/relationships/customXml" Target="../ink/ink319.xml"/></Relationships>
</file>

<file path=ppt/slides/_rels/slide59.xml.rels><?xml version="1.0" encoding="UTF-8" standalone="yes"?>
<Relationships xmlns="http://schemas.openxmlformats.org/package/2006/relationships"><Relationship Id="rId13" Type="http://schemas.openxmlformats.org/officeDocument/2006/relationships/image" Target="../media/image327.emf"/><Relationship Id="rId18" Type="http://schemas.openxmlformats.org/officeDocument/2006/relationships/customXml" Target="../ink/ink330.xml"/><Relationship Id="rId26" Type="http://schemas.openxmlformats.org/officeDocument/2006/relationships/customXml" Target="../ink/ink334.xml"/><Relationship Id="rId39" Type="http://schemas.openxmlformats.org/officeDocument/2006/relationships/image" Target="../media/image340.emf"/><Relationship Id="rId21" Type="http://schemas.openxmlformats.org/officeDocument/2006/relationships/image" Target="../media/image331.emf"/><Relationship Id="rId34" Type="http://schemas.openxmlformats.org/officeDocument/2006/relationships/customXml" Target="../ink/ink338.xml"/><Relationship Id="rId42" Type="http://schemas.openxmlformats.org/officeDocument/2006/relationships/customXml" Target="../ink/ink342.xml"/><Relationship Id="rId47" Type="http://schemas.openxmlformats.org/officeDocument/2006/relationships/image" Target="../media/image344.emf"/><Relationship Id="rId50" Type="http://schemas.openxmlformats.org/officeDocument/2006/relationships/customXml" Target="../ink/ink346.xml"/><Relationship Id="rId55" Type="http://schemas.openxmlformats.org/officeDocument/2006/relationships/image" Target="../media/image348.emf"/><Relationship Id="rId7" Type="http://schemas.openxmlformats.org/officeDocument/2006/relationships/image" Target="../media/image324.emf"/><Relationship Id="rId2" Type="http://schemas.openxmlformats.org/officeDocument/2006/relationships/customXml" Target="../ink/ink322.xml"/><Relationship Id="rId16" Type="http://schemas.openxmlformats.org/officeDocument/2006/relationships/customXml" Target="../ink/ink329.xml"/><Relationship Id="rId29" Type="http://schemas.openxmlformats.org/officeDocument/2006/relationships/image" Target="../media/image335.emf"/><Relationship Id="rId11" Type="http://schemas.openxmlformats.org/officeDocument/2006/relationships/image" Target="../media/image326.emf"/><Relationship Id="rId24" Type="http://schemas.openxmlformats.org/officeDocument/2006/relationships/customXml" Target="../ink/ink333.xml"/><Relationship Id="rId32" Type="http://schemas.openxmlformats.org/officeDocument/2006/relationships/customXml" Target="../ink/ink337.xml"/><Relationship Id="rId37" Type="http://schemas.openxmlformats.org/officeDocument/2006/relationships/image" Target="../media/image339.emf"/><Relationship Id="rId40" Type="http://schemas.openxmlformats.org/officeDocument/2006/relationships/customXml" Target="../ink/ink341.xml"/><Relationship Id="rId45" Type="http://schemas.openxmlformats.org/officeDocument/2006/relationships/image" Target="../media/image343.emf"/><Relationship Id="rId53" Type="http://schemas.openxmlformats.org/officeDocument/2006/relationships/image" Target="../media/image347.emf"/><Relationship Id="rId5" Type="http://schemas.openxmlformats.org/officeDocument/2006/relationships/image" Target="../media/image323.emf"/><Relationship Id="rId19" Type="http://schemas.openxmlformats.org/officeDocument/2006/relationships/image" Target="../media/image330.emf"/><Relationship Id="rId4" Type="http://schemas.openxmlformats.org/officeDocument/2006/relationships/customXml" Target="../ink/ink323.xml"/><Relationship Id="rId9" Type="http://schemas.openxmlformats.org/officeDocument/2006/relationships/image" Target="../media/image325.emf"/><Relationship Id="rId14" Type="http://schemas.openxmlformats.org/officeDocument/2006/relationships/customXml" Target="../ink/ink328.xml"/><Relationship Id="rId22" Type="http://schemas.openxmlformats.org/officeDocument/2006/relationships/customXml" Target="../ink/ink332.xml"/><Relationship Id="rId27" Type="http://schemas.openxmlformats.org/officeDocument/2006/relationships/image" Target="../media/image334.emf"/><Relationship Id="rId30" Type="http://schemas.openxmlformats.org/officeDocument/2006/relationships/customXml" Target="../ink/ink336.xml"/><Relationship Id="rId35" Type="http://schemas.openxmlformats.org/officeDocument/2006/relationships/image" Target="../media/image338.emf"/><Relationship Id="rId43" Type="http://schemas.openxmlformats.org/officeDocument/2006/relationships/image" Target="../media/image342.emf"/><Relationship Id="rId48" Type="http://schemas.openxmlformats.org/officeDocument/2006/relationships/customXml" Target="../ink/ink345.xml"/><Relationship Id="rId56" Type="http://schemas.openxmlformats.org/officeDocument/2006/relationships/customXml" Target="../ink/ink349.xml"/><Relationship Id="rId8" Type="http://schemas.openxmlformats.org/officeDocument/2006/relationships/customXml" Target="../ink/ink325.xml"/><Relationship Id="rId51" Type="http://schemas.openxmlformats.org/officeDocument/2006/relationships/image" Target="../media/image346.emf"/><Relationship Id="rId3" Type="http://schemas.openxmlformats.org/officeDocument/2006/relationships/image" Target="../media/image322.emf"/><Relationship Id="rId12" Type="http://schemas.openxmlformats.org/officeDocument/2006/relationships/customXml" Target="../ink/ink327.xml"/><Relationship Id="rId17" Type="http://schemas.openxmlformats.org/officeDocument/2006/relationships/image" Target="../media/image329.emf"/><Relationship Id="rId25" Type="http://schemas.openxmlformats.org/officeDocument/2006/relationships/image" Target="../media/image333.emf"/><Relationship Id="rId33" Type="http://schemas.openxmlformats.org/officeDocument/2006/relationships/image" Target="../media/image337.emf"/><Relationship Id="rId38" Type="http://schemas.openxmlformats.org/officeDocument/2006/relationships/customXml" Target="../ink/ink340.xml"/><Relationship Id="rId46" Type="http://schemas.openxmlformats.org/officeDocument/2006/relationships/customXml" Target="../ink/ink344.xml"/><Relationship Id="rId20" Type="http://schemas.openxmlformats.org/officeDocument/2006/relationships/customXml" Target="../ink/ink331.xml"/><Relationship Id="rId41" Type="http://schemas.openxmlformats.org/officeDocument/2006/relationships/image" Target="../media/image341.emf"/><Relationship Id="rId54" Type="http://schemas.openxmlformats.org/officeDocument/2006/relationships/customXml" Target="../ink/ink348.xml"/><Relationship Id="rId1" Type="http://schemas.openxmlformats.org/officeDocument/2006/relationships/slideLayout" Target="../slideLayouts/slideLayout7.xml"/><Relationship Id="rId6" Type="http://schemas.openxmlformats.org/officeDocument/2006/relationships/customXml" Target="../ink/ink324.xml"/><Relationship Id="rId15" Type="http://schemas.openxmlformats.org/officeDocument/2006/relationships/image" Target="../media/image328.emf"/><Relationship Id="rId23" Type="http://schemas.openxmlformats.org/officeDocument/2006/relationships/image" Target="../media/image332.emf"/><Relationship Id="rId28" Type="http://schemas.openxmlformats.org/officeDocument/2006/relationships/customXml" Target="../ink/ink335.xml"/><Relationship Id="rId36" Type="http://schemas.openxmlformats.org/officeDocument/2006/relationships/customXml" Target="../ink/ink339.xml"/><Relationship Id="rId49" Type="http://schemas.openxmlformats.org/officeDocument/2006/relationships/image" Target="../media/image345.emf"/><Relationship Id="rId57" Type="http://schemas.openxmlformats.org/officeDocument/2006/relationships/image" Target="../media/image349.emf"/><Relationship Id="rId10" Type="http://schemas.openxmlformats.org/officeDocument/2006/relationships/customXml" Target="../ink/ink326.xml"/><Relationship Id="rId31" Type="http://schemas.openxmlformats.org/officeDocument/2006/relationships/image" Target="../media/image336.emf"/><Relationship Id="rId44" Type="http://schemas.openxmlformats.org/officeDocument/2006/relationships/customXml" Target="../ink/ink343.xml"/><Relationship Id="rId52" Type="http://schemas.openxmlformats.org/officeDocument/2006/relationships/customXml" Target="../ink/ink347.xml"/></Relationships>
</file>

<file path=ppt/slides/_rels/slide60.xml.rels><?xml version="1.0" encoding="UTF-8" standalone="yes"?>
<Relationships xmlns="http://schemas.openxmlformats.org/package/2006/relationships"><Relationship Id="rId3" Type="http://schemas.openxmlformats.org/officeDocument/2006/relationships/image" Target="../media/image350.emf"/><Relationship Id="rId2" Type="http://schemas.openxmlformats.org/officeDocument/2006/relationships/customXml" Target="../ink/ink35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smtClean="0"/>
              <a:t>Course name:</a:t>
            </a:r>
            <a:br>
              <a:rPr lang="en-US" dirty="0" smtClean="0"/>
            </a:br>
            <a:r>
              <a:rPr lang="en-US" dirty="0" smtClean="0"/>
              <a:t>Applied Computational Mathematics</a:t>
            </a:r>
            <a:endParaRPr lang="en-US" dirty="0"/>
          </a:p>
        </p:txBody>
      </p:sp>
      <p:sp>
        <p:nvSpPr>
          <p:cNvPr id="3" name="Subtitle 2"/>
          <p:cNvSpPr>
            <a:spLocks noGrp="1"/>
          </p:cNvSpPr>
          <p:nvPr>
            <p:ph type="subTitle" idx="1"/>
          </p:nvPr>
        </p:nvSpPr>
        <p:spPr/>
        <p:txBody>
          <a:bodyPr/>
          <a:lstStyle/>
          <a:p>
            <a:r>
              <a:rPr lang="en-US" dirty="0" smtClean="0"/>
              <a:t>Course Code:CSE1001</a:t>
            </a:r>
            <a:endParaRPr lang="en-US" dirty="0"/>
          </a:p>
        </p:txBody>
      </p:sp>
    </p:spTree>
    <p:extLst>
      <p:ext uri="{BB962C8B-B14F-4D97-AF65-F5344CB8AC3E}">
        <p14:creationId xmlns:p14="http://schemas.microsoft.com/office/powerpoint/2010/main" val="21712423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Module I</a:t>
            </a:r>
            <a:br>
              <a:rPr lang="en-US" dirty="0" smtClean="0"/>
            </a:br>
            <a:r>
              <a:rPr lang="en-US" dirty="0" smtClean="0"/>
              <a:t>linear algebra-1</a:t>
            </a:r>
            <a:endParaRPr lang="en-US" dirty="0"/>
          </a:p>
        </p:txBody>
      </p:sp>
    </p:spTree>
    <p:extLst>
      <p:ext uri="{BB962C8B-B14F-4D97-AF65-F5344CB8AC3E}">
        <p14:creationId xmlns:p14="http://schemas.microsoft.com/office/powerpoint/2010/main" val="34719164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1672" y="213442"/>
            <a:ext cx="11568545" cy="1323439"/>
          </a:xfrm>
          <a:prstGeom prst="rect">
            <a:avLst/>
          </a:prstGeom>
        </p:spPr>
        <p:txBody>
          <a:bodyPr wrap="square">
            <a:spAutoFit/>
          </a:bodyPr>
          <a:lstStyle/>
          <a:p>
            <a:r>
              <a:rPr lang="en-US" sz="2000" b="1" i="0" u="none" strike="noStrike" baseline="0" dirty="0" smtClean="0">
                <a:latin typeface="Times New Roman" panose="02020603050405020304" pitchFamily="18" charset="0"/>
                <a:cs typeface="Times New Roman" panose="02020603050405020304" pitchFamily="18" charset="0"/>
              </a:rPr>
              <a:t>MATRICES</a:t>
            </a:r>
          </a:p>
          <a:p>
            <a:r>
              <a:rPr lang="en-US" sz="2000" b="1" i="0" u="none" strike="noStrike" baseline="0" dirty="0" smtClean="0">
                <a:latin typeface="Times New Roman" panose="02020603050405020304" pitchFamily="18" charset="0"/>
                <a:cs typeface="Times New Roman" panose="02020603050405020304" pitchFamily="18" charset="0"/>
              </a:rPr>
              <a:t>Matrix : </a:t>
            </a:r>
            <a:r>
              <a:rPr lang="en-US" sz="2000" b="0" i="0" u="none" strike="noStrike" baseline="0" dirty="0" smtClean="0">
                <a:latin typeface="Times New Roman" panose="02020603050405020304" pitchFamily="18" charset="0"/>
                <a:cs typeface="Times New Roman" panose="02020603050405020304" pitchFamily="18" charset="0"/>
              </a:rPr>
              <a:t>A system of </a:t>
            </a:r>
            <a:r>
              <a:rPr lang="en-US" sz="2000" b="0" i="0" u="none" strike="noStrike" baseline="0" dirty="0" err="1" smtClean="0">
                <a:latin typeface="Times New Roman" panose="02020603050405020304" pitchFamily="18" charset="0"/>
                <a:cs typeface="Times New Roman" panose="02020603050405020304" pitchFamily="18" charset="0"/>
              </a:rPr>
              <a:t>mn</a:t>
            </a:r>
            <a:r>
              <a:rPr lang="en-US" sz="2000" b="0" i="0" u="none" strike="noStrike" baseline="0" dirty="0" smtClean="0">
                <a:latin typeface="Times New Roman" panose="02020603050405020304" pitchFamily="18" charset="0"/>
                <a:cs typeface="Times New Roman" panose="02020603050405020304" pitchFamily="18" charset="0"/>
              </a:rPr>
              <a:t> numbers real (or) complex arranged in the form of an ordered set</a:t>
            </a:r>
            <a:r>
              <a:rPr lang="en-US" sz="2000" b="0" i="0" u="none" strike="noStrike" dirty="0" smtClean="0">
                <a:latin typeface="Times New Roman" panose="02020603050405020304" pitchFamily="18" charset="0"/>
                <a:cs typeface="Times New Roman" panose="02020603050405020304" pitchFamily="18" charset="0"/>
              </a:rPr>
              <a:t> </a:t>
            </a:r>
            <a:r>
              <a:rPr lang="en-US" sz="2000" b="0" i="0" u="none" strike="noStrike" baseline="0" dirty="0" smtClean="0">
                <a:latin typeface="Times New Roman" panose="02020603050405020304" pitchFamily="18" charset="0"/>
                <a:cs typeface="Times New Roman" panose="02020603050405020304" pitchFamily="18" charset="0"/>
              </a:rPr>
              <a:t>of ‘m’ rows, each row consisting of an ordered set of ‘n’ numbers between [ ] (or) ( ) (or) || ||</a:t>
            </a:r>
            <a:r>
              <a:rPr lang="en-US" sz="2000" b="0" i="0" u="none" strike="noStrike" dirty="0" smtClean="0">
                <a:latin typeface="Times New Roman" panose="02020603050405020304" pitchFamily="18" charset="0"/>
                <a:cs typeface="Times New Roman" panose="02020603050405020304" pitchFamily="18" charset="0"/>
              </a:rPr>
              <a:t> </a:t>
            </a:r>
            <a:r>
              <a:rPr lang="en-US" sz="2000" b="0" i="0" u="none" strike="noStrike" baseline="0" dirty="0" smtClean="0">
                <a:latin typeface="Times New Roman" panose="02020603050405020304" pitchFamily="18" charset="0"/>
                <a:cs typeface="Times New Roman" panose="02020603050405020304" pitchFamily="18" charset="0"/>
              </a:rPr>
              <a:t>is called a matrix of order m x n.</a:t>
            </a:r>
          </a:p>
          <a:p>
            <a:r>
              <a:rPr lang="en-US" sz="2000" b="0" i="0" u="none" strike="noStrike" baseline="0" dirty="0" err="1" smtClean="0">
                <a:latin typeface="Times New Roman" panose="02020603050405020304" pitchFamily="18" charset="0"/>
                <a:cs typeface="Times New Roman" panose="02020603050405020304" pitchFamily="18" charset="0"/>
              </a:rPr>
              <a:t>Eg</a:t>
            </a:r>
            <a:r>
              <a:rPr lang="en-US" sz="2000" b="0" i="0" u="none" strike="noStrike" baseline="0" dirty="0" smtClean="0">
                <a:latin typeface="Times New Roman" panose="02020603050405020304" pitchFamily="18" charset="0"/>
                <a:cs typeface="Times New Roman" panose="02020603050405020304" pitchFamily="18" charset="0"/>
              </a:rPr>
              <a:t>:</a:t>
            </a:r>
            <a:r>
              <a:rPr lang="en-US" sz="2000" b="0" i="0" u="none" strike="noStrike" dirty="0" smtClean="0">
                <a:latin typeface="Times New Roman" panose="02020603050405020304" pitchFamily="18" charset="0"/>
                <a:cs typeface="Times New Roman" panose="02020603050405020304" pitchFamily="18" charset="0"/>
              </a:rPr>
              <a:t>                        </a:t>
            </a:r>
            <a:endParaRPr lang="en-US" sz="2000" dirty="0">
              <a:latin typeface="Times New Roman" panose="02020603050405020304" pitchFamily="18" charset="0"/>
              <a:cs typeface="Times New Roman" panose="02020603050405020304" pitchFamily="18" charset="0"/>
            </a:endParaRPr>
          </a:p>
        </p:txBody>
      </p:sp>
      <p:graphicFrame>
        <p:nvGraphicFramePr>
          <p:cNvPr id="9" name="Object 8"/>
          <p:cNvGraphicFramePr>
            <a:graphicFrameLocks noChangeAspect="1"/>
          </p:cNvGraphicFramePr>
          <p:nvPr>
            <p:extLst>
              <p:ext uri="{D42A27DB-BD31-4B8C-83A1-F6EECF244321}">
                <p14:modId xmlns:p14="http://schemas.microsoft.com/office/powerpoint/2010/main" val="3367269834"/>
              </p:ext>
            </p:extLst>
          </p:nvPr>
        </p:nvGraphicFramePr>
        <p:xfrm>
          <a:off x="2950441" y="1174893"/>
          <a:ext cx="2605952" cy="2108633"/>
        </p:xfrm>
        <a:graphic>
          <a:graphicData uri="http://schemas.openxmlformats.org/presentationml/2006/ole">
            <mc:AlternateContent xmlns:mc="http://schemas.openxmlformats.org/markup-compatibility/2006">
              <mc:Choice xmlns:v="urn:schemas-microsoft-com:vml" Requires="v">
                <p:oleObj spid="_x0000_s1392" name="Equation" r:id="rId3" imgW="1663560" imgH="1346040" progId="Equation.3">
                  <p:embed/>
                </p:oleObj>
              </mc:Choice>
              <mc:Fallback>
                <p:oleObj name="Equation" r:id="rId3" imgW="1663560" imgH="1346040" progId="Equation.3">
                  <p:embed/>
                  <p:pic>
                    <p:nvPicPr>
                      <p:cNvPr id="0" name=""/>
                      <p:cNvPicPr/>
                      <p:nvPr/>
                    </p:nvPicPr>
                    <p:blipFill>
                      <a:blip r:embed="rId4"/>
                      <a:stretch>
                        <a:fillRect/>
                      </a:stretch>
                    </p:blipFill>
                    <p:spPr>
                      <a:xfrm>
                        <a:off x="2950441" y="1174893"/>
                        <a:ext cx="2605952" cy="2108633"/>
                      </a:xfrm>
                      <a:prstGeom prst="rect">
                        <a:avLst/>
                      </a:prstGeom>
                    </p:spPr>
                  </p:pic>
                </p:oleObj>
              </mc:Fallback>
            </mc:AlternateContent>
          </a:graphicData>
        </a:graphic>
      </p:graphicFrame>
      <p:sp>
        <p:nvSpPr>
          <p:cNvPr id="3" name="Rectangle 2"/>
          <p:cNvSpPr/>
          <p:nvPr/>
        </p:nvSpPr>
        <p:spPr>
          <a:xfrm>
            <a:off x="5680363" y="2105891"/>
            <a:ext cx="5569528" cy="400110"/>
          </a:xfrm>
          <a:prstGeom prst="rect">
            <a:avLst/>
          </a:prstGeom>
        </p:spPr>
        <p:txBody>
          <a:bodyPr wrap="square">
            <a:spAutoFit/>
          </a:bodyPr>
          <a:lstStyle/>
          <a:p>
            <a:r>
              <a:rPr lang="en-US" sz="2000" dirty="0">
                <a:latin typeface="TimesNewRomanPSMT"/>
              </a:rPr>
              <a:t>= [</a:t>
            </a:r>
            <a:r>
              <a:rPr lang="en-US" sz="2000" dirty="0" err="1">
                <a:latin typeface="TimesNewRomanPSMT"/>
              </a:rPr>
              <a:t>aij</a:t>
            </a:r>
            <a:r>
              <a:rPr lang="en-US" sz="2000" dirty="0">
                <a:latin typeface="TimesNewRomanPSMT"/>
              </a:rPr>
              <a:t> ]</a:t>
            </a:r>
            <a:r>
              <a:rPr lang="en-US" sz="2000" dirty="0" err="1">
                <a:latin typeface="TimesNewRomanPSMT"/>
              </a:rPr>
              <a:t>mxn</a:t>
            </a:r>
            <a:r>
              <a:rPr lang="en-US" sz="2000" dirty="0">
                <a:latin typeface="TimesNewRomanPSMT"/>
              </a:rPr>
              <a:t> </a:t>
            </a:r>
            <a:r>
              <a:rPr lang="en-US" sz="2000" dirty="0" smtClean="0">
                <a:latin typeface="TimesNewRomanPSMT"/>
              </a:rPr>
              <a:t>        where1</a:t>
            </a:r>
            <a:r>
              <a:rPr lang="en-US" sz="2000" dirty="0">
                <a:latin typeface="TimesNewRomanPSMT"/>
              </a:rPr>
              <a:t>≤i≤m, 1≤j≤n.</a:t>
            </a:r>
            <a:endParaRPr lang="en-US" sz="2000" dirty="0"/>
          </a:p>
        </p:txBody>
      </p:sp>
      <p:sp>
        <p:nvSpPr>
          <p:cNvPr id="4" name="Rectangle 3"/>
          <p:cNvSpPr/>
          <p:nvPr/>
        </p:nvSpPr>
        <p:spPr>
          <a:xfrm>
            <a:off x="221672" y="3615171"/>
            <a:ext cx="11430578" cy="2677656"/>
          </a:xfrm>
          <a:prstGeom prst="rect">
            <a:avLst/>
          </a:prstGeom>
        </p:spPr>
        <p:txBody>
          <a:bodyPr wrap="square">
            <a:spAutoFit/>
          </a:bodyPr>
          <a:lstStyle/>
          <a:p>
            <a:r>
              <a:rPr lang="en-US" sz="2000" b="1" dirty="0">
                <a:latin typeface="Times New Roman" panose="02020603050405020304" pitchFamily="18" charset="0"/>
                <a:cs typeface="Times New Roman" panose="02020603050405020304" pitchFamily="18" charset="0"/>
              </a:rPr>
              <a:t>Order of the Matrix: </a:t>
            </a:r>
            <a:r>
              <a:rPr lang="en-US" sz="2000" dirty="0">
                <a:latin typeface="Times New Roman" panose="02020603050405020304" pitchFamily="18" charset="0"/>
                <a:cs typeface="Times New Roman" panose="02020603050405020304" pitchFamily="18" charset="0"/>
              </a:rPr>
              <a:t>The number of rows and columns represents the order of the matrix. </a:t>
            </a:r>
            <a:r>
              <a:rPr lang="en-US" sz="2000" dirty="0" smtClean="0">
                <a:latin typeface="Times New Roman" panose="02020603050405020304" pitchFamily="18" charset="0"/>
                <a:cs typeface="Times New Roman" panose="02020603050405020304" pitchFamily="18" charset="0"/>
              </a:rPr>
              <a:t>It is </a:t>
            </a:r>
            <a:r>
              <a:rPr lang="en-US" sz="2000" dirty="0">
                <a:latin typeface="Times New Roman" panose="02020603050405020304" pitchFamily="18" charset="0"/>
                <a:cs typeface="Times New Roman" panose="02020603050405020304" pitchFamily="18" charset="0"/>
              </a:rPr>
              <a:t>denoted by </a:t>
            </a:r>
            <a:endParaRPr lang="en-US" sz="2000" dirty="0" smtClean="0">
              <a:latin typeface="Times New Roman" panose="02020603050405020304" pitchFamily="18" charset="0"/>
              <a:cs typeface="Times New Roman" panose="02020603050405020304" pitchFamily="18" charset="0"/>
            </a:endParaRPr>
          </a:p>
          <a:p>
            <a:r>
              <a:rPr lang="en-US" sz="2000" dirty="0" smtClean="0">
                <a:latin typeface="Times New Roman" panose="02020603050405020304" pitchFamily="18" charset="0"/>
                <a:cs typeface="Times New Roman" panose="02020603050405020304" pitchFamily="18" charset="0"/>
              </a:rPr>
              <a:t>m x n</a:t>
            </a:r>
            <a:r>
              <a:rPr lang="en-US" sz="2000" dirty="0">
                <a:latin typeface="Times New Roman" panose="02020603050405020304" pitchFamily="18" charset="0"/>
                <a:cs typeface="Times New Roman" panose="02020603050405020304" pitchFamily="18" charset="0"/>
              </a:rPr>
              <a:t>, where m is number of rows and n is number of columns</a:t>
            </a:r>
            <a:r>
              <a:rPr lang="en-US" sz="2000" dirty="0" smtClean="0">
                <a:latin typeface="Times New Roman" panose="02020603050405020304" pitchFamily="18" charset="0"/>
                <a:cs typeface="Times New Roman" panose="02020603050405020304" pitchFamily="18" charset="0"/>
              </a:rPr>
              <a:t>.</a:t>
            </a:r>
          </a:p>
          <a:p>
            <a:r>
              <a:rPr lang="en-US" sz="2800" b="1" dirty="0" smtClean="0">
                <a:latin typeface="Times New Roman" panose="02020603050405020304" pitchFamily="18" charset="0"/>
                <a:cs typeface="Times New Roman" panose="02020603050405020304" pitchFamily="18" charset="0"/>
              </a:rPr>
              <a:t>Types </a:t>
            </a:r>
            <a:r>
              <a:rPr lang="en-US" sz="2800" b="1" dirty="0">
                <a:latin typeface="Times New Roman" panose="02020603050405020304" pitchFamily="18" charset="0"/>
                <a:cs typeface="Times New Roman" panose="02020603050405020304" pitchFamily="18" charset="0"/>
              </a:rPr>
              <a:t>of Matrices:</a:t>
            </a:r>
          </a:p>
          <a:p>
            <a:r>
              <a:rPr lang="en-US" sz="2000" b="1" dirty="0">
                <a:latin typeface="Times New Roman" panose="02020603050405020304" pitchFamily="18" charset="0"/>
                <a:cs typeface="Times New Roman" panose="02020603050405020304" pitchFamily="18" charset="0"/>
              </a:rPr>
              <a:t>Row Matrix: </a:t>
            </a:r>
            <a:r>
              <a:rPr lang="en-US" sz="2000" dirty="0">
                <a:latin typeface="Times New Roman" panose="02020603050405020304" pitchFamily="18" charset="0"/>
                <a:cs typeface="Times New Roman" panose="02020603050405020304" pitchFamily="18" charset="0"/>
              </a:rPr>
              <a:t>A Matrix having only one row is called a “Row Matrix</a:t>
            </a:r>
            <a:r>
              <a:rPr lang="en-US" sz="2000" dirty="0" smtClean="0">
                <a:latin typeface="Times New Roman" panose="02020603050405020304" pitchFamily="18" charset="0"/>
                <a:cs typeface="Times New Roman" panose="02020603050405020304" pitchFamily="18" charset="0"/>
              </a:rPr>
              <a:t>”.</a:t>
            </a:r>
          </a:p>
          <a:p>
            <a:r>
              <a:rPr lang="en-US" sz="2000" dirty="0" smtClean="0">
                <a:latin typeface="Times New Roman" panose="02020603050405020304" pitchFamily="18" charset="0"/>
                <a:cs typeface="Times New Roman" panose="02020603050405020304" pitchFamily="18" charset="0"/>
              </a:rPr>
              <a:t>Ex. A=</a:t>
            </a:r>
          </a:p>
          <a:p>
            <a:r>
              <a:rPr lang="en-US" sz="2000" b="1" dirty="0">
                <a:latin typeface="Times New Roman" panose="02020603050405020304" pitchFamily="18" charset="0"/>
                <a:cs typeface="Times New Roman" panose="02020603050405020304" pitchFamily="18" charset="0"/>
              </a:rPr>
              <a:t>Column Matrix: </a:t>
            </a:r>
            <a:r>
              <a:rPr lang="en-US" sz="2000" dirty="0">
                <a:latin typeface="Times New Roman" panose="02020603050405020304" pitchFamily="18" charset="0"/>
                <a:cs typeface="Times New Roman" panose="02020603050405020304" pitchFamily="18" charset="0"/>
              </a:rPr>
              <a:t>A Matrix having only one column is called a “Column Matrix” </a:t>
            </a:r>
            <a:r>
              <a:rPr lang="en-US" sz="2000" dirty="0" smtClean="0">
                <a:latin typeface="Times New Roman" panose="02020603050405020304" pitchFamily="18" charset="0"/>
                <a:cs typeface="Times New Roman" panose="02020603050405020304" pitchFamily="18" charset="0"/>
              </a:rPr>
              <a:t>.</a:t>
            </a:r>
          </a:p>
          <a:p>
            <a:endParaRPr lang="en-US" sz="2000" dirty="0" smtClean="0">
              <a:latin typeface="Times New Roman" panose="02020603050405020304" pitchFamily="18" charset="0"/>
              <a:cs typeface="Times New Roman" panose="02020603050405020304" pitchFamily="18" charset="0"/>
            </a:endParaRPr>
          </a:p>
          <a:p>
            <a:r>
              <a:rPr lang="en-US" sz="2000" dirty="0" smtClean="0">
                <a:latin typeface="Times New Roman" panose="02020603050405020304" pitchFamily="18" charset="0"/>
                <a:cs typeface="Times New Roman" panose="02020603050405020304" pitchFamily="18" charset="0"/>
              </a:rPr>
              <a:t>         B=</a:t>
            </a:r>
            <a:endParaRPr lang="en-US" sz="2000" dirty="0">
              <a:latin typeface="Times New Roman" panose="02020603050405020304" pitchFamily="18" charset="0"/>
              <a:cs typeface="Times New Roman" panose="02020603050405020304" pitchFamily="18" charset="0"/>
            </a:endParaRPr>
          </a:p>
        </p:txBody>
      </p:sp>
      <p:graphicFrame>
        <p:nvGraphicFramePr>
          <p:cNvPr id="5" name="Object 4"/>
          <p:cNvGraphicFramePr>
            <a:graphicFrameLocks noChangeAspect="1"/>
          </p:cNvGraphicFramePr>
          <p:nvPr>
            <p:extLst>
              <p:ext uri="{D42A27DB-BD31-4B8C-83A1-F6EECF244321}">
                <p14:modId xmlns:p14="http://schemas.microsoft.com/office/powerpoint/2010/main" val="2002094120"/>
              </p:ext>
            </p:extLst>
          </p:nvPr>
        </p:nvGraphicFramePr>
        <p:xfrm>
          <a:off x="1080655" y="5093134"/>
          <a:ext cx="1001568" cy="292100"/>
        </p:xfrm>
        <a:graphic>
          <a:graphicData uri="http://schemas.openxmlformats.org/presentationml/2006/ole">
            <mc:AlternateContent xmlns:mc="http://schemas.openxmlformats.org/markup-compatibility/2006">
              <mc:Choice xmlns:v="urn:schemas-microsoft-com:vml" Requires="v">
                <p:oleObj spid="_x0000_s1393" name="Equation" r:id="rId5" imgW="977760" imgH="291960" progId="Equation.3">
                  <p:embed/>
                </p:oleObj>
              </mc:Choice>
              <mc:Fallback>
                <p:oleObj name="Equation" r:id="rId5" imgW="977760" imgH="291960" progId="Equation.3">
                  <p:embed/>
                  <p:pic>
                    <p:nvPicPr>
                      <p:cNvPr id="0" name=""/>
                      <p:cNvPicPr/>
                      <p:nvPr/>
                    </p:nvPicPr>
                    <p:blipFill>
                      <a:blip r:embed="rId6"/>
                      <a:stretch>
                        <a:fillRect/>
                      </a:stretch>
                    </p:blipFill>
                    <p:spPr>
                      <a:xfrm>
                        <a:off x="1080655" y="5093134"/>
                        <a:ext cx="1001568" cy="292100"/>
                      </a:xfrm>
                      <a:prstGeom prst="rect">
                        <a:avLst/>
                      </a:prstGeom>
                    </p:spPr>
                  </p:pic>
                </p:oleObj>
              </mc:Fallback>
            </mc:AlternateContent>
          </a:graphicData>
        </a:graphic>
      </p:graphicFrame>
      <p:graphicFrame>
        <p:nvGraphicFramePr>
          <p:cNvPr id="6" name="Object 5"/>
          <p:cNvGraphicFramePr>
            <a:graphicFrameLocks noChangeAspect="1"/>
          </p:cNvGraphicFramePr>
          <p:nvPr>
            <p:extLst>
              <p:ext uri="{D42A27DB-BD31-4B8C-83A1-F6EECF244321}">
                <p14:modId xmlns:p14="http://schemas.microsoft.com/office/powerpoint/2010/main" val="1964761499"/>
              </p:ext>
            </p:extLst>
          </p:nvPr>
        </p:nvGraphicFramePr>
        <p:xfrm>
          <a:off x="1225839" y="5753077"/>
          <a:ext cx="711200" cy="1079500"/>
        </p:xfrm>
        <a:graphic>
          <a:graphicData uri="http://schemas.openxmlformats.org/presentationml/2006/ole">
            <mc:AlternateContent xmlns:mc="http://schemas.openxmlformats.org/markup-compatibility/2006">
              <mc:Choice xmlns:v="urn:schemas-microsoft-com:vml" Requires="v">
                <p:oleObj spid="_x0000_s1394" name="Equation" r:id="rId7" imgW="711000" imgH="1079280" progId="Equation.3">
                  <p:embed/>
                </p:oleObj>
              </mc:Choice>
              <mc:Fallback>
                <p:oleObj name="Equation" r:id="rId7" imgW="711000" imgH="1079280" progId="Equation.3">
                  <p:embed/>
                  <p:pic>
                    <p:nvPicPr>
                      <p:cNvPr id="0" name=""/>
                      <p:cNvPicPr/>
                      <p:nvPr/>
                    </p:nvPicPr>
                    <p:blipFill>
                      <a:blip r:embed="rId8"/>
                      <a:stretch>
                        <a:fillRect/>
                      </a:stretch>
                    </p:blipFill>
                    <p:spPr>
                      <a:xfrm>
                        <a:off x="1225839" y="5753077"/>
                        <a:ext cx="711200" cy="1079500"/>
                      </a:xfrm>
                      <a:prstGeom prst="rect">
                        <a:avLst/>
                      </a:prstGeom>
                    </p:spPr>
                  </p:pic>
                </p:oleObj>
              </mc:Fallback>
            </mc:AlternateContent>
          </a:graphicData>
        </a:graphic>
      </p:graphicFrame>
      <mc:AlternateContent xmlns:mc="http://schemas.openxmlformats.org/markup-compatibility/2006" xmlns:p14="http://schemas.microsoft.com/office/powerpoint/2010/main">
        <mc:Choice Requires="p14">
          <p:contentPart p14:bwMode="auto" r:id="rId9">
            <p14:nvContentPartPr>
              <p14:cNvPr id="24" name="Ink 23"/>
              <p14:cNvContentPartPr/>
              <p14:nvPr/>
            </p14:nvContentPartPr>
            <p14:xfrm>
              <a:off x="1643916" y="4915612"/>
              <a:ext cx="8917920" cy="2174040"/>
            </p14:xfrm>
          </p:contentPart>
        </mc:Choice>
        <mc:Fallback xmlns="">
          <p:pic>
            <p:nvPicPr>
              <p:cNvPr id="24" name="Ink 23"/>
              <p:cNvPicPr/>
              <p:nvPr/>
            </p:nvPicPr>
            <p:blipFill>
              <a:blip r:embed="rId10"/>
              <a:stretch>
                <a:fillRect/>
              </a:stretch>
            </p:blipFill>
            <p:spPr>
              <a:xfrm>
                <a:off x="1634916" y="4896172"/>
                <a:ext cx="8948160" cy="22132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43" name="Ink 42"/>
              <p14:cNvContentPartPr/>
              <p14:nvPr/>
            </p14:nvContentPartPr>
            <p14:xfrm>
              <a:off x="5615076" y="5685292"/>
              <a:ext cx="1727640" cy="323280"/>
            </p14:xfrm>
          </p:contentPart>
        </mc:Choice>
        <mc:Fallback xmlns="">
          <p:pic>
            <p:nvPicPr>
              <p:cNvPr id="43" name="Ink 42"/>
              <p:cNvPicPr/>
              <p:nvPr/>
            </p:nvPicPr>
            <p:blipFill>
              <a:blip r:embed="rId12"/>
              <a:stretch>
                <a:fillRect/>
              </a:stretch>
            </p:blipFill>
            <p:spPr>
              <a:xfrm>
                <a:off x="5608596" y="5666212"/>
                <a:ext cx="1753560" cy="35856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56" name="Ink 55"/>
              <p14:cNvContentPartPr/>
              <p14:nvPr/>
            </p14:nvContentPartPr>
            <p14:xfrm>
              <a:off x="7293396" y="1293292"/>
              <a:ext cx="2298960" cy="777600"/>
            </p14:xfrm>
          </p:contentPart>
        </mc:Choice>
        <mc:Fallback xmlns="">
          <p:pic>
            <p:nvPicPr>
              <p:cNvPr id="56" name="Ink 55"/>
              <p:cNvPicPr/>
              <p:nvPr/>
            </p:nvPicPr>
            <p:blipFill>
              <a:blip r:embed="rId14"/>
              <a:stretch>
                <a:fillRect/>
              </a:stretch>
            </p:blipFill>
            <p:spPr>
              <a:xfrm>
                <a:off x="7272156" y="1283572"/>
                <a:ext cx="2341440" cy="8082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77" name="Ink 76"/>
              <p14:cNvContentPartPr/>
              <p14:nvPr/>
            </p14:nvContentPartPr>
            <p14:xfrm>
              <a:off x="7447836" y="2430892"/>
              <a:ext cx="2886120" cy="1499400"/>
            </p14:xfrm>
          </p:contentPart>
        </mc:Choice>
        <mc:Fallback xmlns="">
          <p:pic>
            <p:nvPicPr>
              <p:cNvPr id="77" name="Ink 76"/>
              <p:cNvPicPr/>
              <p:nvPr/>
            </p:nvPicPr>
            <p:blipFill>
              <a:blip r:embed="rId16"/>
              <a:stretch>
                <a:fillRect/>
              </a:stretch>
            </p:blipFill>
            <p:spPr>
              <a:xfrm>
                <a:off x="7429476" y="2413612"/>
                <a:ext cx="2922120" cy="153756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81" name="Ink 80"/>
              <p14:cNvContentPartPr/>
              <p14:nvPr/>
            </p14:nvContentPartPr>
            <p14:xfrm>
              <a:off x="9699996" y="1907092"/>
              <a:ext cx="623520" cy="365400"/>
            </p14:xfrm>
          </p:contentPart>
        </mc:Choice>
        <mc:Fallback xmlns="">
          <p:pic>
            <p:nvPicPr>
              <p:cNvPr id="81" name="Ink 80"/>
              <p:cNvPicPr/>
              <p:nvPr/>
            </p:nvPicPr>
            <p:blipFill>
              <a:blip r:embed="rId18"/>
              <a:stretch>
                <a:fillRect/>
              </a:stretch>
            </p:blipFill>
            <p:spPr>
              <a:xfrm>
                <a:off x="9684876" y="1891972"/>
                <a:ext cx="655560" cy="395280"/>
              </a:xfrm>
              <a:prstGeom prst="rect">
                <a:avLst/>
              </a:prstGeom>
            </p:spPr>
          </p:pic>
        </mc:Fallback>
      </mc:AlternateContent>
    </p:spTree>
    <p:extLst>
      <p:ext uri="{BB962C8B-B14F-4D97-AF65-F5344CB8AC3E}">
        <p14:creationId xmlns:p14="http://schemas.microsoft.com/office/powerpoint/2010/main" val="1776618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25" name="Ink 24"/>
              <p14:cNvContentPartPr/>
              <p14:nvPr/>
            </p14:nvContentPartPr>
            <p14:xfrm>
              <a:off x="4528956" y="400132"/>
              <a:ext cx="802080" cy="1633680"/>
            </p14:xfrm>
          </p:contentPart>
        </mc:Choice>
        <mc:Fallback xmlns="">
          <p:pic>
            <p:nvPicPr>
              <p:cNvPr id="25" name="Ink 24"/>
              <p:cNvPicPr/>
              <p:nvPr/>
            </p:nvPicPr>
            <p:blipFill>
              <a:blip r:embed="rId3"/>
              <a:stretch>
                <a:fillRect/>
              </a:stretch>
            </p:blipFill>
            <p:spPr>
              <a:xfrm>
                <a:off x="4516356" y="388612"/>
                <a:ext cx="835920" cy="16614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0" name="Ink 29"/>
              <p14:cNvContentPartPr/>
              <p14:nvPr/>
            </p14:nvContentPartPr>
            <p14:xfrm>
              <a:off x="925716" y="2343412"/>
              <a:ext cx="1256760" cy="899280"/>
            </p14:xfrm>
          </p:contentPart>
        </mc:Choice>
        <mc:Fallback xmlns="">
          <p:pic>
            <p:nvPicPr>
              <p:cNvPr id="30" name="Ink 29"/>
              <p:cNvPicPr/>
              <p:nvPr/>
            </p:nvPicPr>
            <p:blipFill>
              <a:blip r:embed="rId5"/>
              <a:stretch>
                <a:fillRect/>
              </a:stretch>
            </p:blipFill>
            <p:spPr>
              <a:xfrm>
                <a:off x="915636" y="2322532"/>
                <a:ext cx="1279800" cy="9334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0" name="Ink 39"/>
              <p14:cNvContentPartPr/>
              <p14:nvPr/>
            </p14:nvContentPartPr>
            <p14:xfrm>
              <a:off x="3651996" y="2652652"/>
              <a:ext cx="718560" cy="1491480"/>
            </p14:xfrm>
          </p:contentPart>
        </mc:Choice>
        <mc:Fallback xmlns="">
          <p:pic>
            <p:nvPicPr>
              <p:cNvPr id="40" name="Ink 39"/>
              <p:cNvPicPr/>
              <p:nvPr/>
            </p:nvPicPr>
            <p:blipFill>
              <a:blip r:embed="rId7"/>
              <a:stretch>
                <a:fillRect/>
              </a:stretch>
            </p:blipFill>
            <p:spPr>
              <a:xfrm>
                <a:off x="3638676" y="2636092"/>
                <a:ext cx="752760" cy="15289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2" name="Ink 51"/>
              <p14:cNvContentPartPr/>
              <p14:nvPr/>
            </p14:nvContentPartPr>
            <p14:xfrm>
              <a:off x="2720316" y="1183852"/>
              <a:ext cx="2068560" cy="717120"/>
            </p14:xfrm>
          </p:contentPart>
        </mc:Choice>
        <mc:Fallback xmlns="">
          <p:pic>
            <p:nvPicPr>
              <p:cNvPr id="52" name="Ink 51"/>
              <p:cNvPicPr/>
              <p:nvPr/>
            </p:nvPicPr>
            <p:blipFill>
              <a:blip r:embed="rId9"/>
              <a:stretch>
                <a:fillRect/>
              </a:stretch>
            </p:blipFill>
            <p:spPr>
              <a:xfrm>
                <a:off x="2702676" y="1179532"/>
                <a:ext cx="2106720" cy="7398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53" name="Ink 52"/>
              <p14:cNvContentPartPr/>
              <p14:nvPr/>
            </p14:nvContentPartPr>
            <p14:xfrm>
              <a:off x="1275996" y="451252"/>
              <a:ext cx="3227040" cy="3722400"/>
            </p14:xfrm>
          </p:contentPart>
        </mc:Choice>
        <mc:Fallback xmlns="">
          <p:pic>
            <p:nvPicPr>
              <p:cNvPr id="53" name="Ink 52"/>
              <p:cNvPicPr/>
              <p:nvPr/>
            </p:nvPicPr>
            <p:blipFill>
              <a:blip r:embed="rId11"/>
              <a:stretch>
                <a:fillRect/>
              </a:stretch>
            </p:blipFill>
            <p:spPr>
              <a:xfrm>
                <a:off x="1266996" y="447652"/>
                <a:ext cx="3239640" cy="37465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54" name="Ink 53"/>
              <p14:cNvContentPartPr/>
              <p14:nvPr/>
            </p14:nvContentPartPr>
            <p14:xfrm>
              <a:off x="4976076" y="2537092"/>
              <a:ext cx="669960" cy="2152080"/>
            </p14:xfrm>
          </p:contentPart>
        </mc:Choice>
        <mc:Fallback xmlns="">
          <p:pic>
            <p:nvPicPr>
              <p:cNvPr id="54" name="Ink 53"/>
              <p:cNvPicPr/>
              <p:nvPr/>
            </p:nvPicPr>
            <p:blipFill>
              <a:blip r:embed="rId13"/>
              <a:stretch>
                <a:fillRect/>
              </a:stretch>
            </p:blipFill>
            <p:spPr>
              <a:xfrm>
                <a:off x="4969956" y="2523412"/>
                <a:ext cx="696960" cy="2187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15" name="Ink 114"/>
              <p14:cNvContentPartPr/>
              <p14:nvPr/>
            </p14:nvContentPartPr>
            <p14:xfrm>
              <a:off x="10516476" y="840052"/>
              <a:ext cx="536040" cy="1897560"/>
            </p14:xfrm>
          </p:contentPart>
        </mc:Choice>
        <mc:Fallback xmlns="">
          <p:pic>
            <p:nvPicPr>
              <p:cNvPr id="115" name="Ink 114"/>
              <p:cNvPicPr/>
              <p:nvPr/>
            </p:nvPicPr>
            <p:blipFill>
              <a:blip r:embed="rId15"/>
              <a:stretch>
                <a:fillRect/>
              </a:stretch>
            </p:blipFill>
            <p:spPr>
              <a:xfrm>
                <a:off x="10507116" y="826012"/>
                <a:ext cx="566280" cy="19328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16" name="Ink 115"/>
              <p14:cNvContentPartPr/>
              <p14:nvPr/>
            </p14:nvContentPartPr>
            <p14:xfrm>
              <a:off x="11154036" y="2341612"/>
              <a:ext cx="655200" cy="533160"/>
            </p14:xfrm>
          </p:contentPart>
        </mc:Choice>
        <mc:Fallback xmlns="">
          <p:pic>
            <p:nvPicPr>
              <p:cNvPr id="116" name="Ink 115"/>
              <p:cNvPicPr/>
              <p:nvPr/>
            </p:nvPicPr>
            <p:blipFill>
              <a:blip r:embed="rId17"/>
              <a:stretch>
                <a:fillRect/>
              </a:stretch>
            </p:blipFill>
            <p:spPr>
              <a:xfrm>
                <a:off x="11140716" y="2327572"/>
                <a:ext cx="685440" cy="5522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28" name="Ink 127"/>
              <p14:cNvContentPartPr/>
              <p14:nvPr/>
            </p14:nvContentPartPr>
            <p14:xfrm>
              <a:off x="6664836" y="661492"/>
              <a:ext cx="3920040" cy="2001960"/>
            </p14:xfrm>
          </p:contentPart>
        </mc:Choice>
        <mc:Fallback xmlns="">
          <p:pic>
            <p:nvPicPr>
              <p:cNvPr id="128" name="Ink 127"/>
              <p:cNvPicPr/>
              <p:nvPr/>
            </p:nvPicPr>
            <p:blipFill>
              <a:blip r:embed="rId19"/>
              <a:stretch>
                <a:fillRect/>
              </a:stretch>
            </p:blipFill>
            <p:spPr>
              <a:xfrm>
                <a:off x="6654756" y="658252"/>
                <a:ext cx="3944520" cy="20163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29" name="Ink 128"/>
              <p14:cNvContentPartPr/>
              <p14:nvPr/>
            </p14:nvContentPartPr>
            <p14:xfrm>
              <a:off x="7751676" y="2875852"/>
              <a:ext cx="2792160" cy="1290240"/>
            </p14:xfrm>
          </p:contentPart>
        </mc:Choice>
        <mc:Fallback xmlns="">
          <p:pic>
            <p:nvPicPr>
              <p:cNvPr id="129" name="Ink 128"/>
              <p:cNvPicPr/>
              <p:nvPr/>
            </p:nvPicPr>
            <p:blipFill>
              <a:blip r:embed="rId21"/>
              <a:stretch>
                <a:fillRect/>
              </a:stretch>
            </p:blipFill>
            <p:spPr>
              <a:xfrm>
                <a:off x="7739796" y="2860732"/>
                <a:ext cx="2823120" cy="13107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38" name="Ink 137"/>
              <p14:cNvContentPartPr/>
              <p14:nvPr/>
            </p14:nvContentPartPr>
            <p14:xfrm>
              <a:off x="683436" y="4326292"/>
              <a:ext cx="9941040" cy="2374560"/>
            </p14:xfrm>
          </p:contentPart>
        </mc:Choice>
        <mc:Fallback xmlns="">
          <p:pic>
            <p:nvPicPr>
              <p:cNvPr id="138" name="Ink 137"/>
              <p:cNvPicPr/>
              <p:nvPr/>
            </p:nvPicPr>
            <p:blipFill>
              <a:blip r:embed="rId23"/>
              <a:stretch>
                <a:fillRect/>
              </a:stretch>
            </p:blipFill>
            <p:spPr>
              <a:xfrm>
                <a:off x="671556" y="4307572"/>
                <a:ext cx="9973800" cy="24141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49" name="Ink 148"/>
              <p14:cNvContentPartPr/>
              <p14:nvPr/>
            </p14:nvContentPartPr>
            <p14:xfrm>
              <a:off x="4749636" y="2624212"/>
              <a:ext cx="405360" cy="1629000"/>
            </p14:xfrm>
          </p:contentPart>
        </mc:Choice>
        <mc:Fallback xmlns="">
          <p:pic>
            <p:nvPicPr>
              <p:cNvPr id="149" name="Ink 148"/>
              <p:cNvPicPr/>
              <p:nvPr/>
            </p:nvPicPr>
            <p:blipFill>
              <a:blip r:embed="rId25"/>
              <a:stretch>
                <a:fillRect/>
              </a:stretch>
            </p:blipFill>
            <p:spPr>
              <a:xfrm>
                <a:off x="4736676" y="2608372"/>
                <a:ext cx="423720" cy="166068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56" name="Ink 155"/>
              <p14:cNvContentPartPr/>
              <p14:nvPr/>
            </p14:nvContentPartPr>
            <p14:xfrm>
              <a:off x="8733036" y="107812"/>
              <a:ext cx="1249200" cy="473040"/>
            </p14:xfrm>
          </p:contentPart>
        </mc:Choice>
        <mc:Fallback xmlns="">
          <p:pic>
            <p:nvPicPr>
              <p:cNvPr id="156" name="Ink 155"/>
              <p:cNvPicPr/>
              <p:nvPr/>
            </p:nvPicPr>
            <p:blipFill>
              <a:blip r:embed="rId27"/>
              <a:stretch>
                <a:fillRect/>
              </a:stretch>
            </p:blipFill>
            <p:spPr>
              <a:xfrm>
                <a:off x="8722956" y="86932"/>
                <a:ext cx="1280160" cy="5076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57" name="Ink 156"/>
              <p14:cNvContentPartPr/>
              <p14:nvPr/>
            </p14:nvContentPartPr>
            <p14:xfrm>
              <a:off x="7725756" y="694612"/>
              <a:ext cx="632520" cy="1549800"/>
            </p14:xfrm>
          </p:contentPart>
        </mc:Choice>
        <mc:Fallback xmlns="">
          <p:pic>
            <p:nvPicPr>
              <p:cNvPr id="157" name="Ink 156"/>
              <p:cNvPicPr/>
              <p:nvPr/>
            </p:nvPicPr>
            <p:blipFill>
              <a:blip r:embed="rId29"/>
              <a:stretch>
                <a:fillRect/>
              </a:stretch>
            </p:blipFill>
            <p:spPr>
              <a:xfrm>
                <a:off x="7704876" y="678412"/>
                <a:ext cx="659160" cy="15868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80" name="Ink 179"/>
              <p14:cNvContentPartPr/>
              <p14:nvPr/>
            </p14:nvContentPartPr>
            <p14:xfrm>
              <a:off x="7720716" y="5279932"/>
              <a:ext cx="2032200" cy="479880"/>
            </p14:xfrm>
          </p:contentPart>
        </mc:Choice>
        <mc:Fallback xmlns="">
          <p:pic>
            <p:nvPicPr>
              <p:cNvPr id="180" name="Ink 179"/>
              <p:cNvPicPr/>
              <p:nvPr/>
            </p:nvPicPr>
            <p:blipFill>
              <a:blip r:embed="rId31"/>
              <a:stretch>
                <a:fillRect/>
              </a:stretch>
            </p:blipFill>
            <p:spPr>
              <a:xfrm>
                <a:off x="7707396" y="5260492"/>
                <a:ext cx="2066400" cy="512280"/>
              </a:xfrm>
              <a:prstGeom prst="rect">
                <a:avLst/>
              </a:prstGeom>
            </p:spPr>
          </p:pic>
        </mc:Fallback>
      </mc:AlternateContent>
    </p:spTree>
    <p:extLst>
      <p:ext uri="{BB962C8B-B14F-4D97-AF65-F5344CB8AC3E}">
        <p14:creationId xmlns:p14="http://schemas.microsoft.com/office/powerpoint/2010/main" val="38435247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9" name="Ink 8"/>
              <p14:cNvContentPartPr/>
              <p14:nvPr/>
            </p14:nvContentPartPr>
            <p14:xfrm>
              <a:off x="1817436" y="440812"/>
              <a:ext cx="458280" cy="1585080"/>
            </p14:xfrm>
          </p:contentPart>
        </mc:Choice>
        <mc:Fallback xmlns="">
          <p:pic>
            <p:nvPicPr>
              <p:cNvPr id="9" name="Ink 8"/>
              <p:cNvPicPr/>
              <p:nvPr/>
            </p:nvPicPr>
            <p:blipFill>
              <a:blip r:embed="rId3"/>
              <a:stretch>
                <a:fillRect/>
              </a:stretch>
            </p:blipFill>
            <p:spPr>
              <a:xfrm>
                <a:off x="1796556" y="419932"/>
                <a:ext cx="485640" cy="16268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23" name="Ink 22"/>
              <p14:cNvContentPartPr/>
              <p14:nvPr/>
            </p14:nvContentPartPr>
            <p14:xfrm>
              <a:off x="935796" y="507412"/>
              <a:ext cx="765720" cy="373680"/>
            </p14:xfrm>
          </p:contentPart>
        </mc:Choice>
        <mc:Fallback xmlns="">
          <p:pic>
            <p:nvPicPr>
              <p:cNvPr id="23" name="Ink 22"/>
              <p:cNvPicPr/>
              <p:nvPr/>
            </p:nvPicPr>
            <p:blipFill>
              <a:blip r:embed="rId5"/>
              <a:stretch>
                <a:fillRect/>
              </a:stretch>
            </p:blipFill>
            <p:spPr>
              <a:xfrm>
                <a:off x="925356" y="486532"/>
                <a:ext cx="781200" cy="4147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4" name="Ink 23"/>
              <p14:cNvContentPartPr/>
              <p14:nvPr/>
            </p14:nvContentPartPr>
            <p14:xfrm>
              <a:off x="4197756" y="151372"/>
              <a:ext cx="628920" cy="2018160"/>
            </p14:xfrm>
          </p:contentPart>
        </mc:Choice>
        <mc:Fallback xmlns="">
          <p:pic>
            <p:nvPicPr>
              <p:cNvPr id="24" name="Ink 23"/>
              <p:cNvPicPr/>
              <p:nvPr/>
            </p:nvPicPr>
            <p:blipFill>
              <a:blip r:embed="rId7"/>
              <a:stretch>
                <a:fillRect/>
              </a:stretch>
            </p:blipFill>
            <p:spPr>
              <a:xfrm>
                <a:off x="4187676" y="135892"/>
                <a:ext cx="659880" cy="20545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5" name="Ink 34"/>
              <p14:cNvContentPartPr/>
              <p14:nvPr/>
            </p14:nvContentPartPr>
            <p14:xfrm>
              <a:off x="5006676" y="285292"/>
              <a:ext cx="3255120" cy="2076120"/>
            </p14:xfrm>
          </p:contentPart>
        </mc:Choice>
        <mc:Fallback xmlns="">
          <p:pic>
            <p:nvPicPr>
              <p:cNvPr id="35" name="Ink 34"/>
              <p:cNvPicPr/>
              <p:nvPr/>
            </p:nvPicPr>
            <p:blipFill>
              <a:blip r:embed="rId9"/>
              <a:stretch>
                <a:fillRect/>
              </a:stretch>
            </p:blipFill>
            <p:spPr>
              <a:xfrm>
                <a:off x="4992636" y="275212"/>
                <a:ext cx="3285360" cy="20962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36" name="Ink 35"/>
              <p14:cNvContentPartPr/>
              <p14:nvPr/>
            </p14:nvContentPartPr>
            <p14:xfrm>
              <a:off x="5457756" y="293932"/>
              <a:ext cx="611280" cy="1741680"/>
            </p14:xfrm>
          </p:contentPart>
        </mc:Choice>
        <mc:Fallback xmlns="">
          <p:pic>
            <p:nvPicPr>
              <p:cNvPr id="36" name="Ink 35"/>
              <p:cNvPicPr/>
              <p:nvPr/>
            </p:nvPicPr>
            <p:blipFill>
              <a:blip r:embed="rId11"/>
              <a:stretch>
                <a:fillRect/>
              </a:stretch>
            </p:blipFill>
            <p:spPr>
              <a:xfrm>
                <a:off x="5441196" y="277372"/>
                <a:ext cx="633600" cy="17791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60" name="Ink 59"/>
              <p14:cNvContentPartPr/>
              <p14:nvPr/>
            </p14:nvContentPartPr>
            <p14:xfrm>
              <a:off x="8000076" y="345052"/>
              <a:ext cx="885240" cy="2252160"/>
            </p14:xfrm>
          </p:contentPart>
        </mc:Choice>
        <mc:Fallback xmlns="">
          <p:pic>
            <p:nvPicPr>
              <p:cNvPr id="60" name="Ink 59"/>
              <p:cNvPicPr/>
              <p:nvPr/>
            </p:nvPicPr>
            <p:blipFill>
              <a:blip r:embed="rId13"/>
              <a:stretch>
                <a:fillRect/>
              </a:stretch>
            </p:blipFill>
            <p:spPr>
              <a:xfrm>
                <a:off x="7987116" y="333532"/>
                <a:ext cx="919440" cy="22777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83" name="Ink 182"/>
              <p14:cNvContentPartPr/>
              <p14:nvPr/>
            </p14:nvContentPartPr>
            <p14:xfrm>
              <a:off x="158196" y="2536732"/>
              <a:ext cx="8270280" cy="4689360"/>
            </p14:xfrm>
          </p:contentPart>
        </mc:Choice>
        <mc:Fallback xmlns="">
          <p:pic>
            <p:nvPicPr>
              <p:cNvPr id="183" name="Ink 182"/>
              <p:cNvPicPr/>
              <p:nvPr/>
            </p:nvPicPr>
            <p:blipFill>
              <a:blip r:embed="rId15"/>
              <a:stretch>
                <a:fillRect/>
              </a:stretch>
            </p:blipFill>
            <p:spPr>
              <a:xfrm>
                <a:off x="144156" y="2523412"/>
                <a:ext cx="8305200" cy="47235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20" name="Ink 219"/>
              <p14:cNvContentPartPr/>
              <p14:nvPr/>
            </p14:nvContentPartPr>
            <p14:xfrm>
              <a:off x="1828596" y="397612"/>
              <a:ext cx="2404080" cy="1703520"/>
            </p14:xfrm>
          </p:contentPart>
        </mc:Choice>
        <mc:Fallback xmlns="">
          <p:pic>
            <p:nvPicPr>
              <p:cNvPr id="220" name="Ink 219"/>
              <p:cNvPicPr/>
              <p:nvPr/>
            </p:nvPicPr>
            <p:blipFill>
              <a:blip r:embed="rId17"/>
              <a:stretch>
                <a:fillRect/>
              </a:stretch>
            </p:blipFill>
            <p:spPr>
              <a:xfrm>
                <a:off x="1815636" y="376372"/>
                <a:ext cx="2428200" cy="17377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47" name="Ink 246"/>
              <p14:cNvContentPartPr/>
              <p14:nvPr/>
            </p14:nvContentPartPr>
            <p14:xfrm>
              <a:off x="3369396" y="6042412"/>
              <a:ext cx="386640" cy="390960"/>
            </p14:xfrm>
          </p:contentPart>
        </mc:Choice>
        <mc:Fallback xmlns="">
          <p:pic>
            <p:nvPicPr>
              <p:cNvPr id="247" name="Ink 246"/>
              <p:cNvPicPr/>
              <p:nvPr/>
            </p:nvPicPr>
            <p:blipFill>
              <a:blip r:embed="rId19"/>
              <a:stretch>
                <a:fillRect/>
              </a:stretch>
            </p:blipFill>
            <p:spPr>
              <a:xfrm>
                <a:off x="3363276" y="6023332"/>
                <a:ext cx="413640" cy="4291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48" name="Ink 247"/>
              <p14:cNvContentPartPr/>
              <p14:nvPr/>
            </p14:nvContentPartPr>
            <p14:xfrm>
              <a:off x="1762716" y="5639212"/>
              <a:ext cx="1209600" cy="1400040"/>
            </p14:xfrm>
          </p:contentPart>
        </mc:Choice>
        <mc:Fallback xmlns="">
          <p:pic>
            <p:nvPicPr>
              <p:cNvPr id="248" name="Ink 247"/>
              <p:cNvPicPr/>
              <p:nvPr/>
            </p:nvPicPr>
            <p:blipFill>
              <a:blip r:embed="rId21"/>
              <a:stretch>
                <a:fillRect/>
              </a:stretch>
            </p:blipFill>
            <p:spPr>
              <a:xfrm>
                <a:off x="1741836" y="5618332"/>
                <a:ext cx="1251360" cy="14418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59" name="Ink 258"/>
              <p14:cNvContentPartPr/>
              <p14:nvPr/>
            </p14:nvContentPartPr>
            <p14:xfrm>
              <a:off x="8640876" y="5380012"/>
              <a:ext cx="730800" cy="1671840"/>
            </p14:xfrm>
          </p:contentPart>
        </mc:Choice>
        <mc:Fallback xmlns="">
          <p:pic>
            <p:nvPicPr>
              <p:cNvPr id="259" name="Ink 258"/>
              <p:cNvPicPr/>
              <p:nvPr/>
            </p:nvPicPr>
            <p:blipFill>
              <a:blip r:embed="rId23"/>
              <a:stretch>
                <a:fillRect/>
              </a:stretch>
            </p:blipFill>
            <p:spPr>
              <a:xfrm>
                <a:off x="8634036" y="5361652"/>
                <a:ext cx="758520" cy="17110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60" name="Ink 259"/>
              <p14:cNvContentPartPr/>
              <p14:nvPr/>
            </p14:nvContentPartPr>
            <p14:xfrm>
              <a:off x="6693276" y="5518252"/>
              <a:ext cx="2329560" cy="1442880"/>
            </p14:xfrm>
          </p:contentPart>
        </mc:Choice>
        <mc:Fallback xmlns="">
          <p:pic>
            <p:nvPicPr>
              <p:cNvPr id="260" name="Ink 259"/>
              <p:cNvPicPr/>
              <p:nvPr/>
            </p:nvPicPr>
            <p:blipFill>
              <a:blip r:embed="rId25"/>
              <a:stretch>
                <a:fillRect/>
              </a:stretch>
            </p:blipFill>
            <p:spPr>
              <a:xfrm>
                <a:off x="6678516" y="5502052"/>
                <a:ext cx="2364120" cy="147888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69" name="Ink 268"/>
              <p14:cNvContentPartPr/>
              <p14:nvPr/>
            </p14:nvContentPartPr>
            <p14:xfrm>
              <a:off x="9674076" y="5013532"/>
              <a:ext cx="2421360" cy="1820160"/>
            </p14:xfrm>
          </p:contentPart>
        </mc:Choice>
        <mc:Fallback xmlns="">
          <p:pic>
            <p:nvPicPr>
              <p:cNvPr id="269" name="Ink 268"/>
              <p:cNvPicPr/>
              <p:nvPr/>
            </p:nvPicPr>
            <p:blipFill>
              <a:blip r:embed="rId27"/>
              <a:stretch>
                <a:fillRect/>
              </a:stretch>
            </p:blipFill>
            <p:spPr>
              <a:xfrm>
                <a:off x="9654636" y="4998772"/>
                <a:ext cx="2461680" cy="184752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86" name="Ink 285"/>
              <p14:cNvContentPartPr/>
              <p14:nvPr/>
            </p14:nvContentPartPr>
            <p14:xfrm>
              <a:off x="10844796" y="5134132"/>
              <a:ext cx="1320840" cy="1153440"/>
            </p14:xfrm>
          </p:contentPart>
        </mc:Choice>
        <mc:Fallback xmlns="">
          <p:pic>
            <p:nvPicPr>
              <p:cNvPr id="286" name="Ink 285"/>
              <p:cNvPicPr/>
              <p:nvPr/>
            </p:nvPicPr>
            <p:blipFill>
              <a:blip r:embed="rId29"/>
              <a:stretch>
                <a:fillRect/>
              </a:stretch>
            </p:blipFill>
            <p:spPr>
              <a:xfrm>
                <a:off x="10832556" y="5125492"/>
                <a:ext cx="1353960" cy="117972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88" name="Ink 287"/>
              <p14:cNvContentPartPr/>
              <p14:nvPr/>
            </p14:nvContentPartPr>
            <p14:xfrm>
              <a:off x="11460036" y="5209732"/>
              <a:ext cx="891360" cy="2097000"/>
            </p14:xfrm>
          </p:contentPart>
        </mc:Choice>
        <mc:Fallback xmlns="">
          <p:pic>
            <p:nvPicPr>
              <p:cNvPr id="288" name="Ink 287"/>
              <p:cNvPicPr/>
              <p:nvPr/>
            </p:nvPicPr>
            <p:blipFill>
              <a:blip r:embed="rId31"/>
              <a:stretch>
                <a:fillRect/>
              </a:stretch>
            </p:blipFill>
            <p:spPr>
              <a:xfrm>
                <a:off x="11453196" y="5192812"/>
                <a:ext cx="919440" cy="2134800"/>
              </a:xfrm>
              <a:prstGeom prst="rect">
                <a:avLst/>
              </a:prstGeom>
            </p:spPr>
          </p:pic>
        </mc:Fallback>
      </mc:AlternateContent>
    </p:spTree>
    <p:extLst>
      <p:ext uri="{BB962C8B-B14F-4D97-AF65-F5344CB8AC3E}">
        <p14:creationId xmlns:p14="http://schemas.microsoft.com/office/powerpoint/2010/main" val="2255114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9" name="Ink 8"/>
              <p14:cNvContentPartPr/>
              <p14:nvPr/>
            </p14:nvContentPartPr>
            <p14:xfrm>
              <a:off x="2093196" y="793252"/>
              <a:ext cx="638280" cy="2174400"/>
            </p14:xfrm>
          </p:contentPart>
        </mc:Choice>
        <mc:Fallback xmlns="">
          <p:pic>
            <p:nvPicPr>
              <p:cNvPr id="9" name="Ink 8"/>
              <p:cNvPicPr/>
              <p:nvPr/>
            </p:nvPicPr>
            <p:blipFill>
              <a:blip r:embed="rId3"/>
              <a:stretch>
                <a:fillRect/>
              </a:stretch>
            </p:blipFill>
            <p:spPr>
              <a:xfrm>
                <a:off x="2072316" y="774532"/>
                <a:ext cx="666000" cy="22140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0" name="Ink 9"/>
              <p14:cNvContentPartPr/>
              <p14:nvPr/>
            </p14:nvContentPartPr>
            <p14:xfrm>
              <a:off x="881436" y="667972"/>
              <a:ext cx="3327480" cy="1163880"/>
            </p14:xfrm>
          </p:contentPart>
        </mc:Choice>
        <mc:Fallback xmlns="">
          <p:pic>
            <p:nvPicPr>
              <p:cNvPr id="10" name="Ink 9"/>
              <p:cNvPicPr/>
              <p:nvPr/>
            </p:nvPicPr>
            <p:blipFill>
              <a:blip r:embed="rId5"/>
              <a:stretch>
                <a:fillRect/>
              </a:stretch>
            </p:blipFill>
            <p:spPr>
              <a:xfrm>
                <a:off x="877116" y="661852"/>
                <a:ext cx="3352680" cy="11862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2" name="Ink 21"/>
              <p14:cNvContentPartPr/>
              <p14:nvPr/>
            </p14:nvContentPartPr>
            <p14:xfrm>
              <a:off x="4127196" y="519292"/>
              <a:ext cx="903960" cy="2646720"/>
            </p14:xfrm>
          </p:contentPart>
        </mc:Choice>
        <mc:Fallback xmlns="">
          <p:pic>
            <p:nvPicPr>
              <p:cNvPr id="22" name="Ink 21"/>
              <p:cNvPicPr/>
              <p:nvPr/>
            </p:nvPicPr>
            <p:blipFill>
              <a:blip r:embed="rId7"/>
              <a:stretch>
                <a:fillRect/>
              </a:stretch>
            </p:blipFill>
            <p:spPr>
              <a:xfrm>
                <a:off x="4116396" y="500212"/>
                <a:ext cx="935640" cy="26866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4" name="Ink 23"/>
              <p14:cNvContentPartPr/>
              <p14:nvPr/>
            </p14:nvContentPartPr>
            <p14:xfrm>
              <a:off x="2084556" y="871012"/>
              <a:ext cx="2910600" cy="1839600"/>
            </p14:xfrm>
          </p:contentPart>
        </mc:Choice>
        <mc:Fallback xmlns="">
          <p:pic>
            <p:nvPicPr>
              <p:cNvPr id="24" name="Ink 23"/>
              <p:cNvPicPr/>
              <p:nvPr/>
            </p:nvPicPr>
            <p:blipFill>
              <a:blip r:embed="rId9"/>
              <a:stretch>
                <a:fillRect/>
              </a:stretch>
            </p:blipFill>
            <p:spPr>
              <a:xfrm>
                <a:off x="2074476" y="851212"/>
                <a:ext cx="2939400" cy="18781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6" name="Ink 25"/>
              <p14:cNvContentPartPr/>
              <p14:nvPr/>
            </p14:nvContentPartPr>
            <p14:xfrm>
              <a:off x="3272196" y="2304172"/>
              <a:ext cx="207720" cy="211320"/>
            </p14:xfrm>
          </p:contentPart>
        </mc:Choice>
        <mc:Fallback xmlns="">
          <p:pic>
            <p:nvPicPr>
              <p:cNvPr id="26" name="Ink 25"/>
              <p:cNvPicPr/>
              <p:nvPr/>
            </p:nvPicPr>
            <p:blipFill>
              <a:blip r:embed="rId11"/>
              <a:stretch>
                <a:fillRect/>
              </a:stretch>
            </p:blipFill>
            <p:spPr>
              <a:xfrm>
                <a:off x="3255276" y="2285812"/>
                <a:ext cx="244440" cy="2480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7" name="Ink 26"/>
              <p14:cNvContentPartPr/>
              <p14:nvPr/>
            </p14:nvContentPartPr>
            <p14:xfrm>
              <a:off x="4157076" y="2260612"/>
              <a:ext cx="17280" cy="337320"/>
            </p14:xfrm>
          </p:contentPart>
        </mc:Choice>
        <mc:Fallback xmlns="">
          <p:pic>
            <p:nvPicPr>
              <p:cNvPr id="27" name="Ink 26"/>
              <p:cNvPicPr/>
              <p:nvPr/>
            </p:nvPicPr>
            <p:blipFill>
              <a:blip r:embed="rId13"/>
              <a:stretch>
                <a:fillRect/>
              </a:stretch>
            </p:blipFill>
            <p:spPr>
              <a:xfrm>
                <a:off x="4138356" y="2242252"/>
                <a:ext cx="56160" cy="3751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32" name="Ink 31"/>
              <p14:cNvContentPartPr/>
              <p14:nvPr/>
            </p14:nvContentPartPr>
            <p14:xfrm>
              <a:off x="5945916" y="950212"/>
              <a:ext cx="3748680" cy="1212480"/>
            </p14:xfrm>
          </p:contentPart>
        </mc:Choice>
        <mc:Fallback xmlns="">
          <p:pic>
            <p:nvPicPr>
              <p:cNvPr id="32" name="Ink 31"/>
              <p:cNvPicPr/>
              <p:nvPr/>
            </p:nvPicPr>
            <p:blipFill>
              <a:blip r:embed="rId15"/>
              <a:stretch>
                <a:fillRect/>
              </a:stretch>
            </p:blipFill>
            <p:spPr>
              <a:xfrm>
                <a:off x="5935836" y="929332"/>
                <a:ext cx="3773520" cy="12542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44" name="Ink 43"/>
              <p14:cNvContentPartPr/>
              <p14:nvPr/>
            </p14:nvContentPartPr>
            <p14:xfrm>
              <a:off x="714756" y="3686932"/>
              <a:ext cx="1093680" cy="396720"/>
            </p14:xfrm>
          </p:contentPart>
        </mc:Choice>
        <mc:Fallback xmlns="">
          <p:pic>
            <p:nvPicPr>
              <p:cNvPr id="44" name="Ink 43"/>
              <p:cNvPicPr/>
              <p:nvPr/>
            </p:nvPicPr>
            <p:blipFill>
              <a:blip r:embed="rId17"/>
              <a:stretch>
                <a:fillRect/>
              </a:stretch>
            </p:blipFill>
            <p:spPr>
              <a:xfrm>
                <a:off x="702876" y="3669652"/>
                <a:ext cx="1111320" cy="4323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46" name="Ink 45"/>
              <p14:cNvContentPartPr/>
              <p14:nvPr/>
            </p14:nvContentPartPr>
            <p14:xfrm>
              <a:off x="2104716" y="3734812"/>
              <a:ext cx="499320" cy="2003040"/>
            </p14:xfrm>
          </p:contentPart>
        </mc:Choice>
        <mc:Fallback xmlns="">
          <p:pic>
            <p:nvPicPr>
              <p:cNvPr id="46" name="Ink 45"/>
              <p:cNvPicPr/>
              <p:nvPr/>
            </p:nvPicPr>
            <p:blipFill>
              <a:blip r:embed="rId19"/>
              <a:stretch>
                <a:fillRect/>
              </a:stretch>
            </p:blipFill>
            <p:spPr>
              <a:xfrm>
                <a:off x="2083476" y="3713932"/>
                <a:ext cx="526680" cy="20448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54" name="Ink 53"/>
              <p14:cNvContentPartPr/>
              <p14:nvPr/>
            </p14:nvContentPartPr>
            <p14:xfrm>
              <a:off x="2107956" y="3821212"/>
              <a:ext cx="264600" cy="54720"/>
            </p14:xfrm>
          </p:contentPart>
        </mc:Choice>
        <mc:Fallback xmlns="">
          <p:pic>
            <p:nvPicPr>
              <p:cNvPr id="54" name="Ink 53"/>
              <p:cNvPicPr/>
              <p:nvPr/>
            </p:nvPicPr>
            <p:blipFill>
              <a:blip r:embed="rId21"/>
              <a:stretch>
                <a:fillRect/>
              </a:stretch>
            </p:blipFill>
            <p:spPr>
              <a:xfrm>
                <a:off x="2102556" y="3815812"/>
                <a:ext cx="275400" cy="702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57" name="Ink 56"/>
              <p14:cNvContentPartPr/>
              <p14:nvPr/>
            </p14:nvContentPartPr>
            <p14:xfrm>
              <a:off x="2561556" y="5242852"/>
              <a:ext cx="982440" cy="338760"/>
            </p14:xfrm>
          </p:contentPart>
        </mc:Choice>
        <mc:Fallback xmlns="">
          <p:pic>
            <p:nvPicPr>
              <p:cNvPr id="57" name="Ink 56"/>
              <p:cNvPicPr/>
              <p:nvPr/>
            </p:nvPicPr>
            <p:blipFill>
              <a:blip r:embed="rId23"/>
              <a:stretch>
                <a:fillRect/>
              </a:stretch>
            </p:blipFill>
            <p:spPr>
              <a:xfrm>
                <a:off x="2555436" y="5229172"/>
                <a:ext cx="1006200" cy="37152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62" name="Ink 61"/>
              <p14:cNvContentPartPr/>
              <p14:nvPr/>
            </p14:nvContentPartPr>
            <p14:xfrm>
              <a:off x="2479476" y="2268892"/>
              <a:ext cx="164160" cy="217440"/>
            </p14:xfrm>
          </p:contentPart>
        </mc:Choice>
        <mc:Fallback xmlns="">
          <p:pic>
            <p:nvPicPr>
              <p:cNvPr id="62" name="Ink 61"/>
              <p:cNvPicPr/>
              <p:nvPr/>
            </p:nvPicPr>
            <p:blipFill>
              <a:blip r:embed="rId25"/>
              <a:stretch>
                <a:fillRect/>
              </a:stretch>
            </p:blipFill>
            <p:spPr>
              <a:xfrm>
                <a:off x="2468676" y="2249452"/>
                <a:ext cx="194760" cy="25452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63" name="Ink 62"/>
              <p14:cNvContentPartPr/>
              <p14:nvPr/>
            </p14:nvContentPartPr>
            <p14:xfrm>
              <a:off x="3205596" y="3919852"/>
              <a:ext cx="219240" cy="208080"/>
            </p14:xfrm>
          </p:contentPart>
        </mc:Choice>
        <mc:Fallback xmlns="">
          <p:pic>
            <p:nvPicPr>
              <p:cNvPr id="63" name="Ink 62"/>
              <p:cNvPicPr/>
              <p:nvPr/>
            </p:nvPicPr>
            <p:blipFill>
              <a:blip r:embed="rId27"/>
              <a:stretch>
                <a:fillRect/>
              </a:stretch>
            </p:blipFill>
            <p:spPr>
              <a:xfrm>
                <a:off x="3192996" y="3898972"/>
                <a:ext cx="252720" cy="2480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64" name="Ink 63"/>
              <p14:cNvContentPartPr/>
              <p14:nvPr/>
            </p14:nvContentPartPr>
            <p14:xfrm>
              <a:off x="4103436" y="3882772"/>
              <a:ext cx="304200" cy="153720"/>
            </p14:xfrm>
          </p:contentPart>
        </mc:Choice>
        <mc:Fallback xmlns="">
          <p:pic>
            <p:nvPicPr>
              <p:cNvPr id="64" name="Ink 63"/>
              <p:cNvPicPr/>
              <p:nvPr/>
            </p:nvPicPr>
            <p:blipFill>
              <a:blip r:embed="rId29"/>
              <a:stretch>
                <a:fillRect/>
              </a:stretch>
            </p:blipFill>
            <p:spPr>
              <a:xfrm>
                <a:off x="4098036" y="3862612"/>
                <a:ext cx="330120" cy="19332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65" name="Ink 64"/>
              <p14:cNvContentPartPr/>
              <p14:nvPr/>
            </p14:nvContentPartPr>
            <p14:xfrm>
              <a:off x="2404596" y="4705732"/>
              <a:ext cx="365040" cy="210960"/>
            </p14:xfrm>
          </p:contentPart>
        </mc:Choice>
        <mc:Fallback xmlns="">
          <p:pic>
            <p:nvPicPr>
              <p:cNvPr id="65" name="Ink 64"/>
              <p:cNvPicPr/>
              <p:nvPr/>
            </p:nvPicPr>
            <p:blipFill>
              <a:blip r:embed="rId31"/>
              <a:stretch>
                <a:fillRect/>
              </a:stretch>
            </p:blipFill>
            <p:spPr>
              <a:xfrm>
                <a:off x="2393436" y="4692052"/>
                <a:ext cx="381600" cy="23868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66" name="Ink 65"/>
              <p14:cNvContentPartPr/>
              <p14:nvPr/>
            </p14:nvContentPartPr>
            <p14:xfrm>
              <a:off x="3090756" y="4617172"/>
              <a:ext cx="579960" cy="253440"/>
            </p14:xfrm>
          </p:contentPart>
        </mc:Choice>
        <mc:Fallback xmlns="">
          <p:pic>
            <p:nvPicPr>
              <p:cNvPr id="66" name="Ink 65"/>
              <p:cNvPicPr/>
              <p:nvPr/>
            </p:nvPicPr>
            <p:blipFill>
              <a:blip r:embed="rId33"/>
              <a:stretch>
                <a:fillRect/>
              </a:stretch>
            </p:blipFill>
            <p:spPr>
              <a:xfrm>
                <a:off x="3072036" y="4600252"/>
                <a:ext cx="604440" cy="28908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68" name="Ink 67"/>
              <p14:cNvContentPartPr/>
              <p14:nvPr/>
            </p14:nvContentPartPr>
            <p14:xfrm>
              <a:off x="4292796" y="3763252"/>
              <a:ext cx="669600" cy="2171520"/>
            </p14:xfrm>
          </p:contentPart>
        </mc:Choice>
        <mc:Fallback xmlns="">
          <p:pic>
            <p:nvPicPr>
              <p:cNvPr id="68" name="Ink 67"/>
              <p:cNvPicPr/>
              <p:nvPr/>
            </p:nvPicPr>
            <p:blipFill>
              <a:blip r:embed="rId35"/>
              <a:stretch>
                <a:fillRect/>
              </a:stretch>
            </p:blipFill>
            <p:spPr>
              <a:xfrm>
                <a:off x="4285956" y="3747412"/>
                <a:ext cx="697680" cy="220824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72" name="Ink 71"/>
              <p14:cNvContentPartPr/>
              <p14:nvPr/>
            </p14:nvContentPartPr>
            <p14:xfrm>
              <a:off x="2357796" y="4068532"/>
              <a:ext cx="45000" cy="398160"/>
            </p14:xfrm>
          </p:contentPart>
        </mc:Choice>
        <mc:Fallback xmlns="">
          <p:pic>
            <p:nvPicPr>
              <p:cNvPr id="72" name="Ink 71"/>
              <p:cNvPicPr/>
              <p:nvPr/>
            </p:nvPicPr>
            <p:blipFill>
              <a:blip r:embed="rId37"/>
              <a:stretch>
                <a:fillRect/>
              </a:stretch>
            </p:blipFill>
            <p:spPr>
              <a:xfrm>
                <a:off x="2341236" y="4051972"/>
                <a:ext cx="80640" cy="42084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73" name="Ink 72"/>
              <p14:cNvContentPartPr/>
              <p14:nvPr/>
            </p14:nvContentPartPr>
            <p14:xfrm>
              <a:off x="4101636" y="4487212"/>
              <a:ext cx="279720" cy="801000"/>
            </p14:xfrm>
          </p:contentPart>
        </mc:Choice>
        <mc:Fallback xmlns="">
          <p:pic>
            <p:nvPicPr>
              <p:cNvPr id="73" name="Ink 72"/>
              <p:cNvPicPr/>
              <p:nvPr/>
            </p:nvPicPr>
            <p:blipFill>
              <a:blip r:embed="rId39"/>
              <a:stretch>
                <a:fillRect/>
              </a:stretch>
            </p:blipFill>
            <p:spPr>
              <a:xfrm>
                <a:off x="4096236" y="4468492"/>
                <a:ext cx="306000" cy="8406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74" name="Ink 73"/>
              <p14:cNvContentPartPr/>
              <p14:nvPr/>
            </p14:nvContentPartPr>
            <p14:xfrm>
              <a:off x="5250036" y="4141612"/>
              <a:ext cx="4781520" cy="1667520"/>
            </p14:xfrm>
          </p:contentPart>
        </mc:Choice>
        <mc:Fallback xmlns="">
          <p:pic>
            <p:nvPicPr>
              <p:cNvPr id="74" name="Ink 73"/>
              <p:cNvPicPr/>
              <p:nvPr/>
            </p:nvPicPr>
            <p:blipFill>
              <a:blip r:embed="rId41"/>
              <a:stretch>
                <a:fillRect/>
              </a:stretch>
            </p:blipFill>
            <p:spPr>
              <a:xfrm>
                <a:off x="5235276" y="4120732"/>
                <a:ext cx="4814280" cy="1709280"/>
              </a:xfrm>
              <a:prstGeom prst="rect">
                <a:avLst/>
              </a:prstGeom>
            </p:spPr>
          </p:pic>
        </mc:Fallback>
      </mc:AlternateContent>
    </p:spTree>
    <p:extLst>
      <p:ext uri="{BB962C8B-B14F-4D97-AF65-F5344CB8AC3E}">
        <p14:creationId xmlns:p14="http://schemas.microsoft.com/office/powerpoint/2010/main" val="42899428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3" name="Ink 2"/>
              <p14:cNvContentPartPr/>
              <p14:nvPr/>
            </p14:nvContentPartPr>
            <p14:xfrm>
              <a:off x="1064316" y="1074052"/>
              <a:ext cx="1232280" cy="4979880"/>
            </p14:xfrm>
          </p:contentPart>
        </mc:Choice>
        <mc:Fallback xmlns="">
          <p:pic>
            <p:nvPicPr>
              <p:cNvPr id="3" name="Ink 2"/>
              <p:cNvPicPr/>
              <p:nvPr/>
            </p:nvPicPr>
            <p:blipFill>
              <a:blip r:embed="rId3"/>
              <a:stretch>
                <a:fillRect/>
              </a:stretch>
            </p:blipFill>
            <p:spPr>
              <a:xfrm>
                <a:off x="1047396" y="1057132"/>
                <a:ext cx="1268640" cy="50137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7" name="Ink 6"/>
              <p14:cNvContentPartPr/>
              <p14:nvPr/>
            </p14:nvContentPartPr>
            <p14:xfrm>
              <a:off x="747156" y="983692"/>
              <a:ext cx="690480" cy="2083680"/>
            </p14:xfrm>
          </p:contentPart>
        </mc:Choice>
        <mc:Fallback xmlns="">
          <p:pic>
            <p:nvPicPr>
              <p:cNvPr id="7" name="Ink 6"/>
              <p:cNvPicPr/>
              <p:nvPr/>
            </p:nvPicPr>
            <p:blipFill>
              <a:blip r:embed="rId5"/>
              <a:stretch>
                <a:fillRect/>
              </a:stretch>
            </p:blipFill>
            <p:spPr>
              <a:xfrm>
                <a:off x="739956" y="970012"/>
                <a:ext cx="707760" cy="21074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0" name="Ink 9"/>
              <p14:cNvContentPartPr/>
              <p14:nvPr/>
            </p14:nvContentPartPr>
            <p14:xfrm>
              <a:off x="1217676" y="985132"/>
              <a:ext cx="612360" cy="3035880"/>
            </p14:xfrm>
          </p:contentPart>
        </mc:Choice>
        <mc:Fallback xmlns="">
          <p:pic>
            <p:nvPicPr>
              <p:cNvPr id="10" name="Ink 9"/>
              <p:cNvPicPr/>
              <p:nvPr/>
            </p:nvPicPr>
            <p:blipFill>
              <a:blip r:embed="rId7"/>
              <a:stretch>
                <a:fillRect/>
              </a:stretch>
            </p:blipFill>
            <p:spPr>
              <a:xfrm>
                <a:off x="1214436" y="976492"/>
                <a:ext cx="630000" cy="30556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1" name="Ink 10"/>
              <p14:cNvContentPartPr/>
              <p14:nvPr/>
            </p14:nvContentPartPr>
            <p14:xfrm>
              <a:off x="1604676" y="1220212"/>
              <a:ext cx="3188520" cy="169200"/>
            </p14:xfrm>
          </p:contentPart>
        </mc:Choice>
        <mc:Fallback xmlns="">
          <p:pic>
            <p:nvPicPr>
              <p:cNvPr id="11" name="Ink 10"/>
              <p:cNvPicPr/>
              <p:nvPr/>
            </p:nvPicPr>
            <p:blipFill>
              <a:blip r:embed="rId9"/>
              <a:stretch>
                <a:fillRect/>
              </a:stretch>
            </p:blipFill>
            <p:spPr>
              <a:xfrm>
                <a:off x="1591356" y="1207252"/>
                <a:ext cx="3206520" cy="1868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4" name="Ink 23"/>
              <p14:cNvContentPartPr/>
              <p14:nvPr/>
            </p14:nvContentPartPr>
            <p14:xfrm>
              <a:off x="3141876" y="1645372"/>
              <a:ext cx="498240" cy="1958040"/>
            </p14:xfrm>
          </p:contentPart>
        </mc:Choice>
        <mc:Fallback xmlns="">
          <p:pic>
            <p:nvPicPr>
              <p:cNvPr id="24" name="Ink 23"/>
              <p:cNvPicPr/>
              <p:nvPr/>
            </p:nvPicPr>
            <p:blipFill>
              <a:blip r:embed="rId11"/>
              <a:stretch>
                <a:fillRect/>
              </a:stretch>
            </p:blipFill>
            <p:spPr>
              <a:xfrm>
                <a:off x="3120996" y="1624492"/>
                <a:ext cx="525960" cy="19998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43" name="Ink 42"/>
              <p14:cNvContentPartPr/>
              <p14:nvPr/>
            </p14:nvContentPartPr>
            <p14:xfrm>
              <a:off x="5486556" y="1438372"/>
              <a:ext cx="646200" cy="2119320"/>
            </p14:xfrm>
          </p:contentPart>
        </mc:Choice>
        <mc:Fallback xmlns="">
          <p:pic>
            <p:nvPicPr>
              <p:cNvPr id="43" name="Ink 42"/>
              <p:cNvPicPr/>
              <p:nvPr/>
            </p:nvPicPr>
            <p:blipFill>
              <a:blip r:embed="rId13"/>
              <a:stretch>
                <a:fillRect/>
              </a:stretch>
            </p:blipFill>
            <p:spPr>
              <a:xfrm>
                <a:off x="5475756" y="1420012"/>
                <a:ext cx="677880" cy="21445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68" name="Ink 67"/>
              <p14:cNvContentPartPr/>
              <p14:nvPr/>
            </p14:nvContentPartPr>
            <p14:xfrm>
              <a:off x="6879396" y="1611172"/>
              <a:ext cx="573840" cy="2030040"/>
            </p14:xfrm>
          </p:contentPart>
        </mc:Choice>
        <mc:Fallback xmlns="">
          <p:pic>
            <p:nvPicPr>
              <p:cNvPr id="68" name="Ink 67"/>
              <p:cNvPicPr/>
              <p:nvPr/>
            </p:nvPicPr>
            <p:blipFill>
              <a:blip r:embed="rId15"/>
              <a:stretch>
                <a:fillRect/>
              </a:stretch>
            </p:blipFill>
            <p:spPr>
              <a:xfrm>
                <a:off x="6858516" y="1592452"/>
                <a:ext cx="601200" cy="20696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86" name="Ink 85"/>
              <p14:cNvContentPartPr/>
              <p14:nvPr/>
            </p14:nvContentPartPr>
            <p14:xfrm>
              <a:off x="9412716" y="1569772"/>
              <a:ext cx="765000" cy="2271960"/>
            </p14:xfrm>
          </p:contentPart>
        </mc:Choice>
        <mc:Fallback xmlns="">
          <p:pic>
            <p:nvPicPr>
              <p:cNvPr id="86" name="Ink 85"/>
              <p:cNvPicPr/>
              <p:nvPr/>
            </p:nvPicPr>
            <p:blipFill>
              <a:blip r:embed="rId17"/>
              <a:stretch>
                <a:fillRect/>
              </a:stretch>
            </p:blipFill>
            <p:spPr>
              <a:xfrm>
                <a:off x="9402276" y="1549612"/>
                <a:ext cx="796320" cy="23130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00" name="Ink 99"/>
              <p14:cNvContentPartPr/>
              <p14:nvPr/>
            </p14:nvContentPartPr>
            <p14:xfrm>
              <a:off x="2139996" y="1489492"/>
              <a:ext cx="7210800" cy="892080"/>
            </p14:xfrm>
          </p:contentPart>
        </mc:Choice>
        <mc:Fallback xmlns="">
          <p:pic>
            <p:nvPicPr>
              <p:cNvPr id="100" name="Ink 99"/>
              <p:cNvPicPr/>
              <p:nvPr/>
            </p:nvPicPr>
            <p:blipFill>
              <a:blip r:embed="rId19"/>
              <a:stretch>
                <a:fillRect/>
              </a:stretch>
            </p:blipFill>
            <p:spPr>
              <a:xfrm>
                <a:off x="2129556" y="1485892"/>
                <a:ext cx="7239600" cy="9140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20" name="Ink 119"/>
              <p14:cNvContentPartPr/>
              <p14:nvPr/>
            </p14:nvContentPartPr>
            <p14:xfrm>
              <a:off x="4809036" y="1479052"/>
              <a:ext cx="857880" cy="816120"/>
            </p14:xfrm>
          </p:contentPart>
        </mc:Choice>
        <mc:Fallback xmlns="">
          <p:pic>
            <p:nvPicPr>
              <p:cNvPr id="120" name="Ink 119"/>
              <p:cNvPicPr/>
              <p:nvPr/>
            </p:nvPicPr>
            <p:blipFill>
              <a:blip r:embed="rId21"/>
              <a:stretch>
                <a:fillRect/>
              </a:stretch>
            </p:blipFill>
            <p:spPr>
              <a:xfrm>
                <a:off x="4802916" y="1458172"/>
                <a:ext cx="884880" cy="8550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21" name="Ink 120"/>
              <p14:cNvContentPartPr/>
              <p14:nvPr/>
            </p14:nvContentPartPr>
            <p14:xfrm>
              <a:off x="6368916" y="2133892"/>
              <a:ext cx="222120" cy="163440"/>
            </p14:xfrm>
          </p:contentPart>
        </mc:Choice>
        <mc:Fallback xmlns="">
          <p:pic>
            <p:nvPicPr>
              <p:cNvPr id="121" name="Ink 120"/>
              <p:cNvPicPr/>
              <p:nvPr/>
            </p:nvPicPr>
            <p:blipFill>
              <a:blip r:embed="rId23"/>
              <a:stretch>
                <a:fillRect/>
              </a:stretch>
            </p:blipFill>
            <p:spPr>
              <a:xfrm>
                <a:off x="6361356" y="2123452"/>
                <a:ext cx="233640" cy="1821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22" name="Ink 121"/>
              <p14:cNvContentPartPr/>
              <p14:nvPr/>
            </p14:nvContentPartPr>
            <p14:xfrm>
              <a:off x="4195236" y="2457172"/>
              <a:ext cx="30960" cy="337680"/>
            </p14:xfrm>
          </p:contentPart>
        </mc:Choice>
        <mc:Fallback xmlns="">
          <p:pic>
            <p:nvPicPr>
              <p:cNvPr id="122" name="Ink 121"/>
              <p:cNvPicPr/>
              <p:nvPr/>
            </p:nvPicPr>
            <p:blipFill>
              <a:blip r:embed="rId25"/>
              <a:stretch>
                <a:fillRect/>
              </a:stretch>
            </p:blipFill>
            <p:spPr>
              <a:xfrm>
                <a:off x="4177236" y="2436292"/>
                <a:ext cx="70200" cy="3654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23" name="Ink 122"/>
              <p14:cNvContentPartPr/>
              <p14:nvPr/>
            </p14:nvContentPartPr>
            <p14:xfrm>
              <a:off x="5054196" y="2414692"/>
              <a:ext cx="293760" cy="281880"/>
            </p14:xfrm>
          </p:contentPart>
        </mc:Choice>
        <mc:Fallback xmlns="">
          <p:pic>
            <p:nvPicPr>
              <p:cNvPr id="123" name="Ink 122"/>
              <p:cNvPicPr/>
              <p:nvPr/>
            </p:nvPicPr>
            <p:blipFill>
              <a:blip r:embed="rId27"/>
              <a:stretch>
                <a:fillRect/>
              </a:stretch>
            </p:blipFill>
            <p:spPr>
              <a:xfrm>
                <a:off x="5047716" y="2393812"/>
                <a:ext cx="321120" cy="3236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24" name="Ink 123"/>
              <p14:cNvContentPartPr/>
              <p14:nvPr/>
            </p14:nvContentPartPr>
            <p14:xfrm>
              <a:off x="3369756" y="3190852"/>
              <a:ext cx="182880" cy="221400"/>
            </p14:xfrm>
          </p:contentPart>
        </mc:Choice>
        <mc:Fallback xmlns="">
          <p:pic>
            <p:nvPicPr>
              <p:cNvPr id="124" name="Ink 123"/>
              <p:cNvPicPr/>
              <p:nvPr/>
            </p:nvPicPr>
            <p:blipFill>
              <a:blip r:embed="rId29"/>
              <a:stretch>
                <a:fillRect/>
              </a:stretch>
            </p:blipFill>
            <p:spPr>
              <a:xfrm>
                <a:off x="3359316" y="3169972"/>
                <a:ext cx="214200" cy="26244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25" name="Ink 124"/>
              <p14:cNvContentPartPr/>
              <p14:nvPr/>
            </p14:nvContentPartPr>
            <p14:xfrm>
              <a:off x="4238076" y="3146212"/>
              <a:ext cx="278280" cy="270360"/>
            </p14:xfrm>
          </p:contentPart>
        </mc:Choice>
        <mc:Fallback xmlns="">
          <p:pic>
            <p:nvPicPr>
              <p:cNvPr id="125" name="Ink 124"/>
              <p:cNvPicPr/>
              <p:nvPr/>
            </p:nvPicPr>
            <p:blipFill>
              <a:blip r:embed="rId31"/>
              <a:stretch>
                <a:fillRect/>
              </a:stretch>
            </p:blipFill>
            <p:spPr>
              <a:xfrm>
                <a:off x="4220436" y="3127852"/>
                <a:ext cx="301320" cy="30636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26" name="Ink 125"/>
              <p14:cNvContentPartPr/>
              <p14:nvPr/>
            </p14:nvContentPartPr>
            <p14:xfrm>
              <a:off x="4851156" y="3315412"/>
              <a:ext cx="176760" cy="27360"/>
            </p14:xfrm>
          </p:contentPart>
        </mc:Choice>
        <mc:Fallback xmlns="">
          <p:pic>
            <p:nvPicPr>
              <p:cNvPr id="126" name="Ink 125"/>
              <p:cNvPicPr/>
              <p:nvPr/>
            </p:nvPicPr>
            <p:blipFill>
              <a:blip r:embed="rId33"/>
              <a:stretch>
                <a:fillRect/>
              </a:stretch>
            </p:blipFill>
            <p:spPr>
              <a:xfrm>
                <a:off x="4830276" y="3299932"/>
                <a:ext cx="213840" cy="6372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27" name="Ink 126"/>
              <p14:cNvContentPartPr/>
              <p14:nvPr/>
            </p14:nvContentPartPr>
            <p14:xfrm>
              <a:off x="5068236" y="3032092"/>
              <a:ext cx="205560" cy="526680"/>
            </p14:xfrm>
          </p:contentPart>
        </mc:Choice>
        <mc:Fallback xmlns="">
          <p:pic>
            <p:nvPicPr>
              <p:cNvPr id="127" name="Ink 126"/>
              <p:cNvPicPr/>
              <p:nvPr/>
            </p:nvPicPr>
            <p:blipFill>
              <a:blip r:embed="rId35"/>
              <a:stretch>
                <a:fillRect/>
              </a:stretch>
            </p:blipFill>
            <p:spPr>
              <a:xfrm>
                <a:off x="5047716" y="3016252"/>
                <a:ext cx="246960" cy="5490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150" name="Ink 149"/>
              <p14:cNvContentPartPr/>
              <p14:nvPr/>
            </p14:nvContentPartPr>
            <p14:xfrm>
              <a:off x="7253796" y="2497852"/>
              <a:ext cx="2163960" cy="1227600"/>
            </p14:xfrm>
          </p:contentPart>
        </mc:Choice>
        <mc:Fallback xmlns="">
          <p:pic>
            <p:nvPicPr>
              <p:cNvPr id="150" name="Ink 149"/>
              <p:cNvPicPr/>
              <p:nvPr/>
            </p:nvPicPr>
            <p:blipFill>
              <a:blip r:embed="rId37"/>
              <a:stretch>
                <a:fillRect/>
              </a:stretch>
            </p:blipFill>
            <p:spPr>
              <a:xfrm>
                <a:off x="7237236" y="2483452"/>
                <a:ext cx="2201400" cy="124812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156" name="Ink 155"/>
              <p14:cNvContentPartPr/>
              <p14:nvPr/>
            </p14:nvContentPartPr>
            <p14:xfrm>
              <a:off x="3340956" y="2425492"/>
              <a:ext cx="739440" cy="311040"/>
            </p14:xfrm>
          </p:contentPart>
        </mc:Choice>
        <mc:Fallback xmlns="">
          <p:pic>
            <p:nvPicPr>
              <p:cNvPr id="156" name="Ink 155"/>
              <p:cNvPicPr/>
              <p:nvPr/>
            </p:nvPicPr>
            <p:blipFill>
              <a:blip r:embed="rId39"/>
              <a:stretch>
                <a:fillRect/>
              </a:stretch>
            </p:blipFill>
            <p:spPr>
              <a:xfrm>
                <a:off x="3333396" y="2408932"/>
                <a:ext cx="766080" cy="34452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157" name="Ink 156"/>
              <p14:cNvContentPartPr/>
              <p14:nvPr/>
            </p14:nvContentPartPr>
            <p14:xfrm>
              <a:off x="975396" y="229492"/>
              <a:ext cx="9869400" cy="6770520"/>
            </p14:xfrm>
          </p:contentPart>
        </mc:Choice>
        <mc:Fallback xmlns="">
          <p:pic>
            <p:nvPicPr>
              <p:cNvPr id="157" name="Ink 156"/>
              <p:cNvPicPr/>
              <p:nvPr/>
            </p:nvPicPr>
            <p:blipFill>
              <a:blip r:embed="rId41"/>
              <a:stretch>
                <a:fillRect/>
              </a:stretch>
            </p:blipFill>
            <p:spPr>
              <a:xfrm>
                <a:off x="962076" y="212932"/>
                <a:ext cx="9903600" cy="680796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177" name="Ink 176"/>
              <p14:cNvContentPartPr/>
              <p14:nvPr/>
            </p14:nvContentPartPr>
            <p14:xfrm>
              <a:off x="2236116" y="3990772"/>
              <a:ext cx="9566640" cy="3252960"/>
            </p14:xfrm>
          </p:contentPart>
        </mc:Choice>
        <mc:Fallback xmlns="">
          <p:pic>
            <p:nvPicPr>
              <p:cNvPr id="177" name="Ink 176"/>
              <p:cNvPicPr/>
              <p:nvPr/>
            </p:nvPicPr>
            <p:blipFill>
              <a:blip r:embed="rId43"/>
              <a:stretch>
                <a:fillRect/>
              </a:stretch>
            </p:blipFill>
            <p:spPr>
              <a:xfrm>
                <a:off x="2215596" y="3973492"/>
                <a:ext cx="9608400" cy="3290760"/>
              </a:xfrm>
              <a:prstGeom prst="rect">
                <a:avLst/>
              </a:prstGeom>
            </p:spPr>
          </p:pic>
        </mc:Fallback>
      </mc:AlternateContent>
    </p:spTree>
    <p:extLst>
      <p:ext uri="{BB962C8B-B14F-4D97-AF65-F5344CB8AC3E}">
        <p14:creationId xmlns:p14="http://schemas.microsoft.com/office/powerpoint/2010/main" val="2026605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Rectangle 2"/>
              <p:cNvSpPr/>
              <p:nvPr/>
            </p:nvSpPr>
            <p:spPr>
              <a:xfrm>
                <a:off x="174224" y="215122"/>
                <a:ext cx="11546721" cy="6371296"/>
              </a:xfrm>
              <a:prstGeom prst="rect">
                <a:avLst/>
              </a:prstGeom>
            </p:spPr>
            <p:txBody>
              <a:bodyPr wrap="square">
                <a:spAutoFit/>
              </a:bodyPr>
              <a:lstStyle/>
              <a:p>
                <a:r>
                  <a:rPr lang="en-US" sz="2000" b="1" dirty="0" smtClean="0">
                    <a:latin typeface="Times New Roman" panose="02020603050405020304" pitchFamily="18" charset="0"/>
                    <a:cs typeface="Times New Roman" panose="02020603050405020304" pitchFamily="18" charset="0"/>
                  </a:rPr>
                  <a:t>Null Matrix: </a:t>
                </a:r>
                <a:r>
                  <a:rPr lang="en-US" sz="2000" dirty="0" smtClean="0">
                    <a:latin typeface="Times New Roman" panose="02020603050405020304" pitchFamily="18" charset="0"/>
                    <a:cs typeface="Times New Roman" panose="02020603050405020304" pitchFamily="18" charset="0"/>
                  </a:rPr>
                  <a:t>A=</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m:t>
                        </m:r>
                        <m:r>
                          <a:rPr lang="en-US" sz="2000" b="0" i="1" smtClean="0">
                            <a:latin typeface="Cambria Math" panose="02040503050406030204" pitchFamily="18" charset="0"/>
                          </a:rPr>
                          <m:t>𝑎</m:t>
                        </m:r>
                      </m:e>
                      <m:sub>
                        <m:r>
                          <a:rPr lang="en-US" sz="2000" b="0" i="1" smtClean="0">
                            <a:latin typeface="Cambria Math" panose="02040503050406030204" pitchFamily="18" charset="0"/>
                          </a:rPr>
                          <m:t>𝑖𝑗</m:t>
                        </m:r>
                      </m:sub>
                    </m:sSub>
                  </m:oMath>
                </a14:m>
                <a:r>
                  <a:rPr lang="en-US" sz="2000" dirty="0" smtClean="0">
                    <a:latin typeface="Times New Roman" panose="02020603050405020304" pitchFamily="18" charset="0"/>
                    <a:cs typeface="Times New Roman" panose="02020603050405020304" pitchFamily="18" charset="0"/>
                  </a:rPr>
                  <a:t>]   Such that </a:t>
                </a:r>
                <a14:m>
                  <m:oMath xmlns:m="http://schemas.openxmlformats.org/officeDocument/2006/math">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𝑎</m:t>
                        </m:r>
                      </m:e>
                      <m:sub>
                        <m:r>
                          <a:rPr lang="en-US" sz="2000" i="1">
                            <a:solidFill>
                              <a:srgbClr val="000000"/>
                            </a:solidFill>
                            <a:latin typeface="Cambria Math" panose="02040503050406030204" pitchFamily="18" charset="0"/>
                          </a:rPr>
                          <m:t>𝑖𝑗</m:t>
                        </m:r>
                      </m:sub>
                    </m:sSub>
                  </m:oMath>
                </a14:m>
                <a:r>
                  <a:rPr lang="en-US" sz="2000" dirty="0" smtClean="0">
                    <a:latin typeface="Times New Roman" panose="02020603050405020304" pitchFamily="18" charset="0"/>
                    <a:cs typeface="Times New Roman" panose="02020603050405020304" pitchFamily="18" charset="0"/>
                  </a:rPr>
                  <a:t>=0  </a:t>
                </a:r>
                <a14:m>
                  <m:oMath xmlns:m="http://schemas.openxmlformats.org/officeDocument/2006/math">
                    <m:r>
                      <a:rPr lang="en-US" sz="200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𝑖</m:t>
                    </m:r>
                    <m:r>
                      <a:rPr lang="en-US" sz="2000" b="0" i="1" smtClean="0">
                        <a:latin typeface="Cambria Math" panose="02040503050406030204" pitchFamily="18" charset="0"/>
                        <a:ea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𝑎𝑛𝑑</m:t>
                    </m:r>
                    <m:r>
                      <a:rPr lang="en-US" sz="2000" b="0" i="1" smtClean="0">
                        <a:latin typeface="Cambria Math" panose="02040503050406030204" pitchFamily="18" charset="0"/>
                        <a:ea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𝑗</m:t>
                    </m:r>
                    <m:r>
                      <a:rPr lang="en-US" sz="2000" b="0" i="1" smtClean="0">
                        <a:latin typeface="Cambria Math" panose="02040503050406030204" pitchFamily="18" charset="0"/>
                        <a:ea typeface="Cambria Math" panose="02040503050406030204" pitchFamily="18" charset="0"/>
                      </a:rPr>
                      <m:t> </m:t>
                    </m:r>
                    <m:r>
                      <m:rPr>
                        <m:nor/>
                      </m:rPr>
                      <a:rPr lang="en-US" sz="2000" b="0" i="0" smtClean="0">
                        <a:latin typeface="Cambria Math" panose="02040503050406030204" pitchFamily="18" charset="0"/>
                        <a:ea typeface="Cambria Math" panose="02040503050406030204" pitchFamily="18" charset="0"/>
                      </a:rPr>
                      <m:t>t</m:t>
                    </m:r>
                    <m:r>
                      <m:rPr>
                        <m:nor/>
                      </m:rPr>
                      <a:rPr lang="en-US" sz="2000">
                        <a:latin typeface="Times New Roman" panose="02020603050405020304" pitchFamily="18" charset="0"/>
                        <a:cs typeface="Times New Roman" panose="02020603050405020304" pitchFamily="18" charset="0"/>
                      </a:rPr>
                      <m:t>hen</m:t>
                    </m:r>
                    <m:r>
                      <m:rPr>
                        <m:nor/>
                      </m:rPr>
                      <a:rPr lang="en-US" sz="2000">
                        <a:latin typeface="Times New Roman" panose="02020603050405020304" pitchFamily="18" charset="0"/>
                        <a:cs typeface="Times New Roman" panose="02020603050405020304" pitchFamily="18" charset="0"/>
                      </a:rPr>
                      <m:t> </m:t>
                    </m:r>
                    <m:r>
                      <m:rPr>
                        <m:nor/>
                      </m:rPr>
                      <a:rPr lang="en-US" sz="2000">
                        <a:latin typeface="Times New Roman" panose="02020603050405020304" pitchFamily="18" charset="0"/>
                        <a:cs typeface="Times New Roman" panose="02020603050405020304" pitchFamily="18" charset="0"/>
                      </a:rPr>
                      <m:t>A</m:t>
                    </m:r>
                    <m:r>
                      <m:rPr>
                        <m:nor/>
                      </m:rPr>
                      <a:rPr lang="en-US" sz="2000">
                        <a:latin typeface="Times New Roman" panose="02020603050405020304" pitchFamily="18" charset="0"/>
                        <a:cs typeface="Times New Roman" panose="02020603050405020304" pitchFamily="18" charset="0"/>
                      </a:rPr>
                      <m:t> </m:t>
                    </m:r>
                    <m:r>
                      <m:rPr>
                        <m:nor/>
                      </m:rPr>
                      <a:rPr lang="en-US" sz="2000">
                        <a:latin typeface="Times New Roman" panose="02020603050405020304" pitchFamily="18" charset="0"/>
                        <a:cs typeface="Times New Roman" panose="02020603050405020304" pitchFamily="18" charset="0"/>
                      </a:rPr>
                      <m:t>is</m:t>
                    </m:r>
                    <m:r>
                      <m:rPr>
                        <m:nor/>
                      </m:rPr>
                      <a:rPr lang="en-US" sz="2000">
                        <a:latin typeface="Times New Roman" panose="02020603050405020304" pitchFamily="18" charset="0"/>
                        <a:cs typeface="Times New Roman" panose="02020603050405020304" pitchFamily="18" charset="0"/>
                      </a:rPr>
                      <m:t> </m:t>
                    </m:r>
                    <m:r>
                      <m:rPr>
                        <m:nor/>
                      </m:rPr>
                      <a:rPr lang="en-US" sz="2000">
                        <a:latin typeface="Times New Roman" panose="02020603050405020304" pitchFamily="18" charset="0"/>
                        <a:cs typeface="Times New Roman" panose="02020603050405020304" pitchFamily="18" charset="0"/>
                      </a:rPr>
                      <m:t>called</m:t>
                    </m:r>
                    <m:r>
                      <m:rPr>
                        <m:nor/>
                      </m:rPr>
                      <a:rPr lang="en-US" sz="2000">
                        <a:latin typeface="Times New Roman" panose="02020603050405020304" pitchFamily="18" charset="0"/>
                        <a:cs typeface="Times New Roman" panose="02020603050405020304" pitchFamily="18" charset="0"/>
                      </a:rPr>
                      <m:t> </m:t>
                    </m:r>
                    <m:r>
                      <m:rPr>
                        <m:nor/>
                      </m:rPr>
                      <a:rPr lang="en-US" sz="2000">
                        <a:latin typeface="Times New Roman" panose="02020603050405020304" pitchFamily="18" charset="0"/>
                        <a:cs typeface="Times New Roman" panose="02020603050405020304" pitchFamily="18" charset="0"/>
                      </a:rPr>
                      <m:t>a</m:t>
                    </m:r>
                    <m:r>
                      <m:rPr>
                        <m:nor/>
                      </m:rPr>
                      <a:rPr lang="en-US" sz="2000">
                        <a:latin typeface="Times New Roman" panose="02020603050405020304" pitchFamily="18" charset="0"/>
                        <a:cs typeface="Times New Roman" panose="02020603050405020304" pitchFamily="18" charset="0"/>
                      </a:rPr>
                      <m:t> “</m:t>
                    </m:r>
                    <m:r>
                      <m:rPr>
                        <m:nor/>
                      </m:rPr>
                      <a:rPr lang="en-US" sz="2000">
                        <a:latin typeface="Times New Roman" panose="02020603050405020304" pitchFamily="18" charset="0"/>
                        <a:cs typeface="Times New Roman" panose="02020603050405020304" pitchFamily="18" charset="0"/>
                      </a:rPr>
                      <m:t>Zero</m:t>
                    </m:r>
                    <m:r>
                      <m:rPr>
                        <m:nor/>
                      </m:rPr>
                      <a:rPr lang="en-US" sz="2000">
                        <a:latin typeface="Times New Roman" panose="02020603050405020304" pitchFamily="18" charset="0"/>
                        <a:cs typeface="Times New Roman" panose="02020603050405020304" pitchFamily="18" charset="0"/>
                      </a:rPr>
                      <m:t> </m:t>
                    </m:r>
                    <m:r>
                      <m:rPr>
                        <m:nor/>
                      </m:rPr>
                      <a:rPr lang="en-US" sz="2000">
                        <a:latin typeface="Times New Roman" panose="02020603050405020304" pitchFamily="18" charset="0"/>
                        <a:cs typeface="Times New Roman" panose="02020603050405020304" pitchFamily="18" charset="0"/>
                      </a:rPr>
                      <m:t>Matrix</m:t>
                    </m:r>
                    <m:r>
                      <m:rPr>
                        <m:nor/>
                      </m:rPr>
                      <a:rPr lang="en-US" sz="2000">
                        <a:latin typeface="Times New Roman" panose="02020603050405020304" pitchFamily="18" charset="0"/>
                        <a:cs typeface="Times New Roman" panose="02020603050405020304" pitchFamily="18" charset="0"/>
                      </a:rPr>
                      <m:t>”. </m:t>
                    </m:r>
                    <m:r>
                      <m:rPr>
                        <m:nor/>
                      </m:rPr>
                      <a:rPr lang="en-US" sz="2000">
                        <a:latin typeface="Times New Roman" panose="02020603050405020304" pitchFamily="18" charset="0"/>
                        <a:cs typeface="Times New Roman" panose="02020603050405020304" pitchFamily="18" charset="0"/>
                      </a:rPr>
                      <m:t>It</m:t>
                    </m:r>
                    <m:r>
                      <m:rPr>
                        <m:nor/>
                      </m:rPr>
                      <a:rPr lang="en-US" sz="2000">
                        <a:latin typeface="Times New Roman" panose="02020603050405020304" pitchFamily="18" charset="0"/>
                        <a:cs typeface="Times New Roman" panose="02020603050405020304" pitchFamily="18" charset="0"/>
                      </a:rPr>
                      <m:t> </m:t>
                    </m:r>
                    <m:r>
                      <m:rPr>
                        <m:nor/>
                      </m:rPr>
                      <a:rPr lang="en-US" sz="2000">
                        <a:latin typeface="Times New Roman" panose="02020603050405020304" pitchFamily="18" charset="0"/>
                        <a:cs typeface="Times New Roman" panose="02020603050405020304" pitchFamily="18" charset="0"/>
                      </a:rPr>
                      <m:t>is</m:t>
                    </m:r>
                  </m:oMath>
                </a14:m>
                <a:r>
                  <a:rPr lang="en-US" sz="2000" dirty="0" smtClean="0">
                    <a:latin typeface="Times New Roman" panose="02020603050405020304" pitchFamily="18" charset="0"/>
                    <a:cs typeface="Times New Roman" panose="02020603050405020304" pitchFamily="18" charset="0"/>
                  </a:rPr>
                  <a:t> denoted by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𝑂</m:t>
                        </m:r>
                      </m:e>
                      <m:sub>
                        <m:r>
                          <a:rPr lang="en-US" sz="2000" b="0" i="1" smtClean="0">
                            <a:latin typeface="Cambria Math" panose="02040503050406030204" pitchFamily="18" charset="0"/>
                          </a:rPr>
                          <m:t>𝑚</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𝑛</m:t>
                        </m:r>
                      </m:sub>
                    </m:sSub>
                  </m:oMath>
                </a14:m>
                <a:endParaRPr lang="en-US" sz="2000" dirty="0" smtClean="0">
                  <a:latin typeface="Times New Roman" panose="02020603050405020304" pitchFamily="18" charset="0"/>
                  <a:cs typeface="Times New Roman" panose="02020603050405020304" pitchFamily="18" charset="0"/>
                </a:endParaRPr>
              </a:p>
              <a:p>
                <a:r>
                  <a:rPr lang="en-US" sz="2000" dirty="0" smtClean="0">
                    <a:latin typeface="Times New Roman" panose="02020603050405020304" pitchFamily="18" charset="0"/>
                    <a:cs typeface="Times New Roman" panose="02020603050405020304" pitchFamily="18" charset="0"/>
                  </a:rPr>
                  <a:t>Ex. O=           is a 3</a:t>
                </a:r>
                <a14:m>
                  <m:oMath xmlns:m="http://schemas.openxmlformats.org/officeDocument/2006/math">
                    <m:r>
                      <a:rPr lang="en-US" sz="2000" i="1" smtClean="0">
                        <a:latin typeface="Cambria Math" panose="02040503050406030204" pitchFamily="18" charset="0"/>
                        <a:ea typeface="Cambria Math" panose="02040503050406030204" pitchFamily="18" charset="0"/>
                        <a:cs typeface="Times New Roman" panose="02020603050405020304" pitchFamily="18" charset="0"/>
                      </a:rPr>
                      <m:t>×</m:t>
                    </m:r>
                    <m:r>
                      <a:rPr lang="en-US" sz="2000" b="0" i="1" smtClean="0">
                        <a:latin typeface="Cambria Math" panose="02040503050406030204" pitchFamily="18" charset="0"/>
                        <a:ea typeface="Cambria Math" panose="02040503050406030204" pitchFamily="18" charset="0"/>
                        <a:cs typeface="Times New Roman" panose="02020603050405020304" pitchFamily="18" charset="0"/>
                      </a:rPr>
                      <m:t>2 </m:t>
                    </m:r>
                    <m:r>
                      <a:rPr lang="en-US" sz="2000" b="0" i="1" smtClean="0">
                        <a:latin typeface="Cambria Math" panose="02040503050406030204" pitchFamily="18" charset="0"/>
                        <a:ea typeface="Cambria Math" panose="02040503050406030204" pitchFamily="18" charset="0"/>
                        <a:cs typeface="Times New Roman" panose="02020603050405020304" pitchFamily="18" charset="0"/>
                      </a:rPr>
                      <m:t>𝑚𝑎𝑡𝑟𝑖𝑥</m:t>
                    </m:r>
                    <m:r>
                      <a:rPr lang="en-US" sz="2000" b="0" i="1" smtClean="0">
                        <a:latin typeface="Cambria Math" panose="02040503050406030204" pitchFamily="18" charset="0"/>
                        <a:ea typeface="Cambria Math" panose="02040503050406030204" pitchFamily="18" charset="0"/>
                        <a:cs typeface="Times New Roman" panose="02020603050405020304" pitchFamily="18" charset="0"/>
                      </a:rPr>
                      <m:t> </m:t>
                    </m:r>
                  </m:oMath>
                </a14:m>
                <a:endParaRPr lang="en-US" sz="2000" b="0" dirty="0" smtClean="0">
                  <a:latin typeface="Times New Roman" panose="02020603050405020304" pitchFamily="18" charset="0"/>
                  <a:ea typeface="Cambria Math" panose="02040503050406030204" pitchFamily="18" charset="0"/>
                  <a:cs typeface="Times New Roman" panose="02020603050405020304" pitchFamily="18" charset="0"/>
                </a:endParaRPr>
              </a:p>
              <a:p>
                <a:endParaRPr lang="en-US" sz="2000" dirty="0" smtClean="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smtClean="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Rectangular Matrix</a:t>
                </a:r>
                <a:r>
                  <a:rPr lang="en-US" sz="2000" b="1" dirty="0" smtClean="0">
                    <a:latin typeface="Times New Roman" panose="02020603050405020304" pitchFamily="18" charset="0"/>
                    <a:cs typeface="Times New Roman" panose="02020603050405020304" pitchFamily="18" charset="0"/>
                  </a:rPr>
                  <a:t>: B=</a:t>
                </a:r>
                <a14:m>
                  <m:oMath xmlns:m="http://schemas.openxmlformats.org/officeDocument/2006/math">
                    <m:r>
                      <a:rPr lang="en-US" sz="2000" b="1" i="1" smtClean="0">
                        <a:latin typeface="Cambria Math" panose="02040503050406030204" pitchFamily="18" charset="0"/>
                      </a:rPr>
                      <m:t> </m:t>
                    </m:r>
                  </m:oMath>
                </a14:m>
                <a:r>
                  <a:rPr lang="en-US" sz="2000" dirty="0" smtClean="0">
                    <a:latin typeface="Times New Roman" panose="02020603050405020304" pitchFamily="18" charset="0"/>
                    <a:cs typeface="Times New Roman" panose="02020603050405020304" pitchFamily="18" charset="0"/>
                  </a:rPr>
                  <a:t>[</a:t>
                </a:r>
                <a14:m>
                  <m:oMath xmlns:m="http://schemas.openxmlformats.org/officeDocument/2006/math">
                    <m:sSub>
                      <m:sSubPr>
                        <m:ctrlPr>
                          <a:rPr lang="en-US" sz="2000" i="1" dirty="0" smtClean="0">
                            <a:latin typeface="Cambria Math" panose="02040503050406030204" pitchFamily="18" charset="0"/>
                            <a:cs typeface="Times New Roman" panose="02020603050405020304" pitchFamily="18" charset="0"/>
                          </a:rPr>
                        </m:ctrlPr>
                      </m:sSubPr>
                      <m:e>
                        <m:sSub>
                          <m:sSubPr>
                            <m:ctrlPr>
                              <a:rPr lang="en-US" sz="2000" i="1" dirty="0" smtClean="0">
                                <a:latin typeface="Cambria Math" panose="02040503050406030204" pitchFamily="18" charset="0"/>
                                <a:cs typeface="Times New Roman" panose="02020603050405020304" pitchFamily="18" charset="0"/>
                              </a:rPr>
                            </m:ctrlPr>
                          </m:sSubPr>
                          <m:e>
                            <m:r>
                              <a:rPr lang="en-US" sz="2000" b="0" i="1" dirty="0" smtClean="0">
                                <a:latin typeface="Cambria Math" panose="02040503050406030204" pitchFamily="18" charset="0"/>
                                <a:cs typeface="Times New Roman" panose="02020603050405020304" pitchFamily="18" charset="0"/>
                              </a:rPr>
                              <m:t>𝑎</m:t>
                            </m:r>
                          </m:e>
                          <m:sub>
                            <m:r>
                              <a:rPr lang="en-US" sz="2000" b="0" i="1" dirty="0" smtClean="0">
                                <a:latin typeface="Cambria Math" panose="02040503050406030204" pitchFamily="18" charset="0"/>
                                <a:cs typeface="Times New Roman" panose="02020603050405020304" pitchFamily="18" charset="0"/>
                              </a:rPr>
                              <m:t>𝑖𝑗</m:t>
                            </m:r>
                          </m:sub>
                        </m:sSub>
                        <m:r>
                          <a:rPr lang="en-US" sz="2000" b="0" i="1" dirty="0" smtClean="0">
                            <a:latin typeface="Cambria Math" panose="02040503050406030204" pitchFamily="18" charset="0"/>
                            <a:cs typeface="Times New Roman" panose="02020603050405020304" pitchFamily="18" charset="0"/>
                          </a:rPr>
                          <m:t>]</m:t>
                        </m:r>
                      </m:e>
                      <m:sub>
                        <m:r>
                          <a:rPr lang="en-US" sz="2000" b="0" i="1" dirty="0" smtClean="0">
                            <a:latin typeface="Cambria Math" panose="02040503050406030204" pitchFamily="18" charset="0"/>
                            <a:cs typeface="Times New Roman" panose="02020603050405020304" pitchFamily="18" charset="0"/>
                          </a:rPr>
                          <m:t>𝑚</m:t>
                        </m:r>
                        <m:r>
                          <a:rPr lang="en-US"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r>
                          <a:rPr lang="en-US" sz="2000" b="0" i="1"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𝑛</m:t>
                        </m:r>
                      </m:sub>
                    </m:sSub>
                  </m:oMath>
                </a14:m>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and </a:t>
                </a:r>
                <a:r>
                  <a:rPr lang="en-US" sz="2000" dirty="0" smtClean="0">
                    <a:latin typeface="Times New Roman" panose="02020603050405020304" pitchFamily="18" charset="0"/>
                    <a:cs typeface="Times New Roman" panose="02020603050405020304" pitchFamily="18" charset="0"/>
                  </a:rPr>
                  <a:t>m</a:t>
                </a:r>
                <a14:m>
                  <m:oMath xmlns:m="http://schemas.openxmlformats.org/officeDocument/2006/math">
                    <m:r>
                      <a:rPr lang="en-US" sz="2000" i="1" smtClean="0">
                        <a:latin typeface="Cambria Math" panose="02040503050406030204" pitchFamily="18" charset="0"/>
                        <a:ea typeface="Cambria Math" panose="02040503050406030204" pitchFamily="18" charset="0"/>
                      </a:rPr>
                      <m:t>≠</m:t>
                    </m:r>
                  </m:oMath>
                </a14:m>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n then the matrix </a:t>
                </a:r>
                <a:r>
                  <a:rPr lang="en-US" sz="2000" dirty="0" smtClean="0">
                    <a:latin typeface="Times New Roman" panose="02020603050405020304" pitchFamily="18" charset="0"/>
                    <a:cs typeface="Times New Roman" panose="02020603050405020304" pitchFamily="18" charset="0"/>
                  </a:rPr>
                  <a:t>B </a:t>
                </a:r>
                <a:r>
                  <a:rPr lang="en-US" sz="2000" dirty="0">
                    <a:latin typeface="Times New Roman" panose="02020603050405020304" pitchFamily="18" charset="0"/>
                    <a:cs typeface="Times New Roman" panose="02020603050405020304" pitchFamily="18" charset="0"/>
                  </a:rPr>
                  <a:t>is called a “</a:t>
                </a:r>
                <a:r>
                  <a:rPr lang="en-US" sz="2000" dirty="0" smtClean="0">
                    <a:latin typeface="Times New Roman" panose="02020603050405020304" pitchFamily="18" charset="0"/>
                    <a:cs typeface="Times New Roman" panose="02020603050405020304" pitchFamily="18" charset="0"/>
                  </a:rPr>
                  <a:t>Rectangular Matrix”</a:t>
                </a:r>
              </a:p>
              <a:p>
                <a:r>
                  <a:rPr lang="en-US" sz="2000" dirty="0" smtClean="0">
                    <a:latin typeface="Times New Roman" panose="02020603050405020304" pitchFamily="18" charset="0"/>
                    <a:cs typeface="Times New Roman" panose="02020603050405020304" pitchFamily="18" charset="0"/>
                  </a:rPr>
                  <a:t>Ex. B=</a:t>
                </a:r>
              </a:p>
              <a:p>
                <a:endParaRPr lang="en-US" sz="2000" dirty="0">
                  <a:latin typeface="Times New Roman" panose="02020603050405020304" pitchFamily="18" charset="0"/>
                  <a:cs typeface="Times New Roman" panose="02020603050405020304" pitchFamily="18" charset="0"/>
                </a:endParaRPr>
              </a:p>
              <a:p>
                <a:endParaRPr lang="en-US" sz="2000" dirty="0" smtClean="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Square Matrix: </a:t>
                </a:r>
                <a:r>
                  <a:rPr lang="en-US" sz="2000" dirty="0" smtClean="0">
                    <a:latin typeface="Times New Roman" panose="02020603050405020304" pitchFamily="18" charset="0"/>
                    <a:cs typeface="Times New Roman" panose="02020603050405020304" pitchFamily="18" charset="0"/>
                  </a:rPr>
                  <a:t>If </a:t>
                </a:r>
                <a:r>
                  <a:rPr lang="en-US" sz="2000" b="1" dirty="0" smtClean="0">
                    <a:solidFill>
                      <a:srgbClr val="000000"/>
                    </a:solidFill>
                    <a:latin typeface="Times New Roman" panose="02020603050405020304" pitchFamily="18" charset="0"/>
                    <a:cs typeface="Times New Roman" panose="02020603050405020304" pitchFamily="18" charset="0"/>
                  </a:rPr>
                  <a:t>B</a:t>
                </a:r>
                <a:r>
                  <a:rPr lang="en-US" sz="2000" b="1" dirty="0">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r>
                      <a:rPr lang="en-US" sz="2000" b="1" i="1">
                        <a:solidFill>
                          <a:srgbClr val="000000"/>
                        </a:solidFill>
                        <a:latin typeface="Cambria Math" panose="02040503050406030204" pitchFamily="18" charset="0"/>
                      </a:rPr>
                      <m:t> </m:t>
                    </m:r>
                  </m:oMath>
                </a14:m>
                <a:r>
                  <a:rPr lang="en-US" sz="2000" dirty="0">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sSub>
                      <m:sSubPr>
                        <m:ctrlPr>
                          <a:rPr lang="en-US" sz="2000" i="1" dirty="0">
                            <a:solidFill>
                              <a:srgbClr val="000000"/>
                            </a:solidFill>
                            <a:latin typeface="Cambria Math" panose="02040503050406030204" pitchFamily="18" charset="0"/>
                            <a:cs typeface="Times New Roman" panose="02020603050405020304" pitchFamily="18" charset="0"/>
                          </a:rPr>
                        </m:ctrlPr>
                      </m:sSubPr>
                      <m:e>
                        <m:sSub>
                          <m:sSubPr>
                            <m:ctrlPr>
                              <a:rPr lang="en-US" sz="2000" i="1" dirty="0">
                                <a:solidFill>
                                  <a:srgbClr val="000000"/>
                                </a:solidFill>
                                <a:latin typeface="Cambria Math" panose="02040503050406030204" pitchFamily="18" charset="0"/>
                                <a:cs typeface="Times New Roman" panose="02020603050405020304" pitchFamily="18" charset="0"/>
                              </a:rPr>
                            </m:ctrlPr>
                          </m:sSubPr>
                          <m:e>
                            <m:r>
                              <a:rPr lang="en-US" sz="2000" i="1" dirty="0">
                                <a:solidFill>
                                  <a:srgbClr val="000000"/>
                                </a:solidFill>
                                <a:latin typeface="Cambria Math" panose="02040503050406030204" pitchFamily="18" charset="0"/>
                                <a:cs typeface="Times New Roman" panose="02020603050405020304" pitchFamily="18" charset="0"/>
                              </a:rPr>
                              <m:t>𝑎</m:t>
                            </m:r>
                          </m:e>
                          <m:sub>
                            <m:r>
                              <a:rPr lang="en-US" sz="2000" i="1" dirty="0">
                                <a:solidFill>
                                  <a:srgbClr val="000000"/>
                                </a:solidFill>
                                <a:latin typeface="Cambria Math" panose="02040503050406030204" pitchFamily="18" charset="0"/>
                                <a:cs typeface="Times New Roman" panose="02020603050405020304" pitchFamily="18" charset="0"/>
                              </a:rPr>
                              <m:t>𝑖𝑗</m:t>
                            </m:r>
                          </m:sub>
                        </m:sSub>
                        <m:r>
                          <a:rPr lang="en-US" sz="2000" i="1" dirty="0">
                            <a:solidFill>
                              <a:srgbClr val="000000"/>
                            </a:solidFill>
                            <a:latin typeface="Cambria Math" panose="02040503050406030204" pitchFamily="18" charset="0"/>
                            <a:cs typeface="Times New Roman" panose="02020603050405020304" pitchFamily="18" charset="0"/>
                          </a:rPr>
                          <m:t>]</m:t>
                        </m:r>
                      </m:e>
                      <m:sub>
                        <m:r>
                          <a:rPr lang="en-US" sz="2000" i="1" dirty="0">
                            <a:solidFill>
                              <a:srgbClr val="000000"/>
                            </a:solidFill>
                            <a:latin typeface="Cambria Math" panose="02040503050406030204" pitchFamily="18" charset="0"/>
                            <a:cs typeface="Times New Roman" panose="02020603050405020304" pitchFamily="18" charset="0"/>
                          </a:rPr>
                          <m:t>𝑚</m:t>
                        </m:r>
                        <m:r>
                          <a:rPr lang="en-US"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r>
                          <a:rPr lang="en-US"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𝑛</m:t>
                        </m:r>
                      </m:sub>
                    </m:sSub>
                  </m:oMath>
                </a14:m>
                <a:r>
                  <a:rPr lang="en-US" sz="2000" dirty="0">
                    <a:latin typeface="Times New Roman" panose="02020603050405020304" pitchFamily="18" charset="0"/>
                    <a:cs typeface="Times New Roman" panose="02020603050405020304" pitchFamily="18" charset="0"/>
                  </a:rPr>
                  <a:t>and m = n then </a:t>
                </a:r>
                <a:r>
                  <a:rPr lang="en-US" sz="2000" dirty="0" smtClean="0">
                    <a:latin typeface="Times New Roman" panose="02020603050405020304" pitchFamily="18" charset="0"/>
                    <a:cs typeface="Times New Roman" panose="02020603050405020304" pitchFamily="18" charset="0"/>
                  </a:rPr>
                  <a:t>B </a:t>
                </a:r>
                <a:r>
                  <a:rPr lang="en-US" sz="2000" dirty="0">
                    <a:latin typeface="Times New Roman" panose="02020603050405020304" pitchFamily="18" charset="0"/>
                    <a:cs typeface="Times New Roman" panose="02020603050405020304" pitchFamily="18" charset="0"/>
                  </a:rPr>
                  <a:t>is called a “Square Matrix</a:t>
                </a:r>
                <a:r>
                  <a:rPr lang="en-US" sz="2000" dirty="0" smtClean="0">
                    <a:latin typeface="Times New Roman" panose="02020603050405020304" pitchFamily="18" charset="0"/>
                    <a:cs typeface="Times New Roman" panose="02020603050405020304" pitchFamily="18" charset="0"/>
                  </a:rPr>
                  <a:t>”.</a:t>
                </a:r>
              </a:p>
              <a:p>
                <a:r>
                  <a:rPr lang="en-US" sz="2000" dirty="0" smtClean="0">
                    <a:latin typeface="Times New Roman" panose="02020603050405020304" pitchFamily="18" charset="0"/>
                    <a:cs typeface="Times New Roman" panose="02020603050405020304" pitchFamily="18" charset="0"/>
                  </a:rPr>
                  <a:t>Ex. B=</a:t>
                </a:r>
              </a:p>
              <a:p>
                <a:endParaRPr lang="en-US" sz="2000" dirty="0">
                  <a:latin typeface="Times New Roman" panose="02020603050405020304" pitchFamily="18" charset="0"/>
                  <a:cs typeface="Times New Roman" panose="02020603050405020304" pitchFamily="18" charset="0"/>
                </a:endParaRPr>
              </a:p>
              <a:p>
                <a:endParaRPr lang="en-US" sz="2000" dirty="0" smtClean="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r>
                  <a:rPr lang="en-US" sz="2000" b="1" dirty="0">
                    <a:latin typeface="TimesNewRomanPS-BoldMT"/>
                  </a:rPr>
                  <a:t>Lower Triangular Matrix: </a:t>
                </a:r>
                <a:r>
                  <a:rPr lang="en-US" sz="2000" dirty="0">
                    <a:latin typeface="TimesNewRomanPSMT"/>
                  </a:rPr>
                  <a:t>A square </a:t>
                </a:r>
                <a:r>
                  <a:rPr lang="en-US" sz="2000" dirty="0" smtClean="0">
                    <a:latin typeface="TimesNewRomanPSMT"/>
                  </a:rPr>
                  <a:t>Matrix </a:t>
                </a:r>
                <a:r>
                  <a:rPr lang="en-US" sz="2000" b="1" dirty="0" smtClean="0">
                    <a:solidFill>
                      <a:srgbClr val="000000"/>
                    </a:solidFill>
                    <a:latin typeface="Times New Roman" panose="02020603050405020304" pitchFamily="18" charset="0"/>
                    <a:cs typeface="Times New Roman" panose="02020603050405020304" pitchFamily="18" charset="0"/>
                  </a:rPr>
                  <a:t>B</a:t>
                </a:r>
                <a:r>
                  <a:rPr lang="en-US" sz="2000" b="1" dirty="0">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r>
                      <a:rPr lang="en-US" sz="2000" b="1" i="1">
                        <a:solidFill>
                          <a:srgbClr val="000000"/>
                        </a:solidFill>
                        <a:latin typeface="Cambria Math" panose="02040503050406030204" pitchFamily="18" charset="0"/>
                      </a:rPr>
                      <m:t> </m:t>
                    </m:r>
                  </m:oMath>
                </a14:m>
                <a:r>
                  <a:rPr lang="en-US" sz="2000" dirty="0">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sSub>
                      <m:sSubPr>
                        <m:ctrlPr>
                          <a:rPr lang="en-US" sz="2000" i="1" dirty="0">
                            <a:solidFill>
                              <a:srgbClr val="000000"/>
                            </a:solidFill>
                            <a:latin typeface="Cambria Math" panose="02040503050406030204" pitchFamily="18" charset="0"/>
                            <a:cs typeface="Times New Roman" panose="02020603050405020304" pitchFamily="18" charset="0"/>
                          </a:rPr>
                        </m:ctrlPr>
                      </m:sSubPr>
                      <m:e>
                        <m:sSub>
                          <m:sSubPr>
                            <m:ctrlPr>
                              <a:rPr lang="en-US" sz="2000" i="1" dirty="0">
                                <a:solidFill>
                                  <a:srgbClr val="000000"/>
                                </a:solidFill>
                                <a:latin typeface="Cambria Math" panose="02040503050406030204" pitchFamily="18" charset="0"/>
                                <a:cs typeface="Times New Roman" panose="02020603050405020304" pitchFamily="18" charset="0"/>
                              </a:rPr>
                            </m:ctrlPr>
                          </m:sSubPr>
                          <m:e>
                            <m:r>
                              <a:rPr lang="en-US" sz="2000" i="1" dirty="0">
                                <a:solidFill>
                                  <a:srgbClr val="000000"/>
                                </a:solidFill>
                                <a:latin typeface="Cambria Math" panose="02040503050406030204" pitchFamily="18" charset="0"/>
                                <a:cs typeface="Times New Roman" panose="02020603050405020304" pitchFamily="18" charset="0"/>
                              </a:rPr>
                              <m:t>𝑎</m:t>
                            </m:r>
                          </m:e>
                          <m:sub>
                            <m:r>
                              <a:rPr lang="en-US" sz="2000" i="1" dirty="0">
                                <a:solidFill>
                                  <a:srgbClr val="000000"/>
                                </a:solidFill>
                                <a:latin typeface="Cambria Math" panose="02040503050406030204" pitchFamily="18" charset="0"/>
                                <a:cs typeface="Times New Roman" panose="02020603050405020304" pitchFamily="18" charset="0"/>
                              </a:rPr>
                              <m:t>𝑖𝑗</m:t>
                            </m:r>
                          </m:sub>
                        </m:sSub>
                        <m:r>
                          <a:rPr lang="en-US" sz="2000" i="1" dirty="0">
                            <a:solidFill>
                              <a:srgbClr val="000000"/>
                            </a:solidFill>
                            <a:latin typeface="Cambria Math" panose="02040503050406030204" pitchFamily="18" charset="0"/>
                            <a:cs typeface="Times New Roman" panose="02020603050405020304" pitchFamily="18" charset="0"/>
                          </a:rPr>
                          <m:t>]</m:t>
                        </m:r>
                      </m:e>
                      <m:sub>
                        <m:r>
                          <a:rPr lang="en-US" sz="2000" b="0" i="1" dirty="0" smtClean="0">
                            <a:solidFill>
                              <a:srgbClr val="000000"/>
                            </a:solidFill>
                            <a:latin typeface="Cambria Math" panose="02040503050406030204" pitchFamily="18" charset="0"/>
                            <a:cs typeface="Times New Roman" panose="02020603050405020304" pitchFamily="18" charset="0"/>
                          </a:rPr>
                          <m:t>𝑛</m:t>
                        </m:r>
                        <m:r>
                          <a:rPr lang="en-US"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r>
                          <a:rPr lang="en-US"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𝑛</m:t>
                        </m:r>
                      </m:sub>
                    </m:sSub>
                  </m:oMath>
                </a14:m>
                <a:r>
                  <a:rPr lang="en-US" sz="2000" dirty="0" smtClean="0">
                    <a:latin typeface="Times New Roman" panose="02020603050405020304" pitchFamily="18" charset="0"/>
                    <a:cs typeface="Times New Roman" panose="02020603050405020304" pitchFamily="18" charset="0"/>
                  </a:rPr>
                  <a:t> </a:t>
                </a:r>
                <a:r>
                  <a:rPr lang="en-US" sz="2000" dirty="0">
                    <a:latin typeface="TimesNewRomanPSMT"/>
                  </a:rPr>
                  <a:t>is said to be lower Triangular</a:t>
                </a:r>
              </a:p>
              <a:p>
                <a:r>
                  <a:rPr lang="en-US" sz="2000" dirty="0">
                    <a:latin typeface="TimesNewRomanPSMT"/>
                  </a:rPr>
                  <a:t>of </a:t>
                </a:r>
                <a:r>
                  <a:rPr lang="en-US" sz="2000" i="1" dirty="0" smtClean="0">
                    <a:latin typeface="TimesNewRomanPS-ItalicMT"/>
                  </a:rPr>
                  <a:t> </a:t>
                </a:r>
                <a14:m>
                  <m:oMath xmlns:m="http://schemas.openxmlformats.org/officeDocument/2006/math">
                    <m:sSub>
                      <m:sSubPr>
                        <m:ctrlPr>
                          <a:rPr lang="en-US" sz="2000" i="1" dirty="0">
                            <a:solidFill>
                              <a:srgbClr val="000000"/>
                            </a:solidFill>
                            <a:latin typeface="Cambria Math" panose="02040503050406030204" pitchFamily="18" charset="0"/>
                            <a:cs typeface="Times New Roman" panose="02020603050405020304" pitchFamily="18" charset="0"/>
                          </a:rPr>
                        </m:ctrlPr>
                      </m:sSubPr>
                      <m:e>
                        <m:r>
                          <a:rPr lang="en-US" sz="2000" i="1" dirty="0">
                            <a:solidFill>
                              <a:srgbClr val="000000"/>
                            </a:solidFill>
                            <a:latin typeface="Cambria Math" panose="02040503050406030204" pitchFamily="18" charset="0"/>
                            <a:cs typeface="Times New Roman" panose="02020603050405020304" pitchFamily="18" charset="0"/>
                          </a:rPr>
                          <m:t>𝑎</m:t>
                        </m:r>
                      </m:e>
                      <m:sub>
                        <m:r>
                          <a:rPr lang="en-US" sz="2000" i="1" dirty="0">
                            <a:solidFill>
                              <a:srgbClr val="000000"/>
                            </a:solidFill>
                            <a:latin typeface="Cambria Math" panose="02040503050406030204" pitchFamily="18" charset="0"/>
                            <a:cs typeface="Times New Roman" panose="02020603050405020304" pitchFamily="18" charset="0"/>
                          </a:rPr>
                          <m:t>𝑖𝑗</m:t>
                        </m:r>
                      </m:sub>
                    </m:sSub>
                  </m:oMath>
                </a14:m>
                <a:r>
                  <a:rPr lang="en-US" sz="2000" dirty="0">
                    <a:latin typeface="TimesNewRomanPSMT"/>
                  </a:rPr>
                  <a:t>= 0 if </a:t>
                </a:r>
                <a:r>
                  <a:rPr lang="en-US" sz="2000" dirty="0" err="1">
                    <a:latin typeface="TimesNewRomanPSMT"/>
                  </a:rPr>
                  <a:t>i</a:t>
                </a:r>
                <a:r>
                  <a:rPr lang="en-US" sz="2000" dirty="0">
                    <a:latin typeface="TimesNewRomanPSMT"/>
                  </a:rPr>
                  <a:t> &lt;j i.e. if all the elements above the principle diagonal are zeros</a:t>
                </a:r>
                <a:r>
                  <a:rPr lang="en-US" sz="2000" dirty="0" smtClean="0">
                    <a:latin typeface="TimesNewRomanPSMT"/>
                  </a:rPr>
                  <a:t>.</a:t>
                </a:r>
              </a:p>
              <a:p>
                <a:endParaRPr lang="en-US" sz="2000" dirty="0" smtClean="0">
                  <a:latin typeface="TimesNewRomanPSMT"/>
                  <a:cs typeface="Times New Roman" panose="02020603050405020304" pitchFamily="18" charset="0"/>
                </a:endParaRPr>
              </a:p>
              <a:p>
                <a:r>
                  <a:rPr lang="en-US" sz="2000" dirty="0" smtClean="0">
                    <a:latin typeface="TimesNewRomanPSMT"/>
                    <a:cs typeface="Times New Roman" panose="02020603050405020304" pitchFamily="18" charset="0"/>
                  </a:rPr>
                  <a:t>Ex. </a:t>
                </a:r>
                <a:r>
                  <a:rPr lang="en-US" sz="2000" dirty="0">
                    <a:latin typeface="TimesNewRomanPSMT"/>
                    <a:cs typeface="Times New Roman" panose="02020603050405020304" pitchFamily="18" charset="0"/>
                  </a:rPr>
                  <a:t>B</a:t>
                </a:r>
                <a:r>
                  <a:rPr lang="en-US" sz="2000" dirty="0" smtClean="0">
                    <a:latin typeface="TimesNewRomanPSMT"/>
                    <a:cs typeface="Times New Roman" panose="02020603050405020304" pitchFamily="18" charset="0"/>
                  </a:rPr>
                  <a:t>=</a:t>
                </a:r>
                <a:endParaRPr lang="en-US" sz="2000" dirty="0" smtClean="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p:txBody>
          </p:sp>
        </mc:Choice>
        <mc:Fallback xmlns="">
          <p:sp>
            <p:nvSpPr>
              <p:cNvPr id="3" name="Rectangle 2"/>
              <p:cNvSpPr>
                <a:spLocks noRot="1" noChangeAspect="1" noMove="1" noResize="1" noEditPoints="1" noAdjustHandles="1" noChangeArrowheads="1" noChangeShapeType="1" noTextEdit="1"/>
              </p:cNvSpPr>
              <p:nvPr/>
            </p:nvSpPr>
            <p:spPr>
              <a:xfrm>
                <a:off x="174224" y="215122"/>
                <a:ext cx="11546721" cy="6371296"/>
              </a:xfrm>
              <a:prstGeom prst="rect">
                <a:avLst/>
              </a:prstGeom>
              <a:blipFill>
                <a:blip r:embed="rId3"/>
                <a:stretch>
                  <a:fillRect l="-581" t="-478"/>
                </a:stretch>
              </a:blipFill>
            </p:spPr>
            <p:txBody>
              <a:bodyPr/>
              <a:lstStyle/>
              <a:p>
                <a:r>
                  <a:rPr lang="en-US">
                    <a:noFill/>
                  </a:rPr>
                  <a:t> </a:t>
                </a:r>
              </a:p>
            </p:txBody>
          </p:sp>
        </mc:Fallback>
      </mc:AlternateContent>
      <p:graphicFrame>
        <p:nvGraphicFramePr>
          <p:cNvPr id="4" name="Object 3"/>
          <p:cNvGraphicFramePr>
            <a:graphicFrameLocks noChangeAspect="1"/>
          </p:cNvGraphicFramePr>
          <p:nvPr>
            <p:extLst>
              <p:ext uri="{D42A27DB-BD31-4B8C-83A1-F6EECF244321}">
                <p14:modId xmlns:p14="http://schemas.microsoft.com/office/powerpoint/2010/main" val="1144680331"/>
              </p:ext>
            </p:extLst>
          </p:nvPr>
        </p:nvGraphicFramePr>
        <p:xfrm>
          <a:off x="1074305" y="517898"/>
          <a:ext cx="622300" cy="711200"/>
        </p:xfrm>
        <a:graphic>
          <a:graphicData uri="http://schemas.openxmlformats.org/presentationml/2006/ole">
            <mc:AlternateContent xmlns:mc="http://schemas.openxmlformats.org/markup-compatibility/2006">
              <mc:Choice xmlns:v="urn:schemas-microsoft-com:vml" Requires="v">
                <p:oleObj spid="_x0000_s2496" name="Equation" r:id="rId4" imgW="622080" imgH="711000" progId="Equation.3">
                  <p:embed/>
                </p:oleObj>
              </mc:Choice>
              <mc:Fallback>
                <p:oleObj name="Equation" r:id="rId4" imgW="622080" imgH="711000" progId="Equation.3">
                  <p:embed/>
                  <p:pic>
                    <p:nvPicPr>
                      <p:cNvPr id="0" name=""/>
                      <p:cNvPicPr/>
                      <p:nvPr/>
                    </p:nvPicPr>
                    <p:blipFill>
                      <a:blip r:embed="rId5"/>
                      <a:stretch>
                        <a:fillRect/>
                      </a:stretch>
                    </p:blipFill>
                    <p:spPr>
                      <a:xfrm>
                        <a:off x="1074305" y="517898"/>
                        <a:ext cx="622300" cy="711200"/>
                      </a:xfrm>
                      <a:prstGeom prst="rect">
                        <a:avLst/>
                      </a:prstGeom>
                    </p:spPr>
                  </p:pic>
                </p:oleObj>
              </mc:Fallback>
            </mc:AlternateContent>
          </a:graphicData>
        </a:graphic>
      </p:graphicFrame>
      <p:graphicFrame>
        <p:nvGraphicFramePr>
          <p:cNvPr id="6" name="Object 5"/>
          <p:cNvGraphicFramePr>
            <a:graphicFrameLocks noChangeAspect="1"/>
          </p:cNvGraphicFramePr>
          <p:nvPr>
            <p:extLst>
              <p:ext uri="{D42A27DB-BD31-4B8C-83A1-F6EECF244321}">
                <p14:modId xmlns:p14="http://schemas.microsoft.com/office/powerpoint/2010/main" val="2801991740"/>
              </p:ext>
            </p:extLst>
          </p:nvPr>
        </p:nvGraphicFramePr>
        <p:xfrm>
          <a:off x="1074305" y="2144713"/>
          <a:ext cx="1524000" cy="736600"/>
        </p:xfrm>
        <a:graphic>
          <a:graphicData uri="http://schemas.openxmlformats.org/presentationml/2006/ole">
            <mc:AlternateContent xmlns:mc="http://schemas.openxmlformats.org/markup-compatibility/2006">
              <mc:Choice xmlns:v="urn:schemas-microsoft-com:vml" Requires="v">
                <p:oleObj spid="_x0000_s2497" name="Equation" r:id="rId6" imgW="1523880" imgH="736560" progId="Equation.3">
                  <p:embed/>
                </p:oleObj>
              </mc:Choice>
              <mc:Fallback>
                <p:oleObj name="Equation" r:id="rId6" imgW="1523880" imgH="736560" progId="Equation.3">
                  <p:embed/>
                  <p:pic>
                    <p:nvPicPr>
                      <p:cNvPr id="0" name=""/>
                      <p:cNvPicPr/>
                      <p:nvPr/>
                    </p:nvPicPr>
                    <p:blipFill>
                      <a:blip r:embed="rId7"/>
                      <a:stretch>
                        <a:fillRect/>
                      </a:stretch>
                    </p:blipFill>
                    <p:spPr>
                      <a:xfrm>
                        <a:off x="1074305" y="2144713"/>
                        <a:ext cx="1524000" cy="736600"/>
                      </a:xfrm>
                      <a:prstGeom prst="rect">
                        <a:avLst/>
                      </a:prstGeom>
                    </p:spPr>
                  </p:pic>
                </p:oleObj>
              </mc:Fallback>
            </mc:AlternateContent>
          </a:graphicData>
        </a:graphic>
      </p:graphicFrame>
      <p:graphicFrame>
        <p:nvGraphicFramePr>
          <p:cNvPr id="7" name="Object 6"/>
          <p:cNvGraphicFramePr>
            <a:graphicFrameLocks noChangeAspect="1"/>
          </p:cNvGraphicFramePr>
          <p:nvPr>
            <p:extLst>
              <p:ext uri="{D42A27DB-BD31-4B8C-83A1-F6EECF244321}">
                <p14:modId xmlns:p14="http://schemas.microsoft.com/office/powerpoint/2010/main" val="3715237054"/>
              </p:ext>
            </p:extLst>
          </p:nvPr>
        </p:nvGraphicFramePr>
        <p:xfrm>
          <a:off x="1125105" y="3400282"/>
          <a:ext cx="1473200" cy="1079500"/>
        </p:xfrm>
        <a:graphic>
          <a:graphicData uri="http://schemas.openxmlformats.org/presentationml/2006/ole">
            <mc:AlternateContent xmlns:mc="http://schemas.openxmlformats.org/markup-compatibility/2006">
              <mc:Choice xmlns:v="urn:schemas-microsoft-com:vml" Requires="v">
                <p:oleObj spid="_x0000_s2498" name="Equation" r:id="rId8" imgW="1473120" imgH="1079280" progId="Equation.3">
                  <p:embed/>
                </p:oleObj>
              </mc:Choice>
              <mc:Fallback>
                <p:oleObj name="Equation" r:id="rId8" imgW="1473120" imgH="1079280" progId="Equation.3">
                  <p:embed/>
                  <p:pic>
                    <p:nvPicPr>
                      <p:cNvPr id="0" name=""/>
                      <p:cNvPicPr/>
                      <p:nvPr/>
                    </p:nvPicPr>
                    <p:blipFill>
                      <a:blip r:embed="rId9"/>
                      <a:stretch>
                        <a:fillRect/>
                      </a:stretch>
                    </p:blipFill>
                    <p:spPr>
                      <a:xfrm>
                        <a:off x="1125105" y="3400282"/>
                        <a:ext cx="1473200" cy="1079500"/>
                      </a:xfrm>
                      <a:prstGeom prst="rect">
                        <a:avLst/>
                      </a:prstGeom>
                    </p:spPr>
                  </p:pic>
                </p:oleObj>
              </mc:Fallback>
            </mc:AlternateContent>
          </a:graphicData>
        </a:graphic>
      </p:graphicFrame>
      <p:graphicFrame>
        <p:nvGraphicFramePr>
          <p:cNvPr id="8" name="Object 7"/>
          <p:cNvGraphicFramePr>
            <a:graphicFrameLocks noChangeAspect="1"/>
          </p:cNvGraphicFramePr>
          <p:nvPr>
            <p:extLst>
              <p:ext uri="{D42A27DB-BD31-4B8C-83A1-F6EECF244321}">
                <p14:modId xmlns:p14="http://schemas.microsoft.com/office/powerpoint/2010/main" val="3475925001"/>
              </p:ext>
            </p:extLst>
          </p:nvPr>
        </p:nvGraphicFramePr>
        <p:xfrm>
          <a:off x="1267113" y="5766403"/>
          <a:ext cx="1511300" cy="1079500"/>
        </p:xfrm>
        <a:graphic>
          <a:graphicData uri="http://schemas.openxmlformats.org/presentationml/2006/ole">
            <mc:AlternateContent xmlns:mc="http://schemas.openxmlformats.org/markup-compatibility/2006">
              <mc:Choice xmlns:v="urn:schemas-microsoft-com:vml" Requires="v">
                <p:oleObj spid="_x0000_s2499" name="Equation" r:id="rId10" imgW="1511280" imgH="1079280" progId="Equation.3">
                  <p:embed/>
                </p:oleObj>
              </mc:Choice>
              <mc:Fallback>
                <p:oleObj name="Equation" r:id="rId10" imgW="1511280" imgH="1079280" progId="Equation.3">
                  <p:embed/>
                  <p:pic>
                    <p:nvPicPr>
                      <p:cNvPr id="0" name=""/>
                      <p:cNvPicPr/>
                      <p:nvPr/>
                    </p:nvPicPr>
                    <p:blipFill>
                      <a:blip r:embed="rId11"/>
                      <a:stretch>
                        <a:fillRect/>
                      </a:stretch>
                    </p:blipFill>
                    <p:spPr>
                      <a:xfrm>
                        <a:off x="1267113" y="5766403"/>
                        <a:ext cx="1511300" cy="1079500"/>
                      </a:xfrm>
                      <a:prstGeom prst="rect">
                        <a:avLst/>
                      </a:prstGeom>
                    </p:spPr>
                  </p:pic>
                </p:oleObj>
              </mc:Fallback>
            </mc:AlternateContent>
          </a:graphicData>
        </a:graphic>
      </p:graphicFrame>
    </p:spTree>
    <p:extLst>
      <p:ext uri="{BB962C8B-B14F-4D97-AF65-F5344CB8AC3E}">
        <p14:creationId xmlns:p14="http://schemas.microsoft.com/office/powerpoint/2010/main" val="9949010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1"/>
              <p:cNvSpPr/>
              <p:nvPr/>
            </p:nvSpPr>
            <p:spPr>
              <a:xfrm>
                <a:off x="251278" y="228647"/>
                <a:ext cx="11608213" cy="6198813"/>
              </a:xfrm>
              <a:prstGeom prst="rect">
                <a:avLst/>
              </a:prstGeom>
            </p:spPr>
            <p:txBody>
              <a:bodyPr wrap="square">
                <a:spAutoFit/>
              </a:bodyPr>
              <a:lstStyle/>
              <a:p>
                <a:pPr lvl="0"/>
                <a:r>
                  <a:rPr lang="en-US" sz="2000" b="1" dirty="0" smtClean="0">
                    <a:latin typeface="Times New Roman" panose="02020603050405020304" pitchFamily="18" charset="0"/>
                    <a:cs typeface="Times New Roman" panose="02020603050405020304" pitchFamily="18" charset="0"/>
                  </a:rPr>
                  <a:t>Upper Triangular Matrix: </a:t>
                </a:r>
                <a:r>
                  <a:rPr lang="en-US" sz="2000" dirty="0" smtClean="0">
                    <a:latin typeface="Times New Roman" panose="02020603050405020304" pitchFamily="18" charset="0"/>
                    <a:cs typeface="Times New Roman" panose="02020603050405020304" pitchFamily="18" charset="0"/>
                  </a:rPr>
                  <a:t>A </a:t>
                </a:r>
                <a:r>
                  <a:rPr lang="en-US" sz="2000" dirty="0">
                    <a:latin typeface="Times New Roman" panose="02020603050405020304" pitchFamily="18" charset="0"/>
                    <a:cs typeface="Times New Roman" panose="02020603050405020304" pitchFamily="18" charset="0"/>
                  </a:rPr>
                  <a:t>square Matrix</a:t>
                </a:r>
                <a:r>
                  <a:rPr lang="en-US" sz="2000" b="1" dirty="0" smtClean="0">
                    <a:latin typeface="Times New Roman" panose="02020603050405020304" pitchFamily="18" charset="0"/>
                    <a:cs typeface="Times New Roman" panose="02020603050405020304" pitchFamily="18" charset="0"/>
                  </a:rPr>
                  <a:t> </a:t>
                </a:r>
                <a:r>
                  <a:rPr lang="en-US" sz="2000" b="1" dirty="0">
                    <a:solidFill>
                      <a:srgbClr val="000000"/>
                    </a:solidFill>
                    <a:latin typeface="Times New Roman" panose="02020603050405020304" pitchFamily="18" charset="0"/>
                    <a:cs typeface="Times New Roman" panose="02020603050405020304" pitchFamily="18" charset="0"/>
                  </a:rPr>
                  <a:t>B=</a:t>
                </a:r>
                <a14:m>
                  <m:oMath xmlns:m="http://schemas.openxmlformats.org/officeDocument/2006/math">
                    <m:r>
                      <a:rPr lang="en-US" sz="2000" b="1" i="1">
                        <a:solidFill>
                          <a:srgbClr val="000000"/>
                        </a:solidFill>
                        <a:latin typeface="Cambria Math" panose="02040503050406030204" pitchFamily="18" charset="0"/>
                      </a:rPr>
                      <m:t> </m:t>
                    </m:r>
                  </m:oMath>
                </a14:m>
                <a:r>
                  <a:rPr lang="en-US" sz="2000" dirty="0">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sSub>
                      <m:sSubPr>
                        <m:ctrlPr>
                          <a:rPr lang="en-US" sz="2000" i="1" dirty="0">
                            <a:solidFill>
                              <a:srgbClr val="000000"/>
                            </a:solidFill>
                            <a:latin typeface="Cambria Math" panose="02040503050406030204" pitchFamily="18" charset="0"/>
                            <a:cs typeface="Times New Roman" panose="02020603050405020304" pitchFamily="18" charset="0"/>
                          </a:rPr>
                        </m:ctrlPr>
                      </m:sSubPr>
                      <m:e>
                        <m:sSub>
                          <m:sSubPr>
                            <m:ctrlPr>
                              <a:rPr lang="en-US" sz="2000" i="1" dirty="0">
                                <a:solidFill>
                                  <a:srgbClr val="000000"/>
                                </a:solidFill>
                                <a:latin typeface="Cambria Math" panose="02040503050406030204" pitchFamily="18" charset="0"/>
                                <a:cs typeface="Times New Roman" panose="02020603050405020304" pitchFamily="18" charset="0"/>
                              </a:rPr>
                            </m:ctrlPr>
                          </m:sSubPr>
                          <m:e>
                            <m:r>
                              <a:rPr lang="en-US" sz="2000" i="1" dirty="0">
                                <a:solidFill>
                                  <a:srgbClr val="000000"/>
                                </a:solidFill>
                                <a:latin typeface="Cambria Math" panose="02040503050406030204" pitchFamily="18" charset="0"/>
                                <a:cs typeface="Times New Roman" panose="02020603050405020304" pitchFamily="18" charset="0"/>
                              </a:rPr>
                              <m:t>𝑎</m:t>
                            </m:r>
                          </m:e>
                          <m:sub>
                            <m:r>
                              <a:rPr lang="en-US" sz="2000" i="1" dirty="0">
                                <a:solidFill>
                                  <a:srgbClr val="000000"/>
                                </a:solidFill>
                                <a:latin typeface="Cambria Math" panose="02040503050406030204" pitchFamily="18" charset="0"/>
                                <a:cs typeface="Times New Roman" panose="02020603050405020304" pitchFamily="18" charset="0"/>
                              </a:rPr>
                              <m:t>𝑖𝑗</m:t>
                            </m:r>
                          </m:sub>
                        </m:sSub>
                        <m:r>
                          <a:rPr lang="en-US" sz="2000" i="1" dirty="0">
                            <a:solidFill>
                              <a:srgbClr val="000000"/>
                            </a:solidFill>
                            <a:latin typeface="Cambria Math" panose="02040503050406030204" pitchFamily="18" charset="0"/>
                            <a:cs typeface="Times New Roman" panose="02020603050405020304" pitchFamily="18" charset="0"/>
                          </a:rPr>
                          <m:t>]</m:t>
                        </m:r>
                      </m:e>
                      <m:sub>
                        <m:r>
                          <a:rPr lang="en-US" sz="2000" i="1" dirty="0">
                            <a:solidFill>
                              <a:srgbClr val="000000"/>
                            </a:solidFill>
                            <a:latin typeface="Cambria Math" panose="02040503050406030204" pitchFamily="18" charset="0"/>
                            <a:cs typeface="Times New Roman" panose="02020603050405020304" pitchFamily="18" charset="0"/>
                          </a:rPr>
                          <m:t>𝑛</m:t>
                        </m:r>
                        <m:r>
                          <a:rPr lang="en-US"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r>
                          <a:rPr lang="en-US"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𝑛</m:t>
                        </m:r>
                      </m:sub>
                    </m:sSub>
                  </m:oMath>
                </a14:m>
                <a:r>
                  <a:rPr lang="en-US" sz="2000" dirty="0">
                    <a:solidFill>
                      <a:srgbClr val="000000"/>
                    </a:solidFill>
                    <a:latin typeface="Times New Roman" panose="02020603050405020304" pitchFamily="18" charset="0"/>
                    <a:cs typeface="Times New Roman" panose="02020603050405020304" pitchFamily="18" charset="0"/>
                  </a:rPr>
                  <a:t> is said to be </a:t>
                </a:r>
                <a:r>
                  <a:rPr lang="en-US" sz="2000" dirty="0" smtClean="0">
                    <a:solidFill>
                      <a:srgbClr val="000000"/>
                    </a:solidFill>
                    <a:latin typeface="Times New Roman" panose="02020603050405020304" pitchFamily="18" charset="0"/>
                    <a:cs typeface="Times New Roman" panose="02020603050405020304" pitchFamily="18" charset="0"/>
                  </a:rPr>
                  <a:t>Upper Triangular</a:t>
                </a:r>
                <a:r>
                  <a:rPr lang="en-US" sz="2000" dirty="0">
                    <a:solidFill>
                      <a:srgbClr val="000000"/>
                    </a:solidFill>
                    <a:latin typeface="Times New Roman" panose="02020603050405020304" pitchFamily="18" charset="0"/>
                    <a:cs typeface="Times New Roman" panose="02020603050405020304" pitchFamily="18" charset="0"/>
                  </a:rPr>
                  <a:t> </a:t>
                </a:r>
                <a:r>
                  <a:rPr lang="en-US" sz="2000" dirty="0" smtClean="0">
                    <a:solidFill>
                      <a:srgbClr val="000000"/>
                    </a:solidFill>
                    <a:latin typeface="Times New Roman" panose="02020603050405020304" pitchFamily="18" charset="0"/>
                    <a:cs typeface="Times New Roman" panose="02020603050405020304" pitchFamily="18" charset="0"/>
                  </a:rPr>
                  <a:t>of </a:t>
                </a:r>
                <a:r>
                  <a:rPr lang="en-US" sz="2000" i="1" dirty="0" smtClean="0">
                    <a:solidFill>
                      <a:srgbClr val="000000"/>
                    </a:solidFill>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2000" i="1" dirty="0">
                            <a:solidFill>
                              <a:srgbClr val="000000"/>
                            </a:solidFill>
                            <a:latin typeface="Cambria Math" panose="02040503050406030204" pitchFamily="18" charset="0"/>
                            <a:cs typeface="Times New Roman" panose="02020603050405020304" pitchFamily="18" charset="0"/>
                          </a:rPr>
                        </m:ctrlPr>
                      </m:sSubPr>
                      <m:e>
                        <m:r>
                          <a:rPr lang="en-US" sz="2000" i="1" dirty="0">
                            <a:solidFill>
                              <a:srgbClr val="000000"/>
                            </a:solidFill>
                            <a:latin typeface="Cambria Math" panose="02040503050406030204" pitchFamily="18" charset="0"/>
                            <a:cs typeface="Times New Roman" panose="02020603050405020304" pitchFamily="18" charset="0"/>
                          </a:rPr>
                          <m:t>𝑎</m:t>
                        </m:r>
                      </m:e>
                      <m:sub>
                        <m:r>
                          <a:rPr lang="en-US" sz="2000" i="1" dirty="0">
                            <a:solidFill>
                              <a:srgbClr val="000000"/>
                            </a:solidFill>
                            <a:latin typeface="Cambria Math" panose="02040503050406030204" pitchFamily="18" charset="0"/>
                            <a:cs typeface="Times New Roman" panose="02020603050405020304" pitchFamily="18" charset="0"/>
                          </a:rPr>
                          <m:t>𝑖𝑗</m:t>
                        </m:r>
                      </m:sub>
                    </m:sSub>
                  </m:oMath>
                </a14:m>
                <a:r>
                  <a:rPr lang="en-US" sz="2000" dirty="0">
                    <a:solidFill>
                      <a:srgbClr val="000000"/>
                    </a:solidFill>
                    <a:latin typeface="Times New Roman" panose="02020603050405020304" pitchFamily="18" charset="0"/>
                    <a:cs typeface="Times New Roman" panose="02020603050405020304" pitchFamily="18" charset="0"/>
                  </a:rPr>
                  <a:t>= 0 if </a:t>
                </a:r>
                <a:r>
                  <a:rPr lang="en-US" sz="2000" dirty="0" err="1">
                    <a:solidFill>
                      <a:srgbClr val="000000"/>
                    </a:solidFill>
                    <a:latin typeface="Times New Roman" panose="02020603050405020304" pitchFamily="18" charset="0"/>
                    <a:cs typeface="Times New Roman" panose="02020603050405020304" pitchFamily="18" charset="0"/>
                  </a:rPr>
                  <a:t>i</a:t>
                </a:r>
                <a:r>
                  <a:rPr lang="en-US" sz="2000" dirty="0">
                    <a:solidFill>
                      <a:srgbClr val="000000"/>
                    </a:solidFill>
                    <a:latin typeface="Times New Roman" panose="02020603050405020304" pitchFamily="18" charset="0"/>
                    <a:cs typeface="Times New Roman" panose="02020603050405020304" pitchFamily="18" charset="0"/>
                  </a:rPr>
                  <a:t> </a:t>
                </a:r>
                <a:r>
                  <a:rPr lang="en-US" sz="2000" dirty="0" smtClean="0">
                    <a:solidFill>
                      <a:srgbClr val="000000"/>
                    </a:solidFill>
                    <a:latin typeface="Times New Roman" panose="02020603050405020304" pitchFamily="18" charset="0"/>
                    <a:cs typeface="Times New Roman" panose="02020603050405020304" pitchFamily="18" charset="0"/>
                  </a:rPr>
                  <a:t>&gt;j </a:t>
                </a:r>
                <a:r>
                  <a:rPr lang="en-US" sz="2000" dirty="0">
                    <a:solidFill>
                      <a:srgbClr val="000000"/>
                    </a:solidFill>
                    <a:latin typeface="Times New Roman" panose="02020603050405020304" pitchFamily="18" charset="0"/>
                    <a:cs typeface="Times New Roman" panose="02020603050405020304" pitchFamily="18" charset="0"/>
                  </a:rPr>
                  <a:t>i.e. if all the elements </a:t>
                </a:r>
                <a:r>
                  <a:rPr lang="en-US" sz="2000" dirty="0" smtClean="0">
                    <a:solidFill>
                      <a:srgbClr val="000000"/>
                    </a:solidFill>
                    <a:latin typeface="Times New Roman" panose="02020603050405020304" pitchFamily="18" charset="0"/>
                    <a:cs typeface="Times New Roman" panose="02020603050405020304" pitchFamily="18" charset="0"/>
                  </a:rPr>
                  <a:t>below </a:t>
                </a:r>
                <a:r>
                  <a:rPr lang="en-US" sz="2000" dirty="0">
                    <a:solidFill>
                      <a:srgbClr val="000000"/>
                    </a:solidFill>
                    <a:latin typeface="Times New Roman" panose="02020603050405020304" pitchFamily="18" charset="0"/>
                    <a:cs typeface="Times New Roman" panose="02020603050405020304" pitchFamily="18" charset="0"/>
                  </a:rPr>
                  <a:t>the principle diagonal are zeros</a:t>
                </a:r>
                <a:r>
                  <a:rPr lang="en-US" sz="2000" dirty="0" smtClean="0">
                    <a:solidFill>
                      <a:srgbClr val="000000"/>
                    </a:solidFill>
                    <a:latin typeface="Times New Roman" panose="02020603050405020304" pitchFamily="18" charset="0"/>
                    <a:cs typeface="Times New Roman" panose="02020603050405020304" pitchFamily="18" charset="0"/>
                  </a:rPr>
                  <a:t>.</a:t>
                </a:r>
              </a:p>
              <a:p>
                <a:pPr lvl="0"/>
                <a:endParaRPr lang="en-US" sz="2000" dirty="0">
                  <a:solidFill>
                    <a:srgbClr val="000000"/>
                  </a:solidFill>
                  <a:latin typeface="Times New Roman" panose="02020603050405020304" pitchFamily="18" charset="0"/>
                  <a:cs typeface="Times New Roman" panose="02020603050405020304" pitchFamily="18" charset="0"/>
                </a:endParaRPr>
              </a:p>
              <a:p>
                <a:r>
                  <a:rPr lang="en-US" dirty="0" smtClean="0"/>
                  <a:t>Ex. B=</a:t>
                </a:r>
              </a:p>
              <a:p>
                <a:endParaRPr lang="en-US" dirty="0"/>
              </a:p>
              <a:p>
                <a:endParaRPr lang="en-US" dirty="0" smtClean="0"/>
              </a:p>
              <a:p>
                <a:endParaRPr lang="en-US" dirty="0"/>
              </a:p>
              <a:p>
                <a:r>
                  <a:rPr lang="en-US" sz="2000" b="1" dirty="0">
                    <a:latin typeface="Times New Roman" panose="02020603050405020304" pitchFamily="18" charset="0"/>
                    <a:cs typeface="Times New Roman" panose="02020603050405020304" pitchFamily="18" charset="0"/>
                  </a:rPr>
                  <a:t>Triangle Matrix: </a:t>
                </a:r>
                <a:r>
                  <a:rPr lang="en-US" sz="2000" dirty="0">
                    <a:latin typeface="Times New Roman" panose="02020603050405020304" pitchFamily="18" charset="0"/>
                    <a:cs typeface="Times New Roman" panose="02020603050405020304" pitchFamily="18" charset="0"/>
                  </a:rPr>
                  <a:t>A square matrix which is either lower triangular or upper triangular </a:t>
                </a:r>
                <a:r>
                  <a:rPr lang="en-US" sz="2000" dirty="0" smtClean="0">
                    <a:latin typeface="Times New Roman" panose="02020603050405020304" pitchFamily="18" charset="0"/>
                    <a:cs typeface="Times New Roman" panose="02020603050405020304" pitchFamily="18" charset="0"/>
                  </a:rPr>
                  <a:t>is called </a:t>
                </a:r>
                <a:r>
                  <a:rPr lang="en-US" sz="2000" dirty="0">
                    <a:latin typeface="Times New Roman" panose="02020603050405020304" pitchFamily="18" charset="0"/>
                    <a:cs typeface="Times New Roman" panose="02020603050405020304" pitchFamily="18" charset="0"/>
                  </a:rPr>
                  <a:t>a triangle matrix</a:t>
                </a:r>
                <a:r>
                  <a:rPr lang="en-US" sz="2000" dirty="0" smtClean="0">
                    <a:latin typeface="Times New Roman" panose="02020603050405020304" pitchFamily="18" charset="0"/>
                    <a:cs typeface="Times New Roman" panose="02020603050405020304" pitchFamily="18" charset="0"/>
                  </a:rPr>
                  <a:t>.</a:t>
                </a:r>
              </a:p>
              <a:p>
                <a:endParaRPr lang="en-US" sz="2000" b="1" dirty="0" smtClean="0">
                  <a:latin typeface="Times New Roman" panose="02020603050405020304" pitchFamily="18" charset="0"/>
                  <a:cs typeface="Times New Roman" panose="02020603050405020304" pitchFamily="18" charset="0"/>
                </a:endParaRPr>
              </a:p>
              <a:p>
                <a:r>
                  <a:rPr lang="en-US" sz="2000" b="1" dirty="0" smtClean="0">
                    <a:latin typeface="Times New Roman" panose="02020603050405020304" pitchFamily="18" charset="0"/>
                    <a:cs typeface="Times New Roman" panose="02020603050405020304" pitchFamily="18" charset="0"/>
                  </a:rPr>
                  <a:t>Principal </a:t>
                </a:r>
                <a:r>
                  <a:rPr lang="en-US" sz="2000" b="1" dirty="0">
                    <a:latin typeface="Times New Roman" panose="02020603050405020304" pitchFamily="18" charset="0"/>
                    <a:cs typeface="Times New Roman" panose="02020603050405020304" pitchFamily="18" charset="0"/>
                  </a:rPr>
                  <a:t>Diagonal of a Matrix: </a:t>
                </a:r>
                <a:r>
                  <a:rPr lang="en-US" sz="2000" dirty="0">
                    <a:latin typeface="Times New Roman" panose="02020603050405020304" pitchFamily="18" charset="0"/>
                    <a:cs typeface="Times New Roman" panose="02020603050405020304" pitchFamily="18" charset="0"/>
                  </a:rPr>
                  <a:t>In a square matrix, the set of all</a:t>
                </a:r>
                <a14:m>
                  <m:oMath xmlns:m="http://schemas.openxmlformats.org/officeDocument/2006/math">
                    <m:sSub>
                      <m:sSubPr>
                        <m:ctrlPr>
                          <a:rPr lang="en-US" sz="2000" i="1" dirty="0">
                            <a:solidFill>
                              <a:srgbClr val="000000"/>
                            </a:solidFill>
                            <a:latin typeface="Cambria Math" panose="02040503050406030204" pitchFamily="18" charset="0"/>
                            <a:cs typeface="Times New Roman" panose="02020603050405020304" pitchFamily="18" charset="0"/>
                          </a:rPr>
                        </m:ctrlPr>
                      </m:sSubPr>
                      <m:e>
                        <m:r>
                          <a:rPr lang="en-US" sz="2000" b="0" i="1" dirty="0" smtClean="0">
                            <a:solidFill>
                              <a:srgbClr val="000000"/>
                            </a:solidFill>
                            <a:latin typeface="Cambria Math" panose="02040503050406030204" pitchFamily="18" charset="0"/>
                            <a:cs typeface="Times New Roman" panose="02020603050405020304" pitchFamily="18" charset="0"/>
                          </a:rPr>
                          <m:t> </m:t>
                        </m:r>
                        <m:r>
                          <a:rPr lang="en-US" sz="2000" i="1" dirty="0">
                            <a:solidFill>
                              <a:srgbClr val="000000"/>
                            </a:solidFill>
                            <a:latin typeface="Cambria Math" panose="02040503050406030204" pitchFamily="18" charset="0"/>
                            <a:cs typeface="Times New Roman" panose="02020603050405020304" pitchFamily="18" charset="0"/>
                          </a:rPr>
                          <m:t>𝑎</m:t>
                        </m:r>
                      </m:e>
                      <m:sub>
                        <m:r>
                          <a:rPr lang="en-US" sz="2000" i="1" dirty="0">
                            <a:solidFill>
                              <a:srgbClr val="000000"/>
                            </a:solidFill>
                            <a:latin typeface="Cambria Math" panose="02040503050406030204" pitchFamily="18" charset="0"/>
                            <a:cs typeface="Times New Roman" panose="02020603050405020304" pitchFamily="18" charset="0"/>
                          </a:rPr>
                          <m:t>𝑖𝑗</m:t>
                        </m:r>
                      </m:sub>
                    </m:sSub>
                  </m:oMath>
                </a14:m>
                <a:r>
                  <a:rPr lang="en-US" sz="2000" dirty="0">
                    <a:latin typeface="Times New Roman" panose="02020603050405020304" pitchFamily="18" charset="0"/>
                    <a:cs typeface="Times New Roman" panose="02020603050405020304" pitchFamily="18" charset="0"/>
                  </a:rPr>
                  <a:t> </a:t>
                </a: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for which </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 = j </a:t>
                </a:r>
                <a:r>
                  <a:rPr lang="en-US" sz="2000" dirty="0" smtClean="0">
                    <a:latin typeface="Times New Roman" panose="02020603050405020304" pitchFamily="18" charset="0"/>
                    <a:cs typeface="Times New Roman" panose="02020603050405020304" pitchFamily="18" charset="0"/>
                  </a:rPr>
                  <a:t>are called </a:t>
                </a:r>
                <a:r>
                  <a:rPr lang="en-US" sz="2000" dirty="0">
                    <a:latin typeface="Times New Roman" panose="02020603050405020304" pitchFamily="18" charset="0"/>
                    <a:cs typeface="Times New Roman" panose="02020603050405020304" pitchFamily="18" charset="0"/>
                  </a:rPr>
                  <a:t>principal diagonal elements. The line joining the principal diagonal elements is </a:t>
                </a:r>
                <a:r>
                  <a:rPr lang="en-US" sz="2000" dirty="0" smtClean="0">
                    <a:latin typeface="Times New Roman" panose="02020603050405020304" pitchFamily="18" charset="0"/>
                    <a:cs typeface="Times New Roman" panose="02020603050405020304" pitchFamily="18" charset="0"/>
                  </a:rPr>
                  <a:t>called principal </a:t>
                </a:r>
                <a:r>
                  <a:rPr lang="en-US" sz="2000" dirty="0">
                    <a:latin typeface="Times New Roman" panose="02020603050405020304" pitchFamily="18" charset="0"/>
                    <a:cs typeface="Times New Roman" panose="02020603050405020304" pitchFamily="18" charset="0"/>
                  </a:rPr>
                  <a:t>diagonal</a:t>
                </a:r>
                <a:r>
                  <a:rPr lang="en-US" sz="2000" dirty="0" smtClean="0">
                    <a:latin typeface="Times New Roman" panose="02020603050405020304" pitchFamily="18" charset="0"/>
                    <a:cs typeface="Times New Roman" panose="02020603050405020304" pitchFamily="18" charset="0"/>
                  </a:rPr>
                  <a:t>.</a:t>
                </a:r>
              </a:p>
              <a:p>
                <a:r>
                  <a:rPr lang="en-US" sz="2000" b="1" dirty="0">
                    <a:latin typeface="Times New Roman" panose="02020603050405020304" pitchFamily="18" charset="0"/>
                    <a:cs typeface="Times New Roman" panose="02020603050405020304" pitchFamily="18" charset="0"/>
                  </a:rPr>
                  <a:t>Note: </a:t>
                </a:r>
                <a:r>
                  <a:rPr lang="en-US" sz="2000" dirty="0">
                    <a:latin typeface="Times New Roman" panose="02020603050405020304" pitchFamily="18" charset="0"/>
                    <a:cs typeface="Times New Roman" panose="02020603050405020304" pitchFamily="18" charset="0"/>
                  </a:rPr>
                  <a:t>Principal diagonal exists only in a square matrix</a:t>
                </a:r>
                <a:r>
                  <a:rPr lang="en-US" sz="2000" dirty="0" smtClean="0">
                    <a:latin typeface="Times New Roman" panose="02020603050405020304" pitchFamily="18" charset="0"/>
                    <a:cs typeface="Times New Roman" panose="02020603050405020304" pitchFamily="18" charset="0"/>
                  </a:rPr>
                  <a:t>.</a:t>
                </a:r>
              </a:p>
              <a:p>
                <a:endParaRPr lang="en-US" sz="2000" b="1" dirty="0" smtClean="0">
                  <a:latin typeface="Times New Roman" panose="02020603050405020304" pitchFamily="18" charset="0"/>
                  <a:cs typeface="Times New Roman" panose="02020603050405020304" pitchFamily="18" charset="0"/>
                </a:endParaRPr>
              </a:p>
              <a:p>
                <a:r>
                  <a:rPr lang="en-US" sz="2000" b="1" dirty="0" smtClean="0">
                    <a:latin typeface="Times New Roman" panose="02020603050405020304" pitchFamily="18" charset="0"/>
                    <a:cs typeface="Times New Roman" panose="02020603050405020304" pitchFamily="18" charset="0"/>
                  </a:rPr>
                  <a:t>Diagonal </a:t>
                </a:r>
                <a:r>
                  <a:rPr lang="en-US" sz="2000" b="1" dirty="0">
                    <a:latin typeface="Times New Roman" panose="02020603050405020304" pitchFamily="18" charset="0"/>
                    <a:cs typeface="Times New Roman" panose="02020603050405020304" pitchFamily="18" charset="0"/>
                  </a:rPr>
                  <a:t>Matrix: </a:t>
                </a:r>
                <a:r>
                  <a:rPr lang="en-US" sz="2000" dirty="0">
                    <a:latin typeface="Times New Roman" panose="02020603050405020304" pitchFamily="18" charset="0"/>
                    <a:cs typeface="Times New Roman" panose="02020603050405020304" pitchFamily="18" charset="0"/>
                  </a:rPr>
                  <a:t>A Square Matrix is said to be diagonal matrix, if </a:t>
                </a:r>
                <a14:m>
                  <m:oMath xmlns:m="http://schemas.openxmlformats.org/officeDocument/2006/math">
                    <m:sSub>
                      <m:sSubPr>
                        <m:ctrlPr>
                          <a:rPr lang="en-US" sz="2000" i="1" dirty="0">
                            <a:solidFill>
                              <a:srgbClr val="000000"/>
                            </a:solidFill>
                            <a:latin typeface="Cambria Math" panose="02040503050406030204" pitchFamily="18" charset="0"/>
                            <a:cs typeface="Times New Roman" panose="02020603050405020304" pitchFamily="18" charset="0"/>
                          </a:rPr>
                        </m:ctrlPr>
                      </m:sSubPr>
                      <m:e>
                        <m:r>
                          <a:rPr lang="en-US" sz="2000" i="1" dirty="0">
                            <a:solidFill>
                              <a:srgbClr val="000000"/>
                            </a:solidFill>
                            <a:latin typeface="Cambria Math" panose="02040503050406030204" pitchFamily="18" charset="0"/>
                            <a:cs typeface="Times New Roman" panose="02020603050405020304" pitchFamily="18" charset="0"/>
                          </a:rPr>
                          <m:t> </m:t>
                        </m:r>
                        <m:r>
                          <a:rPr lang="en-US" sz="2000" i="1" dirty="0">
                            <a:solidFill>
                              <a:srgbClr val="000000"/>
                            </a:solidFill>
                            <a:latin typeface="Cambria Math" panose="02040503050406030204" pitchFamily="18" charset="0"/>
                            <a:cs typeface="Times New Roman" panose="02020603050405020304" pitchFamily="18" charset="0"/>
                          </a:rPr>
                          <m:t>𝑎</m:t>
                        </m:r>
                      </m:e>
                      <m:sub>
                        <m:r>
                          <a:rPr lang="en-US" sz="2000" i="1" dirty="0">
                            <a:solidFill>
                              <a:srgbClr val="000000"/>
                            </a:solidFill>
                            <a:latin typeface="Cambria Math" panose="02040503050406030204" pitchFamily="18" charset="0"/>
                            <a:cs typeface="Times New Roman" panose="02020603050405020304" pitchFamily="18" charset="0"/>
                          </a:rPr>
                          <m:t>𝑖𝑗</m:t>
                        </m:r>
                      </m:sub>
                    </m:sSub>
                  </m:oMath>
                </a14:m>
                <a:r>
                  <a:rPr lang="en-US" sz="2000" i="1"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 0 for </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 </a:t>
                </a: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j i.e. </a:t>
                </a:r>
                <a:r>
                  <a:rPr lang="en-US" sz="2000" dirty="0" smtClean="0">
                    <a:latin typeface="Times New Roman" panose="02020603050405020304" pitchFamily="18" charset="0"/>
                    <a:cs typeface="Times New Roman" panose="02020603050405020304" pitchFamily="18" charset="0"/>
                  </a:rPr>
                  <a:t>all the </a:t>
                </a:r>
                <a:r>
                  <a:rPr lang="en-US" sz="2000" dirty="0">
                    <a:latin typeface="Times New Roman" panose="02020603050405020304" pitchFamily="18" charset="0"/>
                    <a:cs typeface="Times New Roman" panose="02020603050405020304" pitchFamily="18" charset="0"/>
                  </a:rPr>
                  <a:t>elements except the principal diagonal elements are zeros</a:t>
                </a:r>
                <a:r>
                  <a:rPr lang="en-US" sz="2000" dirty="0" smtClean="0">
                    <a:latin typeface="Times New Roman" panose="02020603050405020304" pitchFamily="18" charset="0"/>
                    <a:cs typeface="Times New Roman" panose="02020603050405020304" pitchFamily="18" charset="0"/>
                  </a:rPr>
                  <a:t>.</a:t>
                </a:r>
              </a:p>
              <a:p>
                <a:r>
                  <a:rPr lang="en-US" sz="2000" b="1" dirty="0">
                    <a:latin typeface="Times New Roman" panose="02020603050405020304" pitchFamily="18" charset="0"/>
                    <a:cs typeface="Times New Roman" panose="02020603050405020304" pitchFamily="18" charset="0"/>
                  </a:rPr>
                  <a:t>Note: </a:t>
                </a:r>
                <a:r>
                  <a:rPr lang="en-US" sz="2000" dirty="0">
                    <a:latin typeface="Times New Roman" panose="02020603050405020304" pitchFamily="18" charset="0"/>
                    <a:cs typeface="Times New Roman" panose="02020603050405020304" pitchFamily="18" charset="0"/>
                  </a:rPr>
                  <a:t>1. Diagonal matrix is both lower and upper triangular.</a:t>
                </a:r>
              </a:p>
              <a:p>
                <a:r>
                  <a:rPr lang="en-US" sz="2000" dirty="0">
                    <a:latin typeface="Times New Roman" panose="02020603050405020304" pitchFamily="18" charset="0"/>
                    <a:cs typeface="Times New Roman" panose="02020603050405020304" pitchFamily="18" charset="0"/>
                  </a:rPr>
                  <a:t>2. If d1, d2…….</a:t>
                </a:r>
                <a:r>
                  <a:rPr lang="en-US" sz="2000" dirty="0" err="1">
                    <a:latin typeface="Times New Roman" panose="02020603050405020304" pitchFamily="18" charset="0"/>
                    <a:cs typeface="Times New Roman" panose="02020603050405020304" pitchFamily="18" charset="0"/>
                  </a:rPr>
                  <a:t>dn</a:t>
                </a:r>
                <a:r>
                  <a:rPr lang="en-US" sz="2000" dirty="0">
                    <a:latin typeface="Times New Roman" panose="02020603050405020304" pitchFamily="18" charset="0"/>
                    <a:cs typeface="Times New Roman" panose="02020603050405020304" pitchFamily="18" charset="0"/>
                  </a:rPr>
                  <a:t> are the diagonal elements in a diagonal matrix it can </a:t>
                </a:r>
                <a:r>
                  <a:rPr lang="en-US" sz="2000" dirty="0" smtClean="0">
                    <a:latin typeface="Times New Roman" panose="02020603050405020304" pitchFamily="18" charset="0"/>
                    <a:cs typeface="Times New Roman" panose="02020603050405020304" pitchFamily="18" charset="0"/>
                  </a:rPr>
                  <a:t>be represented </a:t>
                </a:r>
                <a:r>
                  <a:rPr lang="en-US" sz="2000" dirty="0">
                    <a:latin typeface="Times New Roman" panose="02020603050405020304" pitchFamily="18" charset="0"/>
                    <a:cs typeface="Times New Roman" panose="02020603050405020304" pitchFamily="18" charset="0"/>
                  </a:rPr>
                  <a:t>as </a:t>
                </a:r>
                <a:endParaRPr lang="en-US" sz="2000" dirty="0" smtClean="0">
                  <a:latin typeface="Times New Roman" panose="02020603050405020304" pitchFamily="18" charset="0"/>
                  <a:cs typeface="Times New Roman" panose="02020603050405020304" pitchFamily="18" charset="0"/>
                </a:endParaRPr>
              </a:p>
              <a:p>
                <a:r>
                  <a:rPr lang="en-US" sz="2000" b="1" dirty="0" err="1" smtClean="0">
                    <a:latin typeface="Times New Roman" panose="02020603050405020304" pitchFamily="18" charset="0"/>
                    <a:cs typeface="Times New Roman" panose="02020603050405020304" pitchFamily="18" charset="0"/>
                  </a:rPr>
                  <a:t>diag</a:t>
                </a:r>
                <a:r>
                  <a:rPr lang="en-US" sz="2000" b="1" dirty="0" smtClean="0">
                    <a:latin typeface="Times New Roman" panose="02020603050405020304" pitchFamily="18" charset="0"/>
                    <a:cs typeface="Times New Roman" panose="02020603050405020304" pitchFamily="18" charset="0"/>
                  </a:rPr>
                  <a:t> ( </a:t>
                </a:r>
                <a14:m>
                  <m:oMath xmlns:m="http://schemas.openxmlformats.org/officeDocument/2006/math">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𝒅</m:t>
                        </m:r>
                      </m:e>
                      <m:sub>
                        <m:r>
                          <a:rPr lang="en-US" sz="2000" b="1" i="1" smtClean="0">
                            <a:latin typeface="Cambria Math" panose="02040503050406030204" pitchFamily="18" charset="0"/>
                          </a:rPr>
                          <m:t>𝟏</m:t>
                        </m:r>
                      </m:sub>
                    </m:sSub>
                  </m:oMath>
                </a14:m>
                <a:r>
                  <a:rPr lang="en-US" sz="2000" dirty="0" smtClean="0">
                    <a:latin typeface="Times New Roman" panose="02020603050405020304" pitchFamily="18" charset="0"/>
                    <a:cs typeface="Times New Roman" panose="02020603050405020304" pitchFamily="18" charset="0"/>
                  </a:rPr>
                  <a:t>,</a:t>
                </a:r>
                <a14:m>
                  <m:oMath xmlns:m="http://schemas.openxmlformats.org/officeDocument/2006/math">
                    <m:sSub>
                      <m:sSubPr>
                        <m:ctrlPr>
                          <a:rPr lang="en-US" sz="2000" i="1" dirty="0" smtClean="0">
                            <a:latin typeface="Cambria Math" panose="02040503050406030204" pitchFamily="18" charset="0"/>
                            <a:cs typeface="Times New Roman" panose="02020603050405020304" pitchFamily="18" charset="0"/>
                          </a:rPr>
                        </m:ctrlPr>
                      </m:sSubPr>
                      <m:e>
                        <m:r>
                          <a:rPr lang="en-US" sz="2000" b="0" i="1" dirty="0" smtClean="0">
                            <a:latin typeface="Cambria Math" panose="02040503050406030204" pitchFamily="18" charset="0"/>
                            <a:cs typeface="Times New Roman" panose="02020603050405020304" pitchFamily="18" charset="0"/>
                          </a:rPr>
                          <m:t>𝑑</m:t>
                        </m:r>
                      </m:e>
                      <m:sub>
                        <m:r>
                          <a:rPr lang="en-US" sz="2000" b="0" i="1" dirty="0" smtClean="0">
                            <a:latin typeface="Cambria Math" panose="02040503050406030204" pitchFamily="18" charset="0"/>
                            <a:cs typeface="Times New Roman" panose="02020603050405020304" pitchFamily="18" charset="0"/>
                          </a:rPr>
                          <m:t>2</m:t>
                        </m:r>
                      </m:sub>
                    </m:sSub>
                    <m:r>
                      <a:rPr lang="en-US" sz="2000" b="0" i="1" dirty="0" smtClean="0">
                        <a:latin typeface="Cambria Math" panose="02040503050406030204" pitchFamily="18" charset="0"/>
                        <a:cs typeface="Times New Roman" panose="02020603050405020304" pitchFamily="18" charset="0"/>
                      </a:rPr>
                      <m:t>, </m:t>
                    </m:r>
                    <m:sSub>
                      <m:sSubPr>
                        <m:ctrlPr>
                          <a:rPr lang="en-US" sz="2000" b="0" i="1" dirty="0" smtClean="0">
                            <a:latin typeface="Cambria Math" panose="02040503050406030204" pitchFamily="18" charset="0"/>
                            <a:cs typeface="Times New Roman" panose="02020603050405020304" pitchFamily="18" charset="0"/>
                          </a:rPr>
                        </m:ctrlPr>
                      </m:sSubPr>
                      <m:e>
                        <m:r>
                          <a:rPr lang="en-US" sz="2000" b="0" i="1" dirty="0" smtClean="0">
                            <a:latin typeface="Cambria Math" panose="02040503050406030204" pitchFamily="18" charset="0"/>
                            <a:cs typeface="Times New Roman" panose="02020603050405020304" pitchFamily="18" charset="0"/>
                          </a:rPr>
                          <m:t>𝑑</m:t>
                        </m:r>
                      </m:e>
                      <m:sub>
                        <m:r>
                          <a:rPr lang="en-US" sz="2000" b="0" i="1" dirty="0" smtClean="0">
                            <a:latin typeface="Cambria Math" panose="02040503050406030204" pitchFamily="18" charset="0"/>
                            <a:cs typeface="Times New Roman" panose="02020603050405020304" pitchFamily="18" charset="0"/>
                          </a:rPr>
                          <m:t>3</m:t>
                        </m:r>
                      </m:sub>
                    </m:sSub>
                    <m:r>
                      <a:rPr lang="en-US" sz="2000" b="0" i="1" dirty="0" smtClean="0">
                        <a:latin typeface="Cambria Math" panose="02040503050406030204" pitchFamily="18" charset="0"/>
                        <a:cs typeface="Times New Roman" panose="02020603050405020304" pitchFamily="18" charset="0"/>
                      </a:rPr>
                      <m:t>, ……….</m:t>
                    </m:r>
                    <m:sSub>
                      <m:sSubPr>
                        <m:ctrlPr>
                          <a:rPr lang="en-US" sz="2000" b="0" i="1" dirty="0" smtClean="0">
                            <a:latin typeface="Cambria Math" panose="02040503050406030204" pitchFamily="18" charset="0"/>
                            <a:cs typeface="Times New Roman" panose="02020603050405020304" pitchFamily="18" charset="0"/>
                          </a:rPr>
                        </m:ctrlPr>
                      </m:sSubPr>
                      <m:e>
                        <m:r>
                          <a:rPr lang="en-US" sz="2000" b="0" i="1" dirty="0" smtClean="0">
                            <a:latin typeface="Cambria Math" panose="02040503050406030204" pitchFamily="18" charset="0"/>
                            <a:cs typeface="Times New Roman" panose="02020603050405020304" pitchFamily="18" charset="0"/>
                          </a:rPr>
                          <m:t>𝑑</m:t>
                        </m:r>
                      </m:e>
                      <m:sub>
                        <m:r>
                          <a:rPr lang="en-US" sz="2000" b="0" i="1" dirty="0" smtClean="0">
                            <a:latin typeface="Cambria Math" panose="02040503050406030204" pitchFamily="18" charset="0"/>
                            <a:cs typeface="Times New Roman" panose="02020603050405020304" pitchFamily="18" charset="0"/>
                          </a:rPr>
                          <m:t>𝑛</m:t>
                        </m:r>
                      </m:sub>
                    </m:sSub>
                  </m:oMath>
                </a14:m>
                <a:r>
                  <a:rPr lang="en-US" sz="2000" dirty="0" smtClean="0">
                    <a:latin typeface="Times New Roman" panose="02020603050405020304" pitchFamily="18" charset="0"/>
                    <a:cs typeface="Times New Roman" panose="02020603050405020304" pitchFamily="18" charset="0"/>
                  </a:rPr>
                  <a:t> )</a:t>
                </a:r>
              </a:p>
              <a:p>
                <a:endParaRPr lang="en-US" sz="2000" dirty="0" smtClean="0">
                  <a:latin typeface="Times New Roman" panose="02020603050405020304" pitchFamily="18" charset="0"/>
                  <a:cs typeface="Times New Roman" panose="02020603050405020304" pitchFamily="18" charset="0"/>
                </a:endParaRPr>
              </a:p>
              <a:p>
                <a:r>
                  <a:rPr lang="en-US" sz="2000" dirty="0" smtClean="0">
                    <a:latin typeface="Times New Roman" panose="02020603050405020304" pitchFamily="18" charset="0"/>
                    <a:cs typeface="Times New Roman" panose="02020603050405020304" pitchFamily="18" charset="0"/>
                  </a:rPr>
                  <a:t> Ex. A= </a:t>
                </a:r>
                <a:r>
                  <a:rPr lang="en-US" sz="2000" dirty="0" err="1" smtClean="0">
                    <a:latin typeface="Times New Roman" panose="02020603050405020304" pitchFamily="18" charset="0"/>
                    <a:cs typeface="Times New Roman" panose="02020603050405020304" pitchFamily="18" charset="0"/>
                  </a:rPr>
                  <a:t>diag</a:t>
                </a:r>
                <a:r>
                  <a:rPr lang="en-US" sz="2000" dirty="0" smtClean="0">
                    <a:latin typeface="Times New Roman" panose="02020603050405020304" pitchFamily="18" charset="0"/>
                    <a:cs typeface="Times New Roman" panose="02020603050405020304" pitchFamily="18" charset="0"/>
                  </a:rPr>
                  <a:t> (3,6,-9) = </a:t>
                </a:r>
                <a:endParaRPr lang="en-US" sz="2000" dirty="0">
                  <a:latin typeface="Times New Roman" panose="02020603050405020304" pitchFamily="18" charset="0"/>
                  <a:cs typeface="Times New Roman" panose="02020603050405020304" pitchFamily="18" charset="0"/>
                </a:endParaRPr>
              </a:p>
            </p:txBody>
          </p:sp>
        </mc:Choice>
        <mc:Fallback xmlns="">
          <p:sp>
            <p:nvSpPr>
              <p:cNvPr id="2" name="Rectangle 1"/>
              <p:cNvSpPr>
                <a:spLocks noRot="1" noChangeAspect="1" noMove="1" noResize="1" noEditPoints="1" noAdjustHandles="1" noChangeArrowheads="1" noChangeShapeType="1" noTextEdit="1"/>
              </p:cNvSpPr>
              <p:nvPr/>
            </p:nvSpPr>
            <p:spPr>
              <a:xfrm>
                <a:off x="251278" y="228647"/>
                <a:ext cx="11608213" cy="6198813"/>
              </a:xfrm>
              <a:prstGeom prst="rect">
                <a:avLst/>
              </a:prstGeom>
              <a:blipFill>
                <a:blip r:embed="rId3"/>
                <a:stretch>
                  <a:fillRect l="-525" t="-591" r="-578" b="-886"/>
                </a:stretch>
              </a:blipFill>
            </p:spPr>
            <p:txBody>
              <a:bodyPr/>
              <a:lstStyle/>
              <a:p>
                <a:r>
                  <a:rPr lang="en-US">
                    <a:noFill/>
                  </a:rPr>
                  <a:t> </a:t>
                </a:r>
              </a:p>
            </p:txBody>
          </p:sp>
        </mc:Fallback>
      </mc:AlternateContent>
      <p:graphicFrame>
        <p:nvGraphicFramePr>
          <p:cNvPr id="3" name="Object 2"/>
          <p:cNvGraphicFramePr>
            <a:graphicFrameLocks noChangeAspect="1"/>
          </p:cNvGraphicFramePr>
          <p:nvPr>
            <p:extLst>
              <p:ext uri="{D42A27DB-BD31-4B8C-83A1-F6EECF244321}">
                <p14:modId xmlns:p14="http://schemas.microsoft.com/office/powerpoint/2010/main" val="1928879135"/>
              </p:ext>
            </p:extLst>
          </p:nvPr>
        </p:nvGraphicFramePr>
        <p:xfrm>
          <a:off x="1106488" y="1006475"/>
          <a:ext cx="1473200" cy="1079500"/>
        </p:xfrm>
        <a:graphic>
          <a:graphicData uri="http://schemas.openxmlformats.org/presentationml/2006/ole">
            <mc:AlternateContent xmlns:mc="http://schemas.openxmlformats.org/markup-compatibility/2006">
              <mc:Choice xmlns:v="urn:schemas-microsoft-com:vml" Requires="v">
                <p:oleObj spid="_x0000_s3293" name="Equation" r:id="rId4" imgW="1473120" imgH="1079280" progId="Equation.3">
                  <p:embed/>
                </p:oleObj>
              </mc:Choice>
              <mc:Fallback>
                <p:oleObj name="Equation" r:id="rId4" imgW="1473120" imgH="1079280" progId="Equation.3">
                  <p:embed/>
                  <p:pic>
                    <p:nvPicPr>
                      <p:cNvPr id="8" name="Object 7"/>
                      <p:cNvPicPr/>
                      <p:nvPr/>
                    </p:nvPicPr>
                    <p:blipFill>
                      <a:blip r:embed="rId5"/>
                      <a:stretch>
                        <a:fillRect/>
                      </a:stretch>
                    </p:blipFill>
                    <p:spPr>
                      <a:xfrm>
                        <a:off x="1106488" y="1006475"/>
                        <a:ext cx="1473200" cy="1079500"/>
                      </a:xfrm>
                      <a:prstGeom prst="rect">
                        <a:avLst/>
                      </a:prstGeom>
                    </p:spPr>
                  </p:pic>
                </p:oleObj>
              </mc:Fallback>
            </mc:AlternateContent>
          </a:graphicData>
        </a:graphic>
      </p:graphicFrame>
      <p:graphicFrame>
        <p:nvGraphicFramePr>
          <p:cNvPr id="4" name="Object 3"/>
          <p:cNvGraphicFramePr>
            <a:graphicFrameLocks noChangeAspect="1"/>
          </p:cNvGraphicFramePr>
          <p:nvPr>
            <p:extLst>
              <p:ext uri="{D42A27DB-BD31-4B8C-83A1-F6EECF244321}">
                <p14:modId xmlns:p14="http://schemas.microsoft.com/office/powerpoint/2010/main" val="2266068773"/>
              </p:ext>
            </p:extLst>
          </p:nvPr>
        </p:nvGraphicFramePr>
        <p:xfrm>
          <a:off x="2791691" y="5778500"/>
          <a:ext cx="1371600" cy="1079500"/>
        </p:xfrm>
        <a:graphic>
          <a:graphicData uri="http://schemas.openxmlformats.org/presentationml/2006/ole">
            <mc:AlternateContent xmlns:mc="http://schemas.openxmlformats.org/markup-compatibility/2006">
              <mc:Choice xmlns:v="urn:schemas-microsoft-com:vml" Requires="v">
                <p:oleObj spid="_x0000_s3294" name="Equation" r:id="rId6" imgW="1371600" imgH="1079280" progId="Equation.3">
                  <p:embed/>
                </p:oleObj>
              </mc:Choice>
              <mc:Fallback>
                <p:oleObj name="Equation" r:id="rId6" imgW="1371600" imgH="1079280" progId="Equation.3">
                  <p:embed/>
                  <p:pic>
                    <p:nvPicPr>
                      <p:cNvPr id="0" name=""/>
                      <p:cNvPicPr/>
                      <p:nvPr/>
                    </p:nvPicPr>
                    <p:blipFill>
                      <a:blip r:embed="rId7"/>
                      <a:stretch>
                        <a:fillRect/>
                      </a:stretch>
                    </p:blipFill>
                    <p:spPr>
                      <a:xfrm>
                        <a:off x="2791691" y="5778500"/>
                        <a:ext cx="1371600" cy="1079500"/>
                      </a:xfrm>
                      <a:prstGeom prst="rect">
                        <a:avLst/>
                      </a:prstGeom>
                    </p:spPr>
                  </p:pic>
                </p:oleObj>
              </mc:Fallback>
            </mc:AlternateContent>
          </a:graphicData>
        </a:graphic>
      </p:graphicFrame>
      <mc:AlternateContent xmlns:mc="http://schemas.openxmlformats.org/markup-compatibility/2006" xmlns:p14="http://schemas.microsoft.com/office/powerpoint/2010/main">
        <mc:Choice Requires="p14">
          <p:contentPart p14:bwMode="auto" r:id="rId8">
            <p14:nvContentPartPr>
              <p14:cNvPr id="6" name="Ink 5"/>
              <p14:cNvContentPartPr/>
              <p14:nvPr/>
            </p14:nvContentPartPr>
            <p14:xfrm>
              <a:off x="2637156" y="884692"/>
              <a:ext cx="1166760" cy="735840"/>
            </p14:xfrm>
          </p:contentPart>
        </mc:Choice>
        <mc:Fallback xmlns="">
          <p:pic>
            <p:nvPicPr>
              <p:cNvPr id="6" name="Ink 5"/>
              <p:cNvPicPr/>
              <p:nvPr/>
            </p:nvPicPr>
            <p:blipFill>
              <a:blip r:embed="rId9"/>
              <a:stretch>
                <a:fillRect/>
              </a:stretch>
            </p:blipFill>
            <p:spPr>
              <a:xfrm>
                <a:off x="2625636" y="863812"/>
                <a:ext cx="1199160" cy="770040"/>
              </a:xfrm>
              <a:prstGeom prst="rect">
                <a:avLst/>
              </a:prstGeom>
            </p:spPr>
          </p:pic>
        </mc:Fallback>
      </mc:AlternateContent>
    </p:spTree>
    <p:extLst>
      <p:ext uri="{BB962C8B-B14F-4D97-AF65-F5344CB8AC3E}">
        <p14:creationId xmlns:p14="http://schemas.microsoft.com/office/powerpoint/2010/main" val="10758330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1"/>
              <p:cNvSpPr/>
              <p:nvPr/>
            </p:nvSpPr>
            <p:spPr>
              <a:xfrm>
                <a:off x="221673" y="219441"/>
                <a:ext cx="11734800" cy="6580328"/>
              </a:xfrm>
              <a:prstGeom prst="rect">
                <a:avLst/>
              </a:prstGeom>
            </p:spPr>
            <p:txBody>
              <a:bodyPr wrap="square">
                <a:spAutoFit/>
              </a:bodyPr>
              <a:lstStyle/>
              <a:p>
                <a:r>
                  <a:rPr lang="en-US" sz="2000" b="1" dirty="0">
                    <a:latin typeface="Times New Roman" panose="02020603050405020304" pitchFamily="18" charset="0"/>
                    <a:cs typeface="Times New Roman" panose="02020603050405020304" pitchFamily="18" charset="0"/>
                  </a:rPr>
                  <a:t>Scalar Matrix: </a:t>
                </a:r>
                <a:r>
                  <a:rPr lang="en-US" sz="2000" dirty="0">
                    <a:latin typeface="Times New Roman" panose="02020603050405020304" pitchFamily="18" charset="0"/>
                    <a:cs typeface="Times New Roman" panose="02020603050405020304" pitchFamily="18" charset="0"/>
                  </a:rPr>
                  <a:t>A diagonal matrix whose leading diagonal elements are equal is called </a:t>
                </a:r>
                <a:r>
                  <a:rPr lang="en-US" sz="2000" dirty="0" smtClean="0">
                    <a:latin typeface="Times New Roman" panose="02020603050405020304" pitchFamily="18" charset="0"/>
                    <a:cs typeface="Times New Roman" panose="02020603050405020304" pitchFamily="18" charset="0"/>
                  </a:rPr>
                  <a:t>a “Scalar </a:t>
                </a:r>
                <a:r>
                  <a:rPr lang="en-US" sz="2000" dirty="0">
                    <a:latin typeface="Times New Roman" panose="02020603050405020304" pitchFamily="18" charset="0"/>
                    <a:cs typeface="Times New Roman" panose="02020603050405020304" pitchFamily="18" charset="0"/>
                  </a:rPr>
                  <a:t>Matrix</a:t>
                </a:r>
                <a:r>
                  <a:rPr lang="en-US" sz="2000" dirty="0" smtClean="0">
                    <a:latin typeface="Times New Roman" panose="02020603050405020304" pitchFamily="18" charset="0"/>
                    <a:cs typeface="Times New Roman" panose="02020603050405020304" pitchFamily="18" charset="0"/>
                  </a:rPr>
                  <a:t>”.</a:t>
                </a:r>
              </a:p>
              <a:p>
                <a:endParaRPr lang="en-US" sz="2000" dirty="0" smtClean="0">
                  <a:latin typeface="Times New Roman" panose="02020603050405020304" pitchFamily="18" charset="0"/>
                  <a:cs typeface="Times New Roman" panose="02020603050405020304" pitchFamily="18" charset="0"/>
                </a:endParaRPr>
              </a:p>
              <a:p>
                <a:r>
                  <a:rPr lang="en-US" sz="2000" dirty="0" smtClean="0">
                    <a:latin typeface="Times New Roman" panose="02020603050405020304" pitchFamily="18" charset="0"/>
                    <a:cs typeface="Times New Roman" panose="02020603050405020304" pitchFamily="18" charset="0"/>
                  </a:rPr>
                  <a:t>Ex. A=</a:t>
                </a:r>
              </a:p>
              <a:p>
                <a:endParaRPr lang="en-US" sz="2000" dirty="0">
                  <a:latin typeface="Times New Roman" panose="02020603050405020304" pitchFamily="18" charset="0"/>
                  <a:cs typeface="Times New Roman" panose="02020603050405020304" pitchFamily="18" charset="0"/>
                </a:endParaRPr>
              </a:p>
              <a:p>
                <a:endParaRPr lang="en-US" sz="2000" dirty="0" smtClean="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Unit/Identity Matrix: </a:t>
                </a:r>
                <a:r>
                  <a:rPr lang="en-US" sz="2000" dirty="0" smtClean="0">
                    <a:latin typeface="Times New Roman" panose="02020603050405020304" pitchFamily="18" charset="0"/>
                    <a:cs typeface="Times New Roman" panose="02020603050405020304" pitchFamily="18" charset="0"/>
                  </a:rPr>
                  <a:t>If A=</a:t>
                </a:r>
                <a:r>
                  <a:rPr lang="en-US" sz="2000" dirty="0">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sSub>
                      <m:sSubPr>
                        <m:ctrlPr>
                          <a:rPr lang="en-US" sz="2000" i="1" dirty="0">
                            <a:solidFill>
                              <a:srgbClr val="000000"/>
                            </a:solidFill>
                            <a:latin typeface="Cambria Math" panose="02040503050406030204" pitchFamily="18" charset="0"/>
                            <a:cs typeface="Times New Roman" panose="02020603050405020304" pitchFamily="18" charset="0"/>
                          </a:rPr>
                        </m:ctrlPr>
                      </m:sSubPr>
                      <m:e>
                        <m:sSub>
                          <m:sSubPr>
                            <m:ctrlPr>
                              <a:rPr lang="en-US" sz="2000" i="1" dirty="0">
                                <a:solidFill>
                                  <a:srgbClr val="000000"/>
                                </a:solidFill>
                                <a:latin typeface="Cambria Math" panose="02040503050406030204" pitchFamily="18" charset="0"/>
                                <a:cs typeface="Times New Roman" panose="02020603050405020304" pitchFamily="18" charset="0"/>
                              </a:rPr>
                            </m:ctrlPr>
                          </m:sSubPr>
                          <m:e>
                            <m:r>
                              <a:rPr lang="en-US" sz="2000" i="1" dirty="0">
                                <a:solidFill>
                                  <a:srgbClr val="000000"/>
                                </a:solidFill>
                                <a:latin typeface="Cambria Math" panose="02040503050406030204" pitchFamily="18" charset="0"/>
                                <a:cs typeface="Times New Roman" panose="02020603050405020304" pitchFamily="18" charset="0"/>
                              </a:rPr>
                              <m:t>𝑎</m:t>
                            </m:r>
                          </m:e>
                          <m:sub>
                            <m:r>
                              <a:rPr lang="en-US" sz="2000" i="1" dirty="0">
                                <a:solidFill>
                                  <a:srgbClr val="000000"/>
                                </a:solidFill>
                                <a:latin typeface="Cambria Math" panose="02040503050406030204" pitchFamily="18" charset="0"/>
                                <a:cs typeface="Times New Roman" panose="02020603050405020304" pitchFamily="18" charset="0"/>
                              </a:rPr>
                              <m:t>𝑖𝑗</m:t>
                            </m:r>
                          </m:sub>
                        </m:sSub>
                        <m:r>
                          <a:rPr lang="en-US" sz="2000" i="1" dirty="0">
                            <a:solidFill>
                              <a:srgbClr val="000000"/>
                            </a:solidFill>
                            <a:latin typeface="Cambria Math" panose="02040503050406030204" pitchFamily="18" charset="0"/>
                            <a:cs typeface="Times New Roman" panose="02020603050405020304" pitchFamily="18" charset="0"/>
                          </a:rPr>
                          <m:t>]</m:t>
                        </m:r>
                      </m:e>
                      <m:sub>
                        <m:r>
                          <a:rPr lang="en-US" sz="2000" i="1" dirty="0">
                            <a:solidFill>
                              <a:srgbClr val="000000"/>
                            </a:solidFill>
                            <a:latin typeface="Cambria Math" panose="02040503050406030204" pitchFamily="18" charset="0"/>
                            <a:cs typeface="Times New Roman" panose="02020603050405020304" pitchFamily="18" charset="0"/>
                          </a:rPr>
                          <m:t>𝑛</m:t>
                        </m:r>
                        <m:r>
                          <a:rPr lang="en-US"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r>
                          <a:rPr lang="en-US"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𝑛</m:t>
                        </m:r>
                      </m:sub>
                    </m:sSub>
                  </m:oMath>
                </a14:m>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such that </a:t>
                </a:r>
                <a14:m>
                  <m:oMath xmlns:m="http://schemas.openxmlformats.org/officeDocument/2006/math">
                    <m:sSub>
                      <m:sSubPr>
                        <m:ctrlPr>
                          <a:rPr lang="en-US" sz="2000" i="1" dirty="0">
                            <a:solidFill>
                              <a:srgbClr val="000000"/>
                            </a:solidFill>
                            <a:latin typeface="Cambria Math" panose="02040503050406030204" pitchFamily="18" charset="0"/>
                            <a:cs typeface="Times New Roman" panose="02020603050405020304" pitchFamily="18" charset="0"/>
                          </a:rPr>
                        </m:ctrlPr>
                      </m:sSubPr>
                      <m:e>
                        <m:r>
                          <a:rPr lang="en-US" sz="2000" i="1" dirty="0">
                            <a:solidFill>
                              <a:srgbClr val="000000"/>
                            </a:solidFill>
                            <a:latin typeface="Cambria Math" panose="02040503050406030204" pitchFamily="18" charset="0"/>
                            <a:cs typeface="Times New Roman" panose="02020603050405020304" pitchFamily="18" charset="0"/>
                          </a:rPr>
                          <m:t>𝑎</m:t>
                        </m:r>
                      </m:e>
                      <m:sub>
                        <m:r>
                          <a:rPr lang="en-US" sz="2000" i="1" dirty="0">
                            <a:solidFill>
                              <a:srgbClr val="000000"/>
                            </a:solidFill>
                            <a:latin typeface="Cambria Math" panose="02040503050406030204" pitchFamily="18" charset="0"/>
                            <a:cs typeface="Times New Roman" panose="02020603050405020304" pitchFamily="18" charset="0"/>
                          </a:rPr>
                          <m:t>𝑖𝑗</m:t>
                        </m:r>
                      </m:sub>
                    </m:sSub>
                  </m:oMath>
                </a14:m>
                <a:r>
                  <a:rPr lang="en-US" sz="2000" dirty="0" smtClean="0">
                    <a:latin typeface="Times New Roman" panose="02020603050405020304" pitchFamily="18" charset="0"/>
                    <a:cs typeface="Times New Roman" panose="02020603050405020304" pitchFamily="18" charset="0"/>
                  </a:rPr>
                  <a:t>=1 </a:t>
                </a:r>
                <a:r>
                  <a:rPr lang="en-US" sz="2000" dirty="0">
                    <a:latin typeface="Times New Roman" panose="02020603050405020304" pitchFamily="18" charset="0"/>
                    <a:cs typeface="Times New Roman" panose="02020603050405020304" pitchFamily="18" charset="0"/>
                  </a:rPr>
                  <a:t>for </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 = j, and </a:t>
                </a:r>
                <a:r>
                  <a:rPr lang="en-US" sz="2000" dirty="0" smtClean="0">
                    <a:latin typeface="Times New Roman" panose="02020603050405020304" pitchFamily="18" charset="0"/>
                    <a:cs typeface="Times New Roman" panose="02020603050405020304" pitchFamily="18" charset="0"/>
                  </a:rPr>
                  <a:t>=</a:t>
                </a:r>
                <a14:m>
                  <m:oMath xmlns:m="http://schemas.openxmlformats.org/officeDocument/2006/math">
                    <m:sSub>
                      <m:sSubPr>
                        <m:ctrlPr>
                          <a:rPr lang="en-US" sz="2000" i="1" dirty="0">
                            <a:solidFill>
                              <a:srgbClr val="000000"/>
                            </a:solidFill>
                            <a:latin typeface="Cambria Math" panose="02040503050406030204" pitchFamily="18" charset="0"/>
                            <a:cs typeface="Times New Roman" panose="02020603050405020304" pitchFamily="18" charset="0"/>
                          </a:rPr>
                        </m:ctrlPr>
                      </m:sSubPr>
                      <m:e>
                        <m:r>
                          <a:rPr lang="en-US" sz="2000" i="1" dirty="0">
                            <a:solidFill>
                              <a:srgbClr val="000000"/>
                            </a:solidFill>
                            <a:latin typeface="Cambria Math" panose="02040503050406030204" pitchFamily="18" charset="0"/>
                            <a:cs typeface="Times New Roman" panose="02020603050405020304" pitchFamily="18" charset="0"/>
                          </a:rPr>
                          <m:t>𝑎</m:t>
                        </m:r>
                      </m:e>
                      <m:sub>
                        <m:r>
                          <a:rPr lang="en-US" sz="2000" i="1" dirty="0">
                            <a:solidFill>
                              <a:srgbClr val="000000"/>
                            </a:solidFill>
                            <a:latin typeface="Cambria Math" panose="02040503050406030204" pitchFamily="18" charset="0"/>
                            <a:cs typeface="Times New Roman" panose="02020603050405020304" pitchFamily="18" charset="0"/>
                          </a:rPr>
                          <m:t>𝑖𝑗</m:t>
                        </m:r>
                      </m:sub>
                    </m:sSub>
                  </m:oMath>
                </a14:m>
                <a:r>
                  <a:rPr lang="en-US" sz="2000" dirty="0" smtClean="0">
                    <a:latin typeface="Times New Roman" panose="02020603050405020304" pitchFamily="18" charset="0"/>
                    <a:cs typeface="Times New Roman" panose="02020603050405020304" pitchFamily="18" charset="0"/>
                  </a:rPr>
                  <a:t>0 </a:t>
                </a:r>
                <a:r>
                  <a:rPr lang="en-US" sz="2000" dirty="0">
                    <a:latin typeface="Times New Roman" panose="02020603050405020304" pitchFamily="18" charset="0"/>
                    <a:cs typeface="Times New Roman" panose="02020603050405020304" pitchFamily="18" charset="0"/>
                  </a:rPr>
                  <a:t>for </a:t>
                </a:r>
                <a:r>
                  <a:rPr lang="en-US" sz="2000" i="1" dirty="0" err="1">
                    <a:latin typeface="Times New Roman" panose="02020603050405020304" pitchFamily="18" charset="0"/>
                    <a:cs typeface="Times New Roman" panose="02020603050405020304" pitchFamily="18" charset="0"/>
                  </a:rPr>
                  <a:t>i</a:t>
                </a:r>
                <a:r>
                  <a:rPr lang="en-US" sz="2000" i="1" dirty="0">
                    <a:latin typeface="Times New Roman" panose="02020603050405020304" pitchFamily="18" charset="0"/>
                    <a:cs typeface="Times New Roman" panose="02020603050405020304" pitchFamily="18" charset="0"/>
                  </a:rPr>
                  <a:t> </a:t>
                </a:r>
                <a14:m>
                  <m:oMath xmlns:m="http://schemas.openxmlformats.org/officeDocument/2006/math">
                    <m:r>
                      <a:rPr lang="en-US" sz="2000" i="1" smtClean="0">
                        <a:latin typeface="Cambria Math" panose="02040503050406030204" pitchFamily="18" charset="0"/>
                        <a:ea typeface="Cambria Math" panose="02040503050406030204" pitchFamily="18" charset="0"/>
                      </a:rPr>
                      <m:t>≠</m:t>
                    </m:r>
                  </m:oMath>
                </a14:m>
                <a:r>
                  <a:rPr lang="en-US" sz="2000" dirty="0" smtClean="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j </a:t>
                </a:r>
                <a:r>
                  <a:rPr lang="en-US" sz="2000" dirty="0">
                    <a:latin typeface="Times New Roman" panose="02020603050405020304" pitchFamily="18" charset="0"/>
                    <a:cs typeface="Times New Roman" panose="02020603050405020304" pitchFamily="18" charset="0"/>
                  </a:rPr>
                  <a:t>then A </a:t>
                </a:r>
                <a:r>
                  <a:rPr lang="en-US" sz="2000" dirty="0" smtClean="0">
                    <a:latin typeface="Times New Roman" panose="02020603050405020304" pitchFamily="18" charset="0"/>
                    <a:cs typeface="Times New Roman" panose="02020603050405020304" pitchFamily="18" charset="0"/>
                  </a:rPr>
                  <a:t>is called </a:t>
                </a:r>
                <a:r>
                  <a:rPr lang="en-US" sz="2000" dirty="0">
                    <a:latin typeface="Times New Roman" panose="02020603050405020304" pitchFamily="18" charset="0"/>
                    <a:cs typeface="Times New Roman" panose="02020603050405020304" pitchFamily="18" charset="0"/>
                  </a:rPr>
                  <a:t>a “Identity Matrix” or Unit matrix. It is denoted by </a:t>
                </a:r>
                <a:r>
                  <a:rPr lang="en-US" sz="2000" dirty="0" smtClean="0">
                    <a:latin typeface="Times New Roman" panose="02020603050405020304" pitchFamily="18" charset="0"/>
                    <a:cs typeface="Times New Roman" panose="02020603050405020304" pitchFamily="18" charset="0"/>
                  </a:rPr>
                  <a:t>I.</a:t>
                </a:r>
                <a:endParaRPr lang="en-US" sz="2000" i="1" dirty="0">
                  <a:latin typeface="Times New Roman" panose="02020603050405020304" pitchFamily="18" charset="0"/>
                  <a:cs typeface="Times New Roman" panose="02020603050405020304" pitchFamily="18" charset="0"/>
                </a:endParaRPr>
              </a:p>
              <a:p>
                <a:endParaRPr lang="en-US" sz="2000" dirty="0" smtClean="0">
                  <a:latin typeface="TimesNewRomanPSMT"/>
                </a:endParaRPr>
              </a:p>
              <a:p>
                <a:r>
                  <a:rPr lang="en-US" sz="2000" dirty="0" smtClean="0">
                    <a:latin typeface="TimesNewRomanPSMT"/>
                  </a:rPr>
                  <a:t>Ex: I=                        I=</a:t>
                </a:r>
              </a:p>
              <a:p>
                <a:endParaRPr lang="en-US" sz="2000" dirty="0">
                  <a:latin typeface="TimesNewRomanPSMT"/>
                  <a:cs typeface="Times New Roman" panose="02020603050405020304" pitchFamily="18" charset="0"/>
                </a:endParaRPr>
              </a:p>
              <a:p>
                <a:endParaRPr lang="en-US" sz="2000" dirty="0" smtClean="0">
                  <a:latin typeface="TimesNewRomanPSMT"/>
                  <a:cs typeface="Times New Roman" panose="02020603050405020304" pitchFamily="18" charset="0"/>
                </a:endParaRPr>
              </a:p>
              <a:p>
                <a:endParaRPr lang="en-US" sz="2000" dirty="0">
                  <a:latin typeface="TimesNewRomanPSMT"/>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Trace of Matrix: </a:t>
                </a:r>
                <a:r>
                  <a:rPr lang="en-US" sz="2000" dirty="0">
                    <a:latin typeface="Times New Roman" panose="02020603050405020304" pitchFamily="18" charset="0"/>
                    <a:cs typeface="Times New Roman" panose="02020603050405020304" pitchFamily="18" charset="0"/>
                  </a:rPr>
                  <a:t>The sum of all the diagonal elements of a square matrix A is called Trace</a:t>
                </a:r>
              </a:p>
              <a:p>
                <a:r>
                  <a:rPr lang="en-US" sz="2000" dirty="0">
                    <a:latin typeface="Times New Roman" panose="02020603050405020304" pitchFamily="18" charset="0"/>
                    <a:cs typeface="Times New Roman" panose="02020603050405020304" pitchFamily="18" charset="0"/>
                  </a:rPr>
                  <a:t>of a matrix A, and is denoted by Trace A or </a:t>
                </a:r>
                <a:r>
                  <a:rPr lang="en-US" sz="2000" dirty="0" err="1">
                    <a:latin typeface="Times New Roman" panose="02020603050405020304" pitchFamily="18" charset="0"/>
                    <a:cs typeface="Times New Roman" panose="02020603050405020304" pitchFamily="18" charset="0"/>
                  </a:rPr>
                  <a:t>tr</a:t>
                </a:r>
                <a:r>
                  <a:rPr lang="en-US" sz="2000" dirty="0">
                    <a:latin typeface="Times New Roman" panose="02020603050405020304" pitchFamily="18" charset="0"/>
                    <a:cs typeface="Times New Roman" panose="02020603050405020304" pitchFamily="18" charset="0"/>
                  </a:rPr>
                  <a:t> A</a:t>
                </a:r>
                <a:r>
                  <a:rPr lang="en-US" sz="2000" dirty="0" smtClean="0">
                    <a:latin typeface="Times New Roman" panose="02020603050405020304" pitchFamily="18" charset="0"/>
                    <a:cs typeface="Times New Roman" panose="02020603050405020304" pitchFamily="18" charset="0"/>
                  </a:rPr>
                  <a:t>.</a:t>
                </a:r>
              </a:p>
              <a:p>
                <a:endParaRPr lang="en-US" sz="2000" dirty="0">
                  <a:latin typeface="Times New Roman" panose="02020603050405020304" pitchFamily="18" charset="0"/>
                  <a:cs typeface="Times New Roman" panose="02020603050405020304" pitchFamily="18" charset="0"/>
                </a:endParaRPr>
              </a:p>
              <a:p>
                <a:r>
                  <a:rPr lang="en-US" sz="2000" dirty="0" smtClean="0">
                    <a:latin typeface="Times New Roman" panose="02020603050405020304" pitchFamily="18" charset="0"/>
                    <a:cs typeface="Times New Roman" panose="02020603050405020304" pitchFamily="18" charset="0"/>
                  </a:rPr>
                  <a:t>Ex. A=                      Trace A = </a:t>
                </a:r>
                <a:r>
                  <a:rPr lang="en-US" sz="2000" dirty="0" err="1" smtClean="0">
                    <a:latin typeface="Times New Roman" panose="02020603050405020304" pitchFamily="18" charset="0"/>
                    <a:cs typeface="Times New Roman" panose="02020603050405020304" pitchFamily="18" charset="0"/>
                  </a:rPr>
                  <a:t>a+b+c</a:t>
                </a:r>
                <a:r>
                  <a:rPr lang="en-US" sz="2000" dirty="0" smtClean="0">
                    <a:latin typeface="Times New Roman" panose="02020603050405020304" pitchFamily="18" charset="0"/>
                    <a:cs typeface="Times New Roman" panose="02020603050405020304" pitchFamily="18" charset="0"/>
                  </a:rPr>
                  <a:t> </a:t>
                </a: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Singular &amp; Non Singular Matrices: </a:t>
                </a:r>
                <a:r>
                  <a:rPr lang="en-US" sz="2000" dirty="0">
                    <a:latin typeface="Times New Roman" panose="02020603050405020304" pitchFamily="18" charset="0"/>
                    <a:cs typeface="Times New Roman" panose="02020603050405020304" pitchFamily="18" charset="0"/>
                  </a:rPr>
                  <a:t>A square matrix A is said to be “Singular” if </a:t>
                </a:r>
                <a:r>
                  <a:rPr lang="en-US" sz="2000" dirty="0" smtClean="0">
                    <a:latin typeface="Times New Roman" panose="02020603050405020304" pitchFamily="18" charset="0"/>
                    <a:cs typeface="Times New Roman" panose="02020603050405020304" pitchFamily="18" charset="0"/>
                  </a:rPr>
                  <a:t>the determinant </a:t>
                </a:r>
                <a:r>
                  <a:rPr lang="en-US" sz="2000" dirty="0">
                    <a:latin typeface="Times New Roman" panose="02020603050405020304" pitchFamily="18" charset="0"/>
                    <a:cs typeface="Times New Roman" panose="02020603050405020304" pitchFamily="18" charset="0"/>
                  </a:rPr>
                  <a:t>of │A│= 0</a:t>
                </a: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Otherwise A is said to be “Non-singular”.</a:t>
                </a:r>
              </a:p>
              <a:p>
                <a:r>
                  <a:rPr lang="en-US" sz="2000" b="1" dirty="0">
                    <a:latin typeface="Times New Roman" panose="02020603050405020304" pitchFamily="18" charset="0"/>
                    <a:cs typeface="Times New Roman" panose="02020603050405020304" pitchFamily="18" charset="0"/>
                  </a:rPr>
                  <a:t>Note: </a:t>
                </a:r>
                <a:r>
                  <a:rPr lang="en-US" sz="2000" dirty="0">
                    <a:latin typeface="Times New Roman" panose="02020603050405020304" pitchFamily="18" charset="0"/>
                    <a:cs typeface="Times New Roman" panose="02020603050405020304" pitchFamily="18" charset="0"/>
                  </a:rPr>
                  <a:t>1. Only non-singular matrices possess inverse.</a:t>
                </a:r>
              </a:p>
              <a:p>
                <a:r>
                  <a:rPr lang="en-US" sz="2000" dirty="0" smtClean="0">
                    <a:latin typeface="Times New Roman" panose="02020603050405020304" pitchFamily="18" charset="0"/>
                    <a:cs typeface="Times New Roman" panose="02020603050405020304" pitchFamily="18" charset="0"/>
                  </a:rPr>
                  <a:t>          2</a:t>
                </a:r>
                <a:r>
                  <a:rPr lang="en-US" sz="2000" dirty="0">
                    <a:latin typeface="Times New Roman" panose="02020603050405020304" pitchFamily="18" charset="0"/>
                    <a:cs typeface="Times New Roman" panose="02020603050405020304" pitchFamily="18" charset="0"/>
                  </a:rPr>
                  <a:t>. The product of non-singular matrices is also non-singular.</a:t>
                </a:r>
              </a:p>
            </p:txBody>
          </p:sp>
        </mc:Choice>
        <mc:Fallback xmlns="">
          <p:sp>
            <p:nvSpPr>
              <p:cNvPr id="2" name="Rectangle 1"/>
              <p:cNvSpPr>
                <a:spLocks noRot="1" noChangeAspect="1" noMove="1" noResize="1" noEditPoints="1" noAdjustHandles="1" noChangeArrowheads="1" noChangeShapeType="1" noTextEdit="1"/>
              </p:cNvSpPr>
              <p:nvPr/>
            </p:nvSpPr>
            <p:spPr>
              <a:xfrm>
                <a:off x="221673" y="219441"/>
                <a:ext cx="11734800" cy="6580328"/>
              </a:xfrm>
              <a:prstGeom prst="rect">
                <a:avLst/>
              </a:prstGeom>
              <a:blipFill>
                <a:blip r:embed="rId3"/>
                <a:stretch>
                  <a:fillRect l="-519" t="-556" b="-741"/>
                </a:stretch>
              </a:blipFill>
            </p:spPr>
            <p:txBody>
              <a:bodyPr/>
              <a:lstStyle/>
              <a:p>
                <a:r>
                  <a:rPr lang="en-US">
                    <a:noFill/>
                  </a:rPr>
                  <a:t> </a:t>
                </a:r>
              </a:p>
            </p:txBody>
          </p:sp>
        </mc:Fallback>
      </mc:AlternateContent>
      <p:graphicFrame>
        <p:nvGraphicFramePr>
          <p:cNvPr id="3" name="Object 2"/>
          <p:cNvGraphicFramePr>
            <a:graphicFrameLocks noChangeAspect="1"/>
          </p:cNvGraphicFramePr>
          <p:nvPr>
            <p:extLst>
              <p:ext uri="{D42A27DB-BD31-4B8C-83A1-F6EECF244321}">
                <p14:modId xmlns:p14="http://schemas.microsoft.com/office/powerpoint/2010/main" val="980493763"/>
              </p:ext>
            </p:extLst>
          </p:nvPr>
        </p:nvGraphicFramePr>
        <p:xfrm>
          <a:off x="1233488" y="573088"/>
          <a:ext cx="1244600" cy="1079500"/>
        </p:xfrm>
        <a:graphic>
          <a:graphicData uri="http://schemas.openxmlformats.org/presentationml/2006/ole">
            <mc:AlternateContent xmlns:mc="http://schemas.openxmlformats.org/markup-compatibility/2006">
              <mc:Choice xmlns:v="urn:schemas-microsoft-com:vml" Requires="v">
                <p:oleObj spid="_x0000_s4505" name="Equation" r:id="rId4" imgW="1244520" imgH="1079280" progId="Equation.3">
                  <p:embed/>
                </p:oleObj>
              </mc:Choice>
              <mc:Fallback>
                <p:oleObj name="Equation" r:id="rId4" imgW="1244520" imgH="1079280" progId="Equation.3">
                  <p:embed/>
                  <p:pic>
                    <p:nvPicPr>
                      <p:cNvPr id="4" name="Object 3"/>
                      <p:cNvPicPr/>
                      <p:nvPr/>
                    </p:nvPicPr>
                    <p:blipFill>
                      <a:blip r:embed="rId5"/>
                      <a:stretch>
                        <a:fillRect/>
                      </a:stretch>
                    </p:blipFill>
                    <p:spPr>
                      <a:xfrm>
                        <a:off x="1233488" y="573088"/>
                        <a:ext cx="1244600" cy="1079500"/>
                      </a:xfrm>
                      <a:prstGeom prst="rect">
                        <a:avLst/>
                      </a:prstGeom>
                    </p:spPr>
                  </p:pic>
                </p:oleObj>
              </mc:Fallback>
            </mc:AlternateContent>
          </a:graphicData>
        </a:graphic>
      </p:graphicFrame>
      <p:graphicFrame>
        <p:nvGraphicFramePr>
          <p:cNvPr id="4" name="Object 3"/>
          <p:cNvGraphicFramePr>
            <a:graphicFrameLocks noChangeAspect="1"/>
          </p:cNvGraphicFramePr>
          <p:nvPr>
            <p:extLst>
              <p:ext uri="{D42A27DB-BD31-4B8C-83A1-F6EECF244321}">
                <p14:modId xmlns:p14="http://schemas.microsoft.com/office/powerpoint/2010/main" val="3442107781"/>
              </p:ext>
            </p:extLst>
          </p:nvPr>
        </p:nvGraphicFramePr>
        <p:xfrm>
          <a:off x="1040245" y="2477276"/>
          <a:ext cx="939800" cy="736600"/>
        </p:xfrm>
        <a:graphic>
          <a:graphicData uri="http://schemas.openxmlformats.org/presentationml/2006/ole">
            <mc:AlternateContent xmlns:mc="http://schemas.openxmlformats.org/markup-compatibility/2006">
              <mc:Choice xmlns:v="urn:schemas-microsoft-com:vml" Requires="v">
                <p:oleObj spid="_x0000_s4506" name="Equation" r:id="rId6" imgW="939600" imgH="736560" progId="Equation.3">
                  <p:embed/>
                </p:oleObj>
              </mc:Choice>
              <mc:Fallback>
                <p:oleObj name="Equation" r:id="rId6" imgW="939600" imgH="736560" progId="Equation.3">
                  <p:embed/>
                  <p:pic>
                    <p:nvPicPr>
                      <p:cNvPr id="0" name=""/>
                      <p:cNvPicPr/>
                      <p:nvPr/>
                    </p:nvPicPr>
                    <p:blipFill>
                      <a:blip r:embed="rId7"/>
                      <a:stretch>
                        <a:fillRect/>
                      </a:stretch>
                    </p:blipFill>
                    <p:spPr>
                      <a:xfrm>
                        <a:off x="1040245" y="2477276"/>
                        <a:ext cx="939800" cy="736600"/>
                      </a:xfrm>
                      <a:prstGeom prst="rect">
                        <a:avLst/>
                      </a:prstGeom>
                    </p:spPr>
                  </p:pic>
                </p:oleObj>
              </mc:Fallback>
            </mc:AlternateContent>
          </a:graphicData>
        </a:graphic>
      </p:graphicFrame>
      <p:graphicFrame>
        <p:nvGraphicFramePr>
          <p:cNvPr id="5" name="Object 4"/>
          <p:cNvGraphicFramePr>
            <a:graphicFrameLocks noChangeAspect="1"/>
          </p:cNvGraphicFramePr>
          <p:nvPr>
            <p:extLst>
              <p:ext uri="{D42A27DB-BD31-4B8C-83A1-F6EECF244321}">
                <p14:modId xmlns:p14="http://schemas.microsoft.com/office/powerpoint/2010/main" val="3038408034"/>
              </p:ext>
            </p:extLst>
          </p:nvPr>
        </p:nvGraphicFramePr>
        <p:xfrm>
          <a:off x="3021446" y="2477276"/>
          <a:ext cx="1244600" cy="1079500"/>
        </p:xfrm>
        <a:graphic>
          <a:graphicData uri="http://schemas.openxmlformats.org/presentationml/2006/ole">
            <mc:AlternateContent xmlns:mc="http://schemas.openxmlformats.org/markup-compatibility/2006">
              <mc:Choice xmlns:v="urn:schemas-microsoft-com:vml" Requires="v">
                <p:oleObj spid="_x0000_s4507" name="Equation" r:id="rId8" imgW="1244520" imgH="1079280" progId="Equation.3">
                  <p:embed/>
                </p:oleObj>
              </mc:Choice>
              <mc:Fallback>
                <p:oleObj name="Equation" r:id="rId8" imgW="1244520" imgH="1079280" progId="Equation.3">
                  <p:embed/>
                  <p:pic>
                    <p:nvPicPr>
                      <p:cNvPr id="0" name=""/>
                      <p:cNvPicPr/>
                      <p:nvPr/>
                    </p:nvPicPr>
                    <p:blipFill>
                      <a:blip r:embed="rId9"/>
                      <a:stretch>
                        <a:fillRect/>
                      </a:stretch>
                    </p:blipFill>
                    <p:spPr>
                      <a:xfrm>
                        <a:off x="3021446" y="2477276"/>
                        <a:ext cx="1244600" cy="1079500"/>
                      </a:xfrm>
                      <a:prstGeom prst="rect">
                        <a:avLst/>
                      </a:prstGeom>
                    </p:spPr>
                  </p:pic>
                </p:oleObj>
              </mc:Fallback>
            </mc:AlternateContent>
          </a:graphicData>
        </a:graphic>
      </p:graphicFrame>
      <p:graphicFrame>
        <p:nvGraphicFramePr>
          <p:cNvPr id="6" name="Object 5"/>
          <p:cNvGraphicFramePr>
            <a:graphicFrameLocks noChangeAspect="1"/>
          </p:cNvGraphicFramePr>
          <p:nvPr>
            <p:extLst>
              <p:ext uri="{D42A27DB-BD31-4B8C-83A1-F6EECF244321}">
                <p14:modId xmlns:p14="http://schemas.microsoft.com/office/powerpoint/2010/main" val="1275706207"/>
              </p:ext>
            </p:extLst>
          </p:nvPr>
        </p:nvGraphicFramePr>
        <p:xfrm>
          <a:off x="1135495" y="4606430"/>
          <a:ext cx="749300" cy="711200"/>
        </p:xfrm>
        <a:graphic>
          <a:graphicData uri="http://schemas.openxmlformats.org/presentationml/2006/ole">
            <mc:AlternateContent xmlns:mc="http://schemas.openxmlformats.org/markup-compatibility/2006">
              <mc:Choice xmlns:v="urn:schemas-microsoft-com:vml" Requires="v">
                <p:oleObj spid="_x0000_s4508" name="Equation" r:id="rId10" imgW="749160" imgH="711000" progId="Equation.3">
                  <p:embed/>
                </p:oleObj>
              </mc:Choice>
              <mc:Fallback>
                <p:oleObj name="Equation" r:id="rId10" imgW="749160" imgH="711000" progId="Equation.3">
                  <p:embed/>
                  <p:pic>
                    <p:nvPicPr>
                      <p:cNvPr id="0" name=""/>
                      <p:cNvPicPr/>
                      <p:nvPr/>
                    </p:nvPicPr>
                    <p:blipFill>
                      <a:blip r:embed="rId11"/>
                      <a:stretch>
                        <a:fillRect/>
                      </a:stretch>
                    </p:blipFill>
                    <p:spPr>
                      <a:xfrm>
                        <a:off x="1135495" y="4606430"/>
                        <a:ext cx="749300" cy="711200"/>
                      </a:xfrm>
                      <a:prstGeom prst="rect">
                        <a:avLst/>
                      </a:prstGeom>
                    </p:spPr>
                  </p:pic>
                </p:oleObj>
              </mc:Fallback>
            </mc:AlternateContent>
          </a:graphicData>
        </a:graphic>
      </p:graphicFrame>
      <mc:AlternateContent xmlns:mc="http://schemas.openxmlformats.org/markup-compatibility/2006" xmlns:p14="http://schemas.microsoft.com/office/powerpoint/2010/main">
        <mc:Choice Requires="p14">
          <p:contentPart p14:bwMode="auto" r:id="rId12">
            <p14:nvContentPartPr>
              <p14:cNvPr id="11" name="Ink 10"/>
              <p14:cNvContentPartPr/>
              <p14:nvPr/>
            </p14:nvContentPartPr>
            <p14:xfrm>
              <a:off x="6744036" y="2576692"/>
              <a:ext cx="1161360" cy="341280"/>
            </p14:xfrm>
          </p:contentPart>
        </mc:Choice>
        <mc:Fallback xmlns="">
          <p:pic>
            <p:nvPicPr>
              <p:cNvPr id="11" name="Ink 10"/>
              <p:cNvPicPr/>
              <p:nvPr/>
            </p:nvPicPr>
            <p:blipFill>
              <a:blip r:embed="rId13"/>
              <a:stretch>
                <a:fillRect/>
              </a:stretch>
            </p:blipFill>
            <p:spPr>
              <a:xfrm>
                <a:off x="6735396" y="2555812"/>
                <a:ext cx="1175040" cy="3790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3" name="Ink 12"/>
              <p14:cNvContentPartPr/>
              <p14:nvPr/>
            </p14:nvContentPartPr>
            <p14:xfrm>
              <a:off x="2272476" y="483292"/>
              <a:ext cx="900000" cy="487800"/>
            </p14:xfrm>
          </p:contentPart>
        </mc:Choice>
        <mc:Fallback xmlns="">
          <p:pic>
            <p:nvPicPr>
              <p:cNvPr id="13" name="Ink 12"/>
              <p:cNvPicPr/>
              <p:nvPr/>
            </p:nvPicPr>
            <p:blipFill>
              <a:blip r:embed="rId15"/>
              <a:stretch>
                <a:fillRect/>
              </a:stretch>
            </p:blipFill>
            <p:spPr>
              <a:xfrm>
                <a:off x="2261676" y="462412"/>
                <a:ext cx="931680" cy="5259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5" name="Ink 14"/>
              <p14:cNvContentPartPr/>
              <p14:nvPr/>
            </p14:nvContentPartPr>
            <p14:xfrm>
              <a:off x="2319636" y="750412"/>
              <a:ext cx="1114200" cy="551160"/>
            </p14:xfrm>
          </p:contentPart>
        </mc:Choice>
        <mc:Fallback xmlns="">
          <p:pic>
            <p:nvPicPr>
              <p:cNvPr id="15" name="Ink 14"/>
              <p:cNvPicPr/>
              <p:nvPr/>
            </p:nvPicPr>
            <p:blipFill>
              <a:blip r:embed="rId17"/>
              <a:stretch>
                <a:fillRect/>
              </a:stretch>
            </p:blipFill>
            <p:spPr>
              <a:xfrm>
                <a:off x="2306676" y="732052"/>
                <a:ext cx="1148040" cy="586800"/>
              </a:xfrm>
              <a:prstGeom prst="rect">
                <a:avLst/>
              </a:prstGeom>
            </p:spPr>
          </p:pic>
        </mc:Fallback>
      </mc:AlternateContent>
    </p:spTree>
    <p:extLst>
      <p:ext uri="{BB962C8B-B14F-4D97-AF65-F5344CB8AC3E}">
        <p14:creationId xmlns:p14="http://schemas.microsoft.com/office/powerpoint/2010/main" val="39930393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1"/>
              <p:cNvSpPr/>
              <p:nvPr/>
            </p:nvSpPr>
            <p:spPr>
              <a:xfrm>
                <a:off x="0" y="104139"/>
                <a:ext cx="11928764" cy="6080126"/>
              </a:xfrm>
              <a:prstGeom prst="rect">
                <a:avLst/>
              </a:prstGeom>
            </p:spPr>
            <p:txBody>
              <a:bodyPr wrap="square">
                <a:spAutoFit/>
              </a:bodyPr>
              <a:lstStyle/>
              <a:p>
                <a:r>
                  <a:rPr lang="en-US" sz="2000" b="1" dirty="0" smtClean="0">
                    <a:latin typeface="Times New Roman" panose="02020603050405020304" pitchFamily="18" charset="0"/>
                    <a:cs typeface="Times New Roman" panose="02020603050405020304" pitchFamily="18" charset="0"/>
                  </a:rPr>
                  <a:t>Inverse of a Matrix: </a:t>
                </a:r>
                <a:r>
                  <a:rPr lang="en-US" sz="2000" dirty="0">
                    <a:latin typeface="Times New Roman" panose="02020603050405020304" pitchFamily="18" charset="0"/>
                    <a:cs typeface="Times New Roman" panose="02020603050405020304" pitchFamily="18" charset="0"/>
                  </a:rPr>
                  <a:t>Let A be a non-singular matrix of order n if there exist a matrix </a:t>
                </a:r>
                <a:r>
                  <a:rPr lang="en-US" sz="2000" dirty="0" smtClean="0">
                    <a:latin typeface="Times New Roman" panose="02020603050405020304" pitchFamily="18" charset="0"/>
                    <a:cs typeface="Times New Roman" panose="02020603050405020304" pitchFamily="18" charset="0"/>
                  </a:rPr>
                  <a:t>B such </a:t>
                </a:r>
                <a:r>
                  <a:rPr lang="en-US" sz="2000" dirty="0">
                    <a:latin typeface="Times New Roman" panose="02020603050405020304" pitchFamily="18" charset="0"/>
                    <a:cs typeface="Times New Roman" panose="02020603050405020304" pitchFamily="18" charset="0"/>
                  </a:rPr>
                  <a:t>that AB=BA=I then B is called the inverse of A and is denoted by </a:t>
                </a:r>
                <a14:m>
                  <m:oMath xmlns:m="http://schemas.openxmlformats.org/officeDocument/2006/math">
                    <m:sSup>
                      <m:sSupPr>
                        <m:ctrlPr>
                          <a:rPr lang="en-US" sz="2000" i="1" smtClean="0">
                            <a:latin typeface="Cambria Math" panose="02040503050406030204" pitchFamily="18" charset="0"/>
                            <a:cs typeface="Times New Roman" panose="02020603050405020304" pitchFamily="18" charset="0"/>
                          </a:rPr>
                        </m:ctrlPr>
                      </m:sSupPr>
                      <m:e>
                        <m:r>
                          <a:rPr lang="en-US" sz="2000" b="0" i="1" smtClean="0">
                            <a:latin typeface="Cambria Math" panose="02040503050406030204" pitchFamily="18" charset="0"/>
                            <a:cs typeface="Times New Roman" panose="02020603050405020304" pitchFamily="18" charset="0"/>
                          </a:rPr>
                          <m:t>𝐴</m:t>
                        </m:r>
                      </m:e>
                      <m:sup>
                        <m:r>
                          <a:rPr lang="en-US" sz="2000" b="0" i="1" smtClean="0">
                            <a:latin typeface="Cambria Math" panose="02040503050406030204" pitchFamily="18" charset="0"/>
                            <a:cs typeface="Times New Roman" panose="02020603050405020304" pitchFamily="18" charset="0"/>
                          </a:rPr>
                          <m:t>−1</m:t>
                        </m:r>
                      </m:sup>
                    </m:sSup>
                  </m:oMath>
                </a14:m>
                <a:r>
                  <a:rPr lang="en-US" sz="2000"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If inverse of a matrix exist, it is said to be invertible.</a:t>
                </a:r>
              </a:p>
              <a:p>
                <a:r>
                  <a:rPr lang="en-US" sz="2000" b="1" dirty="0">
                    <a:latin typeface="Times New Roman" panose="02020603050405020304" pitchFamily="18" charset="0"/>
                    <a:cs typeface="Times New Roman" panose="02020603050405020304" pitchFamily="18" charset="0"/>
                  </a:rPr>
                  <a:t>Note: 1</a:t>
                </a:r>
                <a:r>
                  <a:rPr lang="en-US" sz="2000" dirty="0">
                    <a:latin typeface="Times New Roman" panose="02020603050405020304" pitchFamily="18" charset="0"/>
                    <a:cs typeface="Times New Roman" panose="02020603050405020304" pitchFamily="18" charset="0"/>
                  </a:rPr>
                  <a:t>. The necessary and sufficient condition for a square matrix to posses inverse is </a:t>
                </a:r>
                <a:r>
                  <a:rPr lang="en-US" sz="2000" dirty="0" smtClean="0">
                    <a:latin typeface="Times New Roman" panose="02020603050405020304" pitchFamily="18" charset="0"/>
                    <a:cs typeface="Times New Roman" panose="02020603050405020304" pitchFamily="18" charset="0"/>
                  </a:rPr>
                  <a:t>that |A|≠0.</a:t>
                </a:r>
                <a:endParaRPr lang="en-US" sz="2000" dirty="0">
                  <a:latin typeface="Times New Roman" panose="02020603050405020304" pitchFamily="18" charset="0"/>
                  <a:cs typeface="Times New Roman" panose="02020603050405020304" pitchFamily="18" charset="0"/>
                </a:endParaRPr>
              </a:p>
              <a:p>
                <a:r>
                  <a:rPr lang="en-US" sz="2000" b="1" dirty="0" smtClean="0">
                    <a:latin typeface="Times New Roman" panose="02020603050405020304" pitchFamily="18" charset="0"/>
                    <a:cs typeface="Times New Roman" panose="02020603050405020304" pitchFamily="18" charset="0"/>
                  </a:rPr>
                  <a:t>          2 </a:t>
                </a:r>
                <a:r>
                  <a:rPr lang="en-US" sz="2000" dirty="0">
                    <a:latin typeface="Times New Roman" panose="02020603050405020304" pitchFamily="18" charset="0"/>
                    <a:cs typeface="Times New Roman" panose="02020603050405020304" pitchFamily="18" charset="0"/>
                  </a:rPr>
                  <a:t>.Every Invertible matrix has unique inverse</a:t>
                </a:r>
                <a:r>
                  <a:rPr lang="en-US" sz="2000" b="1" dirty="0" smtClean="0">
                    <a:latin typeface="Times New Roman" panose="02020603050405020304" pitchFamily="18" charset="0"/>
                    <a:cs typeface="Times New Roman" panose="02020603050405020304" pitchFamily="18" charset="0"/>
                  </a:rPr>
                  <a:t>.</a:t>
                </a:r>
              </a:p>
              <a:p>
                <a:r>
                  <a:rPr lang="en-US" sz="2000" b="1" dirty="0" smtClean="0">
                    <a:latin typeface="Times New Roman" panose="02020603050405020304" pitchFamily="18" charset="0"/>
                    <a:cs typeface="Times New Roman" panose="02020603050405020304" pitchFamily="18" charset="0"/>
                  </a:rPr>
                  <a:t>          3</a:t>
                </a:r>
                <a:r>
                  <a:rPr lang="en-US" sz="2000" dirty="0">
                    <a:latin typeface="Times New Roman" panose="02020603050405020304" pitchFamily="18" charset="0"/>
                    <a:cs typeface="Times New Roman" panose="02020603050405020304" pitchFamily="18" charset="0"/>
                  </a:rPr>
                  <a:t>. If A, B are two invertible square matrices then AB is also invertible </a:t>
                </a:r>
                <a:r>
                  <a:rPr lang="en-US" sz="2000" dirty="0" smtClean="0">
                    <a:latin typeface="Times New Roman" panose="02020603050405020304" pitchFamily="18" charset="0"/>
                    <a:cs typeface="Times New Roman" panose="02020603050405020304" pitchFamily="18" charset="0"/>
                  </a:rPr>
                  <a:t>and </a:t>
                </a:r>
                <a14:m>
                  <m:oMath xmlns:m="http://schemas.openxmlformats.org/officeDocument/2006/math">
                    <m:sSup>
                      <m:sSupPr>
                        <m:ctrlPr>
                          <a:rPr lang="en-US" sz="2000" i="1" smtClean="0">
                            <a:latin typeface="Cambria Math" panose="02040503050406030204" pitchFamily="18" charset="0"/>
                          </a:rPr>
                        </m:ctrlPr>
                      </m:sSupPr>
                      <m:e>
                        <m:r>
                          <a:rPr lang="en-US" sz="2000" b="0" i="1" smtClean="0">
                            <a:latin typeface="Cambria Math" panose="02040503050406030204" pitchFamily="18" charset="0"/>
                          </a:rPr>
                          <m:t>(</m:t>
                        </m:r>
                        <m:r>
                          <a:rPr lang="en-US" sz="2000" b="0" i="1" smtClean="0">
                            <a:latin typeface="Cambria Math" panose="02040503050406030204" pitchFamily="18" charset="0"/>
                          </a:rPr>
                          <m:t>𝐴𝐵</m:t>
                        </m:r>
                        <m:r>
                          <a:rPr lang="en-US" sz="2000" b="0" i="1" smtClean="0">
                            <a:latin typeface="Cambria Math" panose="02040503050406030204" pitchFamily="18" charset="0"/>
                          </a:rPr>
                          <m:t>)</m:t>
                        </m:r>
                      </m:e>
                      <m:sup>
                        <m:r>
                          <a:rPr lang="en-US" sz="2000" b="0" i="1" smtClean="0">
                            <a:latin typeface="Cambria Math" panose="02040503050406030204" pitchFamily="18" charset="0"/>
                          </a:rPr>
                          <m:t>−1</m:t>
                        </m:r>
                      </m:sup>
                    </m:sSup>
                  </m:oMath>
                </a14:m>
                <a:r>
                  <a:rPr lang="en-US" sz="2000" dirty="0" smtClean="0">
                    <a:latin typeface="Times New Roman" panose="02020603050405020304" pitchFamily="18" charset="0"/>
                    <a:cs typeface="Times New Roman" panose="02020603050405020304" pitchFamily="18" charset="0"/>
                  </a:rPr>
                  <a:t> = </a:t>
                </a:r>
                <a14:m>
                  <m:oMath xmlns:m="http://schemas.openxmlformats.org/officeDocument/2006/math">
                    <m:sSup>
                      <m:sSupPr>
                        <m:ctrlPr>
                          <a:rPr lang="en-US" sz="2000" i="1" smtClean="0">
                            <a:latin typeface="Cambria Math" panose="02040503050406030204" pitchFamily="18" charset="0"/>
                            <a:cs typeface="Times New Roman" panose="02020603050405020304" pitchFamily="18" charset="0"/>
                          </a:rPr>
                        </m:ctrlPr>
                      </m:sSupPr>
                      <m:e>
                        <m:r>
                          <a:rPr lang="en-US" sz="2000" b="0" i="1" smtClean="0">
                            <a:latin typeface="Cambria Math" panose="02040503050406030204" pitchFamily="18" charset="0"/>
                            <a:cs typeface="Times New Roman" panose="02020603050405020304" pitchFamily="18" charset="0"/>
                          </a:rPr>
                          <m:t>𝐵</m:t>
                        </m:r>
                      </m:e>
                      <m:sup>
                        <m:r>
                          <a:rPr lang="en-US" sz="2000" b="0" i="1" smtClean="0">
                            <a:latin typeface="Cambria Math" panose="02040503050406030204" pitchFamily="18" charset="0"/>
                            <a:cs typeface="Times New Roman" panose="02020603050405020304" pitchFamily="18" charset="0"/>
                          </a:rPr>
                          <m:t>−1</m:t>
                        </m:r>
                      </m:sup>
                    </m:sSup>
                    <m:sSup>
                      <m:sSupPr>
                        <m:ctrlPr>
                          <a:rPr lang="en-US" sz="2000" i="1" smtClean="0">
                            <a:latin typeface="Cambria Math" panose="02040503050406030204" pitchFamily="18" charset="0"/>
                            <a:cs typeface="Times New Roman" panose="02020603050405020304" pitchFamily="18" charset="0"/>
                          </a:rPr>
                        </m:ctrlPr>
                      </m:sSupPr>
                      <m:e>
                        <m:r>
                          <a:rPr lang="en-US" sz="2000" b="0" i="1" smtClean="0">
                            <a:latin typeface="Cambria Math" panose="02040503050406030204" pitchFamily="18" charset="0"/>
                            <a:cs typeface="Times New Roman" panose="02020603050405020304" pitchFamily="18" charset="0"/>
                          </a:rPr>
                          <m:t>𝐴</m:t>
                        </m:r>
                      </m:e>
                      <m:sup>
                        <m:r>
                          <a:rPr lang="en-US" sz="2000" b="0" i="1" smtClean="0">
                            <a:latin typeface="Cambria Math" panose="02040503050406030204" pitchFamily="18" charset="0"/>
                            <a:cs typeface="Times New Roman" panose="02020603050405020304" pitchFamily="18" charset="0"/>
                          </a:rPr>
                          <m:t>−1</m:t>
                        </m:r>
                      </m:sup>
                    </m:sSup>
                  </m:oMath>
                </a14:m>
                <a:endParaRPr lang="en-US" sz="2000" dirty="0" smtClean="0">
                  <a:latin typeface="Times New Roman" panose="02020603050405020304" pitchFamily="18" charset="0"/>
                  <a:cs typeface="Times New Roman" panose="02020603050405020304" pitchFamily="18" charset="0"/>
                </a:endParaRPr>
              </a:p>
              <a:p>
                <a:r>
                  <a:rPr lang="en-US" sz="2000" dirty="0" smtClean="0">
                    <a:latin typeface="Times New Roman" panose="02020603050405020304" pitchFamily="18" charset="0"/>
                    <a:cs typeface="Times New Roman" panose="02020603050405020304" pitchFamily="18" charset="0"/>
                  </a:rPr>
                  <a:t>          4. </a:t>
                </a:r>
                <a14:m>
                  <m:oMath xmlns:m="http://schemas.openxmlformats.org/officeDocument/2006/math">
                    <m:sSup>
                      <m:sSupPr>
                        <m:ctrlPr>
                          <a:rPr lang="en-US" sz="2000" i="1" smtClean="0">
                            <a:latin typeface="Cambria Math" panose="02040503050406030204" pitchFamily="18" charset="0"/>
                            <a:cs typeface="Times New Roman" panose="02020603050405020304" pitchFamily="18" charset="0"/>
                          </a:rPr>
                        </m:ctrlPr>
                      </m:sSupPr>
                      <m:e>
                        <m:r>
                          <a:rPr lang="en-US" sz="2000" b="0" i="1" smtClean="0">
                            <a:latin typeface="Cambria Math" panose="02040503050406030204" pitchFamily="18" charset="0"/>
                            <a:cs typeface="Times New Roman" panose="02020603050405020304" pitchFamily="18" charset="0"/>
                          </a:rPr>
                          <m:t>𝐴</m:t>
                        </m:r>
                      </m:e>
                      <m:sup>
                        <m:r>
                          <a:rPr lang="en-US" sz="2000" b="0" i="1" smtClean="0">
                            <a:latin typeface="Cambria Math" panose="02040503050406030204" pitchFamily="18" charset="0"/>
                            <a:cs typeface="Times New Roman" panose="02020603050405020304" pitchFamily="18" charset="0"/>
                          </a:rPr>
                          <m:t>−1</m:t>
                        </m:r>
                      </m:sup>
                    </m:sSup>
                  </m:oMath>
                </a14:m>
                <a:r>
                  <a:rPr lang="en-US" sz="2000" dirty="0" smtClean="0">
                    <a:latin typeface="Times New Roman" panose="02020603050405020304" pitchFamily="18" charset="0"/>
                    <a:cs typeface="Times New Roman" panose="02020603050405020304" pitchFamily="18" charset="0"/>
                  </a:rPr>
                  <a:t>=  </a:t>
                </a:r>
                <a14:m>
                  <m:oMath xmlns:m="http://schemas.openxmlformats.org/officeDocument/2006/math">
                    <m:f>
                      <m:fPr>
                        <m:ctrlPr>
                          <a:rPr lang="en-US" sz="2000" i="1" smtClean="0">
                            <a:latin typeface="Cambria Math" panose="02040503050406030204" pitchFamily="18" charset="0"/>
                            <a:cs typeface="Times New Roman" panose="02020603050405020304" pitchFamily="18" charset="0"/>
                          </a:rPr>
                        </m:ctrlPr>
                      </m:fPr>
                      <m:num>
                        <m:r>
                          <a:rPr lang="en-US" sz="2000" b="0" i="1" smtClean="0">
                            <a:latin typeface="Cambria Math" panose="02040503050406030204" pitchFamily="18" charset="0"/>
                            <a:cs typeface="Times New Roman" panose="02020603050405020304" pitchFamily="18" charset="0"/>
                          </a:rPr>
                          <m:t>𝑎𝑑𝑗</m:t>
                        </m:r>
                        <m:r>
                          <a:rPr lang="en-US" sz="2000" b="0" i="1" smtClean="0">
                            <a:latin typeface="Cambria Math" panose="02040503050406030204" pitchFamily="18" charset="0"/>
                            <a:cs typeface="Times New Roman" panose="02020603050405020304" pitchFamily="18" charset="0"/>
                          </a:rPr>
                          <m:t> </m:t>
                        </m:r>
                        <m:r>
                          <a:rPr lang="en-US" sz="2000" b="0" i="1" smtClean="0">
                            <a:latin typeface="Cambria Math" panose="02040503050406030204" pitchFamily="18" charset="0"/>
                            <a:cs typeface="Times New Roman" panose="02020603050405020304" pitchFamily="18" charset="0"/>
                          </a:rPr>
                          <m:t>𝐴</m:t>
                        </m:r>
                      </m:num>
                      <m:den>
                        <m:func>
                          <m:funcPr>
                            <m:ctrlPr>
                              <a:rPr lang="en-US" sz="2000" b="0" i="1" smtClean="0">
                                <a:latin typeface="Cambria Math" panose="02040503050406030204" pitchFamily="18" charset="0"/>
                                <a:cs typeface="Times New Roman" panose="02020603050405020304" pitchFamily="18" charset="0"/>
                              </a:rPr>
                            </m:ctrlPr>
                          </m:funcPr>
                          <m:fName>
                            <m:r>
                              <m:rPr>
                                <m:sty m:val="p"/>
                              </m:rPr>
                              <a:rPr lang="en-US" sz="2000" b="0" i="0" smtClean="0">
                                <a:latin typeface="Cambria Math" panose="02040503050406030204" pitchFamily="18" charset="0"/>
                                <a:cs typeface="Times New Roman" panose="02020603050405020304" pitchFamily="18" charset="0"/>
                              </a:rPr>
                              <m:t>det</m:t>
                            </m:r>
                          </m:fName>
                          <m:e>
                            <m:r>
                              <a:rPr lang="en-US" sz="2000" b="0" i="1" smtClean="0">
                                <a:latin typeface="Cambria Math" panose="02040503050406030204" pitchFamily="18" charset="0"/>
                                <a:cs typeface="Times New Roman" panose="02020603050405020304" pitchFamily="18" charset="0"/>
                              </a:rPr>
                              <m:t>𝐴</m:t>
                            </m:r>
                          </m:e>
                        </m:func>
                      </m:den>
                    </m:f>
                  </m:oMath>
                </a14:m>
                <a:r>
                  <a:rPr lang="en-US" sz="2000" dirty="0" smtClean="0">
                    <a:latin typeface="Times New Roman" panose="02020603050405020304" pitchFamily="18" charset="0"/>
                    <a:cs typeface="Times New Roman" panose="02020603050405020304" pitchFamily="18" charset="0"/>
                  </a:rPr>
                  <a:t>   Where </a:t>
                </a:r>
                <a:r>
                  <a:rPr lang="en-US" sz="2000" dirty="0" err="1" smtClean="0">
                    <a:latin typeface="Times New Roman" panose="02020603050405020304" pitchFamily="18" charset="0"/>
                    <a:cs typeface="Times New Roman" panose="02020603050405020304" pitchFamily="18" charset="0"/>
                  </a:rPr>
                  <a:t>det</a:t>
                </a:r>
                <a:r>
                  <a:rPr lang="en-US" sz="2000" dirty="0" smtClean="0">
                    <a:latin typeface="Times New Roman" panose="02020603050405020304" pitchFamily="18" charset="0"/>
                    <a:cs typeface="Times New Roman" panose="02020603050405020304" pitchFamily="18" charset="0"/>
                  </a:rPr>
                  <a:t> A </a:t>
                </a:r>
                <a14:m>
                  <m:oMath xmlns:m="http://schemas.openxmlformats.org/officeDocument/2006/math">
                    <m:r>
                      <a:rPr lang="en-US" sz="2000" i="1" smtClean="0">
                        <a:latin typeface="Cambria Math" panose="02040503050406030204" pitchFamily="18" charset="0"/>
                        <a:ea typeface="Cambria Math" panose="02040503050406030204" pitchFamily="18" charset="0"/>
                        <a:cs typeface="Times New Roman" panose="02020603050405020304" pitchFamily="18" charset="0"/>
                      </a:rPr>
                      <m:t>≠</m:t>
                    </m:r>
                    <m:r>
                      <a:rPr lang="en-US" sz="2000" b="0" i="1" smtClean="0">
                        <a:latin typeface="Cambria Math" panose="02040503050406030204" pitchFamily="18" charset="0"/>
                        <a:ea typeface="Cambria Math" panose="02040503050406030204" pitchFamily="18" charset="0"/>
                        <a:cs typeface="Times New Roman" panose="02020603050405020304" pitchFamily="18" charset="0"/>
                      </a:rPr>
                      <m:t>0</m:t>
                    </m:r>
                  </m:oMath>
                </a14:m>
                <a:endParaRPr lang="en-US" sz="2000" dirty="0" smtClean="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Sub Matrix: - </a:t>
                </a:r>
                <a:r>
                  <a:rPr lang="en-US" sz="2000" dirty="0">
                    <a:latin typeface="Times New Roman" panose="02020603050405020304" pitchFamily="18" charset="0"/>
                    <a:cs typeface="Times New Roman" panose="02020603050405020304" pitchFamily="18" charset="0"/>
                  </a:rPr>
                  <a:t>A matrix obtained by deleting some of the rows or columns or both from </a:t>
                </a:r>
                <a:r>
                  <a:rPr lang="en-US" sz="2000" dirty="0" smtClean="0">
                    <a:latin typeface="Times New Roman" panose="02020603050405020304" pitchFamily="18" charset="0"/>
                    <a:cs typeface="Times New Roman" panose="02020603050405020304" pitchFamily="18" charset="0"/>
                  </a:rPr>
                  <a:t>the given </a:t>
                </a:r>
                <a:r>
                  <a:rPr lang="en-US" sz="2000" dirty="0">
                    <a:latin typeface="Times New Roman" panose="02020603050405020304" pitchFamily="18" charset="0"/>
                    <a:cs typeface="Times New Roman" panose="02020603050405020304" pitchFamily="18" charset="0"/>
                  </a:rPr>
                  <a:t>matrix is called a sub matrix of the given matrix</a:t>
                </a:r>
                <a:r>
                  <a:rPr lang="en-US" sz="2000" dirty="0" smtClean="0">
                    <a:latin typeface="Times New Roman" panose="02020603050405020304" pitchFamily="18" charset="0"/>
                    <a:cs typeface="Times New Roman" panose="02020603050405020304" pitchFamily="18" charset="0"/>
                  </a:rPr>
                  <a:t>.</a:t>
                </a:r>
              </a:p>
              <a:p>
                <a:endParaRPr lang="en-US" sz="2000" dirty="0">
                  <a:latin typeface="Times New Roman" panose="02020603050405020304" pitchFamily="18" charset="0"/>
                  <a:cs typeface="Times New Roman" panose="02020603050405020304" pitchFamily="18" charset="0"/>
                </a:endParaRPr>
              </a:p>
              <a:p>
                <a:r>
                  <a:rPr lang="en-US" sz="2000" dirty="0" smtClean="0">
                    <a:latin typeface="Times New Roman" panose="02020603050405020304" pitchFamily="18" charset="0"/>
                    <a:cs typeface="Times New Roman" panose="02020603050405020304" pitchFamily="18" charset="0"/>
                  </a:rPr>
                  <a:t> Let A=                       then                     </a:t>
                </a:r>
                <a:r>
                  <a:rPr lang="en-US" sz="2000" dirty="0">
                    <a:latin typeface="Times New Roman" panose="02020603050405020304" pitchFamily="18" charset="0"/>
                    <a:cs typeface="Times New Roman" panose="02020603050405020304" pitchFamily="18" charset="0"/>
                  </a:rPr>
                  <a:t>is a sub matrix of A obtained by deleting </a:t>
                </a:r>
                <a:r>
                  <a:rPr lang="en-US" sz="2000" dirty="0" smtClean="0">
                    <a:latin typeface="Times New Roman" panose="02020603050405020304" pitchFamily="18" charset="0"/>
                    <a:cs typeface="Times New Roman" panose="02020603050405020304" pitchFamily="18" charset="0"/>
                  </a:rPr>
                  <a:t>first row </a:t>
                </a:r>
                <a:r>
                  <a:rPr lang="en-US" sz="2000" dirty="0">
                    <a:latin typeface="Times New Roman" panose="02020603050405020304" pitchFamily="18" charset="0"/>
                    <a:cs typeface="Times New Roman" panose="02020603050405020304" pitchFamily="18" charset="0"/>
                  </a:rPr>
                  <a:t>and 4</a:t>
                </a:r>
                <a:r>
                  <a:rPr lang="en-US" sz="1100" dirty="0">
                    <a:latin typeface="Times New Roman" panose="02020603050405020304" pitchFamily="18" charset="0"/>
                    <a:cs typeface="Times New Roman" panose="02020603050405020304" pitchFamily="18" charset="0"/>
                  </a:rPr>
                  <a:t>th </a:t>
                </a:r>
                <a:r>
                  <a:rPr lang="en-US" sz="2000" dirty="0">
                    <a:latin typeface="Times New Roman" panose="02020603050405020304" pitchFamily="18" charset="0"/>
                    <a:cs typeface="Times New Roman" panose="02020603050405020304" pitchFamily="18" charset="0"/>
                  </a:rPr>
                  <a:t>column of A</a:t>
                </a:r>
                <a:r>
                  <a:rPr lang="en-US" sz="2000" dirty="0" smtClean="0">
                    <a:latin typeface="Times New Roman" panose="02020603050405020304" pitchFamily="18" charset="0"/>
                    <a:cs typeface="Times New Roman" panose="02020603050405020304" pitchFamily="18" charset="0"/>
                  </a:rPr>
                  <a:t>.</a:t>
                </a:r>
              </a:p>
              <a:p>
                <a:endParaRPr lang="en-US" sz="2000" dirty="0">
                  <a:latin typeface="Times New Roman" panose="02020603050405020304" pitchFamily="18" charset="0"/>
                  <a:cs typeface="Times New Roman" panose="02020603050405020304" pitchFamily="18" charset="0"/>
                </a:endParaRPr>
              </a:p>
              <a:p>
                <a:endParaRPr lang="en-US" sz="2000" dirty="0" smtClean="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Minor of a Matrix: </a:t>
                </a:r>
                <a:r>
                  <a:rPr lang="en-US" sz="2000" dirty="0">
                    <a:latin typeface="Times New Roman" panose="02020603050405020304" pitchFamily="18" charset="0"/>
                    <a:cs typeface="Times New Roman" panose="02020603050405020304" pitchFamily="18" charset="0"/>
                  </a:rPr>
                  <a:t>Let A be an </a:t>
                </a:r>
                <a:r>
                  <a:rPr lang="en-US" sz="2000" dirty="0" smtClean="0">
                    <a:latin typeface="Times New Roman" panose="02020603050405020304" pitchFamily="18" charset="0"/>
                    <a:cs typeface="Times New Roman" panose="02020603050405020304" pitchFamily="18" charset="0"/>
                  </a:rPr>
                  <a:t>m x n </a:t>
                </a:r>
                <a:r>
                  <a:rPr lang="en-US" sz="2000" dirty="0">
                    <a:latin typeface="Times New Roman" panose="02020603050405020304" pitchFamily="18" charset="0"/>
                    <a:cs typeface="Times New Roman" panose="02020603050405020304" pitchFamily="18" charset="0"/>
                  </a:rPr>
                  <a:t>matrix. The determinant of a square sub matrix of A </a:t>
                </a:r>
                <a:r>
                  <a:rPr lang="en-US" sz="2000" dirty="0" smtClean="0">
                    <a:latin typeface="Times New Roman" panose="02020603050405020304" pitchFamily="18" charset="0"/>
                    <a:cs typeface="Times New Roman" panose="02020603050405020304" pitchFamily="18" charset="0"/>
                  </a:rPr>
                  <a:t>is called </a:t>
                </a:r>
                <a:r>
                  <a:rPr lang="en-US" sz="2000" dirty="0">
                    <a:latin typeface="Times New Roman" panose="02020603050405020304" pitchFamily="18" charset="0"/>
                    <a:cs typeface="Times New Roman" panose="02020603050405020304" pitchFamily="18" charset="0"/>
                  </a:rPr>
                  <a:t>a minor of the matrix.</a:t>
                </a:r>
              </a:p>
              <a:p>
                <a:r>
                  <a:rPr lang="en-US" sz="2000" b="1" dirty="0">
                    <a:latin typeface="Times New Roman" panose="02020603050405020304" pitchFamily="18" charset="0"/>
                    <a:cs typeface="Times New Roman" panose="02020603050405020304" pitchFamily="18" charset="0"/>
                  </a:rPr>
                  <a:t>Note: </a:t>
                </a:r>
                <a:r>
                  <a:rPr lang="en-US" sz="2000" dirty="0">
                    <a:latin typeface="Times New Roman" panose="02020603050405020304" pitchFamily="18" charset="0"/>
                    <a:cs typeface="Times New Roman" panose="02020603050405020304" pitchFamily="18" charset="0"/>
                  </a:rPr>
                  <a:t>If the order of the square sub matrix is ‘t’ then its determinant is called a minor </a:t>
                </a:r>
                <a:r>
                  <a:rPr lang="en-US" sz="2000" dirty="0" smtClean="0">
                    <a:latin typeface="Times New Roman" panose="02020603050405020304" pitchFamily="18" charset="0"/>
                    <a:cs typeface="Times New Roman" panose="02020603050405020304" pitchFamily="18" charset="0"/>
                  </a:rPr>
                  <a:t>of order </a:t>
                </a:r>
                <a:r>
                  <a:rPr lang="en-US" sz="2000" dirty="0">
                    <a:latin typeface="Times New Roman" panose="02020603050405020304" pitchFamily="18" charset="0"/>
                    <a:cs typeface="Times New Roman" panose="02020603050405020304" pitchFamily="18" charset="0"/>
                  </a:rPr>
                  <a:t>‘t</a:t>
                </a:r>
                <a:r>
                  <a:rPr lang="en-US" sz="2000" dirty="0" smtClean="0">
                    <a:latin typeface="Times New Roman" panose="02020603050405020304" pitchFamily="18" charset="0"/>
                    <a:cs typeface="Times New Roman" panose="02020603050405020304" pitchFamily="18" charset="0"/>
                  </a:rPr>
                  <a:t>’.</a:t>
                </a:r>
              </a:p>
              <a:p>
                <a:endParaRPr lang="en-US" sz="2000" dirty="0">
                  <a:latin typeface="Times New Roman" panose="02020603050405020304" pitchFamily="18" charset="0"/>
                  <a:cs typeface="Times New Roman" panose="02020603050405020304" pitchFamily="18" charset="0"/>
                </a:endParaRPr>
              </a:p>
            </p:txBody>
          </p:sp>
        </mc:Choice>
        <mc:Fallback xmlns="">
          <p:sp>
            <p:nvSpPr>
              <p:cNvPr id="2" name="Rectangle 1"/>
              <p:cNvSpPr>
                <a:spLocks noRot="1" noChangeAspect="1" noMove="1" noResize="1" noEditPoints="1" noAdjustHandles="1" noChangeArrowheads="1" noChangeShapeType="1" noTextEdit="1"/>
              </p:cNvSpPr>
              <p:nvPr/>
            </p:nvSpPr>
            <p:spPr>
              <a:xfrm>
                <a:off x="0" y="104139"/>
                <a:ext cx="11928764" cy="6080126"/>
              </a:xfrm>
              <a:prstGeom prst="rect">
                <a:avLst/>
              </a:prstGeom>
              <a:blipFill>
                <a:blip r:embed="rId3"/>
                <a:stretch>
                  <a:fillRect l="-511" t="-502" r="-766"/>
                </a:stretch>
              </a:blipFill>
            </p:spPr>
            <p:txBody>
              <a:bodyPr/>
              <a:lstStyle/>
              <a:p>
                <a:r>
                  <a:rPr lang="en-US">
                    <a:noFill/>
                  </a:rPr>
                  <a:t> </a:t>
                </a:r>
              </a:p>
            </p:txBody>
          </p:sp>
        </mc:Fallback>
      </mc:AlternateContent>
      <p:graphicFrame>
        <p:nvGraphicFramePr>
          <p:cNvPr id="5" name="Object 4"/>
          <p:cNvGraphicFramePr>
            <a:graphicFrameLocks noChangeAspect="1"/>
          </p:cNvGraphicFramePr>
          <p:nvPr>
            <p:extLst>
              <p:ext uri="{D42A27DB-BD31-4B8C-83A1-F6EECF244321}">
                <p14:modId xmlns:p14="http://schemas.microsoft.com/office/powerpoint/2010/main" val="4128096506"/>
              </p:ext>
            </p:extLst>
          </p:nvPr>
        </p:nvGraphicFramePr>
        <p:xfrm>
          <a:off x="1017154" y="3518851"/>
          <a:ext cx="1213427" cy="1039293"/>
        </p:xfrm>
        <a:graphic>
          <a:graphicData uri="http://schemas.openxmlformats.org/presentationml/2006/ole">
            <mc:AlternateContent xmlns:mc="http://schemas.openxmlformats.org/markup-compatibility/2006">
              <mc:Choice xmlns:v="urn:schemas-microsoft-com:vml" Requires="v">
                <p:oleObj spid="_x0000_s5298" name="Equation" r:id="rId4" imgW="1041120" imgH="711000" progId="Equation.3">
                  <p:embed/>
                </p:oleObj>
              </mc:Choice>
              <mc:Fallback>
                <p:oleObj name="Equation" r:id="rId4" imgW="1041120" imgH="711000" progId="Equation.3">
                  <p:embed/>
                  <p:pic>
                    <p:nvPicPr>
                      <p:cNvPr id="0" name=""/>
                      <p:cNvPicPr/>
                      <p:nvPr/>
                    </p:nvPicPr>
                    <p:blipFill>
                      <a:blip r:embed="rId5"/>
                      <a:stretch>
                        <a:fillRect/>
                      </a:stretch>
                    </p:blipFill>
                    <p:spPr>
                      <a:xfrm>
                        <a:off x="1017154" y="3518851"/>
                        <a:ext cx="1213427" cy="1039293"/>
                      </a:xfrm>
                      <a:prstGeom prst="rect">
                        <a:avLst/>
                      </a:prstGeom>
                    </p:spPr>
                  </p:pic>
                </p:oleObj>
              </mc:Fallback>
            </mc:AlternateContent>
          </a:graphicData>
        </a:graphic>
      </p:graphicFrame>
      <p:graphicFrame>
        <p:nvGraphicFramePr>
          <p:cNvPr id="6" name="Object 5"/>
          <p:cNvGraphicFramePr>
            <a:graphicFrameLocks noChangeAspect="1"/>
          </p:cNvGraphicFramePr>
          <p:nvPr>
            <p:extLst>
              <p:ext uri="{D42A27DB-BD31-4B8C-83A1-F6EECF244321}">
                <p14:modId xmlns:p14="http://schemas.microsoft.com/office/powerpoint/2010/main" val="1912428791"/>
              </p:ext>
            </p:extLst>
          </p:nvPr>
        </p:nvGraphicFramePr>
        <p:xfrm>
          <a:off x="2929082" y="3518851"/>
          <a:ext cx="950190" cy="711200"/>
        </p:xfrm>
        <a:graphic>
          <a:graphicData uri="http://schemas.openxmlformats.org/presentationml/2006/ole">
            <mc:AlternateContent xmlns:mc="http://schemas.openxmlformats.org/markup-compatibility/2006">
              <mc:Choice xmlns:v="urn:schemas-microsoft-com:vml" Requires="v">
                <p:oleObj spid="_x0000_s5299" name="Equation" r:id="rId6" imgW="736560" imgH="457200" progId="Equation.3">
                  <p:embed/>
                </p:oleObj>
              </mc:Choice>
              <mc:Fallback>
                <p:oleObj name="Equation" r:id="rId6" imgW="736560" imgH="457200" progId="Equation.3">
                  <p:embed/>
                  <p:pic>
                    <p:nvPicPr>
                      <p:cNvPr id="0" name=""/>
                      <p:cNvPicPr/>
                      <p:nvPr/>
                    </p:nvPicPr>
                    <p:blipFill>
                      <a:blip r:embed="rId7"/>
                      <a:stretch>
                        <a:fillRect/>
                      </a:stretch>
                    </p:blipFill>
                    <p:spPr>
                      <a:xfrm>
                        <a:off x="2929082" y="3518851"/>
                        <a:ext cx="950190" cy="711200"/>
                      </a:xfrm>
                      <a:prstGeom prst="rect">
                        <a:avLst/>
                      </a:prstGeom>
                    </p:spPr>
                  </p:pic>
                </p:oleObj>
              </mc:Fallback>
            </mc:AlternateContent>
          </a:graphicData>
        </a:graphic>
      </p:graphicFrame>
    </p:spTree>
    <p:extLst>
      <p:ext uri="{BB962C8B-B14F-4D97-AF65-F5344CB8AC3E}">
        <p14:creationId xmlns:p14="http://schemas.microsoft.com/office/powerpoint/2010/main" val="863469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1"/>
              <p:cNvSpPr/>
              <p:nvPr/>
            </p:nvSpPr>
            <p:spPr>
              <a:xfrm>
                <a:off x="166254" y="0"/>
                <a:ext cx="11679381" cy="4924681"/>
              </a:xfrm>
              <a:prstGeom prst="rect">
                <a:avLst/>
              </a:prstGeom>
            </p:spPr>
            <p:txBody>
              <a:bodyPr wrap="square">
                <a:spAutoFit/>
              </a:bodyPr>
              <a:lstStyle/>
              <a:p>
                <a:endParaRPr lang="en-US" dirty="0" smtClean="0"/>
              </a:p>
              <a:p>
                <a:endParaRPr lang="en-US" dirty="0"/>
              </a:p>
              <a:p>
                <a:endParaRPr lang="en-US" dirty="0" smtClean="0"/>
              </a:p>
              <a:p>
                <a:r>
                  <a:rPr lang="en-US" dirty="0" smtClean="0"/>
                  <a:t>If A= </a:t>
                </a:r>
              </a:p>
              <a:p>
                <a:endParaRPr lang="en-US" dirty="0"/>
              </a:p>
              <a:p>
                <a:endParaRPr lang="en-US" dirty="0" smtClean="0"/>
              </a:p>
              <a:p>
                <a:r>
                  <a:rPr lang="en-US" dirty="0" smtClean="0"/>
                  <a:t>Then B= </a:t>
                </a:r>
                <a14:m>
                  <m:oMath xmlns:m="http://schemas.openxmlformats.org/officeDocument/2006/math">
                    <m:d>
                      <m:dPr>
                        <m:begChr m:val="["/>
                        <m:endChr m:val="]"/>
                        <m:ctrlPr>
                          <a:rPr lang="en-US" i="1" smtClean="0">
                            <a:latin typeface="Cambria Math" panose="02040503050406030204" pitchFamily="18" charset="0"/>
                          </a:rPr>
                        </m:ctrlPr>
                      </m:dPr>
                      <m:e>
                        <m:m>
                          <m:mPr>
                            <m:mcs>
                              <m:mc>
                                <m:mcPr>
                                  <m:count m:val="2"/>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2</m:t>
                              </m:r>
                            </m:e>
                            <m:e>
                              <m:r>
                                <a:rPr lang="en-US" b="0" i="1" smtClean="0">
                                  <a:latin typeface="Cambria Math" panose="02040503050406030204" pitchFamily="18" charset="0"/>
                                </a:rPr>
                                <m:t>1</m:t>
                              </m:r>
                            </m:e>
                          </m:mr>
                          <m:mr>
                            <m:e>
                              <m:r>
                                <a:rPr lang="en-US" b="0" i="1" smtClean="0">
                                  <a:latin typeface="Cambria Math" panose="02040503050406030204" pitchFamily="18" charset="0"/>
                                </a:rPr>
                                <m:t>3</m:t>
                              </m:r>
                            </m:e>
                            <m:e>
                              <m:r>
                                <a:rPr lang="en-US" b="0" i="1" smtClean="0">
                                  <a:latin typeface="Cambria Math" panose="02040503050406030204" pitchFamily="18" charset="0"/>
                                </a:rPr>
                                <m:t>1</m:t>
                              </m:r>
                            </m:e>
                          </m:mr>
                        </m:m>
                      </m:e>
                    </m:d>
                  </m:oMath>
                </a14:m>
                <a:r>
                  <a:rPr lang="en-US" dirty="0" smtClean="0"/>
                  <a:t> is submatrix of order ‘2’</a:t>
                </a:r>
              </a:p>
              <a:p>
                <a:endParaRPr lang="en-US" dirty="0" smtClean="0"/>
              </a:p>
              <a:p>
                <a:r>
                  <a:rPr lang="en-US" dirty="0" smtClean="0"/>
                  <a:t>|B|= 2-3=-1 is a minor of order ‘2’</a:t>
                </a:r>
              </a:p>
              <a:p>
                <a:endParaRPr lang="en-US" dirty="0"/>
              </a:p>
              <a:p>
                <a:r>
                  <a:rPr lang="en-US" dirty="0" smtClean="0"/>
                  <a:t>And C=                  is submatrix of order ‘3’</a:t>
                </a:r>
              </a:p>
              <a:p>
                <a:endParaRPr lang="en-US" dirty="0"/>
              </a:p>
              <a:p>
                <a:endParaRPr lang="en-US" dirty="0" smtClean="0"/>
              </a:p>
              <a:p>
                <a:r>
                  <a:rPr lang="en-US" dirty="0" smtClean="0"/>
                  <a:t>|C| = 2(7-12)-1(21-10)+1(18-5)= -9</a:t>
                </a:r>
              </a:p>
              <a:p>
                <a:endParaRPr lang="en-US" dirty="0"/>
              </a:p>
              <a:p>
                <a:endParaRPr lang="en-US" sz="3200" dirty="0" smtClean="0">
                  <a:latin typeface="Times New Roman" panose="02020603050405020304" pitchFamily="18" charset="0"/>
                  <a:cs typeface="Times New Roman" panose="02020603050405020304" pitchFamily="18" charset="0"/>
                </a:endParaRPr>
              </a:p>
            </p:txBody>
          </p:sp>
        </mc:Choice>
        <mc:Fallback xmlns="">
          <p:sp>
            <p:nvSpPr>
              <p:cNvPr id="2" name="Rectangle 1"/>
              <p:cNvSpPr>
                <a:spLocks noRot="1" noChangeAspect="1" noMove="1" noResize="1" noEditPoints="1" noAdjustHandles="1" noChangeArrowheads="1" noChangeShapeType="1" noTextEdit="1"/>
              </p:cNvSpPr>
              <p:nvPr/>
            </p:nvSpPr>
            <p:spPr>
              <a:xfrm>
                <a:off x="166254" y="0"/>
                <a:ext cx="11679381" cy="4924681"/>
              </a:xfrm>
              <a:prstGeom prst="rect">
                <a:avLst/>
              </a:prstGeom>
              <a:blipFill>
                <a:blip r:embed="rId3"/>
                <a:stretch>
                  <a:fillRect l="-418"/>
                </a:stretch>
              </a:blipFill>
            </p:spPr>
            <p:txBody>
              <a:bodyPr/>
              <a:lstStyle/>
              <a:p>
                <a:r>
                  <a:rPr lang="en-US">
                    <a:noFill/>
                  </a:rPr>
                  <a:t> </a:t>
                </a:r>
              </a:p>
            </p:txBody>
          </p:sp>
        </mc:Fallback>
      </mc:AlternateContent>
      <p:graphicFrame>
        <p:nvGraphicFramePr>
          <p:cNvPr id="3" name="Object 2"/>
          <p:cNvGraphicFramePr>
            <a:graphicFrameLocks noChangeAspect="1"/>
          </p:cNvGraphicFramePr>
          <p:nvPr>
            <p:extLst>
              <p:ext uri="{D42A27DB-BD31-4B8C-83A1-F6EECF244321}">
                <p14:modId xmlns:p14="http://schemas.microsoft.com/office/powerpoint/2010/main" val="4044494592"/>
              </p:ext>
            </p:extLst>
          </p:nvPr>
        </p:nvGraphicFramePr>
        <p:xfrm>
          <a:off x="1041400" y="184666"/>
          <a:ext cx="1270000" cy="1422400"/>
        </p:xfrm>
        <a:graphic>
          <a:graphicData uri="http://schemas.openxmlformats.org/presentationml/2006/ole">
            <mc:AlternateContent xmlns:mc="http://schemas.openxmlformats.org/markup-compatibility/2006">
              <mc:Choice xmlns:v="urn:schemas-microsoft-com:vml" Requires="v">
                <p:oleObj spid="_x0000_s6321" name="Equation" r:id="rId4" imgW="1269720" imgH="1422360" progId="Equation.3">
                  <p:embed/>
                </p:oleObj>
              </mc:Choice>
              <mc:Fallback>
                <p:oleObj name="Equation" r:id="rId4" imgW="1269720" imgH="1422360" progId="Equation.3">
                  <p:embed/>
                  <p:pic>
                    <p:nvPicPr>
                      <p:cNvPr id="0" name=""/>
                      <p:cNvPicPr/>
                      <p:nvPr/>
                    </p:nvPicPr>
                    <p:blipFill>
                      <a:blip r:embed="rId5"/>
                      <a:stretch>
                        <a:fillRect/>
                      </a:stretch>
                    </p:blipFill>
                    <p:spPr>
                      <a:xfrm>
                        <a:off x="1041400" y="184666"/>
                        <a:ext cx="1270000" cy="1422400"/>
                      </a:xfrm>
                      <a:prstGeom prst="rect">
                        <a:avLst/>
                      </a:prstGeom>
                    </p:spPr>
                  </p:pic>
                </p:oleObj>
              </mc:Fallback>
            </mc:AlternateContent>
          </a:graphicData>
        </a:graphic>
      </p:graphicFrame>
      <p:graphicFrame>
        <p:nvGraphicFramePr>
          <p:cNvPr id="4" name="Object 3"/>
          <p:cNvGraphicFramePr>
            <a:graphicFrameLocks noChangeAspect="1"/>
          </p:cNvGraphicFramePr>
          <p:nvPr>
            <p:extLst>
              <p:ext uri="{D42A27DB-BD31-4B8C-83A1-F6EECF244321}">
                <p14:modId xmlns:p14="http://schemas.microsoft.com/office/powerpoint/2010/main" val="2165975704"/>
              </p:ext>
            </p:extLst>
          </p:nvPr>
        </p:nvGraphicFramePr>
        <p:xfrm>
          <a:off x="1041400" y="2783945"/>
          <a:ext cx="1036782" cy="845945"/>
        </p:xfrm>
        <a:graphic>
          <a:graphicData uri="http://schemas.openxmlformats.org/presentationml/2006/ole">
            <mc:AlternateContent xmlns:mc="http://schemas.openxmlformats.org/markup-compatibility/2006">
              <mc:Choice xmlns:v="urn:schemas-microsoft-com:vml" Requires="v">
                <p:oleObj spid="_x0000_s6322" name="Equation" r:id="rId6" imgW="685800" imgH="711000" progId="Equation.3">
                  <p:embed/>
                </p:oleObj>
              </mc:Choice>
              <mc:Fallback>
                <p:oleObj name="Equation" r:id="rId6" imgW="685800" imgH="711000" progId="Equation.3">
                  <p:embed/>
                  <p:pic>
                    <p:nvPicPr>
                      <p:cNvPr id="0" name=""/>
                      <p:cNvPicPr/>
                      <p:nvPr/>
                    </p:nvPicPr>
                    <p:blipFill>
                      <a:blip r:embed="rId7"/>
                      <a:stretch>
                        <a:fillRect/>
                      </a:stretch>
                    </p:blipFill>
                    <p:spPr>
                      <a:xfrm>
                        <a:off x="1041400" y="2783945"/>
                        <a:ext cx="1036782" cy="845945"/>
                      </a:xfrm>
                      <a:prstGeom prst="rect">
                        <a:avLst/>
                      </a:prstGeom>
                    </p:spPr>
                  </p:pic>
                </p:oleObj>
              </mc:Fallback>
            </mc:AlternateContent>
          </a:graphicData>
        </a:graphic>
      </p:graphicFrame>
    </p:spTree>
    <p:extLst>
      <p:ext uri="{BB962C8B-B14F-4D97-AF65-F5344CB8AC3E}">
        <p14:creationId xmlns:p14="http://schemas.microsoft.com/office/powerpoint/2010/main" val="28947753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9456" y="0"/>
            <a:ext cx="12092543" cy="3498394"/>
          </a:xfrm>
          <a:prstGeom prst="rect">
            <a:avLst/>
          </a:prstGeom>
        </p:spPr>
        <p:txBody>
          <a:bodyPr wrap="square">
            <a:spAutoFit/>
          </a:bodyPr>
          <a:lstStyle/>
          <a:p>
            <a:pPr lvl="0"/>
            <a:r>
              <a:rPr lang="en-US" sz="3200" dirty="0">
                <a:solidFill>
                  <a:srgbClr val="000000"/>
                </a:solidFill>
                <a:latin typeface="Times New Roman" panose="02020603050405020304" pitchFamily="18" charset="0"/>
                <a:cs typeface="Times New Roman" panose="02020603050405020304" pitchFamily="18" charset="0"/>
              </a:rPr>
              <a:t>Matrix Operations</a:t>
            </a:r>
            <a:r>
              <a:rPr lang="en-US" sz="3200" dirty="0" smtClean="0">
                <a:solidFill>
                  <a:srgbClr val="000000"/>
                </a:solidFill>
                <a:latin typeface="Times New Roman" panose="02020603050405020304" pitchFamily="18" charset="0"/>
                <a:cs typeface="Times New Roman" panose="02020603050405020304" pitchFamily="18" charset="0"/>
              </a:rPr>
              <a:t>:</a:t>
            </a:r>
          </a:p>
          <a:p>
            <a:pPr lvl="0"/>
            <a:r>
              <a:rPr lang="en-US" sz="3200" dirty="0" smtClean="0">
                <a:solidFill>
                  <a:srgbClr val="000000"/>
                </a:solidFill>
                <a:latin typeface="Times New Roman" panose="02020603050405020304" pitchFamily="18" charset="0"/>
                <a:cs typeface="Times New Roman" panose="02020603050405020304" pitchFamily="18" charset="0"/>
              </a:rPr>
              <a:t>Matrix Addition:</a:t>
            </a:r>
          </a:p>
          <a:p>
            <a:pPr lvl="0"/>
            <a:r>
              <a:rPr lang="en-US" sz="2000" dirty="0"/>
              <a:t>If </a:t>
            </a:r>
            <a:r>
              <a:rPr lang="en-US" sz="2000" dirty="0" smtClean="0"/>
              <a:t>A=[</a:t>
            </a:r>
            <a:r>
              <a:rPr lang="en-US" sz="2000" dirty="0" err="1"/>
              <a:t>a</a:t>
            </a:r>
            <a:r>
              <a:rPr lang="en-US" sz="2000" baseline="-25000" dirty="0" err="1"/>
              <a:t>ij</a:t>
            </a:r>
            <a:r>
              <a:rPr lang="en-US" sz="2000" dirty="0"/>
              <a:t>]</a:t>
            </a:r>
            <a:r>
              <a:rPr lang="en-US" sz="2000" baseline="-25000" dirty="0" err="1"/>
              <a:t>mxn</a:t>
            </a:r>
            <a:r>
              <a:rPr lang="en-US" sz="2000" dirty="0"/>
              <a:t> and </a:t>
            </a:r>
            <a:r>
              <a:rPr lang="en-US" sz="2000" dirty="0" smtClean="0"/>
              <a:t>B=[</a:t>
            </a:r>
            <a:r>
              <a:rPr lang="en-US" sz="2000" dirty="0" err="1"/>
              <a:t>b</a:t>
            </a:r>
            <a:r>
              <a:rPr lang="en-US" sz="2000" baseline="-25000" dirty="0" err="1"/>
              <a:t>ij</a:t>
            </a:r>
            <a:r>
              <a:rPr lang="en-US" sz="2000" dirty="0"/>
              <a:t>]</a:t>
            </a:r>
            <a:r>
              <a:rPr lang="en-US" sz="2000" baseline="-25000" dirty="0" err="1"/>
              <a:t>mxn</a:t>
            </a:r>
            <a:r>
              <a:rPr lang="en-US" sz="2000" dirty="0"/>
              <a:t> are two matrices of the same order, then their sum A + B is a matrix, and each element of that matrix is the sum of the corresponding elements, i.e. A + B = [</a:t>
            </a:r>
            <a:r>
              <a:rPr lang="en-US" sz="2000" dirty="0" err="1"/>
              <a:t>a</a:t>
            </a:r>
            <a:r>
              <a:rPr lang="en-US" sz="2000" baseline="-25000" dirty="0" err="1"/>
              <a:t>ij</a:t>
            </a:r>
            <a:r>
              <a:rPr lang="en-US" sz="2000" dirty="0"/>
              <a:t> + </a:t>
            </a:r>
            <a:r>
              <a:rPr lang="en-US" sz="2000" dirty="0" err="1" smtClean="0"/>
              <a:t>b</a:t>
            </a:r>
            <a:r>
              <a:rPr lang="en-US" sz="2000" baseline="-25000" dirty="0" err="1" smtClean="0"/>
              <a:t>ij</a:t>
            </a:r>
            <a:r>
              <a:rPr lang="en-US" sz="2000" dirty="0" smtClean="0"/>
              <a:t>]</a:t>
            </a:r>
            <a:r>
              <a:rPr lang="en-US" sz="2000" baseline="-25000" dirty="0" err="1" smtClean="0"/>
              <a:t>mxn</a:t>
            </a:r>
            <a:endParaRPr lang="en-US" sz="2000" baseline="-25000" dirty="0" smtClean="0"/>
          </a:p>
          <a:p>
            <a:pPr lvl="0"/>
            <a:endParaRPr lang="en-US" sz="2000" baseline="-25000" dirty="0" smtClean="0">
              <a:latin typeface="Times New Roman" panose="02020603050405020304" pitchFamily="18" charset="0"/>
              <a:cs typeface="Times New Roman" panose="02020603050405020304" pitchFamily="18" charset="0"/>
            </a:endParaRPr>
          </a:p>
          <a:p>
            <a:r>
              <a:rPr lang="en-US" sz="2000" dirty="0">
                <a:solidFill>
                  <a:srgbClr val="444444"/>
                </a:solidFill>
                <a:latin typeface="Times New Roman" panose="02020603050405020304" pitchFamily="18" charset="0"/>
                <a:cs typeface="Times New Roman" panose="02020603050405020304" pitchFamily="18" charset="0"/>
              </a:rPr>
              <a:t>Consider the two matrices, A and B, of order 2 x 2. Then, the sum is given by</a:t>
            </a:r>
            <a:r>
              <a:rPr lang="en-US" sz="2000" dirty="0" smtClean="0">
                <a:solidFill>
                  <a:srgbClr val="444444"/>
                </a:solidFill>
                <a:latin typeface="Times New Roman" panose="02020603050405020304" pitchFamily="18" charset="0"/>
                <a:cs typeface="Times New Roman" panose="02020603050405020304" pitchFamily="18" charset="0"/>
              </a:rPr>
              <a:t>:</a:t>
            </a:r>
          </a:p>
          <a:p>
            <a:endParaRPr lang="en-US" sz="2000" dirty="0">
              <a:solidFill>
                <a:srgbClr val="444444"/>
              </a:solidFill>
              <a:latin typeface="Times New Roman" panose="02020603050405020304" pitchFamily="18" charset="0"/>
              <a:cs typeface="Times New Roman" panose="02020603050405020304" pitchFamily="18" charset="0"/>
            </a:endParaRPr>
          </a:p>
          <a:p>
            <a:r>
              <a:rPr lang="en-US" sz="3200" dirty="0"/>
              <a:t/>
            </a:r>
            <a:br>
              <a:rPr lang="en-US" sz="3200" dirty="0"/>
            </a:br>
            <a:endParaRPr lang="en-US" sz="3200" dirty="0">
              <a:solidFill>
                <a:srgbClr val="000000"/>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99456" y="2514327"/>
            <a:ext cx="10806544" cy="2793423"/>
          </a:xfrm>
          <a:prstGeom prst="rect">
            <a:avLst/>
          </a:prstGeom>
        </p:spPr>
      </p:pic>
    </p:spTree>
    <p:extLst>
      <p:ext uri="{BB962C8B-B14F-4D97-AF65-F5344CB8AC3E}">
        <p14:creationId xmlns:p14="http://schemas.microsoft.com/office/powerpoint/2010/main" val="16851182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0474" y="335846"/>
            <a:ext cx="11538284" cy="6555641"/>
          </a:xfrm>
          <a:prstGeom prst="rect">
            <a:avLst/>
          </a:prstGeom>
        </p:spPr>
        <p:txBody>
          <a:bodyPr wrap="square">
            <a:spAutoFit/>
          </a:bodyPr>
          <a:lstStyle/>
          <a:p>
            <a:pPr fontAlgn="base"/>
            <a:r>
              <a:rPr lang="en-US" sz="2400" dirty="0">
                <a:solidFill>
                  <a:srgbClr val="333333"/>
                </a:solidFill>
                <a:latin typeface="Untitled Sans"/>
              </a:rPr>
              <a:t>The addition of matrices follows similar properties of the addition of numbers: commutative law, associative law, additive inverse, additive identity, etc. The following properties help in the addition matrix operations</a:t>
            </a:r>
            <a:r>
              <a:rPr lang="en-US" sz="2400" dirty="0" smtClean="0">
                <a:solidFill>
                  <a:srgbClr val="333333"/>
                </a:solidFill>
                <a:latin typeface="Untitled Sans"/>
              </a:rPr>
              <a:t>.</a:t>
            </a:r>
          </a:p>
          <a:p>
            <a:pPr fontAlgn="base"/>
            <a:endParaRPr lang="en-US" sz="2400" dirty="0">
              <a:solidFill>
                <a:srgbClr val="333333"/>
              </a:solidFill>
              <a:latin typeface="Untitled Sans"/>
            </a:endParaRPr>
          </a:p>
          <a:p>
            <a:pPr fontAlgn="base">
              <a:buFont typeface="Arial" panose="020B0604020202020204" pitchFamily="34" charset="0"/>
              <a:buChar char="•"/>
            </a:pPr>
            <a:r>
              <a:rPr lang="en-US" dirty="0">
                <a:solidFill>
                  <a:srgbClr val="333333"/>
                </a:solidFill>
                <a:latin typeface="inherit"/>
              </a:rPr>
              <a:t>Commutative Property of matrix addition for the matrices A = [</a:t>
            </a:r>
            <a:r>
              <a:rPr lang="en-US" dirty="0" err="1">
                <a:solidFill>
                  <a:srgbClr val="333333"/>
                </a:solidFill>
                <a:latin typeface="MJXc-TeX-math-I"/>
              </a:rPr>
              <a:t>aij</a:t>
            </a:r>
            <a:r>
              <a:rPr lang="en-US" dirty="0">
                <a:solidFill>
                  <a:srgbClr val="333333"/>
                </a:solidFill>
                <a:latin typeface="inherit"/>
              </a:rPr>
              <a:t>] and B = [</a:t>
            </a:r>
            <a:r>
              <a:rPr lang="en-US" dirty="0" err="1">
                <a:solidFill>
                  <a:srgbClr val="333333"/>
                </a:solidFill>
                <a:latin typeface="MJXc-TeX-math-I"/>
              </a:rPr>
              <a:t>bij</a:t>
            </a:r>
            <a:r>
              <a:rPr lang="en-US" dirty="0">
                <a:solidFill>
                  <a:srgbClr val="333333"/>
                </a:solidFill>
                <a:latin typeface="inherit"/>
              </a:rPr>
              <a:t>] of same order m × n, is A + B = B + A</a:t>
            </a:r>
            <a:r>
              <a:rPr lang="en-US" dirty="0" smtClean="0">
                <a:solidFill>
                  <a:srgbClr val="333333"/>
                </a:solidFill>
                <a:latin typeface="inherit"/>
              </a:rPr>
              <a:t>.</a:t>
            </a:r>
          </a:p>
          <a:p>
            <a:pPr fontAlgn="base"/>
            <a:endParaRPr lang="en-US" dirty="0">
              <a:solidFill>
                <a:srgbClr val="333333"/>
              </a:solidFill>
              <a:latin typeface="inherit"/>
            </a:endParaRPr>
          </a:p>
          <a:p>
            <a:pPr fontAlgn="base">
              <a:buFont typeface="Arial" panose="020B0604020202020204" pitchFamily="34" charset="0"/>
              <a:buChar char="•"/>
            </a:pPr>
            <a:r>
              <a:rPr lang="en-US" dirty="0">
                <a:solidFill>
                  <a:srgbClr val="333333"/>
                </a:solidFill>
                <a:latin typeface="inherit"/>
              </a:rPr>
              <a:t>Associative Property of matrix addition for the matrices A = [</a:t>
            </a:r>
            <a:r>
              <a:rPr lang="en-US" dirty="0" err="1">
                <a:solidFill>
                  <a:srgbClr val="333333"/>
                </a:solidFill>
                <a:latin typeface="MJXc-TeX-math-I"/>
              </a:rPr>
              <a:t>aij</a:t>
            </a:r>
            <a:r>
              <a:rPr lang="en-US" dirty="0">
                <a:solidFill>
                  <a:srgbClr val="333333"/>
                </a:solidFill>
                <a:latin typeface="inherit"/>
              </a:rPr>
              <a:t>], B = [</a:t>
            </a:r>
            <a:r>
              <a:rPr lang="en-US" dirty="0" err="1">
                <a:solidFill>
                  <a:srgbClr val="333333"/>
                </a:solidFill>
                <a:latin typeface="MJXc-TeX-math-I"/>
              </a:rPr>
              <a:t>bij</a:t>
            </a:r>
            <a:r>
              <a:rPr lang="en-US" dirty="0">
                <a:solidFill>
                  <a:srgbClr val="333333"/>
                </a:solidFill>
                <a:latin typeface="inherit"/>
              </a:rPr>
              <a:t>] and C = [</a:t>
            </a:r>
            <a:r>
              <a:rPr lang="en-US" dirty="0" err="1">
                <a:solidFill>
                  <a:srgbClr val="333333"/>
                </a:solidFill>
                <a:latin typeface="MJXc-TeX-math-I"/>
              </a:rPr>
              <a:t>cij</a:t>
            </a:r>
            <a:r>
              <a:rPr lang="en-US" dirty="0">
                <a:solidFill>
                  <a:srgbClr val="333333"/>
                </a:solidFill>
                <a:latin typeface="inherit"/>
              </a:rPr>
              <a:t>] of same order m × n, is (A+B)+C = A+(B+C</a:t>
            </a:r>
            <a:r>
              <a:rPr lang="en-US" dirty="0" smtClean="0">
                <a:solidFill>
                  <a:srgbClr val="333333"/>
                </a:solidFill>
                <a:latin typeface="inherit"/>
              </a:rPr>
              <a:t>).</a:t>
            </a:r>
          </a:p>
          <a:p>
            <a:pPr fontAlgn="base"/>
            <a:endParaRPr lang="en-US" dirty="0">
              <a:solidFill>
                <a:srgbClr val="333333"/>
              </a:solidFill>
              <a:latin typeface="inherit"/>
            </a:endParaRPr>
          </a:p>
          <a:p>
            <a:pPr fontAlgn="base">
              <a:buFont typeface="Arial" panose="020B0604020202020204" pitchFamily="34" charset="0"/>
              <a:buChar char="•"/>
            </a:pPr>
            <a:r>
              <a:rPr lang="en-US" dirty="0">
                <a:solidFill>
                  <a:srgbClr val="333333"/>
                </a:solidFill>
                <a:latin typeface="inherit"/>
              </a:rPr>
              <a:t>Additive Identity of matrix addition for a matrix A = [</a:t>
            </a:r>
            <a:r>
              <a:rPr lang="en-US" dirty="0" err="1">
                <a:solidFill>
                  <a:srgbClr val="333333"/>
                </a:solidFill>
                <a:latin typeface="MJXc-TeX-math-I"/>
              </a:rPr>
              <a:t>aij</a:t>
            </a:r>
            <a:r>
              <a:rPr lang="en-US" dirty="0">
                <a:solidFill>
                  <a:srgbClr val="333333"/>
                </a:solidFill>
                <a:latin typeface="inherit"/>
              </a:rPr>
              <a:t>] of order m × n, is the zero matrix O of order m × n such that A + O = O + A = A</a:t>
            </a:r>
            <a:r>
              <a:rPr lang="en-US" dirty="0" smtClean="0">
                <a:solidFill>
                  <a:srgbClr val="333333"/>
                </a:solidFill>
                <a:latin typeface="inherit"/>
              </a:rPr>
              <a:t>.</a:t>
            </a:r>
          </a:p>
          <a:p>
            <a:pPr fontAlgn="base"/>
            <a:endParaRPr lang="en-US" dirty="0">
              <a:solidFill>
                <a:srgbClr val="333333"/>
              </a:solidFill>
              <a:latin typeface="inherit"/>
            </a:endParaRPr>
          </a:p>
          <a:p>
            <a:pPr fontAlgn="base">
              <a:buFont typeface="Arial" panose="020B0604020202020204" pitchFamily="34" charset="0"/>
              <a:buChar char="•"/>
            </a:pPr>
            <a:r>
              <a:rPr lang="en-US" dirty="0">
                <a:solidFill>
                  <a:srgbClr val="333333"/>
                </a:solidFill>
                <a:latin typeface="inherit"/>
              </a:rPr>
              <a:t>Additive Inverse of matrix addition for the matrix A = [</a:t>
            </a:r>
            <a:r>
              <a:rPr lang="en-US" dirty="0" err="1">
                <a:solidFill>
                  <a:srgbClr val="333333"/>
                </a:solidFill>
                <a:latin typeface="MJXc-TeX-math-I"/>
              </a:rPr>
              <a:t>aij</a:t>
            </a:r>
            <a:r>
              <a:rPr lang="en-US" dirty="0">
                <a:solidFill>
                  <a:srgbClr val="333333"/>
                </a:solidFill>
                <a:latin typeface="inherit"/>
              </a:rPr>
              <a:t>] of the order m × n, is -A = [</a:t>
            </a:r>
            <a:r>
              <a:rPr lang="en-US" dirty="0">
                <a:solidFill>
                  <a:srgbClr val="333333"/>
                </a:solidFill>
                <a:latin typeface="MJXc-TeX-main-R"/>
              </a:rPr>
              <a:t>−</a:t>
            </a:r>
            <a:r>
              <a:rPr lang="en-US" dirty="0" err="1">
                <a:solidFill>
                  <a:srgbClr val="333333"/>
                </a:solidFill>
                <a:latin typeface="MJXc-TeX-math-I"/>
              </a:rPr>
              <a:t>aij</a:t>
            </a:r>
            <a:r>
              <a:rPr lang="en-US" dirty="0">
                <a:solidFill>
                  <a:srgbClr val="333333"/>
                </a:solidFill>
                <a:latin typeface="inherit"/>
              </a:rPr>
              <a:t>] of the same order m × n such that A + (-A) = O = A + (-A</a:t>
            </a:r>
            <a:r>
              <a:rPr lang="en-US" dirty="0" smtClean="0">
                <a:solidFill>
                  <a:srgbClr val="333333"/>
                </a:solidFill>
                <a:latin typeface="inherit"/>
              </a:rPr>
              <a:t>)..</a:t>
            </a:r>
          </a:p>
          <a:p>
            <a:pPr fontAlgn="base"/>
            <a:endParaRPr lang="en-US" dirty="0">
              <a:solidFill>
                <a:srgbClr val="333333"/>
              </a:solidFill>
              <a:latin typeface="inherit"/>
            </a:endParaRPr>
          </a:p>
          <a:p>
            <a:pPr fontAlgn="base">
              <a:buFont typeface="Arial" panose="020B0604020202020204" pitchFamily="34" charset="0"/>
              <a:buChar char="•"/>
            </a:pPr>
            <a:r>
              <a:rPr lang="en-US" dirty="0">
                <a:solidFill>
                  <a:srgbClr val="333333"/>
                </a:solidFill>
                <a:latin typeface="inherit"/>
              </a:rPr>
              <a:t>Transpose Property of matrix addition for two matrixes A = [</a:t>
            </a:r>
            <a:r>
              <a:rPr lang="en-US" dirty="0" err="1">
                <a:solidFill>
                  <a:srgbClr val="333333"/>
                </a:solidFill>
                <a:latin typeface="MJXc-TeX-math-I"/>
              </a:rPr>
              <a:t>aij</a:t>
            </a:r>
            <a:r>
              <a:rPr lang="en-US" dirty="0">
                <a:solidFill>
                  <a:srgbClr val="333333"/>
                </a:solidFill>
                <a:latin typeface="inherit"/>
              </a:rPr>
              <a:t>] and B = [</a:t>
            </a:r>
            <a:r>
              <a:rPr lang="en-US" dirty="0" err="1">
                <a:solidFill>
                  <a:srgbClr val="333333"/>
                </a:solidFill>
                <a:latin typeface="MJXc-TeX-math-I"/>
              </a:rPr>
              <a:t>bij</a:t>
            </a:r>
            <a:r>
              <a:rPr lang="en-US" dirty="0">
                <a:solidFill>
                  <a:srgbClr val="333333"/>
                </a:solidFill>
                <a:latin typeface="inherit"/>
              </a:rPr>
              <a:t>] of same order is, (A + B)</a:t>
            </a:r>
            <a:r>
              <a:rPr lang="en-US" baseline="30000" dirty="0">
                <a:solidFill>
                  <a:srgbClr val="333333"/>
                </a:solidFill>
                <a:latin typeface="inherit"/>
              </a:rPr>
              <a:t>T</a:t>
            </a:r>
            <a:r>
              <a:rPr lang="en-US" dirty="0">
                <a:solidFill>
                  <a:srgbClr val="333333"/>
                </a:solidFill>
                <a:latin typeface="inherit"/>
              </a:rPr>
              <a:t> = A</a:t>
            </a:r>
            <a:r>
              <a:rPr lang="en-US" baseline="30000" dirty="0">
                <a:solidFill>
                  <a:srgbClr val="333333"/>
                </a:solidFill>
                <a:latin typeface="inherit"/>
              </a:rPr>
              <a:t>T</a:t>
            </a:r>
            <a:r>
              <a:rPr lang="en-US" dirty="0">
                <a:solidFill>
                  <a:srgbClr val="333333"/>
                </a:solidFill>
                <a:latin typeface="inherit"/>
              </a:rPr>
              <a:t> + </a:t>
            </a:r>
            <a:r>
              <a:rPr lang="en-US" dirty="0" smtClean="0">
                <a:solidFill>
                  <a:srgbClr val="333333"/>
                </a:solidFill>
                <a:latin typeface="inherit"/>
              </a:rPr>
              <a:t>B</a:t>
            </a:r>
            <a:r>
              <a:rPr lang="en-US" baseline="30000" dirty="0" smtClean="0">
                <a:solidFill>
                  <a:srgbClr val="333333"/>
                </a:solidFill>
                <a:latin typeface="inherit"/>
              </a:rPr>
              <a:t>T</a:t>
            </a:r>
          </a:p>
          <a:p>
            <a:pPr fontAlgn="base"/>
            <a:endParaRPr lang="en-US" dirty="0">
              <a:solidFill>
                <a:srgbClr val="333333"/>
              </a:solidFill>
              <a:latin typeface="inherit"/>
            </a:endParaRPr>
          </a:p>
          <a:p>
            <a:pPr fontAlgn="base">
              <a:buFont typeface="Arial" panose="020B0604020202020204" pitchFamily="34" charset="0"/>
              <a:buChar char="•"/>
            </a:pPr>
            <a:r>
              <a:rPr lang="en-US" dirty="0">
                <a:solidFill>
                  <a:srgbClr val="333333"/>
                </a:solidFill>
                <a:latin typeface="inherit"/>
              </a:rPr>
              <a:t>Determinant Property of matrix addition for two matrixes A = [</a:t>
            </a:r>
            <a:r>
              <a:rPr lang="en-US" dirty="0" err="1">
                <a:solidFill>
                  <a:srgbClr val="333333"/>
                </a:solidFill>
                <a:latin typeface="MJXc-TeX-math-I"/>
              </a:rPr>
              <a:t>aij</a:t>
            </a:r>
            <a:r>
              <a:rPr lang="en-US" dirty="0">
                <a:solidFill>
                  <a:srgbClr val="333333"/>
                </a:solidFill>
                <a:latin typeface="inherit"/>
              </a:rPr>
              <a:t>] and B = [</a:t>
            </a:r>
            <a:r>
              <a:rPr lang="en-US" dirty="0" err="1">
                <a:solidFill>
                  <a:srgbClr val="333333"/>
                </a:solidFill>
                <a:latin typeface="MJXc-TeX-math-I"/>
              </a:rPr>
              <a:t>bij</a:t>
            </a:r>
            <a:r>
              <a:rPr lang="en-US" dirty="0">
                <a:solidFill>
                  <a:srgbClr val="333333"/>
                </a:solidFill>
                <a:latin typeface="inherit"/>
              </a:rPr>
              <a:t>] of same order is, |A + B| = |A| + |B|</a:t>
            </a:r>
          </a:p>
          <a:p>
            <a:r>
              <a:rPr lang="en-US" dirty="0"/>
              <a:t/>
            </a:r>
            <a:br>
              <a:rPr lang="en-US" dirty="0"/>
            </a:br>
            <a:endParaRPr lang="en-US" dirty="0"/>
          </a:p>
        </p:txBody>
      </p:sp>
    </p:spTree>
    <p:extLst>
      <p:ext uri="{BB962C8B-B14F-4D97-AF65-F5344CB8AC3E}">
        <p14:creationId xmlns:p14="http://schemas.microsoft.com/office/powerpoint/2010/main" val="6512170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6727" y="236439"/>
            <a:ext cx="11297652" cy="1969770"/>
          </a:xfrm>
          <a:prstGeom prst="rect">
            <a:avLst/>
          </a:prstGeom>
        </p:spPr>
        <p:txBody>
          <a:bodyPr wrap="square">
            <a:spAutoFit/>
          </a:bodyPr>
          <a:lstStyle/>
          <a:p>
            <a:pPr lvl="0"/>
            <a:r>
              <a:rPr lang="en-US" sz="2000" dirty="0">
                <a:solidFill>
                  <a:srgbClr val="000000"/>
                </a:solidFill>
                <a:latin typeface="Times New Roman" panose="02020603050405020304" pitchFamily="18" charset="0"/>
                <a:cs typeface="Times New Roman" panose="02020603050405020304" pitchFamily="18" charset="0"/>
              </a:rPr>
              <a:t>Matrix </a:t>
            </a:r>
            <a:r>
              <a:rPr lang="en-US" sz="2000" dirty="0" smtClean="0">
                <a:solidFill>
                  <a:srgbClr val="000000"/>
                </a:solidFill>
                <a:latin typeface="Times New Roman" panose="02020603050405020304" pitchFamily="18" charset="0"/>
                <a:cs typeface="Times New Roman" panose="02020603050405020304" pitchFamily="18" charset="0"/>
              </a:rPr>
              <a:t>Subtraction:</a:t>
            </a:r>
          </a:p>
          <a:p>
            <a:pPr lvl="0"/>
            <a:r>
              <a:rPr lang="en-US" dirty="0" smtClean="0"/>
              <a:t>If </a:t>
            </a:r>
            <a:r>
              <a:rPr lang="en-US" dirty="0"/>
              <a:t>A=[</a:t>
            </a:r>
            <a:r>
              <a:rPr lang="en-US" dirty="0" err="1"/>
              <a:t>a</a:t>
            </a:r>
            <a:r>
              <a:rPr lang="en-US" baseline="-25000" dirty="0" err="1"/>
              <a:t>ij</a:t>
            </a:r>
            <a:r>
              <a:rPr lang="en-US" dirty="0"/>
              <a:t>]</a:t>
            </a:r>
            <a:r>
              <a:rPr lang="en-US" baseline="-25000" dirty="0" err="1"/>
              <a:t>mxn</a:t>
            </a:r>
            <a:r>
              <a:rPr lang="en-US" dirty="0"/>
              <a:t> and B=[</a:t>
            </a:r>
            <a:r>
              <a:rPr lang="en-US" dirty="0" err="1"/>
              <a:t>b</a:t>
            </a:r>
            <a:r>
              <a:rPr lang="en-US" baseline="-25000" dirty="0" err="1"/>
              <a:t>ij</a:t>
            </a:r>
            <a:r>
              <a:rPr lang="en-US" dirty="0"/>
              <a:t>]</a:t>
            </a:r>
            <a:r>
              <a:rPr lang="en-US" baseline="-25000" dirty="0" err="1"/>
              <a:t>mxn</a:t>
            </a:r>
            <a:r>
              <a:rPr lang="en-US" dirty="0"/>
              <a:t> are two matrices of the same order, then their sum A </a:t>
            </a:r>
            <a:r>
              <a:rPr lang="en-US" dirty="0" smtClean="0"/>
              <a:t>- </a:t>
            </a:r>
            <a:r>
              <a:rPr lang="en-US" dirty="0"/>
              <a:t>B is a matrix, and each element of that matrix is the </a:t>
            </a:r>
            <a:r>
              <a:rPr lang="en-US" dirty="0" smtClean="0"/>
              <a:t>difference </a:t>
            </a:r>
            <a:r>
              <a:rPr lang="en-US" dirty="0"/>
              <a:t>of the corresponding elements, i.e. A </a:t>
            </a:r>
            <a:r>
              <a:rPr lang="en-US" dirty="0" smtClean="0"/>
              <a:t>- </a:t>
            </a:r>
            <a:r>
              <a:rPr lang="en-US" dirty="0"/>
              <a:t>B = [</a:t>
            </a:r>
            <a:r>
              <a:rPr lang="en-US" dirty="0" err="1"/>
              <a:t>a</a:t>
            </a:r>
            <a:r>
              <a:rPr lang="en-US" baseline="-25000" dirty="0" err="1"/>
              <a:t>ij</a:t>
            </a:r>
            <a:r>
              <a:rPr lang="en-US" dirty="0"/>
              <a:t> </a:t>
            </a:r>
            <a:r>
              <a:rPr lang="en-US" dirty="0" smtClean="0"/>
              <a:t>- </a:t>
            </a:r>
            <a:r>
              <a:rPr lang="en-US" dirty="0" err="1"/>
              <a:t>b</a:t>
            </a:r>
            <a:r>
              <a:rPr lang="en-US" baseline="-25000" dirty="0" err="1"/>
              <a:t>ij</a:t>
            </a:r>
            <a:r>
              <a:rPr lang="en-US" dirty="0"/>
              <a:t>]</a:t>
            </a:r>
            <a:r>
              <a:rPr lang="en-US" baseline="-25000" dirty="0" err="1"/>
              <a:t>mxn</a:t>
            </a:r>
            <a:endParaRPr lang="en-US" baseline="-25000" dirty="0"/>
          </a:p>
          <a:p>
            <a:pPr lvl="0"/>
            <a:endParaRPr lang="en-US" baseline="-25000" dirty="0">
              <a:latin typeface="Times New Roman" panose="02020603050405020304" pitchFamily="18" charset="0"/>
              <a:cs typeface="Times New Roman" panose="02020603050405020304" pitchFamily="18" charset="0"/>
            </a:endParaRPr>
          </a:p>
          <a:p>
            <a:r>
              <a:rPr lang="en-US" dirty="0">
                <a:solidFill>
                  <a:srgbClr val="444444"/>
                </a:solidFill>
                <a:latin typeface="Times New Roman" panose="02020603050405020304" pitchFamily="18" charset="0"/>
                <a:cs typeface="Times New Roman" panose="02020603050405020304" pitchFamily="18" charset="0"/>
              </a:rPr>
              <a:t>Consider the two matrices, A and B, of order 2 x 2. Then, the D</a:t>
            </a:r>
            <a:r>
              <a:rPr lang="en-US" dirty="0" smtClean="0">
                <a:solidFill>
                  <a:srgbClr val="444444"/>
                </a:solidFill>
                <a:latin typeface="Times New Roman" panose="02020603050405020304" pitchFamily="18" charset="0"/>
                <a:cs typeface="Times New Roman" panose="02020603050405020304" pitchFamily="18" charset="0"/>
              </a:rPr>
              <a:t>ifference </a:t>
            </a:r>
            <a:r>
              <a:rPr lang="en-US" dirty="0">
                <a:solidFill>
                  <a:srgbClr val="444444"/>
                </a:solidFill>
                <a:latin typeface="Times New Roman" panose="02020603050405020304" pitchFamily="18" charset="0"/>
                <a:cs typeface="Times New Roman" panose="02020603050405020304" pitchFamily="18" charset="0"/>
              </a:rPr>
              <a:t>is given by</a:t>
            </a:r>
            <a:r>
              <a:rPr lang="en-US" dirty="0" smtClean="0">
                <a:solidFill>
                  <a:srgbClr val="444444"/>
                </a:solidFill>
                <a:latin typeface="Times New Roman" panose="02020603050405020304" pitchFamily="18" charset="0"/>
                <a:cs typeface="Times New Roman" panose="02020603050405020304" pitchFamily="18" charset="0"/>
              </a:rPr>
              <a:t>:</a:t>
            </a:r>
          </a:p>
          <a:p>
            <a:endParaRPr lang="en-US" dirty="0">
              <a:solidFill>
                <a:srgbClr val="444444"/>
              </a:solidFill>
              <a:latin typeface="Times New Roman" panose="02020603050405020304" pitchFamily="18" charset="0"/>
              <a:cs typeface="Times New Roman" panose="02020603050405020304" pitchFamily="18" charset="0"/>
            </a:endParaRPr>
          </a:p>
          <a:p>
            <a:pPr lvl="0"/>
            <a:r>
              <a:rPr lang="en-US" dirty="0" smtClean="0">
                <a:solidFill>
                  <a:srgbClr val="000000"/>
                </a:solidFill>
                <a:latin typeface="Times New Roman" panose="02020603050405020304" pitchFamily="18" charset="0"/>
                <a:cs typeface="Times New Roman" panose="02020603050405020304" pitchFamily="18" charset="0"/>
              </a:rPr>
              <a:t> </a:t>
            </a:r>
            <a:endParaRPr lang="en-US" dirty="0">
              <a:solidFill>
                <a:srgbClr val="000000"/>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447364" y="1758277"/>
            <a:ext cx="10128393" cy="2248239"/>
          </a:xfrm>
          <a:prstGeom prst="rect">
            <a:avLst/>
          </a:prstGeom>
        </p:spPr>
      </p:pic>
    </p:spTree>
    <p:extLst>
      <p:ext uri="{BB962C8B-B14F-4D97-AF65-F5344CB8AC3E}">
        <p14:creationId xmlns:p14="http://schemas.microsoft.com/office/powerpoint/2010/main" val="41003042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44642" y="174374"/>
            <a:ext cx="10619874" cy="6370975"/>
          </a:xfrm>
          <a:prstGeom prst="rect">
            <a:avLst/>
          </a:prstGeom>
        </p:spPr>
        <p:txBody>
          <a:bodyPr wrap="square">
            <a:spAutoFit/>
          </a:bodyPr>
          <a:lstStyle/>
          <a:p>
            <a:pPr fontAlgn="base"/>
            <a:r>
              <a:rPr lang="en-US" sz="2400" dirty="0">
                <a:solidFill>
                  <a:srgbClr val="333333"/>
                </a:solidFill>
                <a:latin typeface="Untitled Sans"/>
              </a:rPr>
              <a:t>The most important necessity for the subtraction of matrices to hold all these properties is that the subtraction of matrices is defined only if the order of the matrices is the same.</a:t>
            </a:r>
          </a:p>
          <a:p>
            <a:pPr fontAlgn="base">
              <a:lnSpc>
                <a:spcPct val="200000"/>
              </a:lnSpc>
              <a:buFont typeface="Arial" panose="020B0604020202020204" pitchFamily="34" charset="0"/>
              <a:buChar char="•"/>
            </a:pPr>
            <a:r>
              <a:rPr lang="en-US" sz="2400" dirty="0">
                <a:solidFill>
                  <a:srgbClr val="333333"/>
                </a:solidFill>
                <a:latin typeface="inherit"/>
              </a:rPr>
              <a:t>The number of rows and columns in the respective matrices should be the same for the subtraction of matrices.</a:t>
            </a:r>
          </a:p>
          <a:p>
            <a:pPr fontAlgn="base">
              <a:lnSpc>
                <a:spcPct val="200000"/>
              </a:lnSpc>
              <a:buFont typeface="Arial" panose="020B0604020202020204" pitchFamily="34" charset="0"/>
              <a:buChar char="•"/>
            </a:pPr>
            <a:r>
              <a:rPr lang="en-US" sz="2400" dirty="0">
                <a:solidFill>
                  <a:srgbClr val="333333"/>
                </a:solidFill>
                <a:latin typeface="inherit"/>
              </a:rPr>
              <a:t>The subtraction of matrices is not commutative, that is, A - B ≠ B - A</a:t>
            </a:r>
          </a:p>
          <a:p>
            <a:pPr fontAlgn="base">
              <a:lnSpc>
                <a:spcPct val="200000"/>
              </a:lnSpc>
              <a:buFont typeface="Arial" panose="020B0604020202020204" pitchFamily="34" charset="0"/>
              <a:buChar char="•"/>
            </a:pPr>
            <a:r>
              <a:rPr lang="en-US" sz="2400" dirty="0">
                <a:solidFill>
                  <a:srgbClr val="333333"/>
                </a:solidFill>
                <a:latin typeface="inherit"/>
              </a:rPr>
              <a:t>The subtraction of matrices is not associative, that is, (A - B) - C ≠ A - (B - C)</a:t>
            </a:r>
          </a:p>
          <a:p>
            <a:pPr fontAlgn="base">
              <a:lnSpc>
                <a:spcPct val="200000"/>
              </a:lnSpc>
              <a:buFont typeface="Arial" panose="020B0604020202020204" pitchFamily="34" charset="0"/>
              <a:buChar char="•"/>
            </a:pPr>
            <a:r>
              <a:rPr lang="en-US" sz="2400" dirty="0">
                <a:solidFill>
                  <a:srgbClr val="333333"/>
                </a:solidFill>
                <a:latin typeface="inherit"/>
              </a:rPr>
              <a:t>The matrix subtraction from itself results in a null matrix, that is, A - A = O.</a:t>
            </a:r>
          </a:p>
          <a:p>
            <a:pPr fontAlgn="base">
              <a:lnSpc>
                <a:spcPct val="200000"/>
              </a:lnSpc>
              <a:buFont typeface="Arial" panose="020B0604020202020204" pitchFamily="34" charset="0"/>
              <a:buChar char="•"/>
            </a:pPr>
            <a:r>
              <a:rPr lang="en-US" sz="2400" dirty="0">
                <a:solidFill>
                  <a:srgbClr val="333333"/>
                </a:solidFill>
                <a:latin typeface="inherit"/>
              </a:rPr>
              <a:t>Subtraction of matrices is the addition of the negative of a matrix to another matrix, that is, A - B = A + (-B).</a:t>
            </a:r>
            <a:endParaRPr lang="en-US" sz="2400" b="0" i="0" dirty="0">
              <a:solidFill>
                <a:srgbClr val="333333"/>
              </a:solidFill>
              <a:effectLst/>
              <a:latin typeface="inherit"/>
            </a:endParaRPr>
          </a:p>
        </p:txBody>
      </p:sp>
    </p:spTree>
    <p:extLst>
      <p:ext uri="{BB962C8B-B14F-4D97-AF65-F5344CB8AC3E}">
        <p14:creationId xmlns:p14="http://schemas.microsoft.com/office/powerpoint/2010/main" val="28400534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9885" y="200344"/>
            <a:ext cx="11731456" cy="7017306"/>
          </a:xfrm>
          <a:prstGeom prst="rect">
            <a:avLst/>
          </a:prstGeom>
        </p:spPr>
        <p:txBody>
          <a:bodyPr wrap="square">
            <a:spAutoFit/>
          </a:bodyPr>
          <a:lstStyle/>
          <a:p>
            <a:pPr fontAlgn="base"/>
            <a:r>
              <a:rPr lang="en-US" b="1" dirty="0">
                <a:latin typeface="Untitled Sans"/>
              </a:rPr>
              <a:t>Multiplication - Matrix </a:t>
            </a:r>
            <a:r>
              <a:rPr lang="en-US" b="1" dirty="0" smtClean="0">
                <a:latin typeface="Untitled Sans"/>
              </a:rPr>
              <a:t>Operations</a:t>
            </a:r>
          </a:p>
          <a:p>
            <a:pPr fontAlgn="base"/>
            <a:r>
              <a:rPr lang="en-US" dirty="0"/>
              <a:t>Two </a:t>
            </a:r>
            <a:r>
              <a:rPr lang="en-US" dirty="0">
                <a:hlinkClick r:id="rId2"/>
              </a:rPr>
              <a:t>matrices</a:t>
            </a:r>
            <a:r>
              <a:rPr lang="en-US" dirty="0"/>
              <a:t> A and B are said to be compatible if the number of columns in A is equal to the number of rows in B. The resultant matrix for the multiplication of a matrix A of order m × n with a matrix B of order n × p, is a matrix C of the order m × p</a:t>
            </a:r>
            <a:r>
              <a:rPr lang="en-US" dirty="0" smtClean="0"/>
              <a:t>.</a:t>
            </a:r>
            <a:r>
              <a:rPr lang="en-US" dirty="0"/>
              <a:t> The multiplication of matrices does not follow commutative law, AB ≠ BA</a:t>
            </a:r>
            <a:r>
              <a:rPr lang="en-US" dirty="0" smtClean="0"/>
              <a:t>,.</a:t>
            </a:r>
            <a:r>
              <a:rPr lang="en-US" dirty="0">
                <a:solidFill>
                  <a:srgbClr val="333333"/>
                </a:solidFill>
                <a:latin typeface="Untitled Sans"/>
              </a:rPr>
              <a:t> </a:t>
            </a:r>
            <a:endParaRPr lang="en-US" dirty="0" smtClean="0">
              <a:solidFill>
                <a:srgbClr val="333333"/>
              </a:solidFill>
              <a:latin typeface="Untitled Sans"/>
            </a:endParaRPr>
          </a:p>
          <a:p>
            <a:pPr fontAlgn="base"/>
            <a:endParaRPr lang="en-US" dirty="0">
              <a:solidFill>
                <a:srgbClr val="333333"/>
              </a:solidFill>
              <a:latin typeface="Untitled Sans"/>
            </a:endParaRPr>
          </a:p>
          <a:p>
            <a:pPr fontAlgn="base"/>
            <a:endParaRPr lang="en-US" dirty="0" smtClean="0">
              <a:solidFill>
                <a:srgbClr val="333333"/>
              </a:solidFill>
              <a:latin typeface="Untitled Sans"/>
            </a:endParaRPr>
          </a:p>
          <a:p>
            <a:pPr fontAlgn="base"/>
            <a:endParaRPr lang="en-US" dirty="0">
              <a:solidFill>
                <a:srgbClr val="333333"/>
              </a:solidFill>
              <a:latin typeface="Untitled Sans"/>
            </a:endParaRPr>
          </a:p>
          <a:p>
            <a:pPr fontAlgn="base"/>
            <a:endParaRPr lang="en-US" dirty="0" smtClean="0">
              <a:solidFill>
                <a:srgbClr val="333333"/>
              </a:solidFill>
              <a:latin typeface="Untitled Sans"/>
            </a:endParaRPr>
          </a:p>
          <a:p>
            <a:pPr fontAlgn="base"/>
            <a:endParaRPr lang="en-US" dirty="0">
              <a:solidFill>
                <a:srgbClr val="333333"/>
              </a:solidFill>
              <a:latin typeface="Untitled Sans"/>
            </a:endParaRPr>
          </a:p>
          <a:p>
            <a:pPr fontAlgn="base"/>
            <a:endParaRPr lang="en-US" dirty="0" smtClean="0">
              <a:solidFill>
                <a:srgbClr val="333333"/>
              </a:solidFill>
              <a:latin typeface="Untitled Sans"/>
            </a:endParaRPr>
          </a:p>
          <a:p>
            <a:pPr fontAlgn="base"/>
            <a:endParaRPr lang="en-US" dirty="0">
              <a:solidFill>
                <a:srgbClr val="333333"/>
              </a:solidFill>
              <a:latin typeface="Untitled Sans"/>
            </a:endParaRPr>
          </a:p>
          <a:p>
            <a:pPr fontAlgn="base"/>
            <a:endParaRPr lang="en-US" dirty="0" smtClean="0">
              <a:solidFill>
                <a:srgbClr val="333333"/>
              </a:solidFill>
              <a:latin typeface="Untitled Sans"/>
            </a:endParaRPr>
          </a:p>
          <a:p>
            <a:pPr fontAlgn="base"/>
            <a:endParaRPr lang="en-US" dirty="0">
              <a:solidFill>
                <a:srgbClr val="333333"/>
              </a:solidFill>
              <a:latin typeface="Untitled Sans"/>
            </a:endParaRPr>
          </a:p>
          <a:p>
            <a:pPr fontAlgn="base"/>
            <a:r>
              <a:rPr lang="en-US" dirty="0" smtClean="0">
                <a:solidFill>
                  <a:srgbClr val="333333"/>
                </a:solidFill>
                <a:latin typeface="Untitled Sans"/>
              </a:rPr>
              <a:t>There </a:t>
            </a:r>
            <a:r>
              <a:rPr lang="en-US" dirty="0">
                <a:solidFill>
                  <a:srgbClr val="333333"/>
                </a:solidFill>
                <a:latin typeface="Untitled Sans"/>
              </a:rPr>
              <a:t>following properties of matrix multiplication are helpful for performing multiplication matrix operation.</a:t>
            </a:r>
          </a:p>
          <a:p>
            <a:pPr fontAlgn="base">
              <a:lnSpc>
                <a:spcPct val="200000"/>
              </a:lnSpc>
              <a:buFont typeface="Arial" panose="020B0604020202020204" pitchFamily="34" charset="0"/>
              <a:buChar char="•"/>
            </a:pPr>
            <a:r>
              <a:rPr lang="en-US" dirty="0" smtClean="0">
                <a:solidFill>
                  <a:srgbClr val="333333"/>
                </a:solidFill>
                <a:latin typeface="inherit"/>
              </a:rPr>
              <a:t>Non-Commutative for matrix multiplication: Matrix multiplication is non-commutative, and the product AB is not equal to the product BA, AB ≠ BA.</a:t>
            </a:r>
          </a:p>
          <a:p>
            <a:pPr fontAlgn="base">
              <a:lnSpc>
                <a:spcPct val="200000"/>
              </a:lnSpc>
              <a:buFont typeface="Arial" panose="020B0604020202020204" pitchFamily="34" charset="0"/>
              <a:buChar char="•"/>
            </a:pPr>
            <a:r>
              <a:rPr lang="en-US" dirty="0" smtClean="0">
                <a:solidFill>
                  <a:srgbClr val="333333"/>
                </a:solidFill>
                <a:latin typeface="inherit"/>
              </a:rPr>
              <a:t>Distributive </a:t>
            </a:r>
            <a:r>
              <a:rPr lang="en-US" dirty="0">
                <a:solidFill>
                  <a:srgbClr val="333333"/>
                </a:solidFill>
                <a:latin typeface="inherit"/>
              </a:rPr>
              <a:t>proper over the addition of matrices for Matrix multiplication of matrix A and matrix B with another matrix C is A(B + C) = AB + BC.</a:t>
            </a:r>
          </a:p>
          <a:p>
            <a:pPr fontAlgn="base">
              <a:lnSpc>
                <a:spcPct val="200000"/>
              </a:lnSpc>
            </a:pPr>
            <a:endParaRPr lang="en-US" dirty="0" smtClean="0"/>
          </a:p>
          <a:p>
            <a:pPr fontAlgn="base"/>
            <a:endParaRPr lang="en-US" b="1" i="0" dirty="0">
              <a:effectLst/>
              <a:latin typeface="Untitled Sans"/>
            </a:endParaRPr>
          </a:p>
        </p:txBody>
      </p:sp>
      <p:pic>
        <p:nvPicPr>
          <p:cNvPr id="3" name="Picture 2"/>
          <p:cNvPicPr>
            <a:picLocks noChangeAspect="1"/>
          </p:cNvPicPr>
          <p:nvPr/>
        </p:nvPicPr>
        <p:blipFill>
          <a:blip r:embed="rId3"/>
          <a:stretch>
            <a:fillRect/>
          </a:stretch>
        </p:blipFill>
        <p:spPr>
          <a:xfrm>
            <a:off x="1599186" y="1877110"/>
            <a:ext cx="6618382" cy="1684237"/>
          </a:xfrm>
          <a:prstGeom prst="rect">
            <a:avLst/>
          </a:prstGeom>
        </p:spPr>
      </p:pic>
    </p:spTree>
    <p:extLst>
      <p:ext uri="{BB962C8B-B14F-4D97-AF65-F5344CB8AC3E}">
        <p14:creationId xmlns:p14="http://schemas.microsoft.com/office/powerpoint/2010/main" val="40565632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2348" y="166859"/>
            <a:ext cx="11682663" cy="6186309"/>
          </a:xfrm>
          <a:prstGeom prst="rect">
            <a:avLst/>
          </a:prstGeom>
        </p:spPr>
        <p:txBody>
          <a:bodyPr wrap="square">
            <a:spAutoFit/>
          </a:bodyPr>
          <a:lstStyle/>
          <a:p>
            <a:pPr fontAlgn="base">
              <a:lnSpc>
                <a:spcPct val="200000"/>
              </a:lnSpc>
              <a:buFont typeface="Arial" panose="020B0604020202020204" pitchFamily="34" charset="0"/>
              <a:buChar char="•"/>
            </a:pPr>
            <a:r>
              <a:rPr lang="en-US" dirty="0" smtClean="0">
                <a:solidFill>
                  <a:srgbClr val="333333"/>
                </a:solidFill>
                <a:latin typeface="inherit"/>
              </a:rPr>
              <a:t>Matrix </a:t>
            </a:r>
            <a:r>
              <a:rPr lang="en-US" dirty="0">
                <a:solidFill>
                  <a:srgbClr val="333333"/>
                </a:solidFill>
                <a:latin typeface="inherit"/>
              </a:rPr>
              <a:t>multiplication with a Scalar k for matrices A and B, is defined as k(AB) = (kA)B = A(Bk).</a:t>
            </a:r>
          </a:p>
          <a:p>
            <a:pPr fontAlgn="base">
              <a:lnSpc>
                <a:spcPct val="200000"/>
              </a:lnSpc>
              <a:buFont typeface="Arial" panose="020B0604020202020204" pitchFamily="34" charset="0"/>
              <a:buChar char="•"/>
            </a:pPr>
            <a:r>
              <a:rPr lang="en-US" dirty="0">
                <a:solidFill>
                  <a:srgbClr val="333333"/>
                </a:solidFill>
                <a:latin typeface="inherit"/>
              </a:rPr>
              <a:t>Transpose property of matrix multiplication for two matrices A and B can be given as, (AB)</a:t>
            </a:r>
            <a:r>
              <a:rPr lang="en-US" baseline="30000" dirty="0">
                <a:solidFill>
                  <a:srgbClr val="333333"/>
                </a:solidFill>
                <a:latin typeface="inherit"/>
              </a:rPr>
              <a:t>T</a:t>
            </a:r>
            <a:r>
              <a:rPr lang="en-US" dirty="0">
                <a:solidFill>
                  <a:srgbClr val="333333"/>
                </a:solidFill>
                <a:latin typeface="inherit"/>
              </a:rPr>
              <a:t> = B</a:t>
            </a:r>
            <a:r>
              <a:rPr lang="en-US" baseline="30000" dirty="0">
                <a:solidFill>
                  <a:srgbClr val="333333"/>
                </a:solidFill>
                <a:latin typeface="inherit"/>
              </a:rPr>
              <a:t>T</a:t>
            </a:r>
            <a:r>
              <a:rPr lang="en-US" dirty="0">
                <a:solidFill>
                  <a:srgbClr val="333333"/>
                </a:solidFill>
                <a:latin typeface="inherit"/>
              </a:rPr>
              <a:t>A</a:t>
            </a:r>
            <a:r>
              <a:rPr lang="en-US" baseline="30000" dirty="0">
                <a:solidFill>
                  <a:srgbClr val="333333"/>
                </a:solidFill>
                <a:latin typeface="inherit"/>
              </a:rPr>
              <a:t>T</a:t>
            </a:r>
            <a:endParaRPr lang="en-US" dirty="0">
              <a:solidFill>
                <a:srgbClr val="333333"/>
              </a:solidFill>
              <a:latin typeface="inherit"/>
            </a:endParaRPr>
          </a:p>
          <a:p>
            <a:pPr fontAlgn="base">
              <a:lnSpc>
                <a:spcPct val="200000"/>
              </a:lnSpc>
              <a:buFont typeface="Arial" panose="020B0604020202020204" pitchFamily="34" charset="0"/>
              <a:buChar char="•"/>
            </a:pPr>
            <a:r>
              <a:rPr lang="en-US" dirty="0">
                <a:solidFill>
                  <a:srgbClr val="333333"/>
                </a:solidFill>
                <a:latin typeface="inherit"/>
              </a:rPr>
              <a:t>Complex Conjugate property of matrix multiplication for two matrices A and B is (AB)</a:t>
            </a:r>
            <a:r>
              <a:rPr lang="en-US" baseline="30000" dirty="0">
                <a:solidFill>
                  <a:srgbClr val="333333"/>
                </a:solidFill>
                <a:latin typeface="inherit"/>
              </a:rPr>
              <a:t>*</a:t>
            </a:r>
            <a:r>
              <a:rPr lang="en-US" dirty="0">
                <a:solidFill>
                  <a:srgbClr val="333333"/>
                </a:solidFill>
                <a:latin typeface="inherit"/>
              </a:rPr>
              <a:t> = B</a:t>
            </a:r>
            <a:r>
              <a:rPr lang="en-US" baseline="30000" dirty="0">
                <a:solidFill>
                  <a:srgbClr val="333333"/>
                </a:solidFill>
                <a:latin typeface="inherit"/>
              </a:rPr>
              <a:t>*</a:t>
            </a:r>
            <a:r>
              <a:rPr lang="en-US" dirty="0">
                <a:solidFill>
                  <a:srgbClr val="333333"/>
                </a:solidFill>
                <a:latin typeface="inherit"/>
              </a:rPr>
              <a:t>A</a:t>
            </a:r>
            <a:r>
              <a:rPr lang="en-US" baseline="30000" dirty="0">
                <a:solidFill>
                  <a:srgbClr val="333333"/>
                </a:solidFill>
                <a:latin typeface="inherit"/>
              </a:rPr>
              <a:t>*</a:t>
            </a:r>
            <a:endParaRPr lang="en-US" dirty="0">
              <a:solidFill>
                <a:srgbClr val="333333"/>
              </a:solidFill>
              <a:latin typeface="inherit"/>
            </a:endParaRPr>
          </a:p>
          <a:p>
            <a:pPr fontAlgn="base">
              <a:lnSpc>
                <a:spcPct val="200000"/>
              </a:lnSpc>
              <a:buFont typeface="Arial" panose="020B0604020202020204" pitchFamily="34" charset="0"/>
              <a:buChar char="•"/>
            </a:pPr>
            <a:r>
              <a:rPr lang="en-US" dirty="0">
                <a:solidFill>
                  <a:srgbClr val="333333"/>
                </a:solidFill>
                <a:latin typeface="inherit"/>
              </a:rPr>
              <a:t>Associativity for matrix multiplication for three matrices A, B, and C, such that the products (AB)C and A(BC) are defined, as (AB)C = A(BC).</a:t>
            </a:r>
          </a:p>
          <a:p>
            <a:pPr fontAlgn="base">
              <a:lnSpc>
                <a:spcPct val="200000"/>
              </a:lnSpc>
            </a:pPr>
            <a:r>
              <a:rPr lang="en-US" dirty="0">
                <a:solidFill>
                  <a:srgbClr val="333333"/>
                </a:solidFill>
                <a:latin typeface="Untitled Sans"/>
              </a:rPr>
              <a:t>The scalar multiplication of matrix is the product of the scalar constant value with each of the elements of the matrix. The following properties of scalar multiplication of matrices is helpful in easily performing scalar multiplication of matrices. Here we have two </a:t>
            </a:r>
            <a:r>
              <a:rPr lang="en-US" dirty="0" smtClean="0">
                <a:solidFill>
                  <a:srgbClr val="333333"/>
                </a:solidFill>
                <a:latin typeface="Untitled Sans"/>
              </a:rPr>
              <a:t>matrices </a:t>
            </a:r>
            <a:r>
              <a:rPr lang="en-US" dirty="0">
                <a:solidFill>
                  <a:srgbClr val="333333"/>
                </a:solidFill>
                <a:latin typeface="Untitled Sans"/>
              </a:rPr>
              <a:t>A, B and k, l are the scalar constant values.</a:t>
            </a:r>
          </a:p>
          <a:p>
            <a:pPr fontAlgn="base">
              <a:lnSpc>
                <a:spcPct val="200000"/>
              </a:lnSpc>
              <a:buFont typeface="Arial" panose="020B0604020202020204" pitchFamily="34" charset="0"/>
              <a:buChar char="•"/>
            </a:pPr>
            <a:r>
              <a:rPr lang="en-US" dirty="0">
                <a:solidFill>
                  <a:srgbClr val="333333"/>
                </a:solidFill>
                <a:latin typeface="inherit"/>
              </a:rPr>
              <a:t>K(A + B) = KA + KB</a:t>
            </a:r>
          </a:p>
          <a:p>
            <a:pPr fontAlgn="base">
              <a:lnSpc>
                <a:spcPct val="200000"/>
              </a:lnSpc>
              <a:buFont typeface="Arial" panose="020B0604020202020204" pitchFamily="34" charset="0"/>
              <a:buChar char="•"/>
            </a:pPr>
            <a:r>
              <a:rPr lang="en-US" dirty="0">
                <a:solidFill>
                  <a:srgbClr val="333333"/>
                </a:solidFill>
                <a:latin typeface="inherit"/>
              </a:rPr>
              <a:t>(K + l)A = KA + </a:t>
            </a:r>
            <a:r>
              <a:rPr lang="en-US" dirty="0" err="1">
                <a:solidFill>
                  <a:srgbClr val="333333"/>
                </a:solidFill>
                <a:latin typeface="inherit"/>
              </a:rPr>
              <a:t>lA</a:t>
            </a:r>
            <a:endParaRPr lang="en-US" dirty="0">
              <a:solidFill>
                <a:srgbClr val="333333"/>
              </a:solidFill>
              <a:latin typeface="inherit"/>
            </a:endParaRPr>
          </a:p>
          <a:p>
            <a:pPr fontAlgn="base">
              <a:lnSpc>
                <a:spcPct val="200000"/>
              </a:lnSpc>
              <a:buFont typeface="Arial" panose="020B0604020202020204" pitchFamily="34" charset="0"/>
              <a:buChar char="•"/>
            </a:pPr>
            <a:r>
              <a:rPr lang="en-US" dirty="0">
                <a:solidFill>
                  <a:srgbClr val="333333"/>
                </a:solidFill>
                <a:latin typeface="inherit"/>
              </a:rPr>
              <a:t>(Kl)A = K(</a:t>
            </a:r>
            <a:r>
              <a:rPr lang="en-US" dirty="0" err="1">
                <a:solidFill>
                  <a:srgbClr val="333333"/>
                </a:solidFill>
                <a:latin typeface="inherit"/>
              </a:rPr>
              <a:t>lA</a:t>
            </a:r>
            <a:r>
              <a:rPr lang="en-US" dirty="0">
                <a:solidFill>
                  <a:srgbClr val="333333"/>
                </a:solidFill>
                <a:latin typeface="inherit"/>
              </a:rPr>
              <a:t>) = l(KA)</a:t>
            </a:r>
            <a:endParaRPr lang="en-US" b="0" i="0" dirty="0">
              <a:solidFill>
                <a:srgbClr val="333333"/>
              </a:solidFill>
              <a:effectLst/>
              <a:latin typeface="inherit"/>
            </a:endParaRPr>
          </a:p>
        </p:txBody>
      </p:sp>
    </p:spTree>
    <p:extLst>
      <p:ext uri="{BB962C8B-B14F-4D97-AF65-F5344CB8AC3E}">
        <p14:creationId xmlns:p14="http://schemas.microsoft.com/office/powerpoint/2010/main" val="29529296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52323" y="275856"/>
            <a:ext cx="9902330" cy="2575627"/>
          </a:xfrm>
          <a:prstGeom prst="rect">
            <a:avLst/>
          </a:prstGeom>
        </p:spPr>
      </p:pic>
      <p:pic>
        <p:nvPicPr>
          <p:cNvPr id="3" name="Picture 2"/>
          <p:cNvPicPr>
            <a:picLocks noChangeAspect="1"/>
          </p:cNvPicPr>
          <p:nvPr/>
        </p:nvPicPr>
        <p:blipFill>
          <a:blip r:embed="rId3"/>
          <a:stretch>
            <a:fillRect/>
          </a:stretch>
        </p:blipFill>
        <p:spPr>
          <a:xfrm>
            <a:off x="252323" y="3152274"/>
            <a:ext cx="9902330" cy="3404937"/>
          </a:xfrm>
          <a:prstGeom prst="rect">
            <a:avLst/>
          </a:prstGeom>
        </p:spPr>
      </p:pic>
    </p:spTree>
    <p:extLst>
      <p:ext uri="{BB962C8B-B14F-4D97-AF65-F5344CB8AC3E}">
        <p14:creationId xmlns:p14="http://schemas.microsoft.com/office/powerpoint/2010/main" val="22209624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037950" y="305145"/>
            <a:ext cx="6273029" cy="2786971"/>
          </a:xfrm>
          <a:prstGeom prst="rect">
            <a:avLst/>
          </a:prstGeom>
        </p:spPr>
      </p:pic>
      <p:pic>
        <p:nvPicPr>
          <p:cNvPr id="3" name="Picture 2"/>
          <p:cNvPicPr>
            <a:picLocks noChangeAspect="1"/>
          </p:cNvPicPr>
          <p:nvPr/>
        </p:nvPicPr>
        <p:blipFill>
          <a:blip r:embed="rId3"/>
          <a:stretch>
            <a:fillRect/>
          </a:stretch>
        </p:blipFill>
        <p:spPr>
          <a:xfrm>
            <a:off x="1427180" y="3235312"/>
            <a:ext cx="3048567" cy="3189551"/>
          </a:xfrm>
          <a:prstGeom prst="rect">
            <a:avLst/>
          </a:prstGeom>
        </p:spPr>
      </p:pic>
      <p:pic>
        <p:nvPicPr>
          <p:cNvPr id="4" name="Picture 3"/>
          <p:cNvPicPr>
            <a:picLocks noChangeAspect="1"/>
          </p:cNvPicPr>
          <p:nvPr/>
        </p:nvPicPr>
        <p:blipFill>
          <a:blip r:embed="rId4"/>
          <a:stretch>
            <a:fillRect/>
          </a:stretch>
        </p:blipFill>
        <p:spPr>
          <a:xfrm>
            <a:off x="5991726" y="3235311"/>
            <a:ext cx="2836611" cy="3189551"/>
          </a:xfrm>
          <a:prstGeom prst="rect">
            <a:avLst/>
          </a:prstGeom>
        </p:spPr>
      </p:pic>
    </p:spTree>
    <p:extLst>
      <p:ext uri="{BB962C8B-B14F-4D97-AF65-F5344CB8AC3E}">
        <p14:creationId xmlns:p14="http://schemas.microsoft.com/office/powerpoint/2010/main" val="34001495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612232" y="228600"/>
            <a:ext cx="7832557" cy="3308684"/>
          </a:xfrm>
          <a:prstGeom prst="rect">
            <a:avLst/>
          </a:prstGeom>
        </p:spPr>
      </p:pic>
      <p:pic>
        <p:nvPicPr>
          <p:cNvPr id="3" name="Picture 2"/>
          <p:cNvPicPr>
            <a:picLocks noChangeAspect="1"/>
          </p:cNvPicPr>
          <p:nvPr/>
        </p:nvPicPr>
        <p:blipFill>
          <a:blip r:embed="rId3"/>
          <a:stretch>
            <a:fillRect/>
          </a:stretch>
        </p:blipFill>
        <p:spPr>
          <a:xfrm>
            <a:off x="1612232" y="3537284"/>
            <a:ext cx="7832557" cy="2991267"/>
          </a:xfrm>
          <a:prstGeom prst="rect">
            <a:avLst/>
          </a:prstGeom>
        </p:spPr>
      </p:pic>
    </p:spTree>
    <p:extLst>
      <p:ext uri="{BB962C8B-B14F-4D97-AF65-F5344CB8AC3E}">
        <p14:creationId xmlns:p14="http://schemas.microsoft.com/office/powerpoint/2010/main" val="30989220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Rectangle 2"/>
              <p:cNvSpPr/>
              <p:nvPr/>
            </p:nvSpPr>
            <p:spPr>
              <a:xfrm>
                <a:off x="328361" y="228179"/>
                <a:ext cx="11209479" cy="4784387"/>
              </a:xfrm>
              <a:prstGeom prst="rect">
                <a:avLst/>
              </a:prstGeom>
            </p:spPr>
            <p:txBody>
              <a:bodyPr wrap="none">
                <a:spAutoFit/>
              </a:bodyPr>
              <a:lstStyle/>
              <a:p>
                <a:r>
                  <a:rPr lang="en-US" sz="3200" b="1" dirty="0" smtClean="0"/>
                  <a:t>Types of Elementary Row Operations</a:t>
                </a:r>
              </a:p>
              <a:p>
                <a:r>
                  <a:rPr lang="en-US" b="1" dirty="0"/>
                  <a:t>Row Switching (Interchanging):</a:t>
                </a:r>
                <a:r>
                  <a:rPr lang="en-US" dirty="0"/>
                  <a:t> Swap any two rows in the matrix </a:t>
                </a:r>
                <a:r>
                  <a:rPr lang="en-US" dirty="0" smtClean="0"/>
                  <a:t>(</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𝑖</m:t>
                        </m:r>
                      </m:sub>
                    </m:sSub>
                    <m:r>
                      <a:rPr lang="en-US" i="1" smtClean="0">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𝑅</m:t>
                        </m:r>
                      </m:e>
                      <m:sub>
                        <m:r>
                          <a:rPr lang="en-US" b="0" i="1" smtClean="0">
                            <a:latin typeface="Cambria Math" panose="02040503050406030204" pitchFamily="18" charset="0"/>
                            <a:ea typeface="Cambria Math" panose="02040503050406030204" pitchFamily="18" charset="0"/>
                          </a:rPr>
                          <m:t>𝑗</m:t>
                        </m:r>
                      </m:sub>
                    </m:sSub>
                  </m:oMath>
                </a14:m>
                <a:r>
                  <a:rPr lang="en-US" dirty="0" smtClean="0"/>
                  <a:t>).</a:t>
                </a:r>
              </a:p>
              <a:p>
                <a:endParaRPr lang="en-US" dirty="0"/>
              </a:p>
              <a:p>
                <a:endParaRPr lang="en-US" dirty="0" smtClean="0"/>
              </a:p>
              <a:p>
                <a:endParaRPr lang="en-US" dirty="0"/>
              </a:p>
              <a:p>
                <a:endParaRPr lang="en-US" dirty="0" smtClean="0"/>
              </a:p>
              <a:p>
                <a:endParaRPr lang="en-US" dirty="0" smtClean="0"/>
              </a:p>
              <a:p>
                <a:r>
                  <a:rPr lang="en-US" b="1" dirty="0"/>
                  <a:t>Row Multiplication (Scaling):</a:t>
                </a:r>
                <a:r>
                  <a:rPr lang="en-US" dirty="0"/>
                  <a:t> Multiply all numbers in a single row by a non-zero number </a:t>
                </a:r>
                <a:r>
                  <a:rPr lang="en-US" dirty="0" smtClean="0"/>
                  <a:t>(</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𝑖</m:t>
                        </m:r>
                      </m:sub>
                    </m:sSub>
                    <m:sSub>
                      <m:sSubPr>
                        <m:ctrlPr>
                          <a:rPr lang="en-US" i="1">
                            <a:latin typeface="Cambria Math" panose="02040503050406030204" pitchFamily="18" charset="0"/>
                          </a:rPr>
                        </m:ctrlPr>
                      </m:sSubPr>
                      <m:e>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𝑘</m:t>
                        </m:r>
                        <m:r>
                          <a:rPr lang="en-US" i="1">
                            <a:latin typeface="Cambria Math" panose="02040503050406030204" pitchFamily="18" charset="0"/>
                          </a:rPr>
                          <m:t>𝑅</m:t>
                        </m:r>
                      </m:e>
                      <m:sub>
                        <m:r>
                          <a:rPr lang="en-US" i="1">
                            <a:latin typeface="Cambria Math" panose="02040503050406030204" pitchFamily="18" charset="0"/>
                          </a:rPr>
                          <m:t>𝑖</m:t>
                        </m:r>
                      </m:sub>
                    </m:sSub>
                  </m:oMath>
                </a14:m>
                <a:r>
                  <a:rPr lang="en-US" dirty="0" smtClean="0"/>
                  <a:t>), </a:t>
                </a:r>
                <a:r>
                  <a:rPr lang="en-US" dirty="0"/>
                  <a:t>where k ≠ 0</a:t>
                </a:r>
                <a:r>
                  <a:rPr lang="en-US" dirty="0" smtClean="0"/>
                  <a:t>).</a:t>
                </a:r>
              </a:p>
              <a:p>
                <a:endParaRPr lang="en-US" dirty="0"/>
              </a:p>
              <a:p>
                <a:endParaRPr lang="en-US" dirty="0" smtClean="0"/>
              </a:p>
              <a:p>
                <a:endParaRPr lang="en-US" dirty="0"/>
              </a:p>
              <a:p>
                <a:endParaRPr lang="en-US" dirty="0" smtClean="0"/>
              </a:p>
              <a:p>
                <a:endParaRPr lang="en-US" dirty="0"/>
              </a:p>
              <a:p>
                <a:endParaRPr lang="en-US" dirty="0" smtClean="0"/>
              </a:p>
              <a:p>
                <a:endParaRPr lang="en-US" dirty="0" smtClean="0"/>
              </a:p>
              <a:p>
                <a:r>
                  <a:rPr lang="en-US" b="1" dirty="0"/>
                  <a:t>Row Addition (Replacement):</a:t>
                </a:r>
                <a:r>
                  <a:rPr lang="en-US" dirty="0"/>
                  <a:t> Add a multiple of one row to another row and replace that row </a:t>
                </a:r>
                <a:r>
                  <a:rPr lang="en-US" dirty="0" smtClean="0"/>
                  <a:t>(</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𝑖</m:t>
                        </m:r>
                      </m:sub>
                    </m:sSub>
                    <m:sSub>
                      <m:sSubPr>
                        <m:ctrlPr>
                          <a:rPr lang="en-US" i="1">
                            <a:latin typeface="Cambria Math" panose="02040503050406030204" pitchFamily="18" charset="0"/>
                          </a:rPr>
                        </m:ctrlPr>
                      </m:sSubPr>
                      <m:e>
                        <m:r>
                          <a:rPr lang="en-US" b="0" i="1" smtClean="0">
                            <a:latin typeface="Cambria Math" panose="02040503050406030204" pitchFamily="18" charset="0"/>
                          </a:rPr>
                          <m:t>+</m:t>
                        </m:r>
                        <m:r>
                          <a:rPr lang="en-US" i="1">
                            <a:latin typeface="Cambria Math" panose="02040503050406030204" pitchFamily="18" charset="0"/>
                          </a:rPr>
                          <m:t>𝑘𝑅</m:t>
                        </m:r>
                      </m:e>
                      <m:sub>
                        <m:r>
                          <a:rPr lang="en-US" b="0" i="1" smtClean="0">
                            <a:latin typeface="Cambria Math" panose="02040503050406030204" pitchFamily="18" charset="0"/>
                          </a:rPr>
                          <m:t>𝑗</m:t>
                        </m:r>
                      </m:sub>
                    </m:sSub>
                    <m:r>
                      <a:rPr lang="en-US" i="1">
                        <a:latin typeface="Cambria Math" panose="02040503050406030204" pitchFamily="18" charset="0"/>
                      </a:rPr>
                      <m:t> </m:t>
                    </m:r>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𝑖</m:t>
                        </m:r>
                      </m:sub>
                    </m:sSub>
                  </m:oMath>
                </a14:m>
                <a:r>
                  <a:rPr lang="en-US" dirty="0" smtClean="0"/>
                  <a:t>). </a:t>
                </a:r>
                <a:endParaRPr lang="en-US" dirty="0"/>
              </a:p>
            </p:txBody>
          </p:sp>
        </mc:Choice>
        <mc:Fallback xmlns="">
          <p:sp>
            <p:nvSpPr>
              <p:cNvPr id="3" name="Rectangle 2"/>
              <p:cNvSpPr>
                <a:spLocks noRot="1" noChangeAspect="1" noMove="1" noResize="1" noEditPoints="1" noAdjustHandles="1" noChangeArrowheads="1" noChangeShapeType="1" noTextEdit="1"/>
              </p:cNvSpPr>
              <p:nvPr/>
            </p:nvSpPr>
            <p:spPr>
              <a:xfrm>
                <a:off x="328361" y="228179"/>
                <a:ext cx="11209479" cy="4784387"/>
              </a:xfrm>
              <a:prstGeom prst="rect">
                <a:avLst/>
              </a:prstGeom>
              <a:blipFill>
                <a:blip r:embed="rId2"/>
                <a:stretch>
                  <a:fillRect l="-1414" t="-1656" b="-510"/>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3">
            <p14:nvContentPartPr>
              <p14:cNvPr id="16" name="Ink 15"/>
              <p14:cNvContentPartPr/>
              <p14:nvPr/>
            </p14:nvContentPartPr>
            <p14:xfrm>
              <a:off x="281676" y="1250452"/>
              <a:ext cx="816840" cy="305640"/>
            </p14:xfrm>
          </p:contentPart>
        </mc:Choice>
        <mc:Fallback xmlns="">
          <p:pic>
            <p:nvPicPr>
              <p:cNvPr id="16" name="Ink 15"/>
              <p:cNvPicPr/>
              <p:nvPr/>
            </p:nvPicPr>
            <p:blipFill>
              <a:blip r:embed="rId4"/>
              <a:stretch>
                <a:fillRect/>
              </a:stretch>
            </p:blipFill>
            <p:spPr>
              <a:xfrm>
                <a:off x="273036" y="1233172"/>
                <a:ext cx="830520" cy="3380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43" name="Ink 42"/>
              <p14:cNvContentPartPr/>
              <p14:nvPr/>
            </p14:nvContentPartPr>
            <p14:xfrm>
              <a:off x="3753876" y="1125172"/>
              <a:ext cx="443160" cy="1294200"/>
            </p14:xfrm>
          </p:contentPart>
        </mc:Choice>
        <mc:Fallback xmlns="">
          <p:pic>
            <p:nvPicPr>
              <p:cNvPr id="43" name="Ink 42"/>
              <p:cNvPicPr/>
              <p:nvPr/>
            </p:nvPicPr>
            <p:blipFill>
              <a:blip r:embed="rId6"/>
              <a:stretch>
                <a:fillRect/>
              </a:stretch>
            </p:blipFill>
            <p:spPr>
              <a:xfrm>
                <a:off x="3743436" y="1114012"/>
                <a:ext cx="474480" cy="13262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45" name="Ink 44"/>
              <p14:cNvContentPartPr/>
              <p14:nvPr/>
            </p14:nvContentPartPr>
            <p14:xfrm>
              <a:off x="1160076" y="1152532"/>
              <a:ext cx="309600" cy="46800"/>
            </p14:xfrm>
          </p:contentPart>
        </mc:Choice>
        <mc:Fallback xmlns="">
          <p:pic>
            <p:nvPicPr>
              <p:cNvPr id="45" name="Ink 44"/>
              <p:cNvPicPr/>
              <p:nvPr/>
            </p:nvPicPr>
            <p:blipFill>
              <a:blip r:embed="rId8"/>
              <a:stretch>
                <a:fillRect/>
              </a:stretch>
            </p:blipFill>
            <p:spPr>
              <a:xfrm>
                <a:off x="1146036" y="1139932"/>
                <a:ext cx="328680" cy="626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46" name="Ink 45"/>
              <p14:cNvContentPartPr/>
              <p14:nvPr/>
            </p14:nvContentPartPr>
            <p14:xfrm>
              <a:off x="1150716" y="1685332"/>
              <a:ext cx="36720" cy="703800"/>
            </p14:xfrm>
          </p:contentPart>
        </mc:Choice>
        <mc:Fallback xmlns="">
          <p:pic>
            <p:nvPicPr>
              <p:cNvPr id="46" name="Ink 45"/>
              <p:cNvPicPr/>
              <p:nvPr/>
            </p:nvPicPr>
            <p:blipFill>
              <a:blip r:embed="rId10"/>
              <a:stretch>
                <a:fillRect/>
              </a:stretch>
            </p:blipFill>
            <p:spPr>
              <a:xfrm>
                <a:off x="1139196" y="1681012"/>
                <a:ext cx="65880" cy="72432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47" name="Ink 46"/>
              <p14:cNvContentPartPr/>
              <p14:nvPr/>
            </p14:nvContentPartPr>
            <p14:xfrm>
              <a:off x="1174836" y="1195012"/>
              <a:ext cx="51120" cy="619560"/>
            </p14:xfrm>
          </p:contentPart>
        </mc:Choice>
        <mc:Fallback xmlns="">
          <p:pic>
            <p:nvPicPr>
              <p:cNvPr id="47" name="Ink 46"/>
              <p:cNvPicPr/>
              <p:nvPr/>
            </p:nvPicPr>
            <p:blipFill>
              <a:blip r:embed="rId12"/>
              <a:stretch>
                <a:fillRect/>
              </a:stretch>
            </p:blipFill>
            <p:spPr>
              <a:xfrm>
                <a:off x="1153956" y="1178452"/>
                <a:ext cx="75240" cy="657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48" name="Ink 47"/>
              <p14:cNvContentPartPr/>
              <p14:nvPr/>
            </p14:nvContentPartPr>
            <p14:xfrm>
              <a:off x="1461036" y="1228852"/>
              <a:ext cx="2401560" cy="1243800"/>
            </p14:xfrm>
          </p:contentPart>
        </mc:Choice>
        <mc:Fallback xmlns="">
          <p:pic>
            <p:nvPicPr>
              <p:cNvPr id="48" name="Ink 47"/>
              <p:cNvPicPr/>
              <p:nvPr/>
            </p:nvPicPr>
            <p:blipFill>
              <a:blip r:embed="rId14"/>
              <a:stretch>
                <a:fillRect/>
              </a:stretch>
            </p:blipFill>
            <p:spPr>
              <a:xfrm>
                <a:off x="1447356" y="1215892"/>
                <a:ext cx="2421720" cy="126216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72" name="Ink 71"/>
              <p14:cNvContentPartPr/>
              <p14:nvPr/>
            </p14:nvContentPartPr>
            <p14:xfrm>
              <a:off x="7150116" y="1243252"/>
              <a:ext cx="347040" cy="1281600"/>
            </p14:xfrm>
          </p:contentPart>
        </mc:Choice>
        <mc:Fallback xmlns="">
          <p:pic>
            <p:nvPicPr>
              <p:cNvPr id="72" name="Ink 71"/>
              <p:cNvPicPr/>
              <p:nvPr/>
            </p:nvPicPr>
            <p:blipFill>
              <a:blip r:embed="rId16"/>
              <a:stretch>
                <a:fillRect/>
              </a:stretch>
            </p:blipFill>
            <p:spPr>
              <a:xfrm>
                <a:off x="7140756" y="1228492"/>
                <a:ext cx="362160" cy="131472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77" name="Ink 76"/>
              <p14:cNvContentPartPr/>
              <p14:nvPr/>
            </p14:nvContentPartPr>
            <p14:xfrm>
              <a:off x="4636956" y="1214452"/>
              <a:ext cx="5580360" cy="1252440"/>
            </p14:xfrm>
          </p:contentPart>
        </mc:Choice>
        <mc:Fallback xmlns="">
          <p:pic>
            <p:nvPicPr>
              <p:cNvPr id="77" name="Ink 76"/>
              <p:cNvPicPr/>
              <p:nvPr/>
            </p:nvPicPr>
            <p:blipFill>
              <a:blip r:embed="rId18"/>
              <a:stretch>
                <a:fillRect/>
              </a:stretch>
            </p:blipFill>
            <p:spPr>
              <a:xfrm>
                <a:off x="4624716" y="1202212"/>
                <a:ext cx="5607360" cy="128124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80" name="Ink 79"/>
              <p14:cNvContentPartPr/>
              <p14:nvPr/>
            </p14:nvContentPartPr>
            <p14:xfrm>
              <a:off x="10079796" y="1103212"/>
              <a:ext cx="639000" cy="1495440"/>
            </p14:xfrm>
          </p:contentPart>
        </mc:Choice>
        <mc:Fallback xmlns="">
          <p:pic>
            <p:nvPicPr>
              <p:cNvPr id="80" name="Ink 79"/>
              <p:cNvPicPr/>
              <p:nvPr/>
            </p:nvPicPr>
            <p:blipFill>
              <a:blip r:embed="rId20"/>
              <a:stretch>
                <a:fillRect/>
              </a:stretch>
            </p:blipFill>
            <p:spPr>
              <a:xfrm>
                <a:off x="10068996" y="1091332"/>
                <a:ext cx="670680" cy="15282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05" name="Ink 104"/>
              <p14:cNvContentPartPr/>
              <p14:nvPr/>
            </p14:nvContentPartPr>
            <p14:xfrm>
              <a:off x="1198596" y="3002572"/>
              <a:ext cx="7350840" cy="1525680"/>
            </p14:xfrm>
          </p:contentPart>
        </mc:Choice>
        <mc:Fallback xmlns="">
          <p:pic>
            <p:nvPicPr>
              <p:cNvPr id="105" name="Ink 104"/>
              <p:cNvPicPr/>
              <p:nvPr/>
            </p:nvPicPr>
            <p:blipFill>
              <a:blip r:embed="rId22"/>
              <a:stretch>
                <a:fillRect/>
              </a:stretch>
            </p:blipFill>
            <p:spPr>
              <a:xfrm>
                <a:off x="1184556" y="2992132"/>
                <a:ext cx="7369560" cy="154152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11" name="Ink 110"/>
              <p14:cNvContentPartPr/>
              <p14:nvPr/>
            </p14:nvContentPartPr>
            <p14:xfrm>
              <a:off x="4369116" y="2993932"/>
              <a:ext cx="475920" cy="1636560"/>
            </p14:xfrm>
          </p:contentPart>
        </mc:Choice>
        <mc:Fallback xmlns="">
          <p:pic>
            <p:nvPicPr>
              <p:cNvPr id="111" name="Ink 110"/>
              <p:cNvPicPr/>
              <p:nvPr/>
            </p:nvPicPr>
            <p:blipFill>
              <a:blip r:embed="rId24"/>
              <a:stretch>
                <a:fillRect/>
              </a:stretch>
            </p:blipFill>
            <p:spPr>
              <a:xfrm>
                <a:off x="4363356" y="2978812"/>
                <a:ext cx="502560" cy="167256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29" name="Ink 128"/>
              <p14:cNvContentPartPr/>
              <p14:nvPr/>
            </p14:nvContentPartPr>
            <p14:xfrm>
              <a:off x="8642316" y="3120652"/>
              <a:ext cx="390960" cy="1448280"/>
            </p14:xfrm>
          </p:contentPart>
        </mc:Choice>
        <mc:Fallback xmlns="">
          <p:pic>
            <p:nvPicPr>
              <p:cNvPr id="129" name="Ink 128"/>
              <p:cNvPicPr/>
              <p:nvPr/>
            </p:nvPicPr>
            <p:blipFill>
              <a:blip r:embed="rId26"/>
              <a:stretch>
                <a:fillRect/>
              </a:stretch>
            </p:blipFill>
            <p:spPr>
              <a:xfrm>
                <a:off x="8621436" y="3099772"/>
                <a:ext cx="417960" cy="149004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52" name="Ink 151"/>
              <p14:cNvContentPartPr/>
              <p14:nvPr/>
            </p14:nvContentPartPr>
            <p14:xfrm>
              <a:off x="11537436" y="3025252"/>
              <a:ext cx="504720" cy="1531080"/>
            </p14:xfrm>
          </p:contentPart>
        </mc:Choice>
        <mc:Fallback xmlns="">
          <p:pic>
            <p:nvPicPr>
              <p:cNvPr id="152" name="Ink 151"/>
              <p:cNvPicPr/>
              <p:nvPr/>
            </p:nvPicPr>
            <p:blipFill>
              <a:blip r:embed="rId28"/>
              <a:stretch>
                <a:fillRect/>
              </a:stretch>
            </p:blipFill>
            <p:spPr>
              <a:xfrm>
                <a:off x="11531316" y="3010132"/>
                <a:ext cx="531720" cy="156744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157" name="Ink 156"/>
              <p14:cNvContentPartPr/>
              <p14:nvPr/>
            </p14:nvContentPartPr>
            <p14:xfrm>
              <a:off x="112836" y="3172492"/>
              <a:ext cx="785880" cy="349560"/>
            </p14:xfrm>
          </p:contentPart>
        </mc:Choice>
        <mc:Fallback xmlns="">
          <p:pic>
            <p:nvPicPr>
              <p:cNvPr id="157" name="Ink 156"/>
              <p:cNvPicPr/>
              <p:nvPr/>
            </p:nvPicPr>
            <p:blipFill>
              <a:blip r:embed="rId30"/>
              <a:stretch>
                <a:fillRect/>
              </a:stretch>
            </p:blipFill>
            <p:spPr>
              <a:xfrm>
                <a:off x="101676" y="3154132"/>
                <a:ext cx="802080" cy="38160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158" name="Ink 157"/>
              <p14:cNvContentPartPr/>
              <p14:nvPr/>
            </p14:nvContentPartPr>
            <p14:xfrm>
              <a:off x="1059636" y="3065932"/>
              <a:ext cx="446400" cy="1535400"/>
            </p14:xfrm>
          </p:contentPart>
        </mc:Choice>
        <mc:Fallback xmlns="">
          <p:pic>
            <p:nvPicPr>
              <p:cNvPr id="158" name="Ink 157"/>
              <p:cNvPicPr/>
              <p:nvPr/>
            </p:nvPicPr>
            <p:blipFill>
              <a:blip r:embed="rId32"/>
              <a:stretch>
                <a:fillRect/>
              </a:stretch>
            </p:blipFill>
            <p:spPr>
              <a:xfrm>
                <a:off x="1038756" y="3049732"/>
                <a:ext cx="473040" cy="156852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174" name="Ink 173"/>
              <p14:cNvContentPartPr/>
              <p14:nvPr/>
            </p14:nvContentPartPr>
            <p14:xfrm>
              <a:off x="6179556" y="5086972"/>
              <a:ext cx="456120" cy="1485360"/>
            </p14:xfrm>
          </p:contentPart>
        </mc:Choice>
        <mc:Fallback xmlns="">
          <p:pic>
            <p:nvPicPr>
              <p:cNvPr id="174" name="Ink 173"/>
              <p:cNvPicPr/>
              <p:nvPr/>
            </p:nvPicPr>
            <p:blipFill>
              <a:blip r:embed="rId34"/>
              <a:stretch>
                <a:fillRect/>
              </a:stretch>
            </p:blipFill>
            <p:spPr>
              <a:xfrm>
                <a:off x="6158676" y="5072212"/>
                <a:ext cx="482400" cy="15210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185" name="Ink 184"/>
              <p14:cNvContentPartPr/>
              <p14:nvPr/>
            </p14:nvContentPartPr>
            <p14:xfrm>
              <a:off x="8689476" y="2994292"/>
              <a:ext cx="3028680" cy="1523520"/>
            </p14:xfrm>
          </p:contentPart>
        </mc:Choice>
        <mc:Fallback xmlns="">
          <p:pic>
            <p:nvPicPr>
              <p:cNvPr id="185" name="Ink 184"/>
              <p:cNvPicPr/>
              <p:nvPr/>
            </p:nvPicPr>
            <p:blipFill>
              <a:blip r:embed="rId36"/>
              <a:stretch>
                <a:fillRect/>
              </a:stretch>
            </p:blipFill>
            <p:spPr>
              <a:xfrm>
                <a:off x="8676516" y="2977732"/>
                <a:ext cx="3059640" cy="154548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189" name="Ink 188"/>
              <p14:cNvContentPartPr/>
              <p14:nvPr/>
            </p14:nvContentPartPr>
            <p14:xfrm>
              <a:off x="788196" y="4995172"/>
              <a:ext cx="9265680" cy="1659600"/>
            </p14:xfrm>
          </p:contentPart>
        </mc:Choice>
        <mc:Fallback xmlns="">
          <p:pic>
            <p:nvPicPr>
              <p:cNvPr id="189" name="Ink 188"/>
              <p:cNvPicPr/>
              <p:nvPr/>
            </p:nvPicPr>
            <p:blipFill>
              <a:blip r:embed="rId38"/>
              <a:stretch>
                <a:fillRect/>
              </a:stretch>
            </p:blipFill>
            <p:spPr>
              <a:xfrm>
                <a:off x="784956" y="4978252"/>
                <a:ext cx="9279000" cy="169128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198" name="Ink 197"/>
              <p14:cNvContentPartPr/>
              <p14:nvPr/>
            </p14:nvContentPartPr>
            <p14:xfrm>
              <a:off x="9713676" y="5000572"/>
              <a:ext cx="500040" cy="1729800"/>
            </p14:xfrm>
          </p:contentPart>
        </mc:Choice>
        <mc:Fallback xmlns="">
          <p:pic>
            <p:nvPicPr>
              <p:cNvPr id="198" name="Ink 197"/>
              <p:cNvPicPr/>
              <p:nvPr/>
            </p:nvPicPr>
            <p:blipFill>
              <a:blip r:embed="rId40"/>
              <a:stretch>
                <a:fillRect/>
              </a:stretch>
            </p:blipFill>
            <p:spPr>
              <a:xfrm>
                <a:off x="9707556" y="4989052"/>
                <a:ext cx="527400" cy="1762200"/>
              </a:xfrm>
              <a:prstGeom prst="rect">
                <a:avLst/>
              </a:prstGeom>
            </p:spPr>
          </p:pic>
        </mc:Fallback>
      </mc:AlternateContent>
    </p:spTree>
    <p:extLst>
      <p:ext uri="{BB962C8B-B14F-4D97-AF65-F5344CB8AC3E}">
        <p14:creationId xmlns:p14="http://schemas.microsoft.com/office/powerpoint/2010/main" val="23299101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0"/>
            <a:ext cx="12192000" cy="6857999"/>
          </a:xfrm>
          <a:prstGeom prst="rect">
            <a:avLst/>
          </a:prstGeom>
        </p:spPr>
      </p:pic>
    </p:spTree>
    <p:extLst>
      <p:ext uri="{BB962C8B-B14F-4D97-AF65-F5344CB8AC3E}">
        <p14:creationId xmlns:p14="http://schemas.microsoft.com/office/powerpoint/2010/main" val="12569038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4631460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32358" y="987249"/>
            <a:ext cx="6058746" cy="4201111"/>
          </a:xfrm>
          <a:prstGeom prst="rect">
            <a:avLst/>
          </a:prstGeom>
        </p:spPr>
      </p:pic>
      <p:pic>
        <p:nvPicPr>
          <p:cNvPr id="3" name="Picture 2"/>
          <p:cNvPicPr>
            <a:picLocks noChangeAspect="1"/>
          </p:cNvPicPr>
          <p:nvPr/>
        </p:nvPicPr>
        <p:blipFill>
          <a:blip r:embed="rId3"/>
          <a:stretch>
            <a:fillRect/>
          </a:stretch>
        </p:blipFill>
        <p:spPr>
          <a:xfrm>
            <a:off x="6114202" y="987249"/>
            <a:ext cx="6077798" cy="3953427"/>
          </a:xfrm>
          <a:prstGeom prst="rect">
            <a:avLst/>
          </a:prstGeom>
        </p:spPr>
      </p:pic>
      <mc:AlternateContent xmlns:mc="http://schemas.openxmlformats.org/markup-compatibility/2006" xmlns:p14="http://schemas.microsoft.com/office/powerpoint/2010/main">
        <mc:Choice Requires="p14">
          <p:contentPart p14:bwMode="auto" r:id="rId4">
            <p14:nvContentPartPr>
              <p14:cNvPr id="5" name="Ink 4"/>
              <p14:cNvContentPartPr/>
              <p14:nvPr/>
            </p14:nvContentPartPr>
            <p14:xfrm>
              <a:off x="5389716" y="1187452"/>
              <a:ext cx="1046160" cy="3726000"/>
            </p14:xfrm>
          </p:contentPart>
        </mc:Choice>
        <mc:Fallback xmlns="">
          <p:pic>
            <p:nvPicPr>
              <p:cNvPr id="5" name="Ink 4"/>
              <p:cNvPicPr/>
              <p:nvPr/>
            </p:nvPicPr>
            <p:blipFill>
              <a:blip r:embed="rId5"/>
              <a:stretch>
                <a:fillRect/>
              </a:stretch>
            </p:blipFill>
            <p:spPr>
              <a:xfrm>
                <a:off x="5373516" y="1178812"/>
                <a:ext cx="1067400" cy="37526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p14:cNvContentPartPr/>
              <p14:nvPr/>
            </p14:nvContentPartPr>
            <p14:xfrm>
              <a:off x="516" y="2703772"/>
              <a:ext cx="819720" cy="1184400"/>
            </p14:xfrm>
          </p:contentPart>
        </mc:Choice>
        <mc:Fallback xmlns="">
          <p:pic>
            <p:nvPicPr>
              <p:cNvPr id="7" name="Ink 6"/>
              <p:cNvPicPr/>
              <p:nvPr/>
            </p:nvPicPr>
            <p:blipFill>
              <a:blip r:embed="rId7"/>
              <a:stretch>
                <a:fillRect/>
              </a:stretch>
            </p:blipFill>
            <p:spPr>
              <a:xfrm>
                <a:off x="-4884" y="2686492"/>
                <a:ext cx="841680" cy="1207080"/>
              </a:xfrm>
              <a:prstGeom prst="rect">
                <a:avLst/>
              </a:prstGeom>
            </p:spPr>
          </p:pic>
        </mc:Fallback>
      </mc:AlternateContent>
    </p:spTree>
    <p:extLst>
      <p:ext uri="{BB962C8B-B14F-4D97-AF65-F5344CB8AC3E}">
        <p14:creationId xmlns:p14="http://schemas.microsoft.com/office/powerpoint/2010/main" val="41886320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3117533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0"/>
            <a:ext cx="12191999" cy="6858000"/>
          </a:xfrm>
          <a:prstGeom prst="rect">
            <a:avLst/>
          </a:prstGeom>
        </p:spPr>
      </p:pic>
      <mc:AlternateContent xmlns:mc="http://schemas.openxmlformats.org/markup-compatibility/2006" xmlns:p14="http://schemas.microsoft.com/office/powerpoint/2010/main">
        <mc:Choice Requires="p14">
          <p:contentPart p14:bwMode="auto" r:id="rId3">
            <p14:nvContentPartPr>
              <p14:cNvPr id="3" name="Ink 2"/>
              <p14:cNvContentPartPr/>
              <p14:nvPr/>
            </p14:nvContentPartPr>
            <p14:xfrm>
              <a:off x="7193676" y="3447892"/>
              <a:ext cx="12960" cy="287640"/>
            </p14:xfrm>
          </p:contentPart>
        </mc:Choice>
        <mc:Fallback xmlns="">
          <p:pic>
            <p:nvPicPr>
              <p:cNvPr id="3" name="Ink 2"/>
              <p:cNvPicPr/>
              <p:nvPr/>
            </p:nvPicPr>
            <p:blipFill>
              <a:blip r:embed="rId4"/>
              <a:stretch>
                <a:fillRect/>
              </a:stretch>
            </p:blipFill>
            <p:spPr>
              <a:xfrm>
                <a:off x="7189356" y="3445012"/>
                <a:ext cx="22320" cy="2941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4" name="Ink 3"/>
              <p14:cNvContentPartPr/>
              <p14:nvPr/>
            </p14:nvContentPartPr>
            <p14:xfrm>
              <a:off x="7144716" y="5286412"/>
              <a:ext cx="22320" cy="52200"/>
            </p14:xfrm>
          </p:contentPart>
        </mc:Choice>
        <mc:Fallback xmlns="">
          <p:pic>
            <p:nvPicPr>
              <p:cNvPr id="4" name="Ink 3"/>
              <p:cNvPicPr/>
              <p:nvPr/>
            </p:nvPicPr>
            <p:blipFill>
              <a:blip r:embed="rId6"/>
              <a:stretch>
                <a:fillRect/>
              </a:stretch>
            </p:blipFill>
            <p:spPr>
              <a:xfrm>
                <a:off x="7140396" y="5279212"/>
                <a:ext cx="33840" cy="63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5" name="Ink 4"/>
              <p14:cNvContentPartPr/>
              <p14:nvPr/>
            </p14:nvContentPartPr>
            <p14:xfrm>
              <a:off x="7697676" y="3104452"/>
              <a:ext cx="598680" cy="110880"/>
            </p14:xfrm>
          </p:contentPart>
        </mc:Choice>
        <mc:Fallback xmlns="">
          <p:pic>
            <p:nvPicPr>
              <p:cNvPr id="5" name="Ink 4"/>
              <p:cNvPicPr/>
              <p:nvPr/>
            </p:nvPicPr>
            <p:blipFill>
              <a:blip r:embed="rId8"/>
              <a:stretch>
                <a:fillRect/>
              </a:stretch>
            </p:blipFill>
            <p:spPr>
              <a:xfrm>
                <a:off x="7687236" y="3099772"/>
                <a:ext cx="613800" cy="1285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6" name="Ink 5"/>
              <p14:cNvContentPartPr/>
              <p14:nvPr/>
            </p14:nvContentPartPr>
            <p14:xfrm>
              <a:off x="9098076" y="3685492"/>
              <a:ext cx="60120" cy="332280"/>
            </p14:xfrm>
          </p:contentPart>
        </mc:Choice>
        <mc:Fallback xmlns="">
          <p:pic>
            <p:nvPicPr>
              <p:cNvPr id="6" name="Ink 5"/>
              <p:cNvPicPr/>
              <p:nvPr/>
            </p:nvPicPr>
            <p:blipFill>
              <a:blip r:embed="rId10"/>
              <a:stretch>
                <a:fillRect/>
              </a:stretch>
            </p:blipFill>
            <p:spPr>
              <a:xfrm>
                <a:off x="9087636" y="3675412"/>
                <a:ext cx="80640" cy="3528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7" name="Ink 6"/>
              <p14:cNvContentPartPr/>
              <p14:nvPr/>
            </p14:nvContentPartPr>
            <p14:xfrm>
              <a:off x="8721876" y="3488572"/>
              <a:ext cx="581400" cy="660960"/>
            </p14:xfrm>
          </p:contentPart>
        </mc:Choice>
        <mc:Fallback xmlns="">
          <p:pic>
            <p:nvPicPr>
              <p:cNvPr id="7" name="Ink 6"/>
              <p:cNvPicPr/>
              <p:nvPr/>
            </p:nvPicPr>
            <p:blipFill>
              <a:blip r:embed="rId12"/>
              <a:stretch>
                <a:fillRect/>
              </a:stretch>
            </p:blipFill>
            <p:spPr>
              <a:xfrm>
                <a:off x="8709996" y="3472012"/>
                <a:ext cx="609840" cy="6912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8" name="Ink 7"/>
              <p14:cNvContentPartPr/>
              <p14:nvPr/>
            </p14:nvContentPartPr>
            <p14:xfrm>
              <a:off x="11541756" y="4266892"/>
              <a:ext cx="245520" cy="191880"/>
            </p14:xfrm>
          </p:contentPart>
        </mc:Choice>
        <mc:Fallback xmlns="">
          <p:pic>
            <p:nvPicPr>
              <p:cNvPr id="8" name="Ink 7"/>
              <p:cNvPicPr/>
              <p:nvPr/>
            </p:nvPicPr>
            <p:blipFill>
              <a:blip r:embed="rId14"/>
              <a:stretch>
                <a:fillRect/>
              </a:stretch>
            </p:blipFill>
            <p:spPr>
              <a:xfrm>
                <a:off x="11538156" y="4258252"/>
                <a:ext cx="252360" cy="203760"/>
              </a:xfrm>
              <a:prstGeom prst="rect">
                <a:avLst/>
              </a:prstGeom>
            </p:spPr>
          </p:pic>
        </mc:Fallback>
      </mc:AlternateContent>
    </p:spTree>
    <p:extLst>
      <p:ext uri="{BB962C8B-B14F-4D97-AF65-F5344CB8AC3E}">
        <p14:creationId xmlns:p14="http://schemas.microsoft.com/office/powerpoint/2010/main" val="27418569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8893167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52" name="Ink 51"/>
              <p14:cNvContentPartPr/>
              <p14:nvPr/>
            </p14:nvContentPartPr>
            <p14:xfrm>
              <a:off x="6590316" y="919972"/>
              <a:ext cx="2498040" cy="531000"/>
            </p14:xfrm>
          </p:contentPart>
        </mc:Choice>
        <mc:Fallback xmlns="">
          <p:pic>
            <p:nvPicPr>
              <p:cNvPr id="52" name="Ink 51"/>
              <p:cNvPicPr/>
              <p:nvPr/>
            </p:nvPicPr>
            <p:blipFill>
              <a:blip r:embed="rId3"/>
              <a:stretch>
                <a:fillRect/>
              </a:stretch>
            </p:blipFill>
            <p:spPr>
              <a:xfrm>
                <a:off x="6579516" y="912412"/>
                <a:ext cx="2529720" cy="5576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60" name="Ink 59"/>
              <p14:cNvContentPartPr/>
              <p14:nvPr/>
            </p14:nvContentPartPr>
            <p14:xfrm>
              <a:off x="30756" y="59572"/>
              <a:ext cx="9136800" cy="2533320"/>
            </p14:xfrm>
          </p:contentPart>
        </mc:Choice>
        <mc:Fallback xmlns="">
          <p:pic>
            <p:nvPicPr>
              <p:cNvPr id="60" name="Ink 59"/>
              <p:cNvPicPr/>
              <p:nvPr/>
            </p:nvPicPr>
            <p:blipFill>
              <a:blip r:embed="rId5"/>
              <a:stretch>
                <a:fillRect/>
              </a:stretch>
            </p:blipFill>
            <p:spPr>
              <a:xfrm>
                <a:off x="11676" y="55972"/>
                <a:ext cx="9169920" cy="25426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6" name="Ink 65"/>
              <p14:cNvContentPartPr/>
              <p14:nvPr/>
            </p14:nvContentPartPr>
            <p14:xfrm>
              <a:off x="9068196" y="912772"/>
              <a:ext cx="568800" cy="1695600"/>
            </p14:xfrm>
          </p:contentPart>
        </mc:Choice>
        <mc:Fallback xmlns="">
          <p:pic>
            <p:nvPicPr>
              <p:cNvPr id="66" name="Ink 65"/>
              <p:cNvPicPr/>
              <p:nvPr/>
            </p:nvPicPr>
            <p:blipFill>
              <a:blip r:embed="rId7"/>
              <a:stretch>
                <a:fillRect/>
              </a:stretch>
            </p:blipFill>
            <p:spPr>
              <a:xfrm>
                <a:off x="9057036" y="895852"/>
                <a:ext cx="600840" cy="17334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3" name="Ink 72"/>
              <p14:cNvContentPartPr/>
              <p14:nvPr/>
            </p14:nvContentPartPr>
            <p14:xfrm>
              <a:off x="9821676" y="980452"/>
              <a:ext cx="1822320" cy="466200"/>
            </p14:xfrm>
          </p:contentPart>
        </mc:Choice>
        <mc:Fallback xmlns="">
          <p:pic>
            <p:nvPicPr>
              <p:cNvPr id="73" name="Ink 72"/>
              <p:cNvPicPr/>
              <p:nvPr/>
            </p:nvPicPr>
            <p:blipFill>
              <a:blip r:embed="rId9"/>
              <a:stretch>
                <a:fillRect/>
              </a:stretch>
            </p:blipFill>
            <p:spPr>
              <a:xfrm>
                <a:off x="9811956" y="959212"/>
                <a:ext cx="1839600" cy="5083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03" name="Ink 102"/>
              <p14:cNvContentPartPr/>
              <p14:nvPr/>
            </p14:nvContentPartPr>
            <p14:xfrm>
              <a:off x="1835436" y="2595412"/>
              <a:ext cx="2244600" cy="434160"/>
            </p14:xfrm>
          </p:contentPart>
        </mc:Choice>
        <mc:Fallback xmlns="">
          <p:pic>
            <p:nvPicPr>
              <p:cNvPr id="103" name="Ink 102"/>
              <p:cNvPicPr/>
              <p:nvPr/>
            </p:nvPicPr>
            <p:blipFill>
              <a:blip r:embed="rId11"/>
              <a:stretch>
                <a:fillRect/>
              </a:stretch>
            </p:blipFill>
            <p:spPr>
              <a:xfrm>
                <a:off x="1823916" y="2580292"/>
                <a:ext cx="2275560" cy="4658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09" name="Ink 108"/>
              <p14:cNvContentPartPr/>
              <p14:nvPr/>
            </p14:nvContentPartPr>
            <p14:xfrm>
              <a:off x="7007196" y="2005732"/>
              <a:ext cx="2323080" cy="320760"/>
            </p14:xfrm>
          </p:contentPart>
        </mc:Choice>
        <mc:Fallback xmlns="">
          <p:pic>
            <p:nvPicPr>
              <p:cNvPr id="109" name="Ink 108"/>
              <p:cNvPicPr/>
              <p:nvPr/>
            </p:nvPicPr>
            <p:blipFill>
              <a:blip r:embed="rId13"/>
              <a:stretch>
                <a:fillRect/>
              </a:stretch>
            </p:blipFill>
            <p:spPr>
              <a:xfrm>
                <a:off x="6989916" y="1993132"/>
                <a:ext cx="2350080" cy="3528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10" name="Ink 109"/>
              <p14:cNvContentPartPr/>
              <p14:nvPr/>
            </p14:nvContentPartPr>
            <p14:xfrm>
              <a:off x="5041596" y="2942812"/>
              <a:ext cx="1875240" cy="522720"/>
            </p14:xfrm>
          </p:contentPart>
        </mc:Choice>
        <mc:Fallback xmlns="">
          <p:pic>
            <p:nvPicPr>
              <p:cNvPr id="110" name="Ink 109"/>
              <p:cNvPicPr/>
              <p:nvPr/>
            </p:nvPicPr>
            <p:blipFill>
              <a:blip r:embed="rId15"/>
              <a:stretch>
                <a:fillRect/>
              </a:stretch>
            </p:blipFill>
            <p:spPr>
              <a:xfrm>
                <a:off x="5037996" y="2923372"/>
                <a:ext cx="1899720" cy="5554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14" name="Ink 113"/>
              <p14:cNvContentPartPr/>
              <p14:nvPr/>
            </p14:nvContentPartPr>
            <p14:xfrm>
              <a:off x="1610076" y="2604412"/>
              <a:ext cx="475200" cy="1496880"/>
            </p14:xfrm>
          </p:contentPart>
        </mc:Choice>
        <mc:Fallback xmlns="">
          <p:pic>
            <p:nvPicPr>
              <p:cNvPr id="114" name="Ink 113"/>
              <p:cNvPicPr/>
              <p:nvPr/>
            </p:nvPicPr>
            <p:blipFill>
              <a:blip r:embed="rId17"/>
              <a:stretch>
                <a:fillRect/>
              </a:stretch>
            </p:blipFill>
            <p:spPr>
              <a:xfrm>
                <a:off x="1595316" y="2585692"/>
                <a:ext cx="496080" cy="15364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26" name="Ink 125"/>
              <p14:cNvContentPartPr/>
              <p14:nvPr/>
            </p14:nvContentPartPr>
            <p14:xfrm>
              <a:off x="803676" y="4675132"/>
              <a:ext cx="221760" cy="28800"/>
            </p14:xfrm>
          </p:contentPart>
        </mc:Choice>
        <mc:Fallback xmlns="">
          <p:pic>
            <p:nvPicPr>
              <p:cNvPr id="126" name="Ink 125"/>
              <p:cNvPicPr/>
              <p:nvPr/>
            </p:nvPicPr>
            <p:blipFill>
              <a:blip r:embed="rId19"/>
              <a:stretch>
                <a:fillRect/>
              </a:stretch>
            </p:blipFill>
            <p:spPr>
              <a:xfrm>
                <a:off x="787476" y="4664692"/>
                <a:ext cx="243360"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27" name="Ink 126"/>
              <p14:cNvContentPartPr/>
              <p14:nvPr/>
            </p14:nvContentPartPr>
            <p14:xfrm>
              <a:off x="775596" y="4792492"/>
              <a:ext cx="346680" cy="33840"/>
            </p14:xfrm>
          </p:contentPart>
        </mc:Choice>
        <mc:Fallback xmlns="">
          <p:pic>
            <p:nvPicPr>
              <p:cNvPr id="127" name="Ink 126"/>
              <p:cNvPicPr/>
              <p:nvPr/>
            </p:nvPicPr>
            <p:blipFill>
              <a:blip r:embed="rId21"/>
              <a:stretch>
                <a:fillRect/>
              </a:stretch>
            </p:blipFill>
            <p:spPr>
              <a:xfrm>
                <a:off x="767676" y="4789612"/>
                <a:ext cx="359280" cy="482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30" name="Ink 129"/>
              <p14:cNvContentPartPr/>
              <p14:nvPr/>
            </p14:nvContentPartPr>
            <p14:xfrm>
              <a:off x="356916" y="2826532"/>
              <a:ext cx="1018800" cy="414360"/>
            </p14:xfrm>
          </p:contentPart>
        </mc:Choice>
        <mc:Fallback xmlns="">
          <p:pic>
            <p:nvPicPr>
              <p:cNvPr id="130" name="Ink 129"/>
              <p:cNvPicPr/>
              <p:nvPr/>
            </p:nvPicPr>
            <p:blipFill>
              <a:blip r:embed="rId23"/>
              <a:stretch>
                <a:fillRect/>
              </a:stretch>
            </p:blipFill>
            <p:spPr>
              <a:xfrm>
                <a:off x="351156" y="2806732"/>
                <a:ext cx="1029240" cy="4521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37" name="Ink 136"/>
              <p14:cNvContentPartPr/>
              <p14:nvPr/>
            </p14:nvContentPartPr>
            <p14:xfrm>
              <a:off x="1496676" y="3192652"/>
              <a:ext cx="3078000" cy="2943720"/>
            </p14:xfrm>
          </p:contentPart>
        </mc:Choice>
        <mc:Fallback xmlns="">
          <p:pic>
            <p:nvPicPr>
              <p:cNvPr id="137" name="Ink 136"/>
              <p:cNvPicPr/>
              <p:nvPr/>
            </p:nvPicPr>
            <p:blipFill>
              <a:blip r:embed="rId25"/>
              <a:stretch>
                <a:fillRect/>
              </a:stretch>
            </p:blipFill>
            <p:spPr>
              <a:xfrm>
                <a:off x="1486956" y="3174652"/>
                <a:ext cx="3106800" cy="296712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38" name="Ink 137"/>
              <p14:cNvContentPartPr/>
              <p14:nvPr/>
            </p14:nvContentPartPr>
            <p14:xfrm>
              <a:off x="4141236" y="2589292"/>
              <a:ext cx="524160" cy="1666440"/>
            </p14:xfrm>
          </p:contentPart>
        </mc:Choice>
        <mc:Fallback xmlns="">
          <p:pic>
            <p:nvPicPr>
              <p:cNvPr id="138" name="Ink 137"/>
              <p:cNvPicPr/>
              <p:nvPr/>
            </p:nvPicPr>
            <p:blipFill>
              <a:blip r:embed="rId27"/>
              <a:stretch>
                <a:fillRect/>
              </a:stretch>
            </p:blipFill>
            <p:spPr>
              <a:xfrm>
                <a:off x="4129356" y="2577412"/>
                <a:ext cx="556920" cy="16992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40" name="Ink 139"/>
              <p14:cNvContentPartPr/>
              <p14:nvPr/>
            </p14:nvContentPartPr>
            <p14:xfrm>
              <a:off x="1432596" y="4505572"/>
              <a:ext cx="448920" cy="1492920"/>
            </p14:xfrm>
          </p:contentPart>
        </mc:Choice>
        <mc:Fallback xmlns="">
          <p:pic>
            <p:nvPicPr>
              <p:cNvPr id="140" name="Ink 139"/>
              <p:cNvPicPr/>
              <p:nvPr/>
            </p:nvPicPr>
            <p:blipFill>
              <a:blip r:embed="rId29"/>
              <a:stretch>
                <a:fillRect/>
              </a:stretch>
            </p:blipFill>
            <p:spPr>
              <a:xfrm>
                <a:off x="1411716" y="4487572"/>
                <a:ext cx="475200" cy="153072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45" name="Ink 144"/>
              <p14:cNvContentPartPr/>
              <p14:nvPr/>
            </p14:nvContentPartPr>
            <p14:xfrm>
              <a:off x="4396476" y="4456252"/>
              <a:ext cx="554400" cy="1782360"/>
            </p14:xfrm>
          </p:contentPart>
        </mc:Choice>
        <mc:Fallback xmlns="">
          <p:pic>
            <p:nvPicPr>
              <p:cNvPr id="145" name="Ink 144"/>
              <p:cNvPicPr/>
              <p:nvPr/>
            </p:nvPicPr>
            <p:blipFill>
              <a:blip r:embed="rId31"/>
              <a:stretch>
                <a:fillRect/>
              </a:stretch>
            </p:blipFill>
            <p:spPr>
              <a:xfrm>
                <a:off x="4390356" y="4442572"/>
                <a:ext cx="581400" cy="181692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59" name="Ink 158"/>
              <p14:cNvContentPartPr/>
              <p14:nvPr/>
            </p14:nvContentPartPr>
            <p14:xfrm>
              <a:off x="5489436" y="4758652"/>
              <a:ext cx="2869560" cy="1310760"/>
            </p14:xfrm>
          </p:contentPart>
        </mc:Choice>
        <mc:Fallback xmlns="">
          <p:pic>
            <p:nvPicPr>
              <p:cNvPr id="159" name="Ink 158"/>
              <p:cNvPicPr/>
              <p:nvPr/>
            </p:nvPicPr>
            <p:blipFill>
              <a:blip r:embed="rId33"/>
              <a:stretch>
                <a:fillRect/>
              </a:stretch>
            </p:blipFill>
            <p:spPr>
              <a:xfrm>
                <a:off x="5478996" y="4740652"/>
                <a:ext cx="2900520" cy="1340640"/>
              </a:xfrm>
              <a:prstGeom prst="rect">
                <a:avLst/>
              </a:prstGeom>
            </p:spPr>
          </p:pic>
        </mc:Fallback>
      </mc:AlternateContent>
    </p:spTree>
    <p:extLst>
      <p:ext uri="{BB962C8B-B14F-4D97-AF65-F5344CB8AC3E}">
        <p14:creationId xmlns:p14="http://schemas.microsoft.com/office/powerpoint/2010/main" val="21658343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6" name="Ink 5"/>
              <p14:cNvContentPartPr/>
              <p14:nvPr/>
            </p14:nvContentPartPr>
            <p14:xfrm>
              <a:off x="1193196" y="258652"/>
              <a:ext cx="417240" cy="1474920"/>
            </p14:xfrm>
          </p:contentPart>
        </mc:Choice>
        <mc:Fallback xmlns="">
          <p:pic>
            <p:nvPicPr>
              <p:cNvPr id="6" name="Ink 5"/>
              <p:cNvPicPr/>
              <p:nvPr/>
            </p:nvPicPr>
            <p:blipFill>
              <a:blip r:embed="rId3"/>
              <a:stretch>
                <a:fillRect/>
              </a:stretch>
            </p:blipFill>
            <p:spPr>
              <a:xfrm>
                <a:off x="1173396" y="239212"/>
                <a:ext cx="443160" cy="15156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8" name="Ink 7"/>
              <p14:cNvContentPartPr/>
              <p14:nvPr/>
            </p14:nvContentPartPr>
            <p14:xfrm>
              <a:off x="530796" y="129772"/>
              <a:ext cx="6467040" cy="6127920"/>
            </p14:xfrm>
          </p:contentPart>
        </mc:Choice>
        <mc:Fallback xmlns="">
          <p:pic>
            <p:nvPicPr>
              <p:cNvPr id="8" name="Ink 7"/>
              <p:cNvPicPr/>
              <p:nvPr/>
            </p:nvPicPr>
            <p:blipFill>
              <a:blip r:embed="rId5"/>
              <a:stretch>
                <a:fillRect/>
              </a:stretch>
            </p:blipFill>
            <p:spPr>
              <a:xfrm>
                <a:off x="522876" y="108532"/>
                <a:ext cx="6481800" cy="61693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8" name="Ink 27"/>
              <p14:cNvContentPartPr/>
              <p14:nvPr/>
            </p14:nvContentPartPr>
            <p14:xfrm>
              <a:off x="4392876" y="75772"/>
              <a:ext cx="296640" cy="1670760"/>
            </p14:xfrm>
          </p:contentPart>
        </mc:Choice>
        <mc:Fallback xmlns="">
          <p:pic>
            <p:nvPicPr>
              <p:cNvPr id="28" name="Ink 27"/>
              <p:cNvPicPr/>
              <p:nvPr/>
            </p:nvPicPr>
            <p:blipFill>
              <a:blip r:embed="rId7"/>
              <a:stretch>
                <a:fillRect/>
              </a:stretch>
            </p:blipFill>
            <p:spPr>
              <a:xfrm>
                <a:off x="4380996" y="60652"/>
                <a:ext cx="329760" cy="17067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5" name="Ink 34"/>
              <p14:cNvContentPartPr/>
              <p14:nvPr/>
            </p14:nvContentPartPr>
            <p14:xfrm>
              <a:off x="5534796" y="671572"/>
              <a:ext cx="3041640" cy="2631240"/>
            </p14:xfrm>
          </p:contentPart>
        </mc:Choice>
        <mc:Fallback xmlns="">
          <p:pic>
            <p:nvPicPr>
              <p:cNvPr id="35" name="Ink 34"/>
              <p:cNvPicPr/>
              <p:nvPr/>
            </p:nvPicPr>
            <p:blipFill>
              <a:blip r:embed="rId9"/>
              <a:stretch>
                <a:fillRect/>
              </a:stretch>
            </p:blipFill>
            <p:spPr>
              <a:xfrm>
                <a:off x="5531196" y="650332"/>
                <a:ext cx="3066120" cy="26690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45" name="Ink 44"/>
              <p14:cNvContentPartPr/>
              <p14:nvPr/>
            </p14:nvContentPartPr>
            <p14:xfrm>
              <a:off x="1495236" y="1389052"/>
              <a:ext cx="214200" cy="286200"/>
            </p14:xfrm>
          </p:contentPart>
        </mc:Choice>
        <mc:Fallback xmlns="">
          <p:pic>
            <p:nvPicPr>
              <p:cNvPr id="45" name="Ink 44"/>
              <p:cNvPicPr/>
              <p:nvPr/>
            </p:nvPicPr>
            <p:blipFill>
              <a:blip r:embed="rId11"/>
              <a:stretch>
                <a:fillRect/>
              </a:stretch>
            </p:blipFill>
            <p:spPr>
              <a:xfrm>
                <a:off x="1479036" y="1368172"/>
                <a:ext cx="251640" cy="3258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73" name="Ink 72"/>
              <p14:cNvContentPartPr/>
              <p14:nvPr/>
            </p14:nvContentPartPr>
            <p14:xfrm>
              <a:off x="4365156" y="2023372"/>
              <a:ext cx="456480" cy="1712880"/>
            </p14:xfrm>
          </p:contentPart>
        </mc:Choice>
        <mc:Fallback xmlns="">
          <p:pic>
            <p:nvPicPr>
              <p:cNvPr id="73" name="Ink 72"/>
              <p:cNvPicPr/>
              <p:nvPr/>
            </p:nvPicPr>
            <p:blipFill>
              <a:blip r:embed="rId13"/>
              <a:stretch>
                <a:fillRect/>
              </a:stretch>
            </p:blipFill>
            <p:spPr>
              <a:xfrm>
                <a:off x="4354356" y="2008252"/>
                <a:ext cx="488520" cy="17488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93" name="Ink 92"/>
              <p14:cNvContentPartPr/>
              <p14:nvPr/>
            </p14:nvContentPartPr>
            <p14:xfrm>
              <a:off x="3837396" y="1317412"/>
              <a:ext cx="219240" cy="358200"/>
            </p14:xfrm>
          </p:contentPart>
        </mc:Choice>
        <mc:Fallback xmlns="">
          <p:pic>
            <p:nvPicPr>
              <p:cNvPr id="93" name="Ink 92"/>
              <p:cNvPicPr/>
              <p:nvPr/>
            </p:nvPicPr>
            <p:blipFill>
              <a:blip r:embed="rId15"/>
              <a:stretch>
                <a:fillRect/>
              </a:stretch>
            </p:blipFill>
            <p:spPr>
              <a:xfrm>
                <a:off x="3820116" y="1306612"/>
                <a:ext cx="244440" cy="3880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94" name="Ink 93"/>
              <p14:cNvContentPartPr/>
              <p14:nvPr/>
            </p14:nvContentPartPr>
            <p14:xfrm>
              <a:off x="567516" y="2395972"/>
              <a:ext cx="146520" cy="19080"/>
            </p14:xfrm>
          </p:contentPart>
        </mc:Choice>
        <mc:Fallback xmlns="">
          <p:pic>
            <p:nvPicPr>
              <p:cNvPr id="94" name="Ink 93"/>
              <p:cNvPicPr/>
              <p:nvPr/>
            </p:nvPicPr>
            <p:blipFill>
              <a:blip r:embed="rId17"/>
              <a:stretch>
                <a:fillRect/>
              </a:stretch>
            </p:blipFill>
            <p:spPr>
              <a:xfrm>
                <a:off x="553836" y="2381212"/>
                <a:ext cx="16524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95" name="Ink 94"/>
              <p14:cNvContentPartPr/>
              <p14:nvPr/>
            </p14:nvContentPartPr>
            <p14:xfrm>
              <a:off x="532956" y="2518372"/>
              <a:ext cx="237240" cy="10800"/>
            </p14:xfrm>
          </p:contentPart>
        </mc:Choice>
        <mc:Fallback xmlns="">
          <p:pic>
            <p:nvPicPr>
              <p:cNvPr id="95" name="Ink 94"/>
              <p:cNvPicPr/>
              <p:nvPr/>
            </p:nvPicPr>
            <p:blipFill>
              <a:blip r:embed="rId19"/>
              <a:stretch>
                <a:fillRect/>
              </a:stretch>
            </p:blipFill>
            <p:spPr>
              <a:xfrm>
                <a:off x="524676" y="2508292"/>
                <a:ext cx="249840" cy="295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00" name="Ink 99"/>
              <p14:cNvContentPartPr/>
              <p14:nvPr/>
            </p14:nvContentPartPr>
            <p14:xfrm>
              <a:off x="1122276" y="2231092"/>
              <a:ext cx="417960" cy="1350720"/>
            </p14:xfrm>
          </p:contentPart>
        </mc:Choice>
        <mc:Fallback xmlns="">
          <p:pic>
            <p:nvPicPr>
              <p:cNvPr id="100" name="Ink 99"/>
              <p:cNvPicPr/>
              <p:nvPr/>
            </p:nvPicPr>
            <p:blipFill>
              <a:blip r:embed="rId21"/>
              <a:stretch>
                <a:fillRect/>
              </a:stretch>
            </p:blipFill>
            <p:spPr>
              <a:xfrm>
                <a:off x="1101396" y="2213092"/>
                <a:ext cx="444600" cy="13896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16" name="Ink 115"/>
              <p14:cNvContentPartPr/>
              <p14:nvPr/>
            </p14:nvContentPartPr>
            <p14:xfrm>
              <a:off x="4207116" y="3707812"/>
              <a:ext cx="742320" cy="1856160"/>
            </p14:xfrm>
          </p:contentPart>
        </mc:Choice>
        <mc:Fallback xmlns="">
          <p:pic>
            <p:nvPicPr>
              <p:cNvPr id="116" name="Ink 115"/>
              <p:cNvPicPr/>
              <p:nvPr/>
            </p:nvPicPr>
            <p:blipFill>
              <a:blip r:embed="rId23"/>
              <a:stretch>
                <a:fillRect/>
              </a:stretch>
            </p:blipFill>
            <p:spPr>
              <a:xfrm>
                <a:off x="4200996" y="3692692"/>
                <a:ext cx="769320" cy="18774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35" name="Ink 134"/>
              <p14:cNvContentPartPr/>
              <p14:nvPr/>
            </p14:nvContentPartPr>
            <p14:xfrm>
              <a:off x="1177716" y="4010212"/>
              <a:ext cx="415080" cy="1326600"/>
            </p14:xfrm>
          </p:contentPart>
        </mc:Choice>
        <mc:Fallback xmlns="">
          <p:pic>
            <p:nvPicPr>
              <p:cNvPr id="135" name="Ink 134"/>
              <p:cNvPicPr/>
              <p:nvPr/>
            </p:nvPicPr>
            <p:blipFill>
              <a:blip r:embed="rId25"/>
              <a:stretch>
                <a:fillRect/>
              </a:stretch>
            </p:blipFill>
            <p:spPr>
              <a:xfrm>
                <a:off x="1160796" y="3993652"/>
                <a:ext cx="437400" cy="1361880"/>
              </a:xfrm>
              <a:prstGeom prst="rect">
                <a:avLst/>
              </a:prstGeom>
            </p:spPr>
          </p:pic>
        </mc:Fallback>
      </mc:AlternateContent>
    </p:spTree>
    <p:extLst>
      <p:ext uri="{BB962C8B-B14F-4D97-AF65-F5344CB8AC3E}">
        <p14:creationId xmlns:p14="http://schemas.microsoft.com/office/powerpoint/2010/main" val="28235268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15" name="Ink 14"/>
              <p14:cNvContentPartPr/>
              <p14:nvPr/>
            </p14:nvContentPartPr>
            <p14:xfrm>
              <a:off x="1977996" y="231292"/>
              <a:ext cx="494640" cy="1863360"/>
            </p14:xfrm>
          </p:contentPart>
        </mc:Choice>
        <mc:Fallback xmlns="">
          <p:pic>
            <p:nvPicPr>
              <p:cNvPr id="15" name="Ink 14"/>
              <p:cNvPicPr/>
              <p:nvPr/>
            </p:nvPicPr>
            <p:blipFill>
              <a:blip r:embed="rId3"/>
              <a:stretch>
                <a:fillRect/>
              </a:stretch>
            </p:blipFill>
            <p:spPr>
              <a:xfrm>
                <a:off x="1959996" y="213292"/>
                <a:ext cx="518400" cy="19022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3" name="Ink 32"/>
              <p14:cNvContentPartPr/>
              <p14:nvPr/>
            </p14:nvContentPartPr>
            <p14:xfrm>
              <a:off x="6641436" y="133012"/>
              <a:ext cx="786600" cy="1917000"/>
            </p14:xfrm>
          </p:contentPart>
        </mc:Choice>
        <mc:Fallback xmlns="">
          <p:pic>
            <p:nvPicPr>
              <p:cNvPr id="33" name="Ink 32"/>
              <p:cNvPicPr/>
              <p:nvPr/>
            </p:nvPicPr>
            <p:blipFill>
              <a:blip r:embed="rId5"/>
              <a:stretch>
                <a:fillRect/>
              </a:stretch>
            </p:blipFill>
            <p:spPr>
              <a:xfrm>
                <a:off x="6633516" y="119332"/>
                <a:ext cx="815400" cy="19519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5" name="Ink 34"/>
              <p14:cNvContentPartPr/>
              <p14:nvPr/>
            </p14:nvContentPartPr>
            <p14:xfrm>
              <a:off x="7790196" y="809092"/>
              <a:ext cx="2050560" cy="723240"/>
            </p14:xfrm>
          </p:contentPart>
        </mc:Choice>
        <mc:Fallback xmlns="">
          <p:pic>
            <p:nvPicPr>
              <p:cNvPr id="35" name="Ink 34"/>
              <p:cNvPicPr/>
              <p:nvPr/>
            </p:nvPicPr>
            <p:blipFill>
              <a:blip r:embed="rId7"/>
              <a:stretch>
                <a:fillRect/>
              </a:stretch>
            </p:blipFill>
            <p:spPr>
              <a:xfrm>
                <a:off x="7775436" y="794692"/>
                <a:ext cx="2081880" cy="7549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34" name="Ink 133"/>
              <p14:cNvContentPartPr/>
              <p14:nvPr/>
            </p14:nvContentPartPr>
            <p14:xfrm>
              <a:off x="111396" y="157132"/>
              <a:ext cx="6612480" cy="5156640"/>
            </p14:xfrm>
          </p:contentPart>
        </mc:Choice>
        <mc:Fallback xmlns="">
          <p:pic>
            <p:nvPicPr>
              <p:cNvPr id="134" name="Ink 133"/>
              <p:cNvPicPr/>
              <p:nvPr/>
            </p:nvPicPr>
            <p:blipFill>
              <a:blip r:embed="rId9"/>
              <a:stretch>
                <a:fillRect/>
              </a:stretch>
            </p:blipFill>
            <p:spPr>
              <a:xfrm>
                <a:off x="92316" y="142012"/>
                <a:ext cx="6652440" cy="51901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74" name="Ink 73"/>
              <p14:cNvContentPartPr/>
              <p14:nvPr/>
            </p14:nvContentPartPr>
            <p14:xfrm>
              <a:off x="7541796" y="2584252"/>
              <a:ext cx="3065040" cy="2698920"/>
            </p14:xfrm>
          </p:contentPart>
        </mc:Choice>
        <mc:Fallback xmlns="">
          <p:pic>
            <p:nvPicPr>
              <p:cNvPr id="74" name="Ink 73"/>
              <p:cNvPicPr/>
              <p:nvPr/>
            </p:nvPicPr>
            <p:blipFill>
              <a:blip r:embed="rId11"/>
              <a:stretch>
                <a:fillRect/>
              </a:stretch>
            </p:blipFill>
            <p:spPr>
              <a:xfrm>
                <a:off x="7520916" y="2581012"/>
                <a:ext cx="3103560" cy="27176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33" name="Ink 132"/>
              <p14:cNvContentPartPr/>
              <p14:nvPr/>
            </p14:nvContentPartPr>
            <p14:xfrm>
              <a:off x="6445596" y="4162132"/>
              <a:ext cx="694800" cy="1781280"/>
            </p14:xfrm>
          </p:contentPart>
        </mc:Choice>
        <mc:Fallback xmlns="">
          <p:pic>
            <p:nvPicPr>
              <p:cNvPr id="133" name="Ink 132"/>
              <p:cNvPicPr/>
              <p:nvPr/>
            </p:nvPicPr>
            <p:blipFill>
              <a:blip r:embed="rId13"/>
              <a:stretch>
                <a:fillRect/>
              </a:stretch>
            </p:blipFill>
            <p:spPr>
              <a:xfrm>
                <a:off x="6435516" y="4152052"/>
                <a:ext cx="725760" cy="18122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23" name="Ink 122"/>
              <p14:cNvContentPartPr/>
              <p14:nvPr/>
            </p14:nvContentPartPr>
            <p14:xfrm>
              <a:off x="0" y="0"/>
              <a:ext cx="0" cy="0"/>
            </p14:xfrm>
          </p:contentPart>
        </mc:Choice>
        <mc:Fallback xmlns="">
          <p:pic>
            <p:nvPicPr>
              <p:cNvPr id="123" name="Ink 122"/>
              <p:cNvPicPr/>
              <p:nvPr/>
            </p:nvPicPr>
            <p:blipFill>
              <a:blip/>
              <a:stretch>
                <a:fillRect/>
              </a:stretch>
            </p:blipFill>
            <p:spPr>
              <a:xfrm>
                <a:off x="0" y="0"/>
                <a:ext cx="0" cy="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24" name="Ink 123"/>
              <p14:cNvContentPartPr/>
              <p14:nvPr/>
            </p14:nvContentPartPr>
            <p14:xfrm>
              <a:off x="6287916" y="2263492"/>
              <a:ext cx="542520" cy="1747080"/>
            </p14:xfrm>
          </p:contentPart>
        </mc:Choice>
        <mc:Fallback xmlns="">
          <p:pic>
            <p:nvPicPr>
              <p:cNvPr id="124" name="Ink 123"/>
              <p:cNvPicPr/>
              <p:nvPr/>
            </p:nvPicPr>
            <p:blipFill>
              <a:blip r:embed="rId16"/>
              <a:stretch>
                <a:fillRect/>
              </a:stretch>
            </p:blipFill>
            <p:spPr>
              <a:xfrm>
                <a:off x="6277116" y="2252692"/>
                <a:ext cx="574200" cy="177876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25" name="Ink 124"/>
              <p14:cNvContentPartPr/>
              <p14:nvPr/>
            </p14:nvContentPartPr>
            <p14:xfrm>
              <a:off x="0" y="0"/>
              <a:ext cx="0" cy="0"/>
            </p14:xfrm>
          </p:contentPart>
        </mc:Choice>
        <mc:Fallback xmlns="">
          <p:pic>
            <p:nvPicPr>
              <p:cNvPr id="125" name="Ink 124"/>
              <p:cNvPicPr/>
              <p:nvPr/>
            </p:nvPicPr>
            <p:blipFill>
              <a:blip/>
              <a:stretch>
                <a:fillRect/>
              </a:stretch>
            </p:blipFill>
            <p:spPr>
              <a:xfrm>
                <a:off x="0" y="0"/>
                <a:ext cx="0" cy="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26" name="Ink 125"/>
              <p14:cNvContentPartPr/>
              <p14:nvPr/>
            </p14:nvContentPartPr>
            <p14:xfrm>
              <a:off x="1842996" y="4212892"/>
              <a:ext cx="447480" cy="1774080"/>
            </p14:xfrm>
          </p:contentPart>
        </mc:Choice>
        <mc:Fallback xmlns="">
          <p:pic>
            <p:nvPicPr>
              <p:cNvPr id="126" name="Ink 125"/>
              <p:cNvPicPr/>
              <p:nvPr/>
            </p:nvPicPr>
            <p:blipFill>
              <a:blip r:embed="rId19"/>
              <a:stretch>
                <a:fillRect/>
              </a:stretch>
            </p:blipFill>
            <p:spPr>
              <a:xfrm>
                <a:off x="1826436" y="4196332"/>
                <a:ext cx="469800" cy="18115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35" name="Ink 134"/>
              <p14:cNvContentPartPr/>
              <p14:nvPr/>
            </p14:nvContentPartPr>
            <p14:xfrm>
              <a:off x="2321076" y="5625532"/>
              <a:ext cx="228240" cy="272880"/>
            </p14:xfrm>
          </p:contentPart>
        </mc:Choice>
        <mc:Fallback xmlns="">
          <p:pic>
            <p:nvPicPr>
              <p:cNvPr id="135" name="Ink 134"/>
              <p:cNvPicPr/>
              <p:nvPr/>
            </p:nvPicPr>
            <p:blipFill>
              <a:blip r:embed="rId21"/>
              <a:stretch>
                <a:fillRect/>
              </a:stretch>
            </p:blipFill>
            <p:spPr>
              <a:xfrm>
                <a:off x="2314236" y="5614732"/>
                <a:ext cx="254160" cy="3009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36" name="Ink 135"/>
              <p14:cNvContentPartPr/>
              <p14:nvPr/>
            </p14:nvContentPartPr>
            <p14:xfrm>
              <a:off x="3338076" y="5621932"/>
              <a:ext cx="23760" cy="280800"/>
            </p14:xfrm>
          </p:contentPart>
        </mc:Choice>
        <mc:Fallback xmlns="">
          <p:pic>
            <p:nvPicPr>
              <p:cNvPr id="136" name="Ink 135"/>
              <p:cNvPicPr/>
              <p:nvPr/>
            </p:nvPicPr>
            <p:blipFill>
              <a:blip r:embed="rId23"/>
              <a:stretch>
                <a:fillRect/>
              </a:stretch>
            </p:blipFill>
            <p:spPr>
              <a:xfrm>
                <a:off x="3317196" y="5603572"/>
                <a:ext cx="48240" cy="3106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37" name="Ink 136"/>
              <p14:cNvContentPartPr/>
              <p14:nvPr/>
            </p14:nvContentPartPr>
            <p14:xfrm>
              <a:off x="4268676" y="5510692"/>
              <a:ext cx="383040" cy="267120"/>
            </p14:xfrm>
          </p:contentPart>
        </mc:Choice>
        <mc:Fallback xmlns="">
          <p:pic>
            <p:nvPicPr>
              <p:cNvPr id="137" name="Ink 136"/>
              <p:cNvPicPr/>
              <p:nvPr/>
            </p:nvPicPr>
            <p:blipFill>
              <a:blip r:embed="rId25"/>
              <a:stretch>
                <a:fillRect/>
              </a:stretch>
            </p:blipFill>
            <p:spPr>
              <a:xfrm>
                <a:off x="4255356" y="5493772"/>
                <a:ext cx="402120" cy="30276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38" name="Ink 137"/>
              <p14:cNvContentPartPr/>
              <p14:nvPr/>
            </p14:nvContentPartPr>
            <p14:xfrm>
              <a:off x="5193876" y="5543452"/>
              <a:ext cx="237240" cy="307800"/>
            </p14:xfrm>
          </p:contentPart>
        </mc:Choice>
        <mc:Fallback xmlns="">
          <p:pic>
            <p:nvPicPr>
              <p:cNvPr id="138" name="Ink 137"/>
              <p:cNvPicPr/>
              <p:nvPr/>
            </p:nvPicPr>
            <p:blipFill>
              <a:blip r:embed="rId27"/>
              <a:stretch>
                <a:fillRect/>
              </a:stretch>
            </p:blipFill>
            <p:spPr>
              <a:xfrm>
                <a:off x="5186316" y="5532292"/>
                <a:ext cx="265680" cy="3398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39" name="Ink 138"/>
              <p14:cNvContentPartPr/>
              <p14:nvPr/>
            </p14:nvContentPartPr>
            <p14:xfrm>
              <a:off x="6103236" y="5548852"/>
              <a:ext cx="303120" cy="28080"/>
            </p14:xfrm>
          </p:contentPart>
        </mc:Choice>
        <mc:Fallback xmlns="">
          <p:pic>
            <p:nvPicPr>
              <p:cNvPr id="139" name="Ink 138"/>
              <p:cNvPicPr/>
              <p:nvPr/>
            </p:nvPicPr>
            <p:blipFill>
              <a:blip r:embed="rId29"/>
              <a:stretch>
                <a:fillRect/>
              </a:stretch>
            </p:blipFill>
            <p:spPr>
              <a:xfrm>
                <a:off x="6089196" y="5543092"/>
                <a:ext cx="322560" cy="460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40" name="Ink 139"/>
              <p14:cNvContentPartPr/>
              <p14:nvPr/>
            </p14:nvContentPartPr>
            <p14:xfrm>
              <a:off x="6509676" y="5439772"/>
              <a:ext cx="67680" cy="368280"/>
            </p14:xfrm>
          </p:contentPart>
        </mc:Choice>
        <mc:Fallback xmlns="">
          <p:pic>
            <p:nvPicPr>
              <p:cNvPr id="140" name="Ink 139"/>
              <p:cNvPicPr/>
              <p:nvPr/>
            </p:nvPicPr>
            <p:blipFill>
              <a:blip r:embed="rId31"/>
              <a:stretch>
                <a:fillRect/>
              </a:stretch>
            </p:blipFill>
            <p:spPr>
              <a:xfrm>
                <a:off x="6492396" y="5422492"/>
                <a:ext cx="104760" cy="392400"/>
              </a:xfrm>
              <a:prstGeom prst="rect">
                <a:avLst/>
              </a:prstGeom>
            </p:spPr>
          </p:pic>
        </mc:Fallback>
      </mc:AlternateContent>
    </p:spTree>
    <p:extLst>
      <p:ext uri="{BB962C8B-B14F-4D97-AF65-F5344CB8AC3E}">
        <p14:creationId xmlns:p14="http://schemas.microsoft.com/office/powerpoint/2010/main" val="17458213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8" name="Ink 7"/>
              <p14:cNvContentPartPr/>
              <p14:nvPr/>
            </p14:nvContentPartPr>
            <p14:xfrm>
              <a:off x="1732116" y="245332"/>
              <a:ext cx="431640" cy="1769400"/>
            </p14:xfrm>
          </p:contentPart>
        </mc:Choice>
        <mc:Fallback xmlns="">
          <p:pic>
            <p:nvPicPr>
              <p:cNvPr id="8" name="Ink 7"/>
              <p:cNvPicPr/>
              <p:nvPr/>
            </p:nvPicPr>
            <p:blipFill>
              <a:blip r:embed="rId3"/>
              <a:stretch>
                <a:fillRect/>
              </a:stretch>
            </p:blipFill>
            <p:spPr>
              <a:xfrm>
                <a:off x="1715916" y="229492"/>
                <a:ext cx="454320" cy="18061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0" name="Ink 9"/>
              <p14:cNvContentPartPr/>
              <p14:nvPr/>
            </p14:nvContentPartPr>
            <p14:xfrm>
              <a:off x="1003116" y="219412"/>
              <a:ext cx="923760" cy="533160"/>
            </p14:xfrm>
          </p:contentPart>
        </mc:Choice>
        <mc:Fallback xmlns="">
          <p:pic>
            <p:nvPicPr>
              <p:cNvPr id="10" name="Ink 9"/>
              <p:cNvPicPr/>
              <p:nvPr/>
            </p:nvPicPr>
            <p:blipFill>
              <a:blip r:embed="rId5"/>
              <a:stretch>
                <a:fillRect/>
              </a:stretch>
            </p:blipFill>
            <p:spPr>
              <a:xfrm>
                <a:off x="996276" y="207892"/>
                <a:ext cx="941400" cy="5533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7" name="Ink 26"/>
              <p14:cNvContentPartPr/>
              <p14:nvPr/>
            </p14:nvContentPartPr>
            <p14:xfrm>
              <a:off x="1806636" y="183412"/>
              <a:ext cx="6110640" cy="4196160"/>
            </p14:xfrm>
          </p:contentPart>
        </mc:Choice>
        <mc:Fallback xmlns="">
          <p:pic>
            <p:nvPicPr>
              <p:cNvPr id="27" name="Ink 26"/>
              <p:cNvPicPr/>
              <p:nvPr/>
            </p:nvPicPr>
            <p:blipFill>
              <a:blip r:embed="rId7"/>
              <a:stretch>
                <a:fillRect/>
              </a:stretch>
            </p:blipFill>
            <p:spPr>
              <a:xfrm>
                <a:off x="1802676" y="167572"/>
                <a:ext cx="6129000" cy="42332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43" name="Ink 42"/>
              <p14:cNvContentPartPr/>
              <p14:nvPr/>
            </p14:nvContentPartPr>
            <p14:xfrm>
              <a:off x="6228516" y="90532"/>
              <a:ext cx="484200" cy="1938240"/>
            </p14:xfrm>
          </p:contentPart>
        </mc:Choice>
        <mc:Fallback xmlns="">
          <p:pic>
            <p:nvPicPr>
              <p:cNvPr id="43" name="Ink 42"/>
              <p:cNvPicPr/>
              <p:nvPr/>
            </p:nvPicPr>
            <p:blipFill>
              <a:blip r:embed="rId9"/>
              <a:stretch>
                <a:fillRect/>
              </a:stretch>
            </p:blipFill>
            <p:spPr>
              <a:xfrm>
                <a:off x="6222036" y="73972"/>
                <a:ext cx="511920" cy="19666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50" name="Ink 49"/>
              <p14:cNvContentPartPr/>
              <p14:nvPr/>
            </p14:nvContentPartPr>
            <p14:xfrm>
              <a:off x="7399956" y="1159732"/>
              <a:ext cx="3015360" cy="761760"/>
            </p14:xfrm>
          </p:contentPart>
        </mc:Choice>
        <mc:Fallback xmlns="">
          <p:pic>
            <p:nvPicPr>
              <p:cNvPr id="50" name="Ink 49"/>
              <p:cNvPicPr/>
              <p:nvPr/>
            </p:nvPicPr>
            <p:blipFill>
              <a:blip r:embed="rId11"/>
              <a:stretch>
                <a:fillRect/>
              </a:stretch>
            </p:blipFill>
            <p:spPr>
              <a:xfrm>
                <a:off x="7396356" y="1148932"/>
                <a:ext cx="3039840" cy="7855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94" name="Ink 93"/>
              <p14:cNvContentPartPr/>
              <p14:nvPr/>
            </p14:nvContentPartPr>
            <p14:xfrm>
              <a:off x="9577596" y="3257812"/>
              <a:ext cx="1168560" cy="685440"/>
            </p14:xfrm>
          </p:contentPart>
        </mc:Choice>
        <mc:Fallback xmlns="">
          <p:pic>
            <p:nvPicPr>
              <p:cNvPr id="94" name="Ink 93"/>
              <p:cNvPicPr/>
              <p:nvPr/>
            </p:nvPicPr>
            <p:blipFill>
              <a:blip r:embed="rId13"/>
              <a:stretch>
                <a:fillRect/>
              </a:stretch>
            </p:blipFill>
            <p:spPr>
              <a:xfrm>
                <a:off x="9564636" y="3245572"/>
                <a:ext cx="1197000" cy="7124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03" name="Ink 102"/>
              <p14:cNvContentPartPr/>
              <p14:nvPr/>
            </p14:nvContentPartPr>
            <p14:xfrm>
              <a:off x="1006716" y="2581012"/>
              <a:ext cx="2611080" cy="2661840"/>
            </p14:xfrm>
          </p:contentPart>
        </mc:Choice>
        <mc:Fallback xmlns="">
          <p:pic>
            <p:nvPicPr>
              <p:cNvPr id="103" name="Ink 102"/>
              <p:cNvPicPr/>
              <p:nvPr/>
            </p:nvPicPr>
            <p:blipFill>
              <a:blip r:embed="rId15"/>
              <a:stretch>
                <a:fillRect/>
              </a:stretch>
            </p:blipFill>
            <p:spPr>
              <a:xfrm>
                <a:off x="996276" y="2564812"/>
                <a:ext cx="2627640" cy="26989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09" name="Ink 108"/>
              <p14:cNvContentPartPr/>
              <p14:nvPr/>
            </p14:nvContentPartPr>
            <p14:xfrm>
              <a:off x="7087836" y="2365732"/>
              <a:ext cx="806400" cy="2215440"/>
            </p14:xfrm>
          </p:contentPart>
        </mc:Choice>
        <mc:Fallback xmlns="">
          <p:pic>
            <p:nvPicPr>
              <p:cNvPr id="109" name="Ink 108"/>
              <p:cNvPicPr/>
              <p:nvPr/>
            </p:nvPicPr>
            <p:blipFill>
              <a:blip r:embed="rId17"/>
              <a:stretch>
                <a:fillRect/>
              </a:stretch>
            </p:blipFill>
            <p:spPr>
              <a:xfrm>
                <a:off x="7079916" y="2356012"/>
                <a:ext cx="835200" cy="2239200"/>
              </a:xfrm>
              <a:prstGeom prst="rect">
                <a:avLst/>
              </a:prstGeom>
            </p:spPr>
          </p:pic>
        </mc:Fallback>
      </mc:AlternateContent>
    </p:spTree>
    <p:extLst>
      <p:ext uri="{BB962C8B-B14F-4D97-AF65-F5344CB8AC3E}">
        <p14:creationId xmlns:p14="http://schemas.microsoft.com/office/powerpoint/2010/main" val="17412405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152076" y="296092"/>
              <a:ext cx="2521440" cy="565560"/>
            </p14:xfrm>
          </p:contentPart>
        </mc:Choice>
        <mc:Fallback xmlns="">
          <p:pic>
            <p:nvPicPr>
              <p:cNvPr id="4" name="Ink 3"/>
              <p:cNvPicPr/>
              <p:nvPr/>
            </p:nvPicPr>
            <p:blipFill>
              <a:blip r:embed="rId3"/>
              <a:stretch>
                <a:fillRect/>
              </a:stretch>
            </p:blipFill>
            <p:spPr>
              <a:xfrm>
                <a:off x="143436" y="275212"/>
                <a:ext cx="2535840" cy="5997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8" name="Ink 17"/>
              <p14:cNvContentPartPr/>
              <p14:nvPr/>
            </p14:nvContentPartPr>
            <p14:xfrm>
              <a:off x="2873316" y="99892"/>
              <a:ext cx="3768480" cy="3855600"/>
            </p14:xfrm>
          </p:contentPart>
        </mc:Choice>
        <mc:Fallback xmlns="">
          <p:pic>
            <p:nvPicPr>
              <p:cNvPr id="18" name="Ink 17"/>
              <p:cNvPicPr/>
              <p:nvPr/>
            </p:nvPicPr>
            <p:blipFill>
              <a:blip r:embed="rId5"/>
              <a:stretch>
                <a:fillRect/>
              </a:stretch>
            </p:blipFill>
            <p:spPr>
              <a:xfrm>
                <a:off x="2860356" y="89812"/>
                <a:ext cx="3802320" cy="38721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4" name="Ink 23"/>
              <p14:cNvContentPartPr/>
              <p14:nvPr/>
            </p14:nvContentPartPr>
            <p14:xfrm>
              <a:off x="2918676" y="10612"/>
              <a:ext cx="321480" cy="1573560"/>
            </p14:xfrm>
          </p:contentPart>
        </mc:Choice>
        <mc:Fallback xmlns="">
          <p:pic>
            <p:nvPicPr>
              <p:cNvPr id="24" name="Ink 23"/>
              <p:cNvPicPr/>
              <p:nvPr/>
            </p:nvPicPr>
            <p:blipFill>
              <a:blip r:embed="rId7"/>
              <a:stretch>
                <a:fillRect/>
              </a:stretch>
            </p:blipFill>
            <p:spPr>
              <a:xfrm>
                <a:off x="2897796" y="-6668"/>
                <a:ext cx="348120" cy="16120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0" name="Ink 29"/>
              <p14:cNvContentPartPr/>
              <p14:nvPr/>
            </p14:nvContentPartPr>
            <p14:xfrm>
              <a:off x="5862036" y="120412"/>
              <a:ext cx="591840" cy="1856160"/>
            </p14:xfrm>
          </p:contentPart>
        </mc:Choice>
        <mc:Fallback xmlns="">
          <p:pic>
            <p:nvPicPr>
              <p:cNvPr id="30" name="Ink 29"/>
              <p:cNvPicPr/>
              <p:nvPr/>
            </p:nvPicPr>
            <p:blipFill>
              <a:blip r:embed="rId9"/>
              <a:stretch>
                <a:fillRect/>
              </a:stretch>
            </p:blipFill>
            <p:spPr>
              <a:xfrm>
                <a:off x="5849436" y="106732"/>
                <a:ext cx="625680" cy="18907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35" name="Ink 34"/>
              <p14:cNvContentPartPr/>
              <p14:nvPr/>
            </p14:nvContentPartPr>
            <p14:xfrm>
              <a:off x="1379676" y="2217052"/>
              <a:ext cx="909000" cy="388800"/>
            </p14:xfrm>
          </p:contentPart>
        </mc:Choice>
        <mc:Fallback xmlns="">
          <p:pic>
            <p:nvPicPr>
              <p:cNvPr id="35" name="Ink 34"/>
              <p:cNvPicPr/>
              <p:nvPr/>
            </p:nvPicPr>
            <p:blipFill>
              <a:blip r:embed="rId11"/>
              <a:stretch>
                <a:fillRect/>
              </a:stretch>
            </p:blipFill>
            <p:spPr>
              <a:xfrm>
                <a:off x="1372836" y="2196532"/>
                <a:ext cx="920880" cy="4150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38" name="Ink 37"/>
              <p14:cNvContentPartPr/>
              <p14:nvPr/>
            </p14:nvContentPartPr>
            <p14:xfrm>
              <a:off x="2609796" y="2102932"/>
              <a:ext cx="344520" cy="1890000"/>
            </p14:xfrm>
          </p:contentPart>
        </mc:Choice>
        <mc:Fallback xmlns="">
          <p:pic>
            <p:nvPicPr>
              <p:cNvPr id="38" name="Ink 37"/>
              <p:cNvPicPr/>
              <p:nvPr/>
            </p:nvPicPr>
            <p:blipFill>
              <a:blip r:embed="rId13"/>
              <a:stretch>
                <a:fillRect/>
              </a:stretch>
            </p:blipFill>
            <p:spPr>
              <a:xfrm>
                <a:off x="2594316" y="2088532"/>
                <a:ext cx="365760" cy="19256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53" name="Ink 52"/>
              <p14:cNvContentPartPr/>
              <p14:nvPr/>
            </p14:nvContentPartPr>
            <p14:xfrm>
              <a:off x="6489516" y="2169172"/>
              <a:ext cx="651960" cy="2167920"/>
            </p14:xfrm>
          </p:contentPart>
        </mc:Choice>
        <mc:Fallback xmlns="">
          <p:pic>
            <p:nvPicPr>
              <p:cNvPr id="53" name="Ink 52"/>
              <p:cNvPicPr/>
              <p:nvPr/>
            </p:nvPicPr>
            <p:blipFill>
              <a:blip r:embed="rId15"/>
              <a:stretch>
                <a:fillRect/>
              </a:stretch>
            </p:blipFill>
            <p:spPr>
              <a:xfrm>
                <a:off x="6482676" y="2151892"/>
                <a:ext cx="679680" cy="2206440"/>
              </a:xfrm>
              <a:prstGeom prst="rect">
                <a:avLst/>
              </a:prstGeom>
            </p:spPr>
          </p:pic>
        </mc:Fallback>
      </mc:AlternateContent>
    </p:spTree>
    <p:extLst>
      <p:ext uri="{BB962C8B-B14F-4D97-AF65-F5344CB8AC3E}">
        <p14:creationId xmlns:p14="http://schemas.microsoft.com/office/powerpoint/2010/main" val="16592867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97573782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7287380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4499584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040228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5" name="Ink 4"/>
              <p14:cNvContentPartPr/>
              <p14:nvPr/>
            </p14:nvContentPartPr>
            <p14:xfrm>
              <a:off x="81480" y="14105"/>
              <a:ext cx="11191680" cy="6725520"/>
            </p14:xfrm>
          </p:contentPart>
        </mc:Choice>
        <mc:Fallback xmlns="">
          <p:pic>
            <p:nvPicPr>
              <p:cNvPr id="5" name="Ink 4"/>
              <p:cNvPicPr/>
              <p:nvPr/>
            </p:nvPicPr>
            <p:blipFill>
              <a:blip r:embed="rId3"/>
              <a:stretch>
                <a:fillRect/>
              </a:stretch>
            </p:blipFill>
            <p:spPr>
              <a:xfrm>
                <a:off x="60601" y="-4615"/>
                <a:ext cx="11217599" cy="67572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2" name="Ink 11"/>
              <p14:cNvContentPartPr/>
              <p14:nvPr/>
            </p14:nvContentPartPr>
            <p14:xfrm>
              <a:off x="439320" y="581465"/>
              <a:ext cx="1968120" cy="320040"/>
            </p14:xfrm>
          </p:contentPart>
        </mc:Choice>
        <mc:Fallback xmlns="">
          <p:pic>
            <p:nvPicPr>
              <p:cNvPr id="12" name="Ink 11"/>
              <p:cNvPicPr/>
              <p:nvPr/>
            </p:nvPicPr>
            <p:blipFill>
              <a:blip r:embed="rId5"/>
              <a:stretch>
                <a:fillRect/>
              </a:stretch>
            </p:blipFill>
            <p:spPr>
              <a:xfrm>
                <a:off x="422760" y="560585"/>
                <a:ext cx="2005560" cy="3574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0" name="Ink 29"/>
              <p14:cNvContentPartPr/>
              <p14:nvPr/>
            </p14:nvContentPartPr>
            <p14:xfrm>
              <a:off x="6399840" y="651665"/>
              <a:ext cx="629280" cy="1848240"/>
            </p14:xfrm>
          </p:contentPart>
        </mc:Choice>
        <mc:Fallback xmlns="">
          <p:pic>
            <p:nvPicPr>
              <p:cNvPr id="30" name="Ink 29"/>
              <p:cNvPicPr/>
              <p:nvPr/>
            </p:nvPicPr>
            <p:blipFill>
              <a:blip r:embed="rId7"/>
              <a:stretch>
                <a:fillRect/>
              </a:stretch>
            </p:blipFill>
            <p:spPr>
              <a:xfrm>
                <a:off x="6378960" y="630785"/>
                <a:ext cx="656280" cy="1890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48" name="Ink 47"/>
              <p14:cNvContentPartPr/>
              <p14:nvPr/>
            </p14:nvContentPartPr>
            <p14:xfrm>
              <a:off x="8871600" y="632225"/>
              <a:ext cx="719640" cy="1808280"/>
            </p14:xfrm>
          </p:contentPart>
        </mc:Choice>
        <mc:Fallback xmlns="">
          <p:pic>
            <p:nvPicPr>
              <p:cNvPr id="48" name="Ink 47"/>
              <p:cNvPicPr/>
              <p:nvPr/>
            </p:nvPicPr>
            <p:blipFill>
              <a:blip r:embed="rId9"/>
              <a:stretch>
                <a:fillRect/>
              </a:stretch>
            </p:blipFill>
            <p:spPr>
              <a:xfrm>
                <a:off x="8864040" y="619265"/>
                <a:ext cx="748440" cy="18421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80" name="Ink 79"/>
              <p14:cNvContentPartPr/>
              <p14:nvPr/>
            </p14:nvContentPartPr>
            <p14:xfrm>
              <a:off x="4550160" y="2674505"/>
              <a:ext cx="780840" cy="2212920"/>
            </p14:xfrm>
          </p:contentPart>
        </mc:Choice>
        <mc:Fallback xmlns="">
          <p:pic>
            <p:nvPicPr>
              <p:cNvPr id="80" name="Ink 79"/>
              <p:cNvPicPr/>
              <p:nvPr/>
            </p:nvPicPr>
            <p:blipFill>
              <a:blip r:embed="rId11"/>
              <a:stretch>
                <a:fillRect/>
              </a:stretch>
            </p:blipFill>
            <p:spPr>
              <a:xfrm>
                <a:off x="4540800" y="2657585"/>
                <a:ext cx="811080" cy="22507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11" name="Ink 110"/>
              <p14:cNvContentPartPr/>
              <p14:nvPr/>
            </p14:nvContentPartPr>
            <p14:xfrm>
              <a:off x="1579080" y="2940545"/>
              <a:ext cx="650160" cy="1909800"/>
            </p14:xfrm>
          </p:contentPart>
        </mc:Choice>
        <mc:Fallback xmlns="">
          <p:pic>
            <p:nvPicPr>
              <p:cNvPr id="111" name="Ink 110"/>
              <p:cNvPicPr/>
              <p:nvPr/>
            </p:nvPicPr>
            <p:blipFill>
              <a:blip r:embed="rId13"/>
              <a:stretch>
                <a:fillRect/>
              </a:stretch>
            </p:blipFill>
            <p:spPr>
              <a:xfrm>
                <a:off x="1561440" y="2923625"/>
                <a:ext cx="673920" cy="19476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37" name="Ink 136"/>
              <p14:cNvContentPartPr/>
              <p14:nvPr/>
            </p14:nvContentPartPr>
            <p14:xfrm>
              <a:off x="5121120" y="4809305"/>
              <a:ext cx="622440" cy="2025000"/>
            </p14:xfrm>
          </p:contentPart>
        </mc:Choice>
        <mc:Fallback xmlns="">
          <p:pic>
            <p:nvPicPr>
              <p:cNvPr id="137" name="Ink 136"/>
              <p:cNvPicPr/>
              <p:nvPr/>
            </p:nvPicPr>
            <p:blipFill>
              <a:blip r:embed="rId15"/>
              <a:stretch>
                <a:fillRect/>
              </a:stretch>
            </p:blipFill>
            <p:spPr>
              <a:xfrm>
                <a:off x="5108520" y="4792745"/>
                <a:ext cx="655920" cy="20595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62" name="Ink 161"/>
              <p14:cNvContentPartPr/>
              <p14:nvPr/>
            </p14:nvContentPartPr>
            <p14:xfrm>
              <a:off x="1061040" y="5149505"/>
              <a:ext cx="1223280" cy="1584720"/>
            </p14:xfrm>
          </p:contentPart>
        </mc:Choice>
        <mc:Fallback xmlns="">
          <p:pic>
            <p:nvPicPr>
              <p:cNvPr id="162" name="Ink 161"/>
              <p:cNvPicPr/>
              <p:nvPr/>
            </p:nvPicPr>
            <p:blipFill>
              <a:blip r:embed="rId17"/>
              <a:stretch>
                <a:fillRect/>
              </a:stretch>
            </p:blipFill>
            <p:spPr>
              <a:xfrm>
                <a:off x="1047724" y="5130785"/>
                <a:ext cx="1242354" cy="1624320"/>
              </a:xfrm>
              <a:prstGeom prst="rect">
                <a:avLst/>
              </a:prstGeom>
            </p:spPr>
          </p:pic>
        </mc:Fallback>
      </mc:AlternateContent>
    </p:spTree>
    <p:extLst>
      <p:ext uri="{BB962C8B-B14F-4D97-AF65-F5344CB8AC3E}">
        <p14:creationId xmlns:p14="http://schemas.microsoft.com/office/powerpoint/2010/main" val="42818222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8" name="Ink 7"/>
              <p14:cNvContentPartPr/>
              <p14:nvPr/>
            </p14:nvContentPartPr>
            <p14:xfrm>
              <a:off x="916680" y="204545"/>
              <a:ext cx="4538880" cy="6407640"/>
            </p14:xfrm>
          </p:contentPart>
        </mc:Choice>
        <mc:Fallback xmlns="">
          <p:pic>
            <p:nvPicPr>
              <p:cNvPr id="8" name="Ink 7"/>
              <p:cNvPicPr/>
              <p:nvPr/>
            </p:nvPicPr>
            <p:blipFill>
              <a:blip r:embed="rId3"/>
              <a:stretch>
                <a:fillRect/>
              </a:stretch>
            </p:blipFill>
            <p:spPr>
              <a:xfrm>
                <a:off x="907320" y="190505"/>
                <a:ext cx="4567320" cy="64425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9" name="Ink 8"/>
              <p14:cNvContentPartPr/>
              <p14:nvPr/>
            </p14:nvContentPartPr>
            <p14:xfrm>
              <a:off x="1470720" y="319385"/>
              <a:ext cx="376200" cy="1472040"/>
            </p14:xfrm>
          </p:contentPart>
        </mc:Choice>
        <mc:Fallback xmlns="">
          <p:pic>
            <p:nvPicPr>
              <p:cNvPr id="9" name="Ink 8"/>
              <p:cNvPicPr/>
              <p:nvPr/>
            </p:nvPicPr>
            <p:blipFill>
              <a:blip r:embed="rId5"/>
              <a:stretch>
                <a:fillRect/>
              </a:stretch>
            </p:blipFill>
            <p:spPr>
              <a:xfrm>
                <a:off x="1452000" y="302825"/>
                <a:ext cx="400680" cy="15094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7" name="Ink 26"/>
              <p14:cNvContentPartPr/>
              <p14:nvPr/>
            </p14:nvContentPartPr>
            <p14:xfrm>
              <a:off x="4141560" y="216425"/>
              <a:ext cx="640800" cy="1871280"/>
            </p14:xfrm>
          </p:contentPart>
        </mc:Choice>
        <mc:Fallback xmlns="">
          <p:pic>
            <p:nvPicPr>
              <p:cNvPr id="27" name="Ink 26"/>
              <p:cNvPicPr/>
              <p:nvPr/>
            </p:nvPicPr>
            <p:blipFill>
              <a:blip r:embed="rId7"/>
              <a:stretch>
                <a:fillRect/>
              </a:stretch>
            </p:blipFill>
            <p:spPr>
              <a:xfrm>
                <a:off x="4129680" y="198422"/>
                <a:ext cx="673920" cy="1910167"/>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8" name="Ink 37"/>
              <p14:cNvContentPartPr/>
              <p14:nvPr/>
            </p14:nvContentPartPr>
            <p14:xfrm>
              <a:off x="5446200" y="652745"/>
              <a:ext cx="3879360" cy="4694400"/>
            </p14:xfrm>
          </p:contentPart>
        </mc:Choice>
        <mc:Fallback xmlns="">
          <p:pic>
            <p:nvPicPr>
              <p:cNvPr id="38" name="Ink 37"/>
              <p:cNvPicPr/>
              <p:nvPr/>
            </p:nvPicPr>
            <p:blipFill>
              <a:blip r:embed="rId9"/>
              <a:stretch>
                <a:fillRect/>
              </a:stretch>
            </p:blipFill>
            <p:spPr>
              <a:xfrm>
                <a:off x="5428920" y="633305"/>
                <a:ext cx="3902400" cy="47228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46" name="Ink 45"/>
              <p14:cNvContentPartPr/>
              <p14:nvPr/>
            </p14:nvContentPartPr>
            <p14:xfrm>
              <a:off x="1706160" y="2485145"/>
              <a:ext cx="531720" cy="1681920"/>
            </p14:xfrm>
          </p:contentPart>
        </mc:Choice>
        <mc:Fallback xmlns="">
          <p:pic>
            <p:nvPicPr>
              <p:cNvPr id="46" name="Ink 45"/>
              <p:cNvPicPr/>
              <p:nvPr/>
            </p:nvPicPr>
            <p:blipFill>
              <a:blip r:embed="rId11"/>
              <a:stretch>
                <a:fillRect/>
              </a:stretch>
            </p:blipFill>
            <p:spPr>
              <a:xfrm>
                <a:off x="1689240" y="2468945"/>
                <a:ext cx="554400" cy="1719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60" name="Ink 59"/>
              <p14:cNvContentPartPr/>
              <p14:nvPr/>
            </p14:nvContentPartPr>
            <p14:xfrm>
              <a:off x="4669680" y="2076545"/>
              <a:ext cx="1057680" cy="2254320"/>
            </p14:xfrm>
          </p:contentPart>
        </mc:Choice>
        <mc:Fallback xmlns="">
          <p:pic>
            <p:nvPicPr>
              <p:cNvPr id="60" name="Ink 59"/>
              <p:cNvPicPr/>
              <p:nvPr/>
            </p:nvPicPr>
            <p:blipFill>
              <a:blip r:embed="rId13"/>
              <a:stretch>
                <a:fillRect/>
              </a:stretch>
            </p:blipFill>
            <p:spPr>
              <a:xfrm>
                <a:off x="4655640" y="2057825"/>
                <a:ext cx="1092960" cy="22870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77" name="Ink 76"/>
              <p14:cNvContentPartPr/>
              <p14:nvPr/>
            </p14:nvContentPartPr>
            <p14:xfrm>
              <a:off x="1805160" y="4789865"/>
              <a:ext cx="419040" cy="1561320"/>
            </p14:xfrm>
          </p:contentPart>
        </mc:Choice>
        <mc:Fallback xmlns="">
          <p:pic>
            <p:nvPicPr>
              <p:cNvPr id="77" name="Ink 76"/>
              <p:cNvPicPr/>
              <p:nvPr/>
            </p:nvPicPr>
            <p:blipFill>
              <a:blip r:embed="rId15"/>
              <a:stretch>
                <a:fillRect/>
              </a:stretch>
            </p:blipFill>
            <p:spPr>
              <a:xfrm>
                <a:off x="1787880" y="4775105"/>
                <a:ext cx="442440" cy="15973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84" name="Ink 83"/>
              <p14:cNvContentPartPr/>
              <p14:nvPr/>
            </p14:nvContentPartPr>
            <p14:xfrm>
              <a:off x="822360" y="487505"/>
              <a:ext cx="316080" cy="240840"/>
            </p14:xfrm>
          </p:contentPart>
        </mc:Choice>
        <mc:Fallback xmlns="">
          <p:pic>
            <p:nvPicPr>
              <p:cNvPr id="84" name="Ink 83"/>
              <p:cNvPicPr/>
              <p:nvPr/>
            </p:nvPicPr>
            <p:blipFill>
              <a:blip r:embed="rId17"/>
              <a:stretch>
                <a:fillRect/>
              </a:stretch>
            </p:blipFill>
            <p:spPr>
              <a:xfrm>
                <a:off x="813000" y="480665"/>
                <a:ext cx="329760" cy="2566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01" name="Ink 100"/>
              <p14:cNvContentPartPr/>
              <p14:nvPr/>
            </p14:nvContentPartPr>
            <p14:xfrm>
              <a:off x="5379960" y="4499345"/>
              <a:ext cx="730800" cy="2023920"/>
            </p14:xfrm>
          </p:contentPart>
        </mc:Choice>
        <mc:Fallback xmlns="">
          <p:pic>
            <p:nvPicPr>
              <p:cNvPr id="101" name="Ink 100"/>
              <p:cNvPicPr/>
              <p:nvPr/>
            </p:nvPicPr>
            <p:blipFill>
              <a:blip r:embed="rId19"/>
              <a:stretch>
                <a:fillRect/>
              </a:stretch>
            </p:blipFill>
            <p:spPr>
              <a:xfrm>
                <a:off x="5369520" y="4481705"/>
                <a:ext cx="762120" cy="2053800"/>
              </a:xfrm>
              <a:prstGeom prst="rect">
                <a:avLst/>
              </a:prstGeom>
            </p:spPr>
          </p:pic>
        </mc:Fallback>
      </mc:AlternateContent>
    </p:spTree>
    <p:extLst>
      <p:ext uri="{BB962C8B-B14F-4D97-AF65-F5344CB8AC3E}">
        <p14:creationId xmlns:p14="http://schemas.microsoft.com/office/powerpoint/2010/main" val="17456188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21" name="Ink 20"/>
              <p14:cNvContentPartPr/>
              <p14:nvPr/>
            </p14:nvContentPartPr>
            <p14:xfrm>
              <a:off x="6679920" y="231185"/>
              <a:ext cx="435600" cy="1658160"/>
            </p14:xfrm>
          </p:contentPart>
        </mc:Choice>
        <mc:Fallback xmlns="">
          <p:pic>
            <p:nvPicPr>
              <p:cNvPr id="21" name="Ink 20"/>
              <p:cNvPicPr/>
              <p:nvPr/>
            </p:nvPicPr>
            <p:blipFill>
              <a:blip r:embed="rId3"/>
              <a:stretch>
                <a:fillRect/>
              </a:stretch>
            </p:blipFill>
            <p:spPr>
              <a:xfrm>
                <a:off x="6663000" y="214265"/>
                <a:ext cx="458280" cy="16963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5" name="Ink 44"/>
              <p14:cNvContentPartPr/>
              <p14:nvPr/>
            </p14:nvContentPartPr>
            <p14:xfrm>
              <a:off x="9418080" y="243785"/>
              <a:ext cx="524160" cy="1847160"/>
            </p14:xfrm>
          </p:contentPart>
        </mc:Choice>
        <mc:Fallback xmlns="">
          <p:pic>
            <p:nvPicPr>
              <p:cNvPr id="45" name="Ink 44"/>
              <p:cNvPicPr/>
              <p:nvPr/>
            </p:nvPicPr>
            <p:blipFill>
              <a:blip r:embed="rId5"/>
              <a:stretch>
                <a:fillRect/>
              </a:stretch>
            </p:blipFill>
            <p:spPr>
              <a:xfrm>
                <a:off x="9408360" y="230105"/>
                <a:ext cx="555120" cy="18820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0" name="Ink 49"/>
              <p14:cNvContentPartPr/>
              <p14:nvPr/>
            </p14:nvContentPartPr>
            <p14:xfrm>
              <a:off x="10104600" y="318305"/>
              <a:ext cx="1928880" cy="768960"/>
            </p14:xfrm>
          </p:contentPart>
        </mc:Choice>
        <mc:Fallback xmlns="">
          <p:pic>
            <p:nvPicPr>
              <p:cNvPr id="50" name="Ink 49"/>
              <p:cNvPicPr/>
              <p:nvPr/>
            </p:nvPicPr>
            <p:blipFill>
              <a:blip r:embed="rId7"/>
              <a:stretch>
                <a:fillRect/>
              </a:stretch>
            </p:blipFill>
            <p:spPr>
              <a:xfrm>
                <a:off x="10097040" y="302465"/>
                <a:ext cx="1945080" cy="7988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7" name="Ink 86"/>
              <p14:cNvContentPartPr/>
              <p14:nvPr/>
            </p14:nvContentPartPr>
            <p14:xfrm>
              <a:off x="5087640" y="2074385"/>
              <a:ext cx="716040" cy="2016720"/>
            </p14:xfrm>
          </p:contentPart>
        </mc:Choice>
        <mc:Fallback xmlns="">
          <p:pic>
            <p:nvPicPr>
              <p:cNvPr id="87" name="Ink 86"/>
              <p:cNvPicPr/>
              <p:nvPr/>
            </p:nvPicPr>
            <p:blipFill>
              <a:blip r:embed="rId9"/>
              <a:stretch>
                <a:fillRect/>
              </a:stretch>
            </p:blipFill>
            <p:spPr>
              <a:xfrm>
                <a:off x="5078640" y="2057825"/>
                <a:ext cx="745920" cy="20541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91" name="Ink 90"/>
              <p14:cNvContentPartPr/>
              <p14:nvPr/>
            </p14:nvContentPartPr>
            <p14:xfrm>
              <a:off x="6694680" y="2562185"/>
              <a:ext cx="1511280" cy="716040"/>
            </p14:xfrm>
          </p:contentPart>
        </mc:Choice>
        <mc:Fallback xmlns="">
          <p:pic>
            <p:nvPicPr>
              <p:cNvPr id="91" name="Ink 90"/>
              <p:cNvPicPr/>
              <p:nvPr/>
            </p:nvPicPr>
            <p:blipFill>
              <a:blip r:embed="rId11"/>
              <a:stretch>
                <a:fillRect/>
              </a:stretch>
            </p:blipFill>
            <p:spPr>
              <a:xfrm>
                <a:off x="6679560" y="2550665"/>
                <a:ext cx="1543680" cy="7423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03" name="Ink 102"/>
              <p14:cNvContentPartPr/>
              <p14:nvPr/>
            </p14:nvContentPartPr>
            <p14:xfrm>
              <a:off x="263640" y="191225"/>
              <a:ext cx="6215040" cy="5828040"/>
            </p14:xfrm>
          </p:contentPart>
        </mc:Choice>
        <mc:Fallback xmlns="">
          <p:pic>
            <p:nvPicPr>
              <p:cNvPr id="103" name="Ink 102"/>
              <p:cNvPicPr/>
              <p:nvPr/>
            </p:nvPicPr>
            <p:blipFill>
              <a:blip r:embed="rId13"/>
              <a:stretch>
                <a:fillRect/>
              </a:stretch>
            </p:blipFill>
            <p:spPr>
              <a:xfrm>
                <a:off x="247080" y="170345"/>
                <a:ext cx="6236640" cy="58629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10" name="Ink 109"/>
              <p14:cNvContentPartPr/>
              <p14:nvPr/>
            </p14:nvContentPartPr>
            <p14:xfrm>
              <a:off x="1831440" y="2239265"/>
              <a:ext cx="538200" cy="1593000"/>
            </p14:xfrm>
          </p:contentPart>
        </mc:Choice>
        <mc:Fallback xmlns="">
          <p:pic>
            <p:nvPicPr>
              <p:cNvPr id="110" name="Ink 109"/>
              <p:cNvPicPr/>
              <p:nvPr/>
            </p:nvPicPr>
            <p:blipFill>
              <a:blip r:embed="rId15"/>
              <a:stretch>
                <a:fillRect/>
              </a:stretch>
            </p:blipFill>
            <p:spPr>
              <a:xfrm>
                <a:off x="1811280" y="2219105"/>
                <a:ext cx="577080" cy="16340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12" name="Ink 111"/>
              <p14:cNvContentPartPr/>
              <p14:nvPr/>
            </p14:nvContentPartPr>
            <p14:xfrm>
              <a:off x="6720240" y="199145"/>
              <a:ext cx="2823840" cy="1669320"/>
            </p14:xfrm>
          </p:contentPart>
        </mc:Choice>
        <mc:Fallback xmlns="">
          <p:pic>
            <p:nvPicPr>
              <p:cNvPr id="112" name="Ink 111"/>
              <p:cNvPicPr/>
              <p:nvPr/>
            </p:nvPicPr>
            <p:blipFill>
              <a:blip r:embed="rId17"/>
              <a:stretch>
                <a:fillRect/>
              </a:stretch>
            </p:blipFill>
            <p:spPr>
              <a:xfrm>
                <a:off x="6709800" y="184385"/>
                <a:ext cx="2853000" cy="16992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37" name="Ink 136"/>
              <p14:cNvContentPartPr/>
              <p14:nvPr/>
            </p14:nvContentPartPr>
            <p14:xfrm>
              <a:off x="1206120" y="4373345"/>
              <a:ext cx="1108800" cy="1576440"/>
            </p14:xfrm>
          </p:contentPart>
        </mc:Choice>
        <mc:Fallback xmlns="">
          <p:pic>
            <p:nvPicPr>
              <p:cNvPr id="137" name="Ink 136"/>
              <p:cNvPicPr/>
              <p:nvPr/>
            </p:nvPicPr>
            <p:blipFill>
              <a:blip r:embed="rId19"/>
              <a:stretch>
                <a:fillRect/>
              </a:stretch>
            </p:blipFill>
            <p:spPr>
              <a:xfrm>
                <a:off x="1198200" y="4356785"/>
                <a:ext cx="1122840" cy="16138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39" name="Ink 138"/>
              <p14:cNvContentPartPr/>
              <p14:nvPr/>
            </p14:nvContentPartPr>
            <p14:xfrm>
              <a:off x="5242800" y="4010105"/>
              <a:ext cx="693360" cy="2149200"/>
            </p14:xfrm>
          </p:contentPart>
        </mc:Choice>
        <mc:Fallback xmlns="">
          <p:pic>
            <p:nvPicPr>
              <p:cNvPr id="139" name="Ink 138"/>
              <p:cNvPicPr/>
              <p:nvPr/>
            </p:nvPicPr>
            <p:blipFill>
              <a:blip r:embed="rId21"/>
              <a:stretch>
                <a:fillRect/>
              </a:stretch>
            </p:blipFill>
            <p:spPr>
              <a:xfrm>
                <a:off x="5230200" y="3993545"/>
                <a:ext cx="726840" cy="21855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55" name="Ink 154"/>
              <p14:cNvContentPartPr/>
              <p14:nvPr/>
            </p14:nvContentPartPr>
            <p14:xfrm>
              <a:off x="6414240" y="4450745"/>
              <a:ext cx="3052080" cy="1481040"/>
            </p14:xfrm>
          </p:contentPart>
        </mc:Choice>
        <mc:Fallback xmlns="">
          <p:pic>
            <p:nvPicPr>
              <p:cNvPr id="155" name="Ink 154"/>
              <p:cNvPicPr/>
              <p:nvPr/>
            </p:nvPicPr>
            <p:blipFill>
              <a:blip r:embed="rId23"/>
              <a:stretch>
                <a:fillRect/>
              </a:stretch>
            </p:blipFill>
            <p:spPr>
              <a:xfrm>
                <a:off x="6393720" y="4438145"/>
                <a:ext cx="3093480" cy="1505520"/>
              </a:xfrm>
              <a:prstGeom prst="rect">
                <a:avLst/>
              </a:prstGeom>
            </p:spPr>
          </p:pic>
        </mc:Fallback>
      </mc:AlternateContent>
    </p:spTree>
    <p:extLst>
      <p:ext uri="{BB962C8B-B14F-4D97-AF65-F5344CB8AC3E}">
        <p14:creationId xmlns:p14="http://schemas.microsoft.com/office/powerpoint/2010/main" val="108604741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8" name="Ink 7"/>
              <p14:cNvContentPartPr/>
              <p14:nvPr/>
            </p14:nvContentPartPr>
            <p14:xfrm>
              <a:off x="1676280" y="378065"/>
              <a:ext cx="449280" cy="1632240"/>
            </p14:xfrm>
          </p:contentPart>
        </mc:Choice>
        <mc:Fallback xmlns="">
          <p:pic>
            <p:nvPicPr>
              <p:cNvPr id="8" name="Ink 7"/>
              <p:cNvPicPr/>
              <p:nvPr/>
            </p:nvPicPr>
            <p:blipFill>
              <a:blip r:embed="rId3"/>
              <a:stretch>
                <a:fillRect/>
              </a:stretch>
            </p:blipFill>
            <p:spPr>
              <a:xfrm>
                <a:off x="1656840" y="358985"/>
                <a:ext cx="475200" cy="16722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24" name="Ink 23"/>
              <p14:cNvContentPartPr/>
              <p14:nvPr/>
            </p14:nvContentPartPr>
            <p14:xfrm>
              <a:off x="4925280" y="150545"/>
              <a:ext cx="594720" cy="2100960"/>
            </p14:xfrm>
          </p:contentPart>
        </mc:Choice>
        <mc:Fallback xmlns="">
          <p:pic>
            <p:nvPicPr>
              <p:cNvPr id="24" name="Ink 23"/>
              <p:cNvPicPr/>
              <p:nvPr/>
            </p:nvPicPr>
            <p:blipFill>
              <a:blip r:embed="rId5"/>
              <a:stretch>
                <a:fillRect/>
              </a:stretch>
            </p:blipFill>
            <p:spPr>
              <a:xfrm>
                <a:off x="4915560" y="135065"/>
                <a:ext cx="625320" cy="21376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2" name="Ink 31"/>
              <p14:cNvContentPartPr/>
              <p14:nvPr/>
            </p14:nvContentPartPr>
            <p14:xfrm>
              <a:off x="5917800" y="736265"/>
              <a:ext cx="3837240" cy="4909680"/>
            </p14:xfrm>
          </p:contentPart>
        </mc:Choice>
        <mc:Fallback xmlns="">
          <p:pic>
            <p:nvPicPr>
              <p:cNvPr id="32" name="Ink 31"/>
              <p:cNvPicPr/>
              <p:nvPr/>
            </p:nvPicPr>
            <p:blipFill>
              <a:blip r:embed="rId7"/>
              <a:stretch>
                <a:fillRect/>
              </a:stretch>
            </p:blipFill>
            <p:spPr>
              <a:xfrm>
                <a:off x="5899440" y="716105"/>
                <a:ext cx="3874320" cy="49456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8" name="Ink 37"/>
              <p14:cNvContentPartPr/>
              <p14:nvPr/>
            </p14:nvContentPartPr>
            <p14:xfrm>
              <a:off x="3231120" y="1585865"/>
              <a:ext cx="347760" cy="300240"/>
            </p14:xfrm>
          </p:contentPart>
        </mc:Choice>
        <mc:Fallback xmlns="">
          <p:pic>
            <p:nvPicPr>
              <p:cNvPr id="38" name="Ink 37"/>
              <p:cNvPicPr/>
              <p:nvPr/>
            </p:nvPicPr>
            <p:blipFill>
              <a:blip r:embed="rId9"/>
              <a:stretch>
                <a:fillRect/>
              </a:stretch>
            </p:blipFill>
            <p:spPr>
              <a:xfrm>
                <a:off x="3212400" y="1568225"/>
                <a:ext cx="382320" cy="3380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39" name="Ink 38"/>
              <p14:cNvContentPartPr/>
              <p14:nvPr/>
            </p14:nvContentPartPr>
            <p14:xfrm>
              <a:off x="3393480" y="1788545"/>
              <a:ext cx="360" cy="360"/>
            </p14:xfrm>
          </p:contentPart>
        </mc:Choice>
        <mc:Fallback xmlns="">
          <p:pic>
            <p:nvPicPr>
              <p:cNvPr id="39" name="Ink 38"/>
              <p:cNvPicPr/>
              <p:nvPr/>
            </p:nvPicPr>
            <p:blipFill>
              <a:blip r:embed="rId11"/>
              <a:stretch>
                <a:fillRect/>
              </a:stretch>
            </p:blipFill>
            <p:spPr>
              <a:xfrm>
                <a:off x="3389520" y="1784585"/>
                <a:ext cx="8280" cy="82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40" name="Ink 39"/>
              <p14:cNvContentPartPr/>
              <p14:nvPr/>
            </p14:nvContentPartPr>
            <p14:xfrm>
              <a:off x="4299240" y="1534025"/>
              <a:ext cx="664560" cy="388800"/>
            </p14:xfrm>
          </p:contentPart>
        </mc:Choice>
        <mc:Fallback xmlns="">
          <p:pic>
            <p:nvPicPr>
              <p:cNvPr id="40" name="Ink 39"/>
              <p:cNvPicPr/>
              <p:nvPr/>
            </p:nvPicPr>
            <p:blipFill>
              <a:blip r:embed="rId13"/>
              <a:stretch>
                <a:fillRect/>
              </a:stretch>
            </p:blipFill>
            <p:spPr>
              <a:xfrm>
                <a:off x="4281600" y="1519625"/>
                <a:ext cx="700560" cy="4183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49" name="Ink 48"/>
              <p14:cNvContentPartPr/>
              <p14:nvPr/>
            </p14:nvContentPartPr>
            <p14:xfrm>
              <a:off x="1504920" y="2882585"/>
              <a:ext cx="392760" cy="1449000"/>
            </p14:xfrm>
          </p:contentPart>
        </mc:Choice>
        <mc:Fallback xmlns="">
          <p:pic>
            <p:nvPicPr>
              <p:cNvPr id="49" name="Ink 48"/>
              <p:cNvPicPr/>
              <p:nvPr/>
            </p:nvPicPr>
            <p:blipFill>
              <a:blip r:embed="rId15"/>
              <a:stretch>
                <a:fillRect/>
              </a:stretch>
            </p:blipFill>
            <p:spPr>
              <a:xfrm>
                <a:off x="1487280" y="2866385"/>
                <a:ext cx="415800" cy="14860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62" name="Ink 61"/>
              <p14:cNvContentPartPr/>
              <p14:nvPr/>
            </p14:nvContentPartPr>
            <p14:xfrm>
              <a:off x="4369440" y="2535185"/>
              <a:ext cx="653400" cy="2189160"/>
            </p14:xfrm>
          </p:contentPart>
        </mc:Choice>
        <mc:Fallback xmlns="">
          <p:pic>
            <p:nvPicPr>
              <p:cNvPr id="62" name="Ink 61"/>
              <p:cNvPicPr/>
              <p:nvPr/>
            </p:nvPicPr>
            <p:blipFill>
              <a:blip r:embed="rId17"/>
              <a:stretch>
                <a:fillRect/>
              </a:stretch>
            </p:blipFill>
            <p:spPr>
              <a:xfrm>
                <a:off x="4359360" y="2521505"/>
                <a:ext cx="684360" cy="22237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71" name="Ink 70"/>
              <p14:cNvContentPartPr/>
              <p14:nvPr/>
            </p14:nvContentPartPr>
            <p14:xfrm>
              <a:off x="739560" y="201305"/>
              <a:ext cx="4037760" cy="5519520"/>
            </p14:xfrm>
          </p:contentPart>
        </mc:Choice>
        <mc:Fallback xmlns="">
          <p:pic>
            <p:nvPicPr>
              <p:cNvPr id="71" name="Ink 70"/>
              <p:cNvPicPr/>
              <p:nvPr/>
            </p:nvPicPr>
            <p:blipFill>
              <a:blip r:embed="rId19"/>
              <a:stretch>
                <a:fillRect/>
              </a:stretch>
            </p:blipFill>
            <p:spPr>
              <a:xfrm>
                <a:off x="724080" y="187985"/>
                <a:ext cx="4068720" cy="55515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80" name="Ink 79"/>
              <p14:cNvContentPartPr/>
              <p14:nvPr/>
            </p14:nvContentPartPr>
            <p14:xfrm>
              <a:off x="1420320" y="4813625"/>
              <a:ext cx="465480" cy="1661760"/>
            </p14:xfrm>
          </p:contentPart>
        </mc:Choice>
        <mc:Fallback xmlns="">
          <p:pic>
            <p:nvPicPr>
              <p:cNvPr id="80" name="Ink 79"/>
              <p:cNvPicPr/>
              <p:nvPr/>
            </p:nvPicPr>
            <p:blipFill>
              <a:blip r:embed="rId21"/>
              <a:stretch>
                <a:fillRect/>
              </a:stretch>
            </p:blipFill>
            <p:spPr>
              <a:xfrm>
                <a:off x="1401600" y="4798865"/>
                <a:ext cx="490320" cy="16974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92" name="Ink 91"/>
              <p14:cNvContentPartPr/>
              <p14:nvPr/>
            </p14:nvContentPartPr>
            <p14:xfrm>
              <a:off x="4664280" y="4554785"/>
              <a:ext cx="704160" cy="2037240"/>
            </p14:xfrm>
          </p:contentPart>
        </mc:Choice>
        <mc:Fallback xmlns="">
          <p:pic>
            <p:nvPicPr>
              <p:cNvPr id="92" name="Ink 91"/>
              <p:cNvPicPr/>
              <p:nvPr/>
            </p:nvPicPr>
            <p:blipFill>
              <a:blip r:embed="rId23"/>
              <a:stretch>
                <a:fillRect/>
              </a:stretch>
            </p:blipFill>
            <p:spPr>
              <a:xfrm>
                <a:off x="4649520" y="4537865"/>
                <a:ext cx="739800" cy="20649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05" name="Ink 104"/>
              <p14:cNvContentPartPr/>
              <p14:nvPr/>
            </p14:nvContentPartPr>
            <p14:xfrm>
              <a:off x="723000" y="3245825"/>
              <a:ext cx="320040" cy="203760"/>
            </p14:xfrm>
          </p:contentPart>
        </mc:Choice>
        <mc:Fallback xmlns="">
          <p:pic>
            <p:nvPicPr>
              <p:cNvPr id="105" name="Ink 104"/>
              <p:cNvPicPr/>
              <p:nvPr/>
            </p:nvPicPr>
            <p:blipFill>
              <a:blip r:embed="rId25"/>
              <a:stretch>
                <a:fillRect/>
              </a:stretch>
            </p:blipFill>
            <p:spPr>
              <a:xfrm>
                <a:off x="713280" y="3235745"/>
                <a:ext cx="334440" cy="22356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06" name="Ink 105"/>
              <p14:cNvContentPartPr/>
              <p14:nvPr/>
            </p14:nvContentPartPr>
            <p14:xfrm>
              <a:off x="1986960" y="4120265"/>
              <a:ext cx="239400" cy="227880"/>
            </p14:xfrm>
          </p:contentPart>
        </mc:Choice>
        <mc:Fallback xmlns="">
          <p:pic>
            <p:nvPicPr>
              <p:cNvPr id="106" name="Ink 105"/>
              <p:cNvPicPr/>
              <p:nvPr/>
            </p:nvPicPr>
            <p:blipFill>
              <a:blip r:embed="rId27"/>
              <a:stretch>
                <a:fillRect/>
              </a:stretch>
            </p:blipFill>
            <p:spPr>
              <a:xfrm>
                <a:off x="1971840" y="4099745"/>
                <a:ext cx="275040" cy="26712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07" name="Ink 106"/>
              <p14:cNvContentPartPr/>
              <p14:nvPr/>
            </p14:nvContentPartPr>
            <p14:xfrm>
              <a:off x="2224200" y="6137345"/>
              <a:ext cx="248040" cy="256680"/>
            </p14:xfrm>
          </p:contentPart>
        </mc:Choice>
        <mc:Fallback xmlns="">
          <p:pic>
            <p:nvPicPr>
              <p:cNvPr id="107" name="Ink 106"/>
              <p:cNvPicPr/>
              <p:nvPr/>
            </p:nvPicPr>
            <p:blipFill>
              <a:blip r:embed="rId29"/>
              <a:stretch>
                <a:fillRect/>
              </a:stretch>
            </p:blipFill>
            <p:spPr>
              <a:xfrm>
                <a:off x="2209800" y="6129065"/>
                <a:ext cx="280800" cy="2818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08" name="Ink 107"/>
              <p14:cNvContentPartPr/>
              <p14:nvPr/>
            </p14:nvContentPartPr>
            <p14:xfrm>
              <a:off x="3320760" y="6089465"/>
              <a:ext cx="258840" cy="266040"/>
            </p14:xfrm>
          </p:contentPart>
        </mc:Choice>
        <mc:Fallback xmlns="">
          <p:pic>
            <p:nvPicPr>
              <p:cNvPr id="108" name="Ink 107"/>
              <p:cNvPicPr/>
              <p:nvPr/>
            </p:nvPicPr>
            <p:blipFill>
              <a:blip r:embed="rId31"/>
              <a:stretch>
                <a:fillRect/>
              </a:stretch>
            </p:blipFill>
            <p:spPr>
              <a:xfrm>
                <a:off x="3306360" y="6070745"/>
                <a:ext cx="291960" cy="30132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09" name="Ink 108"/>
              <p14:cNvContentPartPr/>
              <p14:nvPr/>
            </p14:nvContentPartPr>
            <p14:xfrm>
              <a:off x="4488960" y="5925305"/>
              <a:ext cx="46800" cy="328680"/>
            </p14:xfrm>
          </p:contentPart>
        </mc:Choice>
        <mc:Fallback xmlns="">
          <p:pic>
            <p:nvPicPr>
              <p:cNvPr id="109" name="Ink 108"/>
              <p:cNvPicPr/>
              <p:nvPr/>
            </p:nvPicPr>
            <p:blipFill>
              <a:blip r:embed="rId33"/>
              <a:stretch>
                <a:fillRect/>
              </a:stretch>
            </p:blipFill>
            <p:spPr>
              <a:xfrm>
                <a:off x="4472040" y="5908385"/>
                <a:ext cx="79560" cy="352800"/>
              </a:xfrm>
              <a:prstGeom prst="rect">
                <a:avLst/>
              </a:prstGeom>
            </p:spPr>
          </p:pic>
        </mc:Fallback>
      </mc:AlternateContent>
    </p:spTree>
    <p:extLst>
      <p:ext uri="{BB962C8B-B14F-4D97-AF65-F5344CB8AC3E}">
        <p14:creationId xmlns:p14="http://schemas.microsoft.com/office/powerpoint/2010/main" val="6678614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5" name="Ink 4"/>
              <p14:cNvContentPartPr/>
              <p14:nvPr/>
            </p14:nvContentPartPr>
            <p14:xfrm>
              <a:off x="936840" y="203105"/>
              <a:ext cx="2406600" cy="2790360"/>
            </p14:xfrm>
          </p:contentPart>
        </mc:Choice>
        <mc:Fallback xmlns="">
          <p:pic>
            <p:nvPicPr>
              <p:cNvPr id="5" name="Ink 4"/>
              <p:cNvPicPr/>
              <p:nvPr/>
            </p:nvPicPr>
            <p:blipFill>
              <a:blip r:embed="rId3"/>
              <a:stretch>
                <a:fillRect/>
              </a:stretch>
            </p:blipFill>
            <p:spPr>
              <a:xfrm>
                <a:off x="933240" y="187985"/>
                <a:ext cx="2426760" cy="28116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9" name="Ink 18"/>
              <p14:cNvContentPartPr/>
              <p14:nvPr/>
            </p14:nvContentPartPr>
            <p14:xfrm>
              <a:off x="3452880" y="113825"/>
              <a:ext cx="752760" cy="2032200"/>
            </p14:xfrm>
          </p:contentPart>
        </mc:Choice>
        <mc:Fallback xmlns="">
          <p:pic>
            <p:nvPicPr>
              <p:cNvPr id="19" name="Ink 18"/>
              <p:cNvPicPr/>
              <p:nvPr/>
            </p:nvPicPr>
            <p:blipFill>
              <a:blip r:embed="rId5"/>
              <a:stretch>
                <a:fillRect/>
              </a:stretch>
            </p:blipFill>
            <p:spPr>
              <a:xfrm>
                <a:off x="3441360" y="95465"/>
                <a:ext cx="785160" cy="20714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3" name="Ink 22"/>
              <p14:cNvContentPartPr/>
              <p14:nvPr/>
            </p14:nvContentPartPr>
            <p14:xfrm>
              <a:off x="4210320" y="536465"/>
              <a:ext cx="3843000" cy="2904480"/>
            </p14:xfrm>
          </p:contentPart>
        </mc:Choice>
        <mc:Fallback xmlns="">
          <p:pic>
            <p:nvPicPr>
              <p:cNvPr id="23" name="Ink 22"/>
              <p:cNvPicPr/>
              <p:nvPr/>
            </p:nvPicPr>
            <p:blipFill>
              <a:blip r:embed="rId7"/>
              <a:stretch>
                <a:fillRect/>
              </a:stretch>
            </p:blipFill>
            <p:spPr>
              <a:xfrm>
                <a:off x="4191960" y="517385"/>
                <a:ext cx="3882240" cy="29444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3" name="Ink 32"/>
              <p14:cNvContentPartPr/>
              <p14:nvPr/>
            </p14:nvContentPartPr>
            <p14:xfrm>
              <a:off x="423480" y="546545"/>
              <a:ext cx="336960" cy="220680"/>
            </p14:xfrm>
          </p:contentPart>
        </mc:Choice>
        <mc:Fallback xmlns="">
          <p:pic>
            <p:nvPicPr>
              <p:cNvPr id="33" name="Ink 32"/>
              <p:cNvPicPr/>
              <p:nvPr/>
            </p:nvPicPr>
            <p:blipFill>
              <a:blip r:embed="rId9"/>
              <a:stretch>
                <a:fillRect/>
              </a:stretch>
            </p:blipFill>
            <p:spPr>
              <a:xfrm>
                <a:off x="415560" y="535745"/>
                <a:ext cx="349200" cy="2415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34" name="Ink 33"/>
              <p14:cNvContentPartPr/>
              <p14:nvPr/>
            </p14:nvContentPartPr>
            <p14:xfrm>
              <a:off x="1034040" y="299945"/>
              <a:ext cx="502920" cy="1615680"/>
            </p14:xfrm>
          </p:contentPart>
        </mc:Choice>
        <mc:Fallback xmlns="">
          <p:pic>
            <p:nvPicPr>
              <p:cNvPr id="34" name="Ink 33"/>
              <p:cNvPicPr/>
              <p:nvPr/>
            </p:nvPicPr>
            <p:blipFill>
              <a:blip r:embed="rId11"/>
              <a:stretch>
                <a:fillRect/>
              </a:stretch>
            </p:blipFill>
            <p:spPr>
              <a:xfrm>
                <a:off x="1014600" y="282665"/>
                <a:ext cx="528480" cy="16538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46" name="Ink 45"/>
              <p14:cNvContentPartPr/>
              <p14:nvPr/>
            </p14:nvContentPartPr>
            <p14:xfrm>
              <a:off x="462360" y="2748665"/>
              <a:ext cx="289440" cy="180000"/>
            </p14:xfrm>
          </p:contentPart>
        </mc:Choice>
        <mc:Fallback xmlns="">
          <p:pic>
            <p:nvPicPr>
              <p:cNvPr id="46" name="Ink 45"/>
              <p:cNvPicPr/>
              <p:nvPr/>
            </p:nvPicPr>
            <p:blipFill>
              <a:blip r:embed="rId13"/>
              <a:stretch>
                <a:fillRect/>
              </a:stretch>
            </p:blipFill>
            <p:spPr>
              <a:xfrm>
                <a:off x="452640" y="2736065"/>
                <a:ext cx="304200" cy="2041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51" name="Ink 50"/>
              <p14:cNvContentPartPr/>
              <p14:nvPr/>
            </p14:nvContentPartPr>
            <p14:xfrm>
              <a:off x="924960" y="2546345"/>
              <a:ext cx="454320" cy="1595160"/>
            </p14:xfrm>
          </p:contentPart>
        </mc:Choice>
        <mc:Fallback xmlns="">
          <p:pic>
            <p:nvPicPr>
              <p:cNvPr id="51" name="Ink 50"/>
              <p:cNvPicPr/>
              <p:nvPr/>
            </p:nvPicPr>
            <p:blipFill>
              <a:blip r:embed="rId15"/>
              <a:stretch>
                <a:fillRect/>
              </a:stretch>
            </p:blipFill>
            <p:spPr>
              <a:xfrm>
                <a:off x="903720" y="2529785"/>
                <a:ext cx="481320" cy="16329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63" name="Ink 62"/>
              <p14:cNvContentPartPr/>
              <p14:nvPr/>
            </p14:nvContentPartPr>
            <p14:xfrm>
              <a:off x="3241920" y="2576225"/>
              <a:ext cx="739080" cy="1730520"/>
            </p14:xfrm>
          </p:contentPart>
        </mc:Choice>
        <mc:Fallback xmlns="">
          <p:pic>
            <p:nvPicPr>
              <p:cNvPr id="63" name="Ink 62"/>
              <p:cNvPicPr/>
              <p:nvPr/>
            </p:nvPicPr>
            <p:blipFill>
              <a:blip r:embed="rId17"/>
              <a:stretch>
                <a:fillRect/>
              </a:stretch>
            </p:blipFill>
            <p:spPr>
              <a:xfrm>
                <a:off x="3235440" y="2558585"/>
                <a:ext cx="766440" cy="17690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69" name="Ink 68"/>
              <p14:cNvContentPartPr/>
              <p14:nvPr/>
            </p14:nvContentPartPr>
            <p14:xfrm>
              <a:off x="1264440" y="3102545"/>
              <a:ext cx="1977480" cy="993600"/>
            </p14:xfrm>
          </p:contentPart>
        </mc:Choice>
        <mc:Fallback xmlns="">
          <p:pic>
            <p:nvPicPr>
              <p:cNvPr id="69" name="Ink 68"/>
              <p:cNvPicPr/>
              <p:nvPr/>
            </p:nvPicPr>
            <p:blipFill>
              <a:blip r:embed="rId19"/>
              <a:stretch>
                <a:fillRect/>
              </a:stretch>
            </p:blipFill>
            <p:spPr>
              <a:xfrm>
                <a:off x="1250760" y="3081665"/>
                <a:ext cx="2010960" cy="1033920"/>
              </a:xfrm>
              <a:prstGeom prst="rect">
                <a:avLst/>
              </a:prstGeom>
            </p:spPr>
          </p:pic>
        </mc:Fallback>
      </mc:AlternateContent>
    </p:spTree>
    <p:extLst>
      <p:ext uri="{BB962C8B-B14F-4D97-AF65-F5344CB8AC3E}">
        <p14:creationId xmlns:p14="http://schemas.microsoft.com/office/powerpoint/2010/main" val="389453853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6" name="Ink 5"/>
              <p14:cNvContentPartPr/>
              <p14:nvPr/>
            </p14:nvContentPartPr>
            <p14:xfrm>
              <a:off x="183360" y="369065"/>
              <a:ext cx="865440" cy="403560"/>
            </p14:xfrm>
          </p:contentPart>
        </mc:Choice>
        <mc:Fallback xmlns="">
          <p:pic>
            <p:nvPicPr>
              <p:cNvPr id="6" name="Ink 5"/>
              <p:cNvPicPr/>
              <p:nvPr/>
            </p:nvPicPr>
            <p:blipFill>
              <a:blip r:embed="rId3"/>
              <a:stretch>
                <a:fillRect/>
              </a:stretch>
            </p:blipFill>
            <p:spPr>
              <a:xfrm>
                <a:off x="169320" y="348185"/>
                <a:ext cx="887400" cy="4374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1" name="Ink 10"/>
              <p14:cNvContentPartPr/>
              <p14:nvPr/>
            </p14:nvContentPartPr>
            <p14:xfrm>
              <a:off x="1375320" y="208505"/>
              <a:ext cx="605520" cy="2022840"/>
            </p14:xfrm>
          </p:contentPart>
        </mc:Choice>
        <mc:Fallback xmlns="">
          <p:pic>
            <p:nvPicPr>
              <p:cNvPr id="11" name="Ink 10"/>
              <p:cNvPicPr/>
              <p:nvPr/>
            </p:nvPicPr>
            <p:blipFill>
              <a:blip r:embed="rId5"/>
              <a:stretch>
                <a:fillRect/>
              </a:stretch>
            </p:blipFill>
            <p:spPr>
              <a:xfrm>
                <a:off x="1354440" y="187625"/>
                <a:ext cx="632520" cy="20646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5" name="Ink 14"/>
              <p14:cNvContentPartPr/>
              <p14:nvPr/>
            </p14:nvContentPartPr>
            <p14:xfrm>
              <a:off x="1403400" y="137225"/>
              <a:ext cx="4333680" cy="2250720"/>
            </p14:xfrm>
          </p:contentPart>
        </mc:Choice>
        <mc:Fallback xmlns="">
          <p:pic>
            <p:nvPicPr>
              <p:cNvPr id="15" name="Ink 14"/>
              <p:cNvPicPr/>
              <p:nvPr/>
            </p:nvPicPr>
            <p:blipFill>
              <a:blip r:embed="rId7"/>
              <a:stretch>
                <a:fillRect/>
              </a:stretch>
            </p:blipFill>
            <p:spPr>
              <a:xfrm>
                <a:off x="1390800" y="130025"/>
                <a:ext cx="4358520" cy="22694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8" name="Ink 37"/>
              <p14:cNvContentPartPr/>
              <p14:nvPr/>
            </p14:nvContentPartPr>
            <p14:xfrm>
              <a:off x="5530800" y="187985"/>
              <a:ext cx="707040" cy="2250000"/>
            </p14:xfrm>
          </p:contentPart>
        </mc:Choice>
        <mc:Fallback xmlns="">
          <p:pic>
            <p:nvPicPr>
              <p:cNvPr id="38" name="Ink 37"/>
              <p:cNvPicPr/>
              <p:nvPr/>
            </p:nvPicPr>
            <p:blipFill>
              <a:blip r:embed="rId9"/>
              <a:stretch>
                <a:fillRect/>
              </a:stretch>
            </p:blipFill>
            <p:spPr>
              <a:xfrm>
                <a:off x="5519640" y="173225"/>
                <a:ext cx="739080" cy="22716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5" name="Ink 4"/>
              <p14:cNvContentPartPr/>
              <p14:nvPr/>
            </p14:nvContentPartPr>
            <p14:xfrm>
              <a:off x="7163400" y="653105"/>
              <a:ext cx="2081880" cy="732240"/>
            </p14:xfrm>
          </p:contentPart>
        </mc:Choice>
        <mc:Fallback xmlns="">
          <p:pic>
            <p:nvPicPr>
              <p:cNvPr id="5" name="Ink 4"/>
              <p:cNvPicPr/>
              <p:nvPr/>
            </p:nvPicPr>
            <p:blipFill>
              <a:blip r:embed="rId11"/>
              <a:stretch>
                <a:fillRect/>
              </a:stretch>
            </p:blipFill>
            <p:spPr>
              <a:xfrm>
                <a:off x="7149358" y="634034"/>
                <a:ext cx="2111405" cy="766063"/>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8" name="Ink 17"/>
              <p14:cNvContentPartPr/>
              <p14:nvPr/>
            </p14:nvContentPartPr>
            <p14:xfrm>
              <a:off x="726960" y="3078065"/>
              <a:ext cx="282600" cy="127800"/>
            </p14:xfrm>
          </p:contentPart>
        </mc:Choice>
        <mc:Fallback xmlns="">
          <p:pic>
            <p:nvPicPr>
              <p:cNvPr id="18" name="Ink 17"/>
              <p:cNvPicPr/>
              <p:nvPr/>
            </p:nvPicPr>
            <p:blipFill>
              <a:blip r:embed="rId13"/>
              <a:stretch>
                <a:fillRect/>
              </a:stretch>
            </p:blipFill>
            <p:spPr>
              <a:xfrm>
                <a:off x="717600" y="3064385"/>
                <a:ext cx="299520" cy="1512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1" name="Ink 20"/>
              <p14:cNvContentPartPr/>
              <p14:nvPr/>
            </p14:nvContentPartPr>
            <p14:xfrm>
              <a:off x="1360920" y="2710865"/>
              <a:ext cx="476280" cy="1791000"/>
            </p14:xfrm>
          </p:contentPart>
        </mc:Choice>
        <mc:Fallback xmlns="">
          <p:pic>
            <p:nvPicPr>
              <p:cNvPr id="21" name="Ink 20"/>
              <p:cNvPicPr/>
              <p:nvPr/>
            </p:nvPicPr>
            <p:blipFill>
              <a:blip r:embed="rId15"/>
              <a:stretch>
                <a:fillRect/>
              </a:stretch>
            </p:blipFill>
            <p:spPr>
              <a:xfrm>
                <a:off x="1340040" y="2693225"/>
                <a:ext cx="503280" cy="18288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5" name="Ink 24"/>
              <p14:cNvContentPartPr/>
              <p14:nvPr/>
            </p14:nvContentPartPr>
            <p14:xfrm>
              <a:off x="594480" y="2671265"/>
              <a:ext cx="5564160" cy="4192200"/>
            </p14:xfrm>
          </p:contentPart>
        </mc:Choice>
        <mc:Fallback xmlns="">
          <p:pic>
            <p:nvPicPr>
              <p:cNvPr id="25" name="Ink 24"/>
              <p:cNvPicPr/>
              <p:nvPr/>
            </p:nvPicPr>
            <p:blipFill>
              <a:blip r:embed="rId17"/>
              <a:stretch>
                <a:fillRect/>
              </a:stretch>
            </p:blipFill>
            <p:spPr>
              <a:xfrm>
                <a:off x="586560" y="2657945"/>
                <a:ext cx="5592960" cy="42224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53" name="Ink 52"/>
              <p14:cNvContentPartPr/>
              <p14:nvPr/>
            </p14:nvContentPartPr>
            <p14:xfrm>
              <a:off x="6081960" y="2614745"/>
              <a:ext cx="776520" cy="1996560"/>
            </p14:xfrm>
          </p:contentPart>
        </mc:Choice>
        <mc:Fallback xmlns="">
          <p:pic>
            <p:nvPicPr>
              <p:cNvPr id="53" name="Ink 52"/>
              <p:cNvPicPr/>
              <p:nvPr/>
            </p:nvPicPr>
            <p:blipFill>
              <a:blip r:embed="rId19"/>
              <a:stretch>
                <a:fillRect/>
              </a:stretch>
            </p:blipFill>
            <p:spPr>
              <a:xfrm>
                <a:off x="6073680" y="2602145"/>
                <a:ext cx="805680" cy="20300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72" name="Ink 71"/>
              <p14:cNvContentPartPr/>
              <p14:nvPr/>
            </p14:nvContentPartPr>
            <p14:xfrm>
              <a:off x="7276440" y="2967545"/>
              <a:ext cx="3183840" cy="3025419"/>
            </p14:xfrm>
          </p:contentPart>
        </mc:Choice>
        <mc:Fallback xmlns="">
          <p:pic>
            <p:nvPicPr>
              <p:cNvPr id="72" name="Ink 71"/>
              <p:cNvPicPr/>
              <p:nvPr/>
            </p:nvPicPr>
            <p:blipFill>
              <a:blip r:embed="rId21"/>
              <a:stretch>
                <a:fillRect/>
              </a:stretch>
            </p:blipFill>
            <p:spPr>
              <a:xfrm>
                <a:off x="7273200" y="2948825"/>
                <a:ext cx="3207960" cy="3049899"/>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06" name="Ink 105"/>
              <p14:cNvContentPartPr/>
              <p14:nvPr/>
            </p14:nvContentPartPr>
            <p14:xfrm>
              <a:off x="1503480" y="5061665"/>
              <a:ext cx="430200" cy="1756440"/>
            </p14:xfrm>
          </p:contentPart>
        </mc:Choice>
        <mc:Fallback xmlns="">
          <p:pic>
            <p:nvPicPr>
              <p:cNvPr id="106" name="Ink 105"/>
              <p:cNvPicPr/>
              <p:nvPr/>
            </p:nvPicPr>
            <p:blipFill>
              <a:blip r:embed="rId23"/>
              <a:stretch>
                <a:fillRect/>
              </a:stretch>
            </p:blipFill>
            <p:spPr>
              <a:xfrm>
                <a:off x="1486920" y="5045105"/>
                <a:ext cx="452880" cy="17938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15" name="Ink 114"/>
              <p14:cNvContentPartPr/>
              <p14:nvPr/>
            </p14:nvContentPartPr>
            <p14:xfrm>
              <a:off x="5666160" y="4796520"/>
              <a:ext cx="661320" cy="2133720"/>
            </p14:xfrm>
          </p:contentPart>
        </mc:Choice>
        <mc:Fallback xmlns="">
          <p:pic>
            <p:nvPicPr>
              <p:cNvPr id="115" name="Ink 114"/>
              <p:cNvPicPr/>
              <p:nvPr/>
            </p:nvPicPr>
            <p:blipFill>
              <a:blip r:embed="rId25"/>
              <a:stretch>
                <a:fillRect/>
              </a:stretch>
            </p:blipFill>
            <p:spPr>
              <a:xfrm>
                <a:off x="5655360" y="4782480"/>
                <a:ext cx="693000" cy="2154600"/>
              </a:xfrm>
              <a:prstGeom prst="rect">
                <a:avLst/>
              </a:prstGeom>
            </p:spPr>
          </p:pic>
        </mc:Fallback>
      </mc:AlternateContent>
    </p:spTree>
    <p:extLst>
      <p:ext uri="{BB962C8B-B14F-4D97-AF65-F5344CB8AC3E}">
        <p14:creationId xmlns:p14="http://schemas.microsoft.com/office/powerpoint/2010/main" val="300372676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894360" y="433145"/>
              <a:ext cx="222480" cy="122760"/>
            </p14:xfrm>
          </p:contentPart>
        </mc:Choice>
        <mc:Fallback xmlns="">
          <p:pic>
            <p:nvPicPr>
              <p:cNvPr id="4" name="Ink 3"/>
              <p:cNvPicPr/>
              <p:nvPr/>
            </p:nvPicPr>
            <p:blipFill>
              <a:blip r:embed="rId3"/>
              <a:stretch>
                <a:fillRect/>
              </a:stretch>
            </p:blipFill>
            <p:spPr>
              <a:xfrm>
                <a:off x="879600" y="420545"/>
                <a:ext cx="241560" cy="1458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8" name="Ink 7"/>
              <p14:cNvContentPartPr/>
              <p14:nvPr/>
            </p14:nvContentPartPr>
            <p14:xfrm>
              <a:off x="1616160" y="294185"/>
              <a:ext cx="482760" cy="1873080"/>
            </p14:xfrm>
          </p:contentPart>
        </mc:Choice>
        <mc:Fallback xmlns="">
          <p:pic>
            <p:nvPicPr>
              <p:cNvPr id="8" name="Ink 7"/>
              <p:cNvPicPr/>
              <p:nvPr/>
            </p:nvPicPr>
            <p:blipFill>
              <a:blip r:embed="rId5"/>
              <a:stretch>
                <a:fillRect/>
              </a:stretch>
            </p:blipFill>
            <p:spPr>
              <a:xfrm>
                <a:off x="1596720" y="274745"/>
                <a:ext cx="508680" cy="19134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1" name="Ink 10"/>
              <p14:cNvContentPartPr/>
              <p14:nvPr/>
            </p14:nvContentPartPr>
            <p14:xfrm>
              <a:off x="758280" y="244865"/>
              <a:ext cx="5029560" cy="6818019"/>
            </p14:xfrm>
          </p:contentPart>
        </mc:Choice>
        <mc:Fallback xmlns="">
          <p:pic>
            <p:nvPicPr>
              <p:cNvPr id="11" name="Ink 10"/>
              <p:cNvPicPr/>
              <p:nvPr/>
            </p:nvPicPr>
            <p:blipFill>
              <a:blip r:embed="rId7"/>
              <a:stretch>
                <a:fillRect/>
              </a:stretch>
            </p:blipFill>
            <p:spPr>
              <a:xfrm>
                <a:off x="748920" y="226145"/>
                <a:ext cx="5043600" cy="6852579"/>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6" name="Ink 35"/>
              <p14:cNvContentPartPr/>
              <p14:nvPr/>
            </p14:nvContentPartPr>
            <p14:xfrm>
              <a:off x="5596320" y="217865"/>
              <a:ext cx="849960" cy="2184120"/>
            </p14:xfrm>
          </p:contentPart>
        </mc:Choice>
        <mc:Fallback xmlns="">
          <p:pic>
            <p:nvPicPr>
              <p:cNvPr id="36" name="Ink 35"/>
              <p:cNvPicPr/>
              <p:nvPr/>
            </p:nvPicPr>
            <p:blipFill>
              <a:blip r:embed="rId9"/>
              <a:stretch>
                <a:fillRect/>
              </a:stretch>
            </p:blipFill>
            <p:spPr>
              <a:xfrm>
                <a:off x="5585160" y="200945"/>
                <a:ext cx="882000" cy="22219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39" name="Ink 38"/>
              <p14:cNvContentPartPr/>
              <p14:nvPr/>
            </p14:nvContentPartPr>
            <p14:xfrm>
              <a:off x="7213440" y="858305"/>
              <a:ext cx="2892240" cy="788040"/>
            </p14:xfrm>
          </p:contentPart>
        </mc:Choice>
        <mc:Fallback xmlns="">
          <p:pic>
            <p:nvPicPr>
              <p:cNvPr id="39" name="Ink 38"/>
              <p:cNvPicPr/>
              <p:nvPr/>
            </p:nvPicPr>
            <p:blipFill>
              <a:blip r:embed="rId11"/>
              <a:stretch>
                <a:fillRect/>
              </a:stretch>
            </p:blipFill>
            <p:spPr>
              <a:xfrm>
                <a:off x="7205880" y="841385"/>
                <a:ext cx="2920680" cy="8168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69" name="Ink 68"/>
              <p14:cNvContentPartPr/>
              <p14:nvPr/>
            </p14:nvContentPartPr>
            <p14:xfrm>
              <a:off x="1575480" y="2782865"/>
              <a:ext cx="367560" cy="1840320"/>
            </p14:xfrm>
          </p:contentPart>
        </mc:Choice>
        <mc:Fallback xmlns="">
          <p:pic>
            <p:nvPicPr>
              <p:cNvPr id="69" name="Ink 68"/>
              <p:cNvPicPr/>
              <p:nvPr/>
            </p:nvPicPr>
            <p:blipFill>
              <a:blip r:embed="rId13"/>
              <a:stretch>
                <a:fillRect/>
              </a:stretch>
            </p:blipFill>
            <p:spPr>
              <a:xfrm>
                <a:off x="1554600" y="2767025"/>
                <a:ext cx="394560" cy="18774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93" name="Ink 92"/>
              <p14:cNvContentPartPr/>
              <p14:nvPr/>
            </p14:nvContentPartPr>
            <p14:xfrm>
              <a:off x="5224080" y="2648945"/>
              <a:ext cx="767880" cy="2507760"/>
            </p14:xfrm>
          </p:contentPart>
        </mc:Choice>
        <mc:Fallback xmlns="">
          <p:pic>
            <p:nvPicPr>
              <p:cNvPr id="93" name="Ink 92"/>
              <p:cNvPicPr/>
              <p:nvPr/>
            </p:nvPicPr>
            <p:blipFill>
              <a:blip r:embed="rId15"/>
              <a:stretch>
                <a:fillRect/>
              </a:stretch>
            </p:blipFill>
            <p:spPr>
              <a:xfrm>
                <a:off x="5215800" y="2634185"/>
                <a:ext cx="797040" cy="25437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08" name="Ink 107"/>
              <p14:cNvContentPartPr/>
              <p14:nvPr/>
            </p14:nvContentPartPr>
            <p14:xfrm>
              <a:off x="7300560" y="1618265"/>
              <a:ext cx="3206520" cy="543600"/>
            </p14:xfrm>
          </p:contentPart>
        </mc:Choice>
        <mc:Fallback xmlns="">
          <p:pic>
            <p:nvPicPr>
              <p:cNvPr id="108" name="Ink 107"/>
              <p:cNvPicPr/>
              <p:nvPr/>
            </p:nvPicPr>
            <p:blipFill>
              <a:blip r:embed="rId17"/>
              <a:stretch>
                <a:fillRect/>
              </a:stretch>
            </p:blipFill>
            <p:spPr>
              <a:xfrm>
                <a:off x="7288320" y="1607465"/>
                <a:ext cx="3239640" cy="5594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09" name="Ink 108"/>
              <p14:cNvContentPartPr/>
              <p14:nvPr/>
            </p14:nvContentPartPr>
            <p14:xfrm>
              <a:off x="6721320" y="3419705"/>
              <a:ext cx="4191120" cy="2532579"/>
            </p14:xfrm>
          </p:contentPart>
        </mc:Choice>
        <mc:Fallback xmlns="">
          <p:pic>
            <p:nvPicPr>
              <p:cNvPr id="109" name="Ink 108"/>
              <p:cNvPicPr/>
              <p:nvPr/>
            </p:nvPicPr>
            <p:blipFill>
              <a:blip r:embed="rId19"/>
              <a:stretch>
                <a:fillRect/>
              </a:stretch>
            </p:blipFill>
            <p:spPr>
              <a:xfrm>
                <a:off x="6717000" y="3398825"/>
                <a:ext cx="4216320" cy="2566059"/>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12" name="Ink 111"/>
              <p14:cNvContentPartPr/>
              <p14:nvPr/>
            </p14:nvContentPartPr>
            <p14:xfrm>
              <a:off x="1498080" y="5130065"/>
              <a:ext cx="670680" cy="1972800"/>
            </p14:xfrm>
          </p:contentPart>
        </mc:Choice>
        <mc:Fallback xmlns="">
          <p:pic>
            <p:nvPicPr>
              <p:cNvPr id="112" name="Ink 111"/>
              <p:cNvPicPr/>
              <p:nvPr/>
            </p:nvPicPr>
            <p:blipFill>
              <a:blip r:embed="rId21"/>
              <a:stretch>
                <a:fillRect/>
              </a:stretch>
            </p:blipFill>
            <p:spPr>
              <a:xfrm>
                <a:off x="1481520" y="5113865"/>
                <a:ext cx="693000" cy="20098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35" name="Ink 134"/>
              <p14:cNvContentPartPr/>
              <p14:nvPr/>
            </p14:nvContentPartPr>
            <p14:xfrm>
              <a:off x="5250000" y="4892084"/>
              <a:ext cx="988200" cy="2323440"/>
            </p14:xfrm>
          </p:contentPart>
        </mc:Choice>
        <mc:Fallback xmlns="">
          <p:pic>
            <p:nvPicPr>
              <p:cNvPr id="135" name="Ink 134"/>
              <p:cNvPicPr/>
              <p:nvPr/>
            </p:nvPicPr>
            <p:blipFill>
              <a:blip r:embed="rId23"/>
              <a:stretch>
                <a:fillRect/>
              </a:stretch>
            </p:blipFill>
            <p:spPr>
              <a:xfrm>
                <a:off x="5236320" y="4872644"/>
                <a:ext cx="1022760" cy="2352240"/>
              </a:xfrm>
              <a:prstGeom prst="rect">
                <a:avLst/>
              </a:prstGeom>
            </p:spPr>
          </p:pic>
        </mc:Fallback>
      </mc:AlternateContent>
    </p:spTree>
    <p:extLst>
      <p:ext uri="{BB962C8B-B14F-4D97-AF65-F5344CB8AC3E}">
        <p14:creationId xmlns:p14="http://schemas.microsoft.com/office/powerpoint/2010/main" val="125166836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1624800" y="252785"/>
              <a:ext cx="2873880" cy="1054440"/>
            </p14:xfrm>
          </p:contentPart>
        </mc:Choice>
        <mc:Fallback xmlns="">
          <p:pic>
            <p:nvPicPr>
              <p:cNvPr id="4" name="Ink 3"/>
              <p:cNvPicPr/>
              <p:nvPr/>
            </p:nvPicPr>
            <p:blipFill>
              <a:blip r:embed="rId3"/>
              <a:stretch>
                <a:fillRect/>
              </a:stretch>
            </p:blipFill>
            <p:spPr>
              <a:xfrm>
                <a:off x="1612200" y="234065"/>
                <a:ext cx="2904480" cy="10904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0" name="Ink 9"/>
              <p14:cNvContentPartPr/>
              <p14:nvPr/>
            </p14:nvContentPartPr>
            <p14:xfrm>
              <a:off x="1633800" y="286625"/>
              <a:ext cx="604080" cy="1671120"/>
            </p14:xfrm>
          </p:contentPart>
        </mc:Choice>
        <mc:Fallback xmlns="">
          <p:pic>
            <p:nvPicPr>
              <p:cNvPr id="10" name="Ink 9"/>
              <p:cNvPicPr/>
              <p:nvPr/>
            </p:nvPicPr>
            <p:blipFill>
              <a:blip r:embed="rId5"/>
              <a:stretch>
                <a:fillRect/>
              </a:stretch>
            </p:blipFill>
            <p:spPr>
              <a:xfrm>
                <a:off x="1620120" y="273305"/>
                <a:ext cx="623160" cy="17053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0" name="Ink 29"/>
              <p14:cNvContentPartPr/>
              <p14:nvPr/>
            </p14:nvContentPartPr>
            <p14:xfrm>
              <a:off x="4949040" y="30305"/>
              <a:ext cx="1221480" cy="2151720"/>
            </p14:xfrm>
          </p:contentPart>
        </mc:Choice>
        <mc:Fallback xmlns="">
          <p:pic>
            <p:nvPicPr>
              <p:cNvPr id="30" name="Ink 29"/>
              <p:cNvPicPr/>
              <p:nvPr/>
            </p:nvPicPr>
            <p:blipFill>
              <a:blip r:embed="rId7"/>
              <a:stretch>
                <a:fillRect/>
              </a:stretch>
            </p:blipFill>
            <p:spPr>
              <a:xfrm>
                <a:off x="4938240" y="13745"/>
                <a:ext cx="1253160" cy="21895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8" name="Ink 37"/>
              <p14:cNvContentPartPr/>
              <p14:nvPr/>
            </p14:nvContentPartPr>
            <p14:xfrm>
              <a:off x="710760" y="17705"/>
              <a:ext cx="9753840" cy="5837400"/>
            </p14:xfrm>
          </p:contentPart>
        </mc:Choice>
        <mc:Fallback xmlns="">
          <p:pic>
            <p:nvPicPr>
              <p:cNvPr id="38" name="Ink 37"/>
              <p:cNvPicPr/>
              <p:nvPr/>
            </p:nvPicPr>
            <p:blipFill>
              <a:blip r:embed="rId9"/>
              <a:stretch>
                <a:fillRect/>
              </a:stretch>
            </p:blipFill>
            <p:spPr>
              <a:xfrm>
                <a:off x="698520" y="4745"/>
                <a:ext cx="9786240" cy="58593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41" name="Ink 40"/>
              <p14:cNvContentPartPr/>
              <p14:nvPr/>
            </p14:nvContentPartPr>
            <p14:xfrm>
              <a:off x="5153160" y="460505"/>
              <a:ext cx="1011960" cy="474480"/>
            </p14:xfrm>
          </p:contentPart>
        </mc:Choice>
        <mc:Fallback xmlns="">
          <p:pic>
            <p:nvPicPr>
              <p:cNvPr id="41" name="Ink 40"/>
              <p:cNvPicPr/>
              <p:nvPr/>
            </p:nvPicPr>
            <p:blipFill>
              <a:blip r:embed="rId11"/>
              <a:stretch>
                <a:fillRect/>
              </a:stretch>
            </p:blipFill>
            <p:spPr>
              <a:xfrm>
                <a:off x="5141640" y="455105"/>
                <a:ext cx="1028880" cy="4924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58" name="Ink 57"/>
              <p14:cNvContentPartPr/>
              <p14:nvPr/>
            </p14:nvContentPartPr>
            <p14:xfrm>
              <a:off x="612120" y="3364625"/>
              <a:ext cx="379440" cy="252000"/>
            </p14:xfrm>
          </p:contentPart>
        </mc:Choice>
        <mc:Fallback xmlns="">
          <p:pic>
            <p:nvPicPr>
              <p:cNvPr id="58" name="Ink 57"/>
              <p:cNvPicPr/>
              <p:nvPr/>
            </p:nvPicPr>
            <p:blipFill>
              <a:blip r:embed="rId13"/>
              <a:stretch>
                <a:fillRect/>
              </a:stretch>
            </p:blipFill>
            <p:spPr>
              <a:xfrm>
                <a:off x="604200" y="3353105"/>
                <a:ext cx="392040" cy="2721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60" name="Ink 59"/>
              <p14:cNvContentPartPr/>
              <p14:nvPr/>
            </p14:nvContentPartPr>
            <p14:xfrm>
              <a:off x="1529040" y="3066545"/>
              <a:ext cx="786240" cy="2057040"/>
            </p14:xfrm>
          </p:contentPart>
        </mc:Choice>
        <mc:Fallback xmlns="">
          <p:pic>
            <p:nvPicPr>
              <p:cNvPr id="60" name="Ink 59"/>
              <p:cNvPicPr/>
              <p:nvPr/>
            </p:nvPicPr>
            <p:blipFill>
              <a:blip r:embed="rId15"/>
              <a:stretch>
                <a:fillRect/>
              </a:stretch>
            </p:blipFill>
            <p:spPr>
              <a:xfrm>
                <a:off x="1515000" y="3052865"/>
                <a:ext cx="806040" cy="20908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83" name="Ink 82"/>
              <p14:cNvContentPartPr/>
              <p14:nvPr/>
            </p14:nvContentPartPr>
            <p14:xfrm>
              <a:off x="5140920" y="2578025"/>
              <a:ext cx="1424520" cy="2279520"/>
            </p14:xfrm>
          </p:contentPart>
        </mc:Choice>
        <mc:Fallback xmlns="">
          <p:pic>
            <p:nvPicPr>
              <p:cNvPr id="83" name="Ink 82"/>
              <p:cNvPicPr/>
              <p:nvPr/>
            </p:nvPicPr>
            <p:blipFill>
              <a:blip r:embed="rId17"/>
              <a:stretch>
                <a:fillRect/>
              </a:stretch>
            </p:blipFill>
            <p:spPr>
              <a:xfrm>
                <a:off x="5130840" y="2562185"/>
                <a:ext cx="1455480" cy="23166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88" name="Ink 87"/>
              <p14:cNvContentPartPr/>
              <p14:nvPr/>
            </p14:nvContentPartPr>
            <p14:xfrm>
              <a:off x="7245840" y="3258785"/>
              <a:ext cx="2529000" cy="824040"/>
            </p14:xfrm>
          </p:contentPart>
        </mc:Choice>
        <mc:Fallback xmlns="">
          <p:pic>
            <p:nvPicPr>
              <p:cNvPr id="88" name="Ink 87"/>
              <p:cNvPicPr/>
              <p:nvPr/>
            </p:nvPicPr>
            <p:blipFill>
              <a:blip r:embed="rId19"/>
              <a:stretch>
                <a:fillRect/>
              </a:stretch>
            </p:blipFill>
            <p:spPr>
              <a:xfrm>
                <a:off x="7234320" y="3241145"/>
                <a:ext cx="2557440" cy="8488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26" name="Ink 125"/>
              <p14:cNvContentPartPr/>
              <p14:nvPr/>
            </p14:nvContentPartPr>
            <p14:xfrm>
              <a:off x="6768840" y="4893360"/>
              <a:ext cx="846720" cy="1890720"/>
            </p14:xfrm>
          </p:contentPart>
        </mc:Choice>
        <mc:Fallback xmlns="">
          <p:pic>
            <p:nvPicPr>
              <p:cNvPr id="126" name="Ink 125"/>
              <p:cNvPicPr/>
              <p:nvPr/>
            </p:nvPicPr>
            <p:blipFill>
              <a:blip r:embed="rId21"/>
              <a:stretch>
                <a:fillRect/>
              </a:stretch>
            </p:blipFill>
            <p:spPr>
              <a:xfrm>
                <a:off x="6759120" y="4876800"/>
                <a:ext cx="877320" cy="19278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30" name="Ink 129"/>
              <p14:cNvContentPartPr/>
              <p14:nvPr/>
            </p14:nvContentPartPr>
            <p14:xfrm>
              <a:off x="7535280" y="4890480"/>
              <a:ext cx="2372760" cy="883440"/>
            </p14:xfrm>
          </p:contentPart>
        </mc:Choice>
        <mc:Fallback xmlns="">
          <p:pic>
            <p:nvPicPr>
              <p:cNvPr id="130" name="Ink 129"/>
              <p:cNvPicPr/>
              <p:nvPr/>
            </p:nvPicPr>
            <p:blipFill>
              <a:blip r:embed="rId23"/>
              <a:stretch>
                <a:fillRect/>
              </a:stretch>
            </p:blipFill>
            <p:spPr>
              <a:xfrm>
                <a:off x="7524840" y="4873560"/>
                <a:ext cx="2389320" cy="91404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33" name="Ink 132"/>
              <p14:cNvContentPartPr/>
              <p14:nvPr/>
            </p14:nvContentPartPr>
            <p14:xfrm>
              <a:off x="3446040" y="5233385"/>
              <a:ext cx="3486600" cy="1813320"/>
            </p14:xfrm>
          </p:contentPart>
        </mc:Choice>
        <mc:Fallback xmlns="">
          <p:pic>
            <p:nvPicPr>
              <p:cNvPr id="133" name="Ink 132"/>
              <p:cNvPicPr/>
              <p:nvPr/>
            </p:nvPicPr>
            <p:blipFill>
              <a:blip r:embed="rId25"/>
              <a:stretch>
                <a:fillRect/>
              </a:stretch>
            </p:blipFill>
            <p:spPr>
              <a:xfrm>
                <a:off x="3432720" y="5220065"/>
                <a:ext cx="3515040" cy="1846800"/>
              </a:xfrm>
              <a:prstGeom prst="rect">
                <a:avLst/>
              </a:prstGeom>
            </p:spPr>
          </p:pic>
        </mc:Fallback>
      </mc:AlternateContent>
    </p:spTree>
    <p:extLst>
      <p:ext uri="{BB962C8B-B14F-4D97-AF65-F5344CB8AC3E}">
        <p14:creationId xmlns:p14="http://schemas.microsoft.com/office/powerpoint/2010/main" val="214686053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0"/>
            <a:ext cx="12192000" cy="6858000"/>
          </a:xfrm>
          <a:prstGeom prst="rect">
            <a:avLst/>
          </a:prstGeom>
        </p:spPr>
      </p:pic>
      <mc:AlternateContent xmlns:mc="http://schemas.openxmlformats.org/markup-compatibility/2006" xmlns:p14="http://schemas.microsoft.com/office/powerpoint/2010/main">
        <mc:Choice Requires="p14">
          <p:contentPart p14:bwMode="auto" r:id="rId3">
            <p14:nvContentPartPr>
              <p14:cNvPr id="5" name="Ink 4"/>
              <p14:cNvContentPartPr/>
              <p14:nvPr/>
            </p14:nvContentPartPr>
            <p14:xfrm>
              <a:off x="456600" y="4964465"/>
              <a:ext cx="1324800" cy="1280520"/>
            </p14:xfrm>
          </p:contentPart>
        </mc:Choice>
        <mc:Fallback xmlns="">
          <p:pic>
            <p:nvPicPr>
              <p:cNvPr id="5" name="Ink 4"/>
              <p:cNvPicPr/>
              <p:nvPr/>
            </p:nvPicPr>
            <p:blipFill>
              <a:blip r:embed="rId4"/>
              <a:stretch>
                <a:fillRect/>
              </a:stretch>
            </p:blipFill>
            <p:spPr>
              <a:xfrm>
                <a:off x="445800" y="4946105"/>
                <a:ext cx="1355400" cy="13158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9" name="Ink 8"/>
              <p14:cNvContentPartPr/>
              <p14:nvPr/>
            </p14:nvContentPartPr>
            <p14:xfrm>
              <a:off x="2805240" y="4848185"/>
              <a:ext cx="1271880" cy="1138680"/>
            </p14:xfrm>
          </p:contentPart>
        </mc:Choice>
        <mc:Fallback xmlns="">
          <p:pic>
            <p:nvPicPr>
              <p:cNvPr id="9" name="Ink 8"/>
              <p:cNvPicPr/>
              <p:nvPr/>
            </p:nvPicPr>
            <p:blipFill>
              <a:blip r:embed="rId6"/>
              <a:stretch>
                <a:fillRect/>
              </a:stretch>
            </p:blipFill>
            <p:spPr>
              <a:xfrm>
                <a:off x="2793360" y="4828745"/>
                <a:ext cx="1301760" cy="11754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4" name="Ink 13"/>
              <p14:cNvContentPartPr/>
              <p14:nvPr/>
            </p14:nvContentPartPr>
            <p14:xfrm>
              <a:off x="5167560" y="4941065"/>
              <a:ext cx="654840" cy="1368720"/>
            </p14:xfrm>
          </p:contentPart>
        </mc:Choice>
        <mc:Fallback xmlns="">
          <p:pic>
            <p:nvPicPr>
              <p:cNvPr id="14" name="Ink 13"/>
              <p:cNvPicPr/>
              <p:nvPr/>
            </p:nvPicPr>
            <p:blipFill>
              <a:blip r:embed="rId8"/>
              <a:stretch>
                <a:fillRect/>
              </a:stretch>
            </p:blipFill>
            <p:spPr>
              <a:xfrm>
                <a:off x="5154240" y="4924865"/>
                <a:ext cx="676800" cy="1390680"/>
              </a:xfrm>
              <a:prstGeom prst="rect">
                <a:avLst/>
              </a:prstGeom>
            </p:spPr>
          </p:pic>
        </mc:Fallback>
      </mc:AlternateContent>
    </p:spTree>
    <p:extLst>
      <p:ext uri="{BB962C8B-B14F-4D97-AF65-F5344CB8AC3E}">
        <p14:creationId xmlns:p14="http://schemas.microsoft.com/office/powerpoint/2010/main" val="72876662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99817601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81675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08056" y="0"/>
            <a:ext cx="7729728" cy="1188720"/>
          </a:xfrm>
        </p:spPr>
        <p:txBody>
          <a:bodyPr/>
          <a:lstStyle/>
          <a:p>
            <a:r>
              <a:rPr lang="en-US" dirty="0" smtClean="0"/>
              <a:t>GAUSS JORDAN ELIMINATION</a:t>
            </a:r>
            <a:endParaRPr lang="en-US" dirty="0"/>
          </a:p>
        </p:txBody>
      </p:sp>
      <p:pic>
        <p:nvPicPr>
          <p:cNvPr id="4" name="Content Placeholder 3"/>
          <p:cNvPicPr>
            <a:picLocks noGrp="1" noChangeAspect="1"/>
          </p:cNvPicPr>
          <p:nvPr>
            <p:ph idx="1"/>
          </p:nvPr>
        </p:nvPicPr>
        <p:blipFill>
          <a:blip r:embed="rId2"/>
          <a:stretch>
            <a:fillRect/>
          </a:stretch>
        </p:blipFill>
        <p:spPr>
          <a:xfrm>
            <a:off x="0" y="1188720"/>
            <a:ext cx="12192000" cy="5669281"/>
          </a:xfrm>
          <a:prstGeom prst="rect">
            <a:avLst/>
          </a:prstGeom>
        </p:spPr>
      </p:pic>
    </p:spTree>
    <p:extLst>
      <p:ext uri="{BB962C8B-B14F-4D97-AF65-F5344CB8AC3E}">
        <p14:creationId xmlns:p14="http://schemas.microsoft.com/office/powerpoint/2010/main" val="342759163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0" y="-1"/>
            <a:ext cx="12192000" cy="5076968"/>
          </a:xfrm>
          <a:prstGeom prst="rect">
            <a:avLst/>
          </a:prstGeom>
        </p:spPr>
      </p:pic>
      <p:pic>
        <p:nvPicPr>
          <p:cNvPr id="5" name="Picture 4"/>
          <p:cNvPicPr>
            <a:picLocks noChangeAspect="1"/>
          </p:cNvPicPr>
          <p:nvPr/>
        </p:nvPicPr>
        <p:blipFill>
          <a:blip r:embed="rId3"/>
          <a:stretch>
            <a:fillRect/>
          </a:stretch>
        </p:blipFill>
        <p:spPr>
          <a:xfrm>
            <a:off x="0" y="5076967"/>
            <a:ext cx="12192000" cy="1781033"/>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p14:cNvContentPartPr/>
              <p14:nvPr/>
            </p14:nvContentPartPr>
            <p14:xfrm>
              <a:off x="8874840" y="1996265"/>
              <a:ext cx="2851200" cy="1330920"/>
            </p14:xfrm>
          </p:contentPart>
        </mc:Choice>
        <mc:Fallback xmlns="">
          <p:pic>
            <p:nvPicPr>
              <p:cNvPr id="6" name="Ink 5"/>
              <p:cNvPicPr/>
              <p:nvPr/>
            </p:nvPicPr>
            <p:blipFill>
              <a:blip r:embed="rId5"/>
              <a:stretch>
                <a:fillRect/>
              </a:stretch>
            </p:blipFill>
            <p:spPr>
              <a:xfrm>
                <a:off x="8862600" y="1978265"/>
                <a:ext cx="2869560" cy="1366560"/>
              </a:xfrm>
              <a:prstGeom prst="rect">
                <a:avLst/>
              </a:prstGeom>
            </p:spPr>
          </p:pic>
        </mc:Fallback>
      </mc:AlternateContent>
    </p:spTree>
    <p:extLst>
      <p:ext uri="{BB962C8B-B14F-4D97-AF65-F5344CB8AC3E}">
        <p14:creationId xmlns:p14="http://schemas.microsoft.com/office/powerpoint/2010/main" val="173292014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5" name="Ink 4"/>
              <p14:cNvContentPartPr/>
              <p14:nvPr/>
            </p14:nvContentPartPr>
            <p14:xfrm>
              <a:off x="91920" y="51905"/>
              <a:ext cx="12069720" cy="5572800"/>
            </p14:xfrm>
          </p:contentPart>
        </mc:Choice>
        <mc:Fallback xmlns="">
          <p:pic>
            <p:nvPicPr>
              <p:cNvPr id="5" name="Ink 4"/>
              <p:cNvPicPr/>
              <p:nvPr/>
            </p:nvPicPr>
            <p:blipFill>
              <a:blip r:embed="rId3"/>
              <a:stretch>
                <a:fillRect/>
              </a:stretch>
            </p:blipFill>
            <p:spPr>
              <a:xfrm>
                <a:off x="71040" y="32465"/>
                <a:ext cx="12108600" cy="56131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1" name="Ink 10"/>
              <p14:cNvContentPartPr/>
              <p14:nvPr/>
            </p14:nvContentPartPr>
            <p14:xfrm>
              <a:off x="137640" y="901505"/>
              <a:ext cx="2313000" cy="101880"/>
            </p14:xfrm>
          </p:contentPart>
        </mc:Choice>
        <mc:Fallback xmlns="">
          <p:pic>
            <p:nvPicPr>
              <p:cNvPr id="11" name="Ink 10"/>
              <p:cNvPicPr/>
              <p:nvPr/>
            </p:nvPicPr>
            <p:blipFill>
              <a:blip r:embed="rId5"/>
              <a:stretch>
                <a:fillRect/>
              </a:stretch>
            </p:blipFill>
            <p:spPr>
              <a:xfrm>
                <a:off x="125040" y="880625"/>
                <a:ext cx="234648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2" name="Ink 91"/>
              <p14:cNvContentPartPr/>
              <p14:nvPr/>
            </p14:nvContentPartPr>
            <p14:xfrm>
              <a:off x="3816120" y="4032785"/>
              <a:ext cx="1262520" cy="1385280"/>
            </p14:xfrm>
          </p:contentPart>
        </mc:Choice>
        <mc:Fallback xmlns="">
          <p:pic>
            <p:nvPicPr>
              <p:cNvPr id="92" name="Ink 91"/>
              <p:cNvPicPr/>
              <p:nvPr/>
            </p:nvPicPr>
            <p:blipFill>
              <a:blip r:embed="rId7"/>
              <a:stretch>
                <a:fillRect/>
              </a:stretch>
            </p:blipFill>
            <p:spPr>
              <a:xfrm>
                <a:off x="3803160" y="4019105"/>
                <a:ext cx="1291320" cy="14191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93" name="Ink 92"/>
              <p14:cNvContentPartPr/>
              <p14:nvPr/>
            </p14:nvContentPartPr>
            <p14:xfrm>
              <a:off x="311880" y="4225745"/>
              <a:ext cx="443520" cy="1413720"/>
            </p14:xfrm>
          </p:contentPart>
        </mc:Choice>
        <mc:Fallback xmlns="">
          <p:pic>
            <p:nvPicPr>
              <p:cNvPr id="93" name="Ink 92"/>
              <p:cNvPicPr/>
              <p:nvPr/>
            </p:nvPicPr>
            <p:blipFill>
              <a:blip r:embed="rId9"/>
              <a:stretch>
                <a:fillRect/>
              </a:stretch>
            </p:blipFill>
            <p:spPr>
              <a:xfrm>
                <a:off x="291000" y="4204865"/>
                <a:ext cx="470880" cy="14558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02" name="Ink 101"/>
              <p14:cNvContentPartPr/>
              <p14:nvPr/>
            </p14:nvContentPartPr>
            <p14:xfrm>
              <a:off x="2961840" y="4319705"/>
              <a:ext cx="514440" cy="1324800"/>
            </p14:xfrm>
          </p:contentPart>
        </mc:Choice>
        <mc:Fallback xmlns="">
          <p:pic>
            <p:nvPicPr>
              <p:cNvPr id="102" name="Ink 101"/>
              <p:cNvPicPr/>
              <p:nvPr/>
            </p:nvPicPr>
            <p:blipFill>
              <a:blip r:embed="rId11"/>
              <a:stretch>
                <a:fillRect/>
              </a:stretch>
            </p:blipFill>
            <p:spPr>
              <a:xfrm>
                <a:off x="2956080" y="4301345"/>
                <a:ext cx="541440" cy="13644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03" name="Ink 102"/>
              <p14:cNvContentPartPr/>
              <p14:nvPr/>
            </p14:nvContentPartPr>
            <p14:xfrm>
              <a:off x="1768800" y="4324745"/>
              <a:ext cx="980280" cy="1294920"/>
            </p14:xfrm>
          </p:contentPart>
        </mc:Choice>
        <mc:Fallback xmlns="">
          <p:pic>
            <p:nvPicPr>
              <p:cNvPr id="103" name="Ink 102"/>
              <p:cNvPicPr/>
              <p:nvPr/>
            </p:nvPicPr>
            <p:blipFill>
              <a:blip r:embed="rId13"/>
              <a:stretch>
                <a:fillRect/>
              </a:stretch>
            </p:blipFill>
            <p:spPr>
              <a:xfrm>
                <a:off x="1763040" y="4309265"/>
                <a:ext cx="991440" cy="13316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04" name="Ink 103"/>
              <p14:cNvContentPartPr/>
              <p14:nvPr/>
            </p14:nvContentPartPr>
            <p14:xfrm>
              <a:off x="5095560" y="4010105"/>
              <a:ext cx="448920" cy="1502280"/>
            </p14:xfrm>
          </p:contentPart>
        </mc:Choice>
        <mc:Fallback xmlns="">
          <p:pic>
            <p:nvPicPr>
              <p:cNvPr id="104" name="Ink 103"/>
              <p:cNvPicPr/>
              <p:nvPr/>
            </p:nvPicPr>
            <p:blipFill>
              <a:blip r:embed="rId15"/>
              <a:stretch>
                <a:fillRect/>
              </a:stretch>
            </p:blipFill>
            <p:spPr>
              <a:xfrm>
                <a:off x="5088720" y="3992105"/>
                <a:ext cx="474480" cy="1541160"/>
              </a:xfrm>
              <a:prstGeom prst="rect">
                <a:avLst/>
              </a:prstGeom>
            </p:spPr>
          </p:pic>
        </mc:Fallback>
      </mc:AlternateContent>
    </p:spTree>
    <p:extLst>
      <p:ext uri="{BB962C8B-B14F-4D97-AF65-F5344CB8AC3E}">
        <p14:creationId xmlns:p14="http://schemas.microsoft.com/office/powerpoint/2010/main" val="289985294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469200" y="87545"/>
              <a:ext cx="6159600" cy="6527859"/>
            </p14:xfrm>
          </p:contentPart>
        </mc:Choice>
        <mc:Fallback xmlns="">
          <p:pic>
            <p:nvPicPr>
              <p:cNvPr id="4" name="Ink 3"/>
              <p:cNvPicPr/>
              <p:nvPr/>
            </p:nvPicPr>
            <p:blipFill>
              <a:blip r:embed="rId3"/>
              <a:stretch>
                <a:fillRect/>
              </a:stretch>
            </p:blipFill>
            <p:spPr>
              <a:xfrm>
                <a:off x="462360" y="66665"/>
                <a:ext cx="6186960" cy="6554499"/>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1" name="Ink 50"/>
              <p14:cNvContentPartPr/>
              <p14:nvPr/>
            </p14:nvContentPartPr>
            <p14:xfrm>
              <a:off x="3311400" y="1796825"/>
              <a:ext cx="550440" cy="1613880"/>
            </p14:xfrm>
          </p:contentPart>
        </mc:Choice>
        <mc:Fallback xmlns="">
          <p:pic>
            <p:nvPicPr>
              <p:cNvPr id="51" name="Ink 50"/>
              <p:cNvPicPr/>
              <p:nvPr/>
            </p:nvPicPr>
            <p:blipFill>
              <a:blip r:embed="rId5"/>
              <a:stretch>
                <a:fillRect/>
              </a:stretch>
            </p:blipFill>
            <p:spPr>
              <a:xfrm>
                <a:off x="3304560" y="1784945"/>
                <a:ext cx="578160" cy="1647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86" name="Ink 85"/>
              <p14:cNvContentPartPr/>
              <p14:nvPr/>
            </p14:nvContentPartPr>
            <p14:xfrm>
              <a:off x="3627480" y="3456425"/>
              <a:ext cx="469800" cy="1753560"/>
            </p14:xfrm>
          </p:contentPart>
        </mc:Choice>
        <mc:Fallback xmlns="">
          <p:pic>
            <p:nvPicPr>
              <p:cNvPr id="86" name="Ink 85"/>
              <p:cNvPicPr/>
              <p:nvPr/>
            </p:nvPicPr>
            <p:blipFill>
              <a:blip r:embed="rId7"/>
              <a:stretch>
                <a:fillRect/>
              </a:stretch>
            </p:blipFill>
            <p:spPr>
              <a:xfrm>
                <a:off x="3615600" y="3438425"/>
                <a:ext cx="502560" cy="17924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98" name="Ink 97"/>
              <p14:cNvContentPartPr/>
              <p14:nvPr/>
            </p14:nvContentPartPr>
            <p14:xfrm>
              <a:off x="467040" y="1833905"/>
              <a:ext cx="334440" cy="1230840"/>
            </p14:xfrm>
          </p:contentPart>
        </mc:Choice>
        <mc:Fallback xmlns="">
          <p:pic>
            <p:nvPicPr>
              <p:cNvPr id="98" name="Ink 97"/>
              <p:cNvPicPr/>
              <p:nvPr/>
            </p:nvPicPr>
            <p:blipFill>
              <a:blip r:embed="rId9"/>
              <a:stretch>
                <a:fillRect/>
              </a:stretch>
            </p:blipFill>
            <p:spPr>
              <a:xfrm>
                <a:off x="446160" y="1815905"/>
                <a:ext cx="361080" cy="12697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16" name="Ink 115"/>
              <p14:cNvContentPartPr/>
              <p14:nvPr/>
            </p14:nvContentPartPr>
            <p14:xfrm>
              <a:off x="4713600" y="3895985"/>
              <a:ext cx="3122280" cy="2309739"/>
            </p14:xfrm>
          </p:contentPart>
        </mc:Choice>
        <mc:Fallback xmlns="">
          <p:pic>
            <p:nvPicPr>
              <p:cNvPr id="116" name="Ink 115"/>
              <p:cNvPicPr/>
              <p:nvPr/>
            </p:nvPicPr>
            <p:blipFill>
              <a:blip r:embed="rId11"/>
              <a:stretch>
                <a:fillRect/>
              </a:stretch>
            </p:blipFill>
            <p:spPr>
              <a:xfrm>
                <a:off x="4696320" y="3875102"/>
                <a:ext cx="3160440" cy="2338903"/>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21" name="Ink 120"/>
              <p14:cNvContentPartPr/>
              <p14:nvPr/>
            </p14:nvContentPartPr>
            <p14:xfrm>
              <a:off x="3804600" y="5394665"/>
              <a:ext cx="468000" cy="1531440"/>
            </p14:xfrm>
          </p:contentPart>
        </mc:Choice>
        <mc:Fallback xmlns="">
          <p:pic>
            <p:nvPicPr>
              <p:cNvPr id="121" name="Ink 120"/>
              <p:cNvPicPr/>
              <p:nvPr/>
            </p:nvPicPr>
            <p:blipFill>
              <a:blip r:embed="rId13"/>
              <a:stretch>
                <a:fillRect/>
              </a:stretch>
            </p:blipFill>
            <p:spPr>
              <a:xfrm>
                <a:off x="3791280" y="5374865"/>
                <a:ext cx="502200" cy="15721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35" name="Ink 134"/>
              <p14:cNvContentPartPr/>
              <p14:nvPr/>
            </p14:nvContentPartPr>
            <p14:xfrm>
              <a:off x="460560" y="3475505"/>
              <a:ext cx="378720" cy="1443960"/>
            </p14:xfrm>
          </p:contentPart>
        </mc:Choice>
        <mc:Fallback xmlns="">
          <p:pic>
            <p:nvPicPr>
              <p:cNvPr id="135" name="Ink 134"/>
              <p:cNvPicPr/>
              <p:nvPr/>
            </p:nvPicPr>
            <p:blipFill>
              <a:blip r:embed="rId15"/>
              <a:stretch>
                <a:fillRect/>
              </a:stretch>
            </p:blipFill>
            <p:spPr>
              <a:xfrm>
                <a:off x="439680" y="3454625"/>
                <a:ext cx="406080" cy="14806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36" name="Ink 135"/>
              <p14:cNvContentPartPr/>
              <p14:nvPr/>
            </p14:nvContentPartPr>
            <p14:xfrm>
              <a:off x="604920" y="5364785"/>
              <a:ext cx="427680" cy="1355400"/>
            </p14:xfrm>
          </p:contentPart>
        </mc:Choice>
        <mc:Fallback xmlns="">
          <p:pic>
            <p:nvPicPr>
              <p:cNvPr id="136" name="Ink 135"/>
              <p:cNvPicPr/>
              <p:nvPr/>
            </p:nvPicPr>
            <p:blipFill>
              <a:blip r:embed="rId17"/>
              <a:stretch>
                <a:fillRect/>
              </a:stretch>
            </p:blipFill>
            <p:spPr>
              <a:xfrm>
                <a:off x="584040" y="5347505"/>
                <a:ext cx="454320" cy="13932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37" name="Ink 136"/>
              <p14:cNvContentPartPr/>
              <p14:nvPr/>
            </p14:nvContentPartPr>
            <p14:xfrm>
              <a:off x="1024680" y="6125105"/>
              <a:ext cx="213480" cy="302400"/>
            </p14:xfrm>
          </p:contentPart>
        </mc:Choice>
        <mc:Fallback xmlns="">
          <p:pic>
            <p:nvPicPr>
              <p:cNvPr id="137" name="Ink 136"/>
              <p:cNvPicPr/>
              <p:nvPr/>
            </p:nvPicPr>
            <p:blipFill>
              <a:blip r:embed="rId19"/>
              <a:stretch>
                <a:fillRect/>
              </a:stretch>
            </p:blipFill>
            <p:spPr>
              <a:xfrm>
                <a:off x="1005960" y="6111785"/>
                <a:ext cx="253440" cy="336600"/>
              </a:xfrm>
              <a:prstGeom prst="rect">
                <a:avLst/>
              </a:prstGeom>
            </p:spPr>
          </p:pic>
        </mc:Fallback>
      </mc:AlternateContent>
    </p:spTree>
    <p:extLst>
      <p:ext uri="{BB962C8B-B14F-4D97-AF65-F5344CB8AC3E}">
        <p14:creationId xmlns:p14="http://schemas.microsoft.com/office/powerpoint/2010/main" val="348861878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152040" y="173945"/>
              <a:ext cx="9466200" cy="6325200"/>
            </p14:xfrm>
          </p:contentPart>
        </mc:Choice>
        <mc:Fallback xmlns="">
          <p:pic>
            <p:nvPicPr>
              <p:cNvPr id="4" name="Ink 3"/>
              <p:cNvPicPr/>
              <p:nvPr/>
            </p:nvPicPr>
            <p:blipFill>
              <a:blip r:embed="rId3"/>
              <a:stretch>
                <a:fillRect/>
              </a:stretch>
            </p:blipFill>
            <p:spPr>
              <a:xfrm>
                <a:off x="131880" y="163865"/>
                <a:ext cx="9492840" cy="63518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6" name="Ink 5"/>
              <p14:cNvContentPartPr/>
              <p14:nvPr/>
            </p14:nvContentPartPr>
            <p14:xfrm>
              <a:off x="1193520" y="209945"/>
              <a:ext cx="203040" cy="1348200"/>
            </p14:xfrm>
          </p:contentPart>
        </mc:Choice>
        <mc:Fallback xmlns="">
          <p:pic>
            <p:nvPicPr>
              <p:cNvPr id="6" name="Ink 5"/>
              <p:cNvPicPr/>
              <p:nvPr/>
            </p:nvPicPr>
            <p:blipFill>
              <a:blip r:embed="rId5"/>
              <a:stretch>
                <a:fillRect/>
              </a:stretch>
            </p:blipFill>
            <p:spPr>
              <a:xfrm>
                <a:off x="1172640" y="192665"/>
                <a:ext cx="229680" cy="13845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1" name="Ink 20"/>
              <p14:cNvContentPartPr/>
              <p14:nvPr/>
            </p14:nvContentPartPr>
            <p14:xfrm>
              <a:off x="1481160" y="904385"/>
              <a:ext cx="198360" cy="260280"/>
            </p14:xfrm>
          </p:contentPart>
        </mc:Choice>
        <mc:Fallback xmlns="">
          <p:pic>
            <p:nvPicPr>
              <p:cNvPr id="21" name="Ink 20"/>
              <p:cNvPicPr/>
              <p:nvPr/>
            </p:nvPicPr>
            <p:blipFill>
              <a:blip r:embed="rId7"/>
              <a:stretch>
                <a:fillRect/>
              </a:stretch>
            </p:blipFill>
            <p:spPr>
              <a:xfrm>
                <a:off x="1464240" y="893945"/>
                <a:ext cx="235080" cy="2894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6" name="Ink 25"/>
              <p14:cNvContentPartPr/>
              <p14:nvPr/>
            </p14:nvContentPartPr>
            <p14:xfrm>
              <a:off x="4586160" y="124625"/>
              <a:ext cx="539280" cy="1587240"/>
            </p14:xfrm>
          </p:contentPart>
        </mc:Choice>
        <mc:Fallback xmlns="">
          <p:pic>
            <p:nvPicPr>
              <p:cNvPr id="26" name="Ink 25"/>
              <p:cNvPicPr/>
              <p:nvPr/>
            </p:nvPicPr>
            <p:blipFill>
              <a:blip r:embed="rId9"/>
              <a:stretch>
                <a:fillRect/>
              </a:stretch>
            </p:blipFill>
            <p:spPr>
              <a:xfrm>
                <a:off x="4579320" y="108065"/>
                <a:ext cx="567000" cy="1624680"/>
              </a:xfrm>
              <a:prstGeom prst="rect">
                <a:avLst/>
              </a:prstGeom>
            </p:spPr>
          </p:pic>
        </mc:Fallback>
      </mc:AlternateContent>
    </p:spTree>
    <p:extLst>
      <p:ext uri="{BB962C8B-B14F-4D97-AF65-F5344CB8AC3E}">
        <p14:creationId xmlns:p14="http://schemas.microsoft.com/office/powerpoint/2010/main" val="122834018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2">
            <p14:nvContentPartPr>
              <p14:cNvPr id="2" name="Ink 1"/>
              <p14:cNvContentPartPr/>
              <p14:nvPr/>
            </p14:nvContentPartPr>
            <p14:xfrm>
              <a:off x="3128520" y="977825"/>
              <a:ext cx="0" cy="5040"/>
            </p14:xfrm>
          </p:contentPart>
        </mc:Choice>
        <mc:Fallback>
          <p:pic>
            <p:nvPicPr>
              <p:cNvPr id="2" name="Ink 1"/>
              <p:cNvPicPr/>
              <p:nvPr/>
            </p:nvPicPr>
            <p:blipFill>
              <a:blip r:embed="rId3"/>
              <a:stretch>
                <a:fillRect/>
              </a:stretch>
            </p:blipFill>
            <p:spPr>
              <a:xfrm>
                <a:off x="0" y="0"/>
                <a:ext cx="0" cy="504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4" name="Ink 3"/>
              <p14:cNvContentPartPr/>
              <p14:nvPr/>
            </p14:nvContentPartPr>
            <p14:xfrm>
              <a:off x="30000" y="-131695"/>
              <a:ext cx="11665800" cy="5158822"/>
            </p14:xfrm>
          </p:contentPart>
        </mc:Choice>
        <mc:Fallback>
          <p:pic>
            <p:nvPicPr>
              <p:cNvPr id="4" name="Ink 3"/>
              <p:cNvPicPr/>
              <p:nvPr/>
            </p:nvPicPr>
            <p:blipFill>
              <a:blip r:embed="rId5"/>
              <a:stretch>
                <a:fillRect/>
              </a:stretch>
            </p:blipFill>
            <p:spPr>
              <a:xfrm>
                <a:off x="10201" y="-152575"/>
                <a:ext cx="11706479" cy="5196262"/>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79" name="Ink 78"/>
              <p14:cNvContentPartPr/>
              <p14:nvPr/>
            </p14:nvContentPartPr>
            <p14:xfrm>
              <a:off x="135840" y="3562265"/>
              <a:ext cx="506880" cy="1593742"/>
            </p14:xfrm>
          </p:contentPart>
        </mc:Choice>
        <mc:Fallback>
          <p:pic>
            <p:nvPicPr>
              <p:cNvPr id="79" name="Ink 78"/>
              <p:cNvPicPr/>
              <p:nvPr/>
            </p:nvPicPr>
            <p:blipFill>
              <a:blip r:embed="rId7"/>
              <a:stretch>
                <a:fillRect/>
              </a:stretch>
            </p:blipFill>
            <p:spPr>
              <a:xfrm>
                <a:off x="114960" y="3541385"/>
                <a:ext cx="534240" cy="1635503"/>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93" name="Ink 92"/>
              <p14:cNvContentPartPr/>
              <p14:nvPr/>
            </p14:nvContentPartPr>
            <p14:xfrm>
              <a:off x="2568720" y="3539247"/>
              <a:ext cx="415800" cy="1701720"/>
            </p14:xfrm>
          </p:contentPart>
        </mc:Choice>
        <mc:Fallback>
          <p:pic>
            <p:nvPicPr>
              <p:cNvPr id="93" name="Ink 92"/>
              <p:cNvPicPr/>
              <p:nvPr/>
            </p:nvPicPr>
            <p:blipFill>
              <a:blip r:embed="rId9"/>
              <a:stretch>
                <a:fillRect/>
              </a:stretch>
            </p:blipFill>
            <p:spPr>
              <a:xfrm>
                <a:off x="2562960" y="3527007"/>
                <a:ext cx="442440" cy="17352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95" name="Ink 94"/>
              <p14:cNvContentPartPr/>
              <p14:nvPr/>
            </p14:nvContentPartPr>
            <p14:xfrm>
              <a:off x="3337680" y="3497127"/>
              <a:ext cx="414720" cy="1647720"/>
            </p14:xfrm>
          </p:contentPart>
        </mc:Choice>
        <mc:Fallback>
          <p:pic>
            <p:nvPicPr>
              <p:cNvPr id="95" name="Ink 94"/>
              <p:cNvPicPr/>
              <p:nvPr/>
            </p:nvPicPr>
            <p:blipFill>
              <a:blip r:embed="rId11"/>
              <a:stretch>
                <a:fillRect/>
              </a:stretch>
            </p:blipFill>
            <p:spPr>
              <a:xfrm>
                <a:off x="3319320" y="3479127"/>
                <a:ext cx="439200" cy="16866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99" name="Ink 98"/>
              <p14:cNvContentPartPr/>
              <p14:nvPr/>
            </p14:nvContentPartPr>
            <p14:xfrm>
              <a:off x="2561520" y="3485945"/>
              <a:ext cx="471600" cy="1609942"/>
            </p14:xfrm>
          </p:contentPart>
        </mc:Choice>
        <mc:Fallback>
          <p:pic>
            <p:nvPicPr>
              <p:cNvPr id="99" name="Ink 98"/>
              <p:cNvPicPr/>
              <p:nvPr/>
            </p:nvPicPr>
            <p:blipFill>
              <a:blip r:embed="rId13"/>
              <a:stretch>
                <a:fillRect/>
              </a:stretch>
            </p:blipFill>
            <p:spPr>
              <a:xfrm>
                <a:off x="2549649" y="3465425"/>
                <a:ext cx="504335" cy="1651343"/>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02" name="Ink 101"/>
              <p14:cNvContentPartPr/>
              <p14:nvPr/>
            </p14:nvContentPartPr>
            <p14:xfrm>
              <a:off x="4016640" y="3441327"/>
              <a:ext cx="565560" cy="1943280"/>
            </p14:xfrm>
          </p:contentPart>
        </mc:Choice>
        <mc:Fallback>
          <p:pic>
            <p:nvPicPr>
              <p:cNvPr id="102" name="Ink 101"/>
              <p:cNvPicPr/>
              <p:nvPr/>
            </p:nvPicPr>
            <p:blipFill>
              <a:blip r:embed="rId15"/>
              <a:stretch>
                <a:fillRect/>
              </a:stretch>
            </p:blipFill>
            <p:spPr>
              <a:xfrm>
                <a:off x="4010520" y="3422967"/>
                <a:ext cx="592560" cy="198252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10" name="Ink 109"/>
              <p14:cNvContentPartPr/>
              <p14:nvPr/>
            </p14:nvContentPartPr>
            <p14:xfrm>
              <a:off x="3421920" y="3378687"/>
              <a:ext cx="2786400" cy="1747800"/>
            </p14:xfrm>
          </p:contentPart>
        </mc:Choice>
        <mc:Fallback>
          <p:pic>
            <p:nvPicPr>
              <p:cNvPr id="110" name="Ink 109"/>
              <p:cNvPicPr/>
              <p:nvPr/>
            </p:nvPicPr>
            <p:blipFill>
              <a:blip r:embed="rId17"/>
              <a:stretch>
                <a:fillRect/>
              </a:stretch>
            </p:blipFill>
            <p:spPr>
              <a:xfrm>
                <a:off x="3408600" y="3358167"/>
                <a:ext cx="2805120" cy="178668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11" name="Ink 110"/>
              <p14:cNvContentPartPr/>
              <p14:nvPr/>
            </p14:nvContentPartPr>
            <p14:xfrm>
              <a:off x="5234880" y="3392007"/>
              <a:ext cx="383760" cy="1803960"/>
            </p14:xfrm>
          </p:contentPart>
        </mc:Choice>
        <mc:Fallback>
          <p:pic>
            <p:nvPicPr>
              <p:cNvPr id="111" name="Ink 110"/>
              <p:cNvPicPr/>
              <p:nvPr/>
            </p:nvPicPr>
            <p:blipFill>
              <a:blip r:embed="rId19"/>
              <a:stretch>
                <a:fillRect/>
              </a:stretch>
            </p:blipFill>
            <p:spPr>
              <a:xfrm>
                <a:off x="5215440" y="3372567"/>
                <a:ext cx="409320" cy="184464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15" name="Ink 114"/>
              <p14:cNvContentPartPr/>
              <p14:nvPr/>
            </p14:nvContentPartPr>
            <p14:xfrm>
              <a:off x="5916360" y="3340887"/>
              <a:ext cx="715680" cy="2088000"/>
            </p14:xfrm>
          </p:contentPart>
        </mc:Choice>
        <mc:Fallback>
          <p:pic>
            <p:nvPicPr>
              <p:cNvPr id="115" name="Ink 114"/>
              <p:cNvPicPr/>
              <p:nvPr/>
            </p:nvPicPr>
            <p:blipFill>
              <a:blip r:embed="rId21"/>
              <a:stretch>
                <a:fillRect/>
              </a:stretch>
            </p:blipFill>
            <p:spPr>
              <a:xfrm>
                <a:off x="5909880" y="3325407"/>
                <a:ext cx="743040" cy="2124720"/>
              </a:xfrm>
              <a:prstGeom prst="rect">
                <a:avLst/>
              </a:prstGeom>
            </p:spPr>
          </p:pic>
        </mc:Fallback>
      </mc:AlternateContent>
    </p:spTree>
    <p:extLst>
      <p:ext uri="{BB962C8B-B14F-4D97-AF65-F5344CB8AC3E}">
        <p14:creationId xmlns:p14="http://schemas.microsoft.com/office/powerpoint/2010/main" val="386319848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2">
            <p14:nvContentPartPr>
              <p14:cNvPr id="27" name="Ink 26"/>
              <p14:cNvContentPartPr/>
              <p14:nvPr/>
            </p14:nvContentPartPr>
            <p14:xfrm>
              <a:off x="625080" y="1048385"/>
              <a:ext cx="506880" cy="1546560"/>
            </p14:xfrm>
          </p:contentPart>
        </mc:Choice>
        <mc:Fallback>
          <p:pic>
            <p:nvPicPr>
              <p:cNvPr id="27" name="Ink 26"/>
              <p:cNvPicPr/>
              <p:nvPr/>
            </p:nvPicPr>
            <p:blipFill>
              <a:blip r:embed="rId3"/>
              <a:stretch>
                <a:fillRect/>
              </a:stretch>
            </p:blipFill>
            <p:spPr>
              <a:xfrm>
                <a:off x="604200" y="1031825"/>
                <a:ext cx="548640" cy="158400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34" name="Ink 33"/>
              <p14:cNvContentPartPr/>
              <p14:nvPr/>
            </p14:nvContentPartPr>
            <p14:xfrm>
              <a:off x="284880" y="50105"/>
              <a:ext cx="6954840" cy="6915764"/>
            </p14:xfrm>
          </p:contentPart>
        </mc:Choice>
        <mc:Fallback>
          <p:pic>
            <p:nvPicPr>
              <p:cNvPr id="34" name="Ink 33"/>
              <p:cNvPicPr/>
              <p:nvPr/>
            </p:nvPicPr>
            <p:blipFill>
              <a:blip r:embed="rId5"/>
              <a:stretch>
                <a:fillRect/>
              </a:stretch>
            </p:blipFill>
            <p:spPr>
              <a:xfrm>
                <a:off x="278040" y="29225"/>
                <a:ext cx="6982920" cy="6955365"/>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52" name="Ink 51"/>
              <p14:cNvContentPartPr/>
              <p14:nvPr/>
            </p14:nvContentPartPr>
            <p14:xfrm>
              <a:off x="4580040" y="1060265"/>
              <a:ext cx="576720" cy="2080800"/>
            </p14:xfrm>
          </p:contentPart>
        </mc:Choice>
        <mc:Fallback>
          <p:pic>
            <p:nvPicPr>
              <p:cNvPr id="52" name="Ink 51"/>
              <p:cNvPicPr/>
              <p:nvPr/>
            </p:nvPicPr>
            <p:blipFill>
              <a:blip r:embed="rId7"/>
              <a:stretch>
                <a:fillRect/>
              </a:stretch>
            </p:blipFill>
            <p:spPr>
              <a:xfrm>
                <a:off x="4569240" y="1042625"/>
                <a:ext cx="608400" cy="211968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75" name="Ink 74"/>
              <p14:cNvContentPartPr/>
              <p14:nvPr/>
            </p14:nvContentPartPr>
            <p14:xfrm>
              <a:off x="478200" y="3192905"/>
              <a:ext cx="564840" cy="2286884"/>
            </p14:xfrm>
          </p:contentPart>
        </mc:Choice>
        <mc:Fallback>
          <p:pic>
            <p:nvPicPr>
              <p:cNvPr id="75" name="Ink 74"/>
              <p:cNvPicPr/>
              <p:nvPr/>
            </p:nvPicPr>
            <p:blipFill>
              <a:blip r:embed="rId9"/>
              <a:stretch>
                <a:fillRect/>
              </a:stretch>
            </p:blipFill>
            <p:spPr>
              <a:xfrm>
                <a:off x="459120" y="3173824"/>
                <a:ext cx="588960" cy="2317126"/>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93" name="Ink 92"/>
              <p14:cNvContentPartPr/>
              <p14:nvPr/>
            </p14:nvContentPartPr>
            <p14:xfrm>
              <a:off x="5689200" y="1427465"/>
              <a:ext cx="2712240" cy="1461240"/>
            </p14:xfrm>
          </p:contentPart>
        </mc:Choice>
        <mc:Fallback>
          <p:pic>
            <p:nvPicPr>
              <p:cNvPr id="93" name="Ink 92"/>
              <p:cNvPicPr/>
              <p:nvPr/>
            </p:nvPicPr>
            <p:blipFill>
              <a:blip r:embed="rId11"/>
              <a:stretch>
                <a:fillRect/>
              </a:stretch>
            </p:blipFill>
            <p:spPr>
              <a:xfrm>
                <a:off x="5668320" y="1406585"/>
                <a:ext cx="2754360" cy="149832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06" name="Ink 105"/>
              <p14:cNvContentPartPr/>
              <p14:nvPr/>
            </p14:nvContentPartPr>
            <p14:xfrm>
              <a:off x="4973160" y="3094265"/>
              <a:ext cx="676440" cy="2166480"/>
            </p14:xfrm>
          </p:contentPart>
        </mc:Choice>
        <mc:Fallback>
          <p:pic>
            <p:nvPicPr>
              <p:cNvPr id="106" name="Ink 105"/>
              <p:cNvPicPr/>
              <p:nvPr/>
            </p:nvPicPr>
            <p:blipFill>
              <a:blip r:embed="rId13"/>
              <a:stretch>
                <a:fillRect/>
              </a:stretch>
            </p:blipFill>
            <p:spPr>
              <a:xfrm>
                <a:off x="4966320" y="3077345"/>
                <a:ext cx="704520" cy="220464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49" name="Ink 148"/>
              <p14:cNvContentPartPr/>
              <p14:nvPr/>
            </p14:nvContentPartPr>
            <p14:xfrm>
              <a:off x="0" y="0"/>
              <a:ext cx="0" cy="0"/>
            </p14:xfrm>
          </p:contentPart>
        </mc:Choice>
        <mc:Fallback>
          <p:pic>
            <p:nvPicPr>
              <p:cNvPr id="149" name="Ink 148"/>
              <p:cNvPicPr/>
              <p:nvPr/>
            </p:nvPicPr>
            <p:blipFill>
              <a:blip/>
              <a:stretch>
                <a:fillRect/>
              </a:stretch>
            </p:blipFill>
            <p:spPr>
              <a:xfrm>
                <a:off x="0" y="0"/>
                <a:ext cx="0" cy="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77" name="Ink 176"/>
              <p14:cNvContentPartPr/>
              <p14:nvPr/>
            </p14:nvContentPartPr>
            <p14:xfrm>
              <a:off x="6509280" y="3884465"/>
              <a:ext cx="5048280" cy="2786564"/>
            </p14:xfrm>
          </p:contentPart>
        </mc:Choice>
        <mc:Fallback>
          <p:pic>
            <p:nvPicPr>
              <p:cNvPr id="177" name="Ink 176"/>
              <p:cNvPicPr/>
              <p:nvPr/>
            </p:nvPicPr>
            <p:blipFill>
              <a:blip r:embed="rId16"/>
              <a:stretch>
                <a:fillRect/>
              </a:stretch>
            </p:blipFill>
            <p:spPr>
              <a:xfrm>
                <a:off x="6490200" y="3863584"/>
                <a:ext cx="5088240" cy="2825446"/>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78" name="Ink 177"/>
              <p14:cNvContentPartPr/>
              <p14:nvPr/>
            </p14:nvContentPartPr>
            <p14:xfrm>
              <a:off x="634440" y="5361545"/>
              <a:ext cx="532080" cy="1633320"/>
            </p14:xfrm>
          </p:contentPart>
        </mc:Choice>
        <mc:Fallback>
          <p:pic>
            <p:nvPicPr>
              <p:cNvPr id="178" name="Ink 177"/>
              <p:cNvPicPr/>
              <p:nvPr/>
            </p:nvPicPr>
            <p:blipFill>
              <a:blip r:embed="rId18"/>
              <a:stretch>
                <a:fillRect/>
              </a:stretch>
            </p:blipFill>
            <p:spPr>
              <a:xfrm>
                <a:off x="613560" y="5342465"/>
                <a:ext cx="559080" cy="167328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200" name="Ink 199"/>
              <p14:cNvContentPartPr/>
              <p14:nvPr/>
            </p14:nvContentPartPr>
            <p14:xfrm>
              <a:off x="5007360" y="5101429"/>
              <a:ext cx="712440" cy="1874520"/>
            </p14:xfrm>
          </p:contentPart>
        </mc:Choice>
        <mc:Fallback>
          <p:pic>
            <p:nvPicPr>
              <p:cNvPr id="200" name="Ink 199"/>
              <p:cNvPicPr/>
              <p:nvPr/>
            </p:nvPicPr>
            <p:blipFill>
              <a:blip r:embed="rId20"/>
              <a:stretch>
                <a:fillRect/>
              </a:stretch>
            </p:blipFill>
            <p:spPr>
              <a:xfrm>
                <a:off x="4996920" y="5081629"/>
                <a:ext cx="743760" cy="1915200"/>
              </a:xfrm>
              <a:prstGeom prst="rect">
                <a:avLst/>
              </a:prstGeom>
            </p:spPr>
          </p:pic>
        </mc:Fallback>
      </mc:AlternateContent>
    </p:spTree>
    <p:extLst>
      <p:ext uri="{BB962C8B-B14F-4D97-AF65-F5344CB8AC3E}">
        <p14:creationId xmlns:p14="http://schemas.microsoft.com/office/powerpoint/2010/main" val="35059817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2">
            <p14:nvContentPartPr>
              <p14:cNvPr id="10" name="Ink 9"/>
              <p14:cNvContentPartPr/>
              <p14:nvPr/>
            </p14:nvContentPartPr>
            <p14:xfrm>
              <a:off x="451560" y="130385"/>
              <a:ext cx="9595800" cy="6159960"/>
            </p14:xfrm>
          </p:contentPart>
        </mc:Choice>
        <mc:Fallback>
          <p:pic>
            <p:nvPicPr>
              <p:cNvPr id="10" name="Ink 9"/>
              <p:cNvPicPr/>
              <p:nvPr/>
            </p:nvPicPr>
            <p:blipFill>
              <a:blip r:embed="rId3"/>
              <a:stretch>
                <a:fillRect/>
              </a:stretch>
            </p:blipFill>
            <p:spPr>
              <a:xfrm>
                <a:off x="437160" y="110225"/>
                <a:ext cx="9631080" cy="620100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38" name="Ink 37"/>
              <p14:cNvContentPartPr/>
              <p14:nvPr/>
            </p14:nvContentPartPr>
            <p14:xfrm>
              <a:off x="4698840" y="167465"/>
              <a:ext cx="723600" cy="2065680"/>
            </p14:xfrm>
          </p:contentPart>
        </mc:Choice>
        <mc:Fallback>
          <p:pic>
            <p:nvPicPr>
              <p:cNvPr id="38" name="Ink 37"/>
              <p:cNvPicPr/>
              <p:nvPr/>
            </p:nvPicPr>
            <p:blipFill>
              <a:blip r:embed="rId5"/>
              <a:stretch>
                <a:fillRect/>
              </a:stretch>
            </p:blipFill>
            <p:spPr>
              <a:xfrm>
                <a:off x="4692000" y="148025"/>
                <a:ext cx="751320" cy="20988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67" name="Ink 66"/>
              <p14:cNvContentPartPr/>
              <p14:nvPr/>
            </p14:nvContentPartPr>
            <p14:xfrm>
              <a:off x="435360" y="251705"/>
              <a:ext cx="691920" cy="1808280"/>
            </p14:xfrm>
          </p:contentPart>
        </mc:Choice>
        <mc:Fallback>
          <p:pic>
            <p:nvPicPr>
              <p:cNvPr id="67" name="Ink 66"/>
              <p:cNvPicPr/>
              <p:nvPr/>
            </p:nvPicPr>
            <p:blipFill>
              <a:blip r:embed="rId7"/>
              <a:stretch>
                <a:fillRect/>
              </a:stretch>
            </p:blipFill>
            <p:spPr>
              <a:xfrm>
                <a:off x="414480" y="230825"/>
                <a:ext cx="719280" cy="185004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108" name="Ink 107"/>
              <p14:cNvContentPartPr/>
              <p14:nvPr/>
            </p14:nvContentPartPr>
            <p14:xfrm>
              <a:off x="4917000" y="2082665"/>
              <a:ext cx="654840" cy="2528640"/>
            </p14:xfrm>
          </p:contentPart>
        </mc:Choice>
        <mc:Fallback>
          <p:pic>
            <p:nvPicPr>
              <p:cNvPr id="108" name="Ink 107"/>
              <p:cNvPicPr/>
              <p:nvPr/>
            </p:nvPicPr>
            <p:blipFill>
              <a:blip r:embed="rId9"/>
              <a:stretch>
                <a:fillRect/>
              </a:stretch>
            </p:blipFill>
            <p:spPr>
              <a:xfrm>
                <a:off x="4910160" y="2062865"/>
                <a:ext cx="682920" cy="256932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19" name="Ink 118"/>
              <p14:cNvContentPartPr/>
              <p14:nvPr/>
            </p14:nvContentPartPr>
            <p14:xfrm>
              <a:off x="7160160" y="606665"/>
              <a:ext cx="1348560" cy="1838520"/>
            </p14:xfrm>
          </p:contentPart>
        </mc:Choice>
        <mc:Fallback>
          <p:pic>
            <p:nvPicPr>
              <p:cNvPr id="119" name="Ink 118"/>
              <p:cNvPicPr/>
              <p:nvPr/>
            </p:nvPicPr>
            <p:blipFill>
              <a:blip r:embed="rId11"/>
              <a:stretch>
                <a:fillRect/>
              </a:stretch>
            </p:blipFill>
            <p:spPr>
              <a:xfrm>
                <a:off x="7146840" y="589025"/>
                <a:ext cx="1382760" cy="187272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50" name="Ink 149"/>
              <p14:cNvContentPartPr/>
              <p14:nvPr/>
            </p14:nvContentPartPr>
            <p14:xfrm>
              <a:off x="544080" y="2441225"/>
              <a:ext cx="558360" cy="3728520"/>
            </p14:xfrm>
          </p:contentPart>
        </mc:Choice>
        <mc:Fallback>
          <p:pic>
            <p:nvPicPr>
              <p:cNvPr id="150" name="Ink 149"/>
              <p:cNvPicPr/>
              <p:nvPr/>
            </p:nvPicPr>
            <p:blipFill>
              <a:blip r:embed="rId13"/>
              <a:stretch>
                <a:fillRect/>
              </a:stretch>
            </p:blipFill>
            <p:spPr>
              <a:xfrm>
                <a:off x="536520" y="2436905"/>
                <a:ext cx="572040" cy="375372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54" name="Ink 153"/>
              <p14:cNvContentPartPr/>
              <p14:nvPr/>
            </p14:nvContentPartPr>
            <p14:xfrm>
              <a:off x="4725120" y="4522745"/>
              <a:ext cx="696960" cy="1918440"/>
            </p14:xfrm>
          </p:contentPart>
        </mc:Choice>
        <mc:Fallback>
          <p:pic>
            <p:nvPicPr>
              <p:cNvPr id="154" name="Ink 153"/>
              <p:cNvPicPr/>
              <p:nvPr/>
            </p:nvPicPr>
            <p:blipFill>
              <a:blip r:embed="rId15"/>
              <a:stretch>
                <a:fillRect/>
              </a:stretch>
            </p:blipFill>
            <p:spPr>
              <a:xfrm>
                <a:off x="4711440" y="4503665"/>
                <a:ext cx="731520" cy="1958760"/>
              </a:xfrm>
              <a:prstGeom prst="rect">
                <a:avLst/>
              </a:prstGeom>
            </p:spPr>
          </p:pic>
        </mc:Fallback>
      </mc:AlternateContent>
    </p:spTree>
    <p:extLst>
      <p:ext uri="{BB962C8B-B14F-4D97-AF65-F5344CB8AC3E}">
        <p14:creationId xmlns:p14="http://schemas.microsoft.com/office/powerpoint/2010/main" val="164499708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2">
            <p14:nvContentPartPr>
              <p14:cNvPr id="4" name="Ink 3"/>
              <p14:cNvContentPartPr/>
              <p14:nvPr/>
            </p14:nvContentPartPr>
            <p14:xfrm>
              <a:off x="413040" y="123905"/>
              <a:ext cx="5131080" cy="6555600"/>
            </p14:xfrm>
          </p:contentPart>
        </mc:Choice>
        <mc:Fallback>
          <p:pic>
            <p:nvPicPr>
              <p:cNvPr id="4" name="Ink 3"/>
              <p:cNvPicPr/>
              <p:nvPr/>
            </p:nvPicPr>
            <p:blipFill>
              <a:blip r:embed="rId3"/>
              <a:stretch>
                <a:fillRect/>
              </a:stretch>
            </p:blipFill>
            <p:spPr>
              <a:xfrm>
                <a:off x="402600" y="103025"/>
                <a:ext cx="5147280" cy="659772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9" name="Ink 8"/>
              <p14:cNvContentPartPr/>
              <p14:nvPr/>
            </p14:nvContentPartPr>
            <p14:xfrm>
              <a:off x="1087680" y="252785"/>
              <a:ext cx="522360" cy="1568160"/>
            </p14:xfrm>
          </p:contentPart>
        </mc:Choice>
        <mc:Fallback>
          <p:pic>
            <p:nvPicPr>
              <p:cNvPr id="9" name="Ink 8"/>
              <p:cNvPicPr/>
              <p:nvPr/>
            </p:nvPicPr>
            <p:blipFill>
              <a:blip r:embed="rId5"/>
              <a:stretch>
                <a:fillRect/>
              </a:stretch>
            </p:blipFill>
            <p:spPr>
              <a:xfrm>
                <a:off x="1066800" y="235865"/>
                <a:ext cx="549720" cy="160596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37" name="Ink 36"/>
              <p14:cNvContentPartPr/>
              <p14:nvPr/>
            </p14:nvContentPartPr>
            <p14:xfrm>
              <a:off x="5574360" y="56585"/>
              <a:ext cx="805680" cy="2163240"/>
            </p14:xfrm>
          </p:contentPart>
        </mc:Choice>
        <mc:Fallback>
          <p:pic>
            <p:nvPicPr>
              <p:cNvPr id="37" name="Ink 36"/>
              <p:cNvPicPr/>
              <p:nvPr/>
            </p:nvPicPr>
            <p:blipFill>
              <a:blip r:embed="rId7"/>
              <a:stretch>
                <a:fillRect/>
              </a:stretch>
            </p:blipFill>
            <p:spPr>
              <a:xfrm>
                <a:off x="5563920" y="38225"/>
                <a:ext cx="837360" cy="220248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44" name="Ink 43"/>
              <p14:cNvContentPartPr/>
              <p14:nvPr/>
            </p14:nvContentPartPr>
            <p14:xfrm>
              <a:off x="6957480" y="983585"/>
              <a:ext cx="2637720" cy="860040"/>
            </p14:xfrm>
          </p:contentPart>
        </mc:Choice>
        <mc:Fallback>
          <p:pic>
            <p:nvPicPr>
              <p:cNvPr id="44" name="Ink 43"/>
              <p:cNvPicPr/>
              <p:nvPr/>
            </p:nvPicPr>
            <p:blipFill>
              <a:blip r:embed="rId9"/>
              <a:stretch>
                <a:fillRect/>
              </a:stretch>
            </p:blipFill>
            <p:spPr>
              <a:xfrm>
                <a:off x="6943800" y="962705"/>
                <a:ext cx="2672640" cy="89928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59" name="Ink 58"/>
              <p14:cNvContentPartPr/>
              <p14:nvPr/>
            </p14:nvContentPartPr>
            <p14:xfrm>
              <a:off x="737400" y="2335025"/>
              <a:ext cx="837720" cy="547200"/>
            </p14:xfrm>
          </p:contentPart>
        </mc:Choice>
        <mc:Fallback>
          <p:pic>
            <p:nvPicPr>
              <p:cNvPr id="59" name="Ink 58"/>
              <p:cNvPicPr/>
              <p:nvPr/>
            </p:nvPicPr>
            <p:blipFill>
              <a:blip r:embed="rId11"/>
              <a:stretch>
                <a:fillRect/>
              </a:stretch>
            </p:blipFill>
            <p:spPr>
              <a:xfrm>
                <a:off x="727680" y="2329265"/>
                <a:ext cx="852480" cy="56448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60" name="Ink 59"/>
              <p14:cNvContentPartPr/>
              <p14:nvPr/>
            </p14:nvContentPartPr>
            <p14:xfrm>
              <a:off x="1326000" y="2409905"/>
              <a:ext cx="472680" cy="1823040"/>
            </p14:xfrm>
          </p:contentPart>
        </mc:Choice>
        <mc:Fallback>
          <p:pic>
            <p:nvPicPr>
              <p:cNvPr id="60" name="Ink 59"/>
              <p:cNvPicPr/>
              <p:nvPr/>
            </p:nvPicPr>
            <p:blipFill>
              <a:blip r:embed="rId13"/>
              <a:stretch>
                <a:fillRect/>
              </a:stretch>
            </p:blipFill>
            <p:spPr>
              <a:xfrm>
                <a:off x="1310160" y="2394425"/>
                <a:ext cx="494640" cy="185940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82" name="Ink 81"/>
              <p14:cNvContentPartPr/>
              <p14:nvPr/>
            </p14:nvContentPartPr>
            <p14:xfrm>
              <a:off x="5235600" y="2172665"/>
              <a:ext cx="781920" cy="2261520"/>
            </p14:xfrm>
          </p:contentPart>
        </mc:Choice>
        <mc:Fallback>
          <p:pic>
            <p:nvPicPr>
              <p:cNvPr id="82" name="Ink 81"/>
              <p:cNvPicPr/>
              <p:nvPr/>
            </p:nvPicPr>
            <p:blipFill>
              <a:blip r:embed="rId15"/>
              <a:stretch>
                <a:fillRect/>
              </a:stretch>
            </p:blipFill>
            <p:spPr>
              <a:xfrm>
                <a:off x="5225520" y="2156105"/>
                <a:ext cx="812880" cy="2298960"/>
              </a:xfrm>
              <a:prstGeom prst="rect">
                <a:avLst/>
              </a:prstGeom>
            </p:spPr>
          </p:pic>
        </mc:Fallback>
      </mc:AlternateContent>
    </p:spTree>
    <p:extLst>
      <p:ext uri="{BB962C8B-B14F-4D97-AF65-F5344CB8AC3E}">
        <p14:creationId xmlns:p14="http://schemas.microsoft.com/office/powerpoint/2010/main" val="212317323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2">
            <p14:nvContentPartPr>
              <p14:cNvPr id="4" name="Ink 3"/>
              <p14:cNvContentPartPr/>
              <p14:nvPr/>
            </p14:nvContentPartPr>
            <p14:xfrm>
              <a:off x="53400" y="79985"/>
              <a:ext cx="4986720" cy="5370480"/>
            </p14:xfrm>
          </p:contentPart>
        </mc:Choice>
        <mc:Fallback>
          <p:pic>
            <p:nvPicPr>
              <p:cNvPr id="4" name="Ink 3"/>
              <p:cNvPicPr/>
              <p:nvPr/>
            </p:nvPicPr>
            <p:blipFill>
              <a:blip r:embed="rId3"/>
              <a:stretch>
                <a:fillRect/>
              </a:stretch>
            </p:blipFill>
            <p:spPr>
              <a:xfrm>
                <a:off x="32520" y="59105"/>
                <a:ext cx="5027400" cy="540720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67" name="Ink 66"/>
              <p14:cNvContentPartPr/>
              <p14:nvPr/>
            </p14:nvContentPartPr>
            <p14:xfrm>
              <a:off x="3043920" y="3458945"/>
              <a:ext cx="789840" cy="1947960"/>
            </p14:xfrm>
          </p:contentPart>
        </mc:Choice>
        <mc:Fallback>
          <p:pic>
            <p:nvPicPr>
              <p:cNvPr id="67" name="Ink 66"/>
              <p:cNvPicPr/>
              <p:nvPr/>
            </p:nvPicPr>
            <p:blipFill>
              <a:blip r:embed="rId5"/>
              <a:stretch>
                <a:fillRect/>
              </a:stretch>
            </p:blipFill>
            <p:spPr>
              <a:xfrm>
                <a:off x="3033120" y="3442025"/>
                <a:ext cx="821520" cy="198612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70" name="Ink 69"/>
              <p14:cNvContentPartPr/>
              <p14:nvPr/>
            </p14:nvContentPartPr>
            <p14:xfrm>
              <a:off x="3723240" y="3482705"/>
              <a:ext cx="692280" cy="1845360"/>
            </p14:xfrm>
          </p:contentPart>
        </mc:Choice>
        <mc:Fallback>
          <p:pic>
            <p:nvPicPr>
              <p:cNvPr id="70" name="Ink 69"/>
              <p:cNvPicPr/>
              <p:nvPr/>
            </p:nvPicPr>
            <p:blipFill>
              <a:blip r:embed="rId7"/>
              <a:stretch>
                <a:fillRect/>
              </a:stretch>
            </p:blipFill>
            <p:spPr>
              <a:xfrm>
                <a:off x="3705240" y="3463265"/>
                <a:ext cx="716400" cy="188568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85" name="Ink 84"/>
              <p14:cNvContentPartPr/>
              <p14:nvPr/>
            </p14:nvContentPartPr>
            <p14:xfrm>
              <a:off x="6099240" y="3268865"/>
              <a:ext cx="554400" cy="1918440"/>
            </p14:xfrm>
          </p:contentPart>
        </mc:Choice>
        <mc:Fallback>
          <p:pic>
            <p:nvPicPr>
              <p:cNvPr id="85" name="Ink 84"/>
              <p:cNvPicPr/>
              <p:nvPr/>
            </p:nvPicPr>
            <p:blipFill>
              <a:blip r:embed="rId9"/>
              <a:stretch>
                <a:fillRect/>
              </a:stretch>
            </p:blipFill>
            <p:spPr>
              <a:xfrm>
                <a:off x="6081600" y="3251225"/>
                <a:ext cx="578160" cy="195696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86" name="Ink 85"/>
              <p14:cNvContentPartPr/>
              <p14:nvPr/>
            </p14:nvContentPartPr>
            <p14:xfrm>
              <a:off x="7087800" y="3229985"/>
              <a:ext cx="568440" cy="2007360"/>
            </p14:xfrm>
          </p:contentPart>
        </mc:Choice>
        <mc:Fallback>
          <p:pic>
            <p:nvPicPr>
              <p:cNvPr id="86" name="Ink 85"/>
              <p:cNvPicPr/>
              <p:nvPr/>
            </p:nvPicPr>
            <p:blipFill>
              <a:blip r:embed="rId11"/>
              <a:stretch>
                <a:fillRect/>
              </a:stretch>
            </p:blipFill>
            <p:spPr>
              <a:xfrm>
                <a:off x="7076280" y="3212345"/>
                <a:ext cx="601200" cy="204588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87" name="Ink 86"/>
              <p14:cNvContentPartPr/>
              <p14:nvPr/>
            </p14:nvContentPartPr>
            <p14:xfrm>
              <a:off x="3738000" y="3302345"/>
              <a:ext cx="3448080" cy="2032560"/>
            </p14:xfrm>
          </p:contentPart>
        </mc:Choice>
        <mc:Fallback>
          <p:pic>
            <p:nvPicPr>
              <p:cNvPr id="87" name="Ink 86"/>
              <p:cNvPicPr/>
              <p:nvPr/>
            </p:nvPicPr>
            <p:blipFill>
              <a:blip r:embed="rId13"/>
              <a:stretch>
                <a:fillRect/>
              </a:stretch>
            </p:blipFill>
            <p:spPr>
              <a:xfrm>
                <a:off x="3728280" y="3297305"/>
                <a:ext cx="3463200" cy="205848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91" name="Ink 90"/>
              <p14:cNvContentPartPr/>
              <p14:nvPr/>
            </p14:nvContentPartPr>
            <p14:xfrm>
              <a:off x="91920" y="3559025"/>
              <a:ext cx="688680" cy="2006640"/>
            </p14:xfrm>
          </p:contentPart>
        </mc:Choice>
        <mc:Fallback>
          <p:pic>
            <p:nvPicPr>
              <p:cNvPr id="91" name="Ink 90"/>
              <p:cNvPicPr/>
              <p:nvPr/>
            </p:nvPicPr>
            <p:blipFill>
              <a:blip r:embed="rId15"/>
              <a:stretch>
                <a:fillRect/>
              </a:stretch>
            </p:blipFill>
            <p:spPr>
              <a:xfrm>
                <a:off x="71029" y="3538145"/>
                <a:ext cx="716054" cy="204840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92" name="Ink 91"/>
              <p14:cNvContentPartPr/>
              <p14:nvPr/>
            </p14:nvContentPartPr>
            <p14:xfrm>
              <a:off x="840720" y="5389265"/>
              <a:ext cx="2453040" cy="200520"/>
            </p14:xfrm>
          </p:contentPart>
        </mc:Choice>
        <mc:Fallback>
          <p:pic>
            <p:nvPicPr>
              <p:cNvPr id="92" name="Ink 91"/>
              <p:cNvPicPr/>
              <p:nvPr/>
            </p:nvPicPr>
            <p:blipFill>
              <a:blip r:embed="rId17"/>
              <a:stretch>
                <a:fillRect/>
              </a:stretch>
            </p:blipFill>
            <p:spPr>
              <a:xfrm>
                <a:off x="827040" y="5368025"/>
                <a:ext cx="2487600" cy="23832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95" name="Ink 94"/>
              <p14:cNvContentPartPr/>
              <p14:nvPr/>
            </p14:nvContentPartPr>
            <p14:xfrm>
              <a:off x="7854600" y="4806785"/>
              <a:ext cx="417240" cy="456480"/>
            </p14:xfrm>
          </p:contentPart>
        </mc:Choice>
        <mc:Fallback>
          <p:pic>
            <p:nvPicPr>
              <p:cNvPr id="95" name="Ink 94"/>
              <p:cNvPicPr/>
              <p:nvPr/>
            </p:nvPicPr>
            <p:blipFill>
              <a:blip r:embed="rId19"/>
              <a:stretch>
                <a:fillRect/>
              </a:stretch>
            </p:blipFill>
            <p:spPr>
              <a:xfrm>
                <a:off x="7837680" y="4792025"/>
                <a:ext cx="437400" cy="484200"/>
              </a:xfrm>
              <a:prstGeom prst="rect">
                <a:avLst/>
              </a:prstGeom>
            </p:spPr>
          </p:pic>
        </mc:Fallback>
      </mc:AlternateContent>
    </p:spTree>
    <p:extLst>
      <p:ext uri="{BB962C8B-B14F-4D97-AF65-F5344CB8AC3E}">
        <p14:creationId xmlns:p14="http://schemas.microsoft.com/office/powerpoint/2010/main" val="222400062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2">
            <p14:nvContentPartPr>
              <p14:cNvPr id="5" name="Ink 4"/>
              <p14:cNvContentPartPr/>
              <p14:nvPr/>
            </p14:nvContentPartPr>
            <p14:xfrm>
              <a:off x="295320" y="254225"/>
              <a:ext cx="3974040" cy="4901040"/>
            </p14:xfrm>
          </p:contentPart>
        </mc:Choice>
        <mc:Fallback>
          <p:pic>
            <p:nvPicPr>
              <p:cNvPr id="5" name="Ink 4"/>
              <p:cNvPicPr/>
              <p:nvPr/>
            </p:nvPicPr>
            <p:blipFill>
              <a:blip r:embed="rId3"/>
              <a:stretch>
                <a:fillRect/>
              </a:stretch>
            </p:blipFill>
            <p:spPr>
              <a:xfrm>
                <a:off x="276240" y="238025"/>
                <a:ext cx="4014000" cy="493164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68" name="Ink 67"/>
              <p14:cNvContentPartPr/>
              <p14:nvPr/>
            </p14:nvContentPartPr>
            <p14:xfrm>
              <a:off x="5223360" y="442145"/>
              <a:ext cx="434880" cy="276840"/>
            </p14:xfrm>
          </p:contentPart>
        </mc:Choice>
        <mc:Fallback>
          <p:pic>
            <p:nvPicPr>
              <p:cNvPr id="68" name="Ink 67"/>
              <p:cNvPicPr/>
              <p:nvPr/>
            </p:nvPicPr>
            <p:blipFill>
              <a:blip r:embed="rId5"/>
              <a:stretch>
                <a:fillRect/>
              </a:stretch>
            </p:blipFill>
            <p:spPr>
              <a:xfrm>
                <a:off x="5213640" y="424145"/>
                <a:ext cx="450000" cy="31212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69" name="Ink 68"/>
              <p14:cNvContentPartPr/>
              <p14:nvPr/>
            </p14:nvContentPartPr>
            <p14:xfrm>
              <a:off x="5713680" y="544745"/>
              <a:ext cx="147960" cy="11520"/>
            </p14:xfrm>
          </p:contentPart>
        </mc:Choice>
        <mc:Fallback>
          <p:pic>
            <p:nvPicPr>
              <p:cNvPr id="69" name="Ink 68"/>
              <p:cNvPicPr/>
              <p:nvPr/>
            </p:nvPicPr>
            <p:blipFill>
              <a:blip r:embed="rId7"/>
              <a:stretch>
                <a:fillRect/>
              </a:stretch>
            </p:blipFill>
            <p:spPr>
              <a:xfrm>
                <a:off x="5705040" y="535025"/>
                <a:ext cx="164520" cy="2988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70" name="Ink 69"/>
              <p14:cNvContentPartPr/>
              <p14:nvPr/>
            </p14:nvContentPartPr>
            <p14:xfrm>
              <a:off x="5625480" y="645185"/>
              <a:ext cx="223560" cy="33840"/>
            </p14:xfrm>
          </p:contentPart>
        </mc:Choice>
        <mc:Fallback>
          <p:pic>
            <p:nvPicPr>
              <p:cNvPr id="70" name="Ink 69"/>
              <p:cNvPicPr/>
              <p:nvPr/>
            </p:nvPicPr>
            <p:blipFill>
              <a:blip r:embed="rId9"/>
              <a:stretch>
                <a:fillRect/>
              </a:stretch>
            </p:blipFill>
            <p:spPr>
              <a:xfrm>
                <a:off x="5618280" y="640865"/>
                <a:ext cx="235080" cy="4536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71" name="Ink 70"/>
              <p14:cNvContentPartPr/>
              <p14:nvPr/>
            </p14:nvContentPartPr>
            <p14:xfrm>
              <a:off x="6042000" y="493625"/>
              <a:ext cx="281880" cy="81720"/>
            </p14:xfrm>
          </p:contentPart>
        </mc:Choice>
        <mc:Fallback>
          <p:pic>
            <p:nvPicPr>
              <p:cNvPr id="71" name="Ink 70"/>
              <p:cNvPicPr/>
              <p:nvPr/>
            </p:nvPicPr>
            <p:blipFill>
              <a:blip r:embed="rId11"/>
              <a:stretch>
                <a:fillRect/>
              </a:stretch>
            </p:blipFill>
            <p:spPr>
              <a:xfrm>
                <a:off x="6033720" y="488945"/>
                <a:ext cx="294840" cy="9468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72" name="Ink 71"/>
              <p14:cNvContentPartPr/>
              <p14:nvPr/>
            </p14:nvContentPartPr>
            <p14:xfrm>
              <a:off x="6306960" y="374825"/>
              <a:ext cx="102600" cy="443880"/>
            </p14:xfrm>
          </p:contentPart>
        </mc:Choice>
        <mc:Fallback>
          <p:pic>
            <p:nvPicPr>
              <p:cNvPr id="72" name="Ink 71"/>
              <p:cNvPicPr/>
              <p:nvPr/>
            </p:nvPicPr>
            <p:blipFill>
              <a:blip r:embed="rId13"/>
              <a:stretch>
                <a:fillRect/>
              </a:stretch>
            </p:blipFill>
            <p:spPr>
              <a:xfrm>
                <a:off x="6297600" y="361145"/>
                <a:ext cx="130320" cy="46332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73" name="Ink 72"/>
              <p14:cNvContentPartPr/>
              <p14:nvPr/>
            </p14:nvContentPartPr>
            <p14:xfrm>
              <a:off x="5419920" y="1058105"/>
              <a:ext cx="249480" cy="564480"/>
            </p14:xfrm>
          </p:contentPart>
        </mc:Choice>
        <mc:Fallback>
          <p:pic>
            <p:nvPicPr>
              <p:cNvPr id="73" name="Ink 72"/>
              <p:cNvPicPr/>
              <p:nvPr/>
            </p:nvPicPr>
            <p:blipFill>
              <a:blip r:embed="rId15"/>
              <a:stretch>
                <a:fillRect/>
              </a:stretch>
            </p:blipFill>
            <p:spPr>
              <a:xfrm>
                <a:off x="5409840" y="1039025"/>
                <a:ext cx="264960" cy="60336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74" name="Ink 73"/>
              <p14:cNvContentPartPr/>
              <p14:nvPr/>
            </p14:nvContentPartPr>
            <p14:xfrm>
              <a:off x="5777760" y="1171865"/>
              <a:ext cx="242640" cy="42480"/>
            </p14:xfrm>
          </p:contentPart>
        </mc:Choice>
        <mc:Fallback>
          <p:pic>
            <p:nvPicPr>
              <p:cNvPr id="74" name="Ink 73"/>
              <p:cNvPicPr/>
              <p:nvPr/>
            </p:nvPicPr>
            <p:blipFill>
              <a:blip r:embed="rId17"/>
              <a:stretch>
                <a:fillRect/>
              </a:stretch>
            </p:blipFill>
            <p:spPr>
              <a:xfrm>
                <a:off x="5769480" y="1158545"/>
                <a:ext cx="264240" cy="6408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75" name="Ink 74"/>
              <p14:cNvContentPartPr/>
              <p14:nvPr/>
            </p14:nvContentPartPr>
            <p14:xfrm>
              <a:off x="5806920" y="1273745"/>
              <a:ext cx="207360" cy="32400"/>
            </p14:xfrm>
          </p:contentPart>
        </mc:Choice>
        <mc:Fallback>
          <p:pic>
            <p:nvPicPr>
              <p:cNvPr id="75" name="Ink 74"/>
              <p:cNvPicPr/>
              <p:nvPr/>
            </p:nvPicPr>
            <p:blipFill>
              <a:blip r:embed="rId19"/>
              <a:stretch>
                <a:fillRect/>
              </a:stretch>
            </p:blipFill>
            <p:spPr>
              <a:xfrm>
                <a:off x="5795760" y="1268705"/>
                <a:ext cx="223560" cy="4896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76" name="Ink 75"/>
              <p14:cNvContentPartPr/>
              <p14:nvPr/>
            </p14:nvContentPartPr>
            <p14:xfrm>
              <a:off x="6192480" y="1116425"/>
              <a:ext cx="105480" cy="220680"/>
            </p14:xfrm>
          </p:contentPart>
        </mc:Choice>
        <mc:Fallback>
          <p:pic>
            <p:nvPicPr>
              <p:cNvPr id="76" name="Ink 75"/>
              <p:cNvPicPr/>
              <p:nvPr/>
            </p:nvPicPr>
            <p:blipFill>
              <a:blip r:embed="rId21"/>
              <a:stretch>
                <a:fillRect/>
              </a:stretch>
            </p:blipFill>
            <p:spPr>
              <a:xfrm>
                <a:off x="6187080" y="1103105"/>
                <a:ext cx="131040" cy="25092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77" name="Ink 76"/>
              <p14:cNvContentPartPr/>
              <p14:nvPr/>
            </p14:nvContentPartPr>
            <p14:xfrm>
              <a:off x="6102840" y="982505"/>
              <a:ext cx="478440" cy="119160"/>
            </p14:xfrm>
          </p:contentPart>
        </mc:Choice>
        <mc:Fallback>
          <p:pic>
            <p:nvPicPr>
              <p:cNvPr id="77" name="Ink 76"/>
              <p:cNvPicPr/>
              <p:nvPr/>
            </p:nvPicPr>
            <p:blipFill>
              <a:blip r:embed="rId23"/>
              <a:stretch>
                <a:fillRect/>
              </a:stretch>
            </p:blipFill>
            <p:spPr>
              <a:xfrm>
                <a:off x="6099240" y="968105"/>
                <a:ext cx="490680" cy="13716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78" name="Ink 77"/>
              <p14:cNvContentPartPr/>
              <p14:nvPr/>
            </p14:nvContentPartPr>
            <p14:xfrm>
              <a:off x="5271240" y="1798625"/>
              <a:ext cx="368280" cy="283680"/>
            </p14:xfrm>
          </p:contentPart>
        </mc:Choice>
        <mc:Fallback>
          <p:pic>
            <p:nvPicPr>
              <p:cNvPr id="78" name="Ink 77"/>
              <p:cNvPicPr/>
              <p:nvPr/>
            </p:nvPicPr>
            <p:blipFill>
              <a:blip r:embed="rId25"/>
              <a:stretch>
                <a:fillRect/>
              </a:stretch>
            </p:blipFill>
            <p:spPr>
              <a:xfrm>
                <a:off x="5251080" y="1781705"/>
                <a:ext cx="394200" cy="32112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79" name="Ink 78"/>
              <p14:cNvContentPartPr/>
              <p14:nvPr/>
            </p14:nvContentPartPr>
            <p14:xfrm>
              <a:off x="5716920" y="1834265"/>
              <a:ext cx="216360" cy="38520"/>
            </p14:xfrm>
          </p:contentPart>
        </mc:Choice>
        <mc:Fallback>
          <p:pic>
            <p:nvPicPr>
              <p:cNvPr id="79" name="Ink 78"/>
              <p:cNvPicPr/>
              <p:nvPr/>
            </p:nvPicPr>
            <p:blipFill>
              <a:blip r:embed="rId27"/>
              <a:stretch>
                <a:fillRect/>
              </a:stretch>
            </p:blipFill>
            <p:spPr>
              <a:xfrm>
                <a:off x="5706840" y="1823465"/>
                <a:ext cx="234000" cy="5760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80" name="Ink 79"/>
              <p14:cNvContentPartPr/>
              <p14:nvPr/>
            </p14:nvContentPartPr>
            <p14:xfrm>
              <a:off x="5719080" y="1936505"/>
              <a:ext cx="237960" cy="44280"/>
            </p14:xfrm>
          </p:contentPart>
        </mc:Choice>
        <mc:Fallback>
          <p:pic>
            <p:nvPicPr>
              <p:cNvPr id="80" name="Ink 79"/>
              <p:cNvPicPr/>
              <p:nvPr/>
            </p:nvPicPr>
            <p:blipFill>
              <a:blip r:embed="rId29"/>
              <a:stretch>
                <a:fillRect/>
              </a:stretch>
            </p:blipFill>
            <p:spPr>
              <a:xfrm>
                <a:off x="5710080" y="1931825"/>
                <a:ext cx="251640" cy="5976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81" name="Ink 80"/>
              <p14:cNvContentPartPr/>
              <p14:nvPr/>
            </p14:nvContentPartPr>
            <p14:xfrm>
              <a:off x="6049200" y="1757945"/>
              <a:ext cx="395280" cy="374400"/>
            </p14:xfrm>
          </p:contentPart>
        </mc:Choice>
        <mc:Fallback>
          <p:pic>
            <p:nvPicPr>
              <p:cNvPr id="81" name="Ink 80"/>
              <p:cNvPicPr/>
              <p:nvPr/>
            </p:nvPicPr>
            <p:blipFill>
              <a:blip r:embed="rId31"/>
              <a:stretch>
                <a:fillRect/>
              </a:stretch>
            </p:blipFill>
            <p:spPr>
              <a:xfrm>
                <a:off x="6043800" y="1744265"/>
                <a:ext cx="418680" cy="40320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82" name="Ink 81"/>
              <p14:cNvContentPartPr/>
              <p14:nvPr/>
            </p14:nvContentPartPr>
            <p14:xfrm>
              <a:off x="5227320" y="3200825"/>
              <a:ext cx="329400" cy="369720"/>
            </p14:xfrm>
          </p:contentPart>
        </mc:Choice>
        <mc:Fallback>
          <p:pic>
            <p:nvPicPr>
              <p:cNvPr id="82" name="Ink 81"/>
              <p:cNvPicPr/>
              <p:nvPr/>
            </p:nvPicPr>
            <p:blipFill>
              <a:blip r:embed="rId33"/>
              <a:stretch>
                <a:fillRect/>
              </a:stretch>
            </p:blipFill>
            <p:spPr>
              <a:xfrm>
                <a:off x="5213640" y="3181025"/>
                <a:ext cx="348480" cy="40716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83" name="Ink 82"/>
              <p14:cNvContentPartPr/>
              <p14:nvPr/>
            </p14:nvContentPartPr>
            <p14:xfrm>
              <a:off x="5637720" y="3287585"/>
              <a:ext cx="240840" cy="65520"/>
            </p14:xfrm>
          </p:contentPart>
        </mc:Choice>
        <mc:Fallback>
          <p:pic>
            <p:nvPicPr>
              <p:cNvPr id="83" name="Ink 82"/>
              <p:cNvPicPr/>
              <p:nvPr/>
            </p:nvPicPr>
            <p:blipFill>
              <a:blip r:embed="rId35"/>
              <a:stretch>
                <a:fillRect/>
              </a:stretch>
            </p:blipFill>
            <p:spPr>
              <a:xfrm>
                <a:off x="5628360" y="3274985"/>
                <a:ext cx="262800" cy="8748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84" name="Ink 83"/>
              <p14:cNvContentPartPr/>
              <p14:nvPr/>
            </p14:nvContentPartPr>
            <p14:xfrm>
              <a:off x="5642400" y="3397025"/>
              <a:ext cx="272880" cy="72000"/>
            </p14:xfrm>
          </p:contentPart>
        </mc:Choice>
        <mc:Fallback>
          <p:pic>
            <p:nvPicPr>
              <p:cNvPr id="84" name="Ink 83"/>
              <p:cNvPicPr/>
              <p:nvPr/>
            </p:nvPicPr>
            <p:blipFill>
              <a:blip r:embed="rId37"/>
              <a:stretch>
                <a:fillRect/>
              </a:stretch>
            </p:blipFill>
            <p:spPr>
              <a:xfrm>
                <a:off x="5633040" y="3392345"/>
                <a:ext cx="286920" cy="8712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85" name="Ink 84"/>
              <p14:cNvContentPartPr/>
              <p14:nvPr/>
            </p14:nvContentPartPr>
            <p14:xfrm>
              <a:off x="6103200" y="3224585"/>
              <a:ext cx="375840" cy="361800"/>
            </p14:xfrm>
          </p:contentPart>
        </mc:Choice>
        <mc:Fallback>
          <p:pic>
            <p:nvPicPr>
              <p:cNvPr id="85" name="Ink 84"/>
              <p:cNvPicPr/>
              <p:nvPr/>
            </p:nvPicPr>
            <p:blipFill>
              <a:blip r:embed="rId39"/>
              <a:stretch>
                <a:fillRect/>
              </a:stretch>
            </p:blipFill>
            <p:spPr>
              <a:xfrm>
                <a:off x="6097800" y="3209465"/>
                <a:ext cx="399600" cy="39420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86" name="Ink 85"/>
              <p14:cNvContentPartPr/>
              <p14:nvPr/>
            </p14:nvContentPartPr>
            <p14:xfrm>
              <a:off x="5228040" y="3978065"/>
              <a:ext cx="290520" cy="629280"/>
            </p14:xfrm>
          </p:contentPart>
        </mc:Choice>
        <mc:Fallback>
          <p:pic>
            <p:nvPicPr>
              <p:cNvPr id="86" name="Ink 85"/>
              <p:cNvPicPr/>
              <p:nvPr/>
            </p:nvPicPr>
            <p:blipFill>
              <a:blip r:embed="rId41"/>
              <a:stretch>
                <a:fillRect/>
              </a:stretch>
            </p:blipFill>
            <p:spPr>
              <a:xfrm>
                <a:off x="5213280" y="3957185"/>
                <a:ext cx="310680" cy="67104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87" name="Ink 86"/>
              <p14:cNvContentPartPr/>
              <p14:nvPr/>
            </p14:nvContentPartPr>
            <p14:xfrm>
              <a:off x="5633760" y="4072025"/>
              <a:ext cx="225000" cy="34560"/>
            </p14:xfrm>
          </p:contentPart>
        </mc:Choice>
        <mc:Fallback>
          <p:pic>
            <p:nvPicPr>
              <p:cNvPr id="87" name="Ink 86"/>
              <p:cNvPicPr/>
              <p:nvPr/>
            </p:nvPicPr>
            <p:blipFill>
              <a:blip r:embed="rId43"/>
              <a:stretch>
                <a:fillRect/>
              </a:stretch>
            </p:blipFill>
            <p:spPr>
              <a:xfrm>
                <a:off x="5623320" y="4057985"/>
                <a:ext cx="249480" cy="6480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88" name="Ink 87"/>
              <p14:cNvContentPartPr/>
              <p14:nvPr/>
            </p14:nvContentPartPr>
            <p14:xfrm>
              <a:off x="5625840" y="4217465"/>
              <a:ext cx="286200" cy="29880"/>
            </p14:xfrm>
          </p:contentPart>
        </mc:Choice>
        <mc:Fallback>
          <p:pic>
            <p:nvPicPr>
              <p:cNvPr id="88" name="Ink 87"/>
              <p:cNvPicPr/>
              <p:nvPr/>
            </p:nvPicPr>
            <p:blipFill>
              <a:blip r:embed="rId45"/>
              <a:stretch>
                <a:fillRect/>
              </a:stretch>
            </p:blipFill>
            <p:spPr>
              <a:xfrm>
                <a:off x="5616840" y="4196585"/>
                <a:ext cx="316080" cy="6300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89" name="Ink 88"/>
              <p14:cNvContentPartPr/>
              <p14:nvPr/>
            </p14:nvContentPartPr>
            <p14:xfrm>
              <a:off x="6113280" y="4020185"/>
              <a:ext cx="316080" cy="451440"/>
            </p14:xfrm>
          </p:contentPart>
        </mc:Choice>
        <mc:Fallback>
          <p:pic>
            <p:nvPicPr>
              <p:cNvPr id="89" name="Ink 88"/>
              <p:cNvPicPr/>
              <p:nvPr/>
            </p:nvPicPr>
            <p:blipFill>
              <a:blip r:embed="rId47"/>
              <a:stretch>
                <a:fillRect/>
              </a:stretch>
            </p:blipFill>
            <p:spPr>
              <a:xfrm>
                <a:off x="6096000" y="4006505"/>
                <a:ext cx="354240" cy="47160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90" name="Ink 89"/>
              <p14:cNvContentPartPr/>
              <p14:nvPr/>
            </p14:nvContentPartPr>
            <p14:xfrm>
              <a:off x="5287080" y="4718945"/>
              <a:ext cx="313560" cy="299520"/>
            </p14:xfrm>
          </p:contentPart>
        </mc:Choice>
        <mc:Fallback>
          <p:pic>
            <p:nvPicPr>
              <p:cNvPr id="90" name="Ink 89"/>
              <p:cNvPicPr/>
              <p:nvPr/>
            </p:nvPicPr>
            <p:blipFill>
              <a:blip r:embed="rId49"/>
              <a:stretch>
                <a:fillRect/>
              </a:stretch>
            </p:blipFill>
            <p:spPr>
              <a:xfrm>
                <a:off x="5268720" y="4702745"/>
                <a:ext cx="337320" cy="33444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91" name="Ink 90"/>
              <p14:cNvContentPartPr/>
              <p14:nvPr/>
            </p14:nvContentPartPr>
            <p14:xfrm>
              <a:off x="5721960" y="4766465"/>
              <a:ext cx="237240" cy="48240"/>
            </p14:xfrm>
          </p:contentPart>
        </mc:Choice>
        <mc:Fallback>
          <p:pic>
            <p:nvPicPr>
              <p:cNvPr id="91" name="Ink 90"/>
              <p:cNvPicPr/>
              <p:nvPr/>
            </p:nvPicPr>
            <p:blipFill>
              <a:blip r:embed="rId51"/>
              <a:stretch>
                <a:fillRect/>
              </a:stretch>
            </p:blipFill>
            <p:spPr>
              <a:xfrm>
                <a:off x="5712600" y="4756025"/>
                <a:ext cx="257040" cy="6804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92" name="Ink 91"/>
              <p14:cNvContentPartPr/>
              <p14:nvPr/>
            </p14:nvContentPartPr>
            <p14:xfrm>
              <a:off x="5745360" y="4863305"/>
              <a:ext cx="258480" cy="46080"/>
            </p14:xfrm>
          </p:contentPart>
        </mc:Choice>
        <mc:Fallback>
          <p:pic>
            <p:nvPicPr>
              <p:cNvPr id="92" name="Ink 91"/>
              <p:cNvPicPr/>
              <p:nvPr/>
            </p:nvPicPr>
            <p:blipFill>
              <a:blip r:embed="rId53"/>
              <a:stretch>
                <a:fillRect/>
              </a:stretch>
            </p:blipFill>
            <p:spPr>
              <a:xfrm>
                <a:off x="5738160" y="4858985"/>
                <a:ext cx="270000" cy="6012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93" name="Ink 92"/>
              <p14:cNvContentPartPr/>
              <p14:nvPr/>
            </p14:nvContentPartPr>
            <p14:xfrm>
              <a:off x="6126240" y="4820105"/>
              <a:ext cx="236880" cy="47160"/>
            </p14:xfrm>
          </p:contentPart>
        </mc:Choice>
        <mc:Fallback>
          <p:pic>
            <p:nvPicPr>
              <p:cNvPr id="93" name="Ink 92"/>
              <p:cNvPicPr/>
              <p:nvPr/>
            </p:nvPicPr>
            <p:blipFill>
              <a:blip r:embed="rId55"/>
              <a:stretch>
                <a:fillRect/>
              </a:stretch>
            </p:blipFill>
            <p:spPr>
              <a:xfrm>
                <a:off x="6117960" y="4815425"/>
                <a:ext cx="249840" cy="6156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94" name="Ink 93"/>
              <p14:cNvContentPartPr/>
              <p14:nvPr/>
            </p14:nvContentPartPr>
            <p14:xfrm>
              <a:off x="6405240" y="4691225"/>
              <a:ext cx="1001520" cy="362160"/>
            </p14:xfrm>
          </p:contentPart>
        </mc:Choice>
        <mc:Fallback>
          <p:pic>
            <p:nvPicPr>
              <p:cNvPr id="94" name="Ink 93"/>
              <p:cNvPicPr/>
              <p:nvPr/>
            </p:nvPicPr>
            <p:blipFill>
              <a:blip r:embed="rId57"/>
              <a:stretch>
                <a:fillRect/>
              </a:stretch>
            </p:blipFill>
            <p:spPr>
              <a:xfrm>
                <a:off x="6400560" y="4680065"/>
                <a:ext cx="1027080" cy="394200"/>
              </a:xfrm>
              <a:prstGeom prst="rect">
                <a:avLst/>
              </a:prstGeom>
            </p:spPr>
          </p:pic>
        </mc:Fallback>
      </mc:AlternateContent>
    </p:spTree>
    <p:extLst>
      <p:ext uri="{BB962C8B-B14F-4D97-AF65-F5344CB8AC3E}">
        <p14:creationId xmlns:p14="http://schemas.microsoft.com/office/powerpoint/2010/main" val="57038780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2">
            <p14:nvContentPartPr>
              <p14:cNvPr id="36" name="Ink 35"/>
              <p14:cNvContentPartPr/>
              <p14:nvPr/>
            </p14:nvContentPartPr>
            <p14:xfrm>
              <a:off x="1035840" y="457985"/>
              <a:ext cx="3993480" cy="2400120"/>
            </p14:xfrm>
          </p:contentPart>
        </mc:Choice>
        <mc:Fallback>
          <p:pic>
            <p:nvPicPr>
              <p:cNvPr id="36" name="Ink 35"/>
              <p:cNvPicPr/>
              <p:nvPr/>
            </p:nvPicPr>
            <p:blipFill>
              <a:blip r:embed="rId3"/>
              <a:stretch>
                <a:fillRect/>
              </a:stretch>
            </p:blipFill>
            <p:spPr>
              <a:xfrm>
                <a:off x="1025760" y="440345"/>
                <a:ext cx="4024440" cy="2436480"/>
              </a:xfrm>
              <a:prstGeom prst="rect">
                <a:avLst/>
              </a:prstGeom>
            </p:spPr>
          </p:pic>
        </mc:Fallback>
      </mc:AlternateContent>
    </p:spTree>
    <p:extLst>
      <p:ext uri="{BB962C8B-B14F-4D97-AF65-F5344CB8AC3E}">
        <p14:creationId xmlns:p14="http://schemas.microsoft.com/office/powerpoint/2010/main" val="4172918729"/>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docProps/app.xml><?xml version="1.0" encoding="utf-8"?>
<Properties xmlns="http://schemas.openxmlformats.org/officeDocument/2006/extended-properties" xmlns:vt="http://schemas.openxmlformats.org/officeDocument/2006/docPropsVTypes">
  <Template>TM10001115[[fn=Parcel]]</Template>
  <TotalTime>1149</TotalTime>
  <Words>526</Words>
  <Application>Microsoft Office PowerPoint</Application>
  <PresentationFormat>Widescreen</PresentationFormat>
  <Paragraphs>171</Paragraphs>
  <Slides>60</Slides>
  <Notes>0</Notes>
  <HiddenSlides>0</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1</vt:i4>
      </vt:variant>
      <vt:variant>
        <vt:lpstr>Slide Titles</vt:lpstr>
      </vt:variant>
      <vt:variant>
        <vt:i4>60</vt:i4>
      </vt:variant>
    </vt:vector>
  </HeadingPairs>
  <TitlesOfParts>
    <vt:vector size="73" baseType="lpstr">
      <vt:lpstr>Arial</vt:lpstr>
      <vt:lpstr>Cambria Math</vt:lpstr>
      <vt:lpstr>Gill Sans MT</vt:lpstr>
      <vt:lpstr>inherit</vt:lpstr>
      <vt:lpstr>MJXc-TeX-main-R</vt:lpstr>
      <vt:lpstr>MJXc-TeX-math-I</vt:lpstr>
      <vt:lpstr>Times New Roman</vt:lpstr>
      <vt:lpstr>TimesNewRomanPS-BoldMT</vt:lpstr>
      <vt:lpstr>TimesNewRomanPS-ItalicMT</vt:lpstr>
      <vt:lpstr>TimesNewRomanPSMT</vt:lpstr>
      <vt:lpstr>Untitled Sans</vt:lpstr>
      <vt:lpstr>Parcel</vt:lpstr>
      <vt:lpstr>Equation</vt:lpstr>
      <vt:lpstr>Course name: Applied Computational Mathematics</vt:lpstr>
      <vt:lpstr>Module I linear algebra-1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GAUSS JORDAN ELIMINATION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Vipul</dc:creator>
  <cp:lastModifiedBy>Vipul</cp:lastModifiedBy>
  <cp:revision>73</cp:revision>
  <dcterms:created xsi:type="dcterms:W3CDTF">2025-09-03T08:07:49Z</dcterms:created>
  <dcterms:modified xsi:type="dcterms:W3CDTF">2026-09-03T08:47:47Z</dcterms:modified>
</cp:coreProperties>
</file>