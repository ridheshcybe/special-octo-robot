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Lst>
  <p:sldSz cx="18288000" cy="10287000"/>
  <p:notesSz cx="18288000" cy="10287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4" roundtripDataSignature="AMtx7mhDNiAhlFRYZLC6knigipiAgA6lC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E0F488-1F41-4B53-AFD7-03647380DF99}">
  <a:tblStyle styleId="{D4E0F488-1F41-4B53-AFD7-03647380DF99}"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420" y="5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1: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 name="Google Shape;63;p2: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p3: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fab8f1b309_0_3: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fab8f1b309_0_3: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4: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5: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5: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0" name="Google Shape;120;p6: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p7: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8: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10: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fac0026462_0_10: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3fac0026462_0_10: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11: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5: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15: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fac6ad607f_0_0: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g3fac6ad607f_0_0: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8: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p18: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0: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20: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fac6ad607f_0_16: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fac6ad607f_0_16: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fac6ad607f_0_22: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fac6ad607f_0_22: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fac6ad607f_0_31: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3fac6ad607f_0_31: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fac6ad607f_0_39: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g3fac6ad607f_0_39: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f845a74ca5_0_0: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3f845a74ca5_0_0: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f845a74ca5_0_6: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g3f845a74ca5_0_6: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f845a74ca5_0_12: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g3f845a74ca5_0_12: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f845a74ca5_0_1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3f845a74ca5_0_18: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f845a74ca5_0_24: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g3f845a74ca5_0_24: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fad8d27abe_0_5: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g3fad8d27abe_0_5: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8: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4" name="Google Shape;304;p2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fad8d27abe_0_16: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g3fad8d27abe_0_16: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fad8d27abe_0_2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3fad8d27abe_0_28: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fad8d27abe_0_22: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g3fad8d27abe_0_22: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9: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7" name="Google Shape;337;p29: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fad9e4a4cc_0_7: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 name="Google Shape;347;g3fad9e4a4cc_0_7:notes"/>
          <p:cNvSpPr txBox="1">
            <a:spLocks noGrp="1"/>
          </p:cNvSpPr>
          <p:nvPr>
            <p:ph type="body" idx="1"/>
          </p:nvPr>
        </p:nvSpPr>
        <p:spPr>
          <a:xfrm>
            <a:off x="1828800" y="4886325"/>
            <a:ext cx="14630400" cy="462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0: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4" name="Google Shape;354;p30:notes"/>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fb0e9563c7_0_0: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g3fb0e9563c7_0_0: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fb0e9563c7_0_7: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g3fb0e9563c7_0_7: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fb0e9563c7_0_14: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g3fb0e9563c7_0_14: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fb0e9563c7_0_21: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8" name="Google Shape;388;g3fb0e9563c7_0_21: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fb0e9563c7_0_38: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g3fb0e9563c7_0_3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fb0e9563c7_0_60: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g3fb0e9563c7_0_60: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fb0e9563c7_0_78: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g3fb0e9563c7_0_7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fb0e9563c7_0_91: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g3fb0e9563c7_0_91: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fb0e9563c7_0_101: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g3fb0e9563c7_0_101: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fb0e9563c7_0_108: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1" name="Google Shape;481;g3fb0e9563c7_0_10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fb0e9563c7_0_128: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2" name="Google Shape;502;g3fb0e9563c7_0_12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fb0e9563c7_0_146: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1" name="Google Shape;521;g3fb0e9563c7_0_146: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fb0e9563c7_0_166: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g3fb0e9563c7_0_166: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fb0e9563c7_0_176: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3" name="Google Shape;553;g3fb0e9563c7_0_176: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fb0e9563c7_0_183: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1" name="Google Shape;561;g3fb0e9563c7_0_183: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3fb0e9563c7_0_210: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9" name="Google Shape;589;g3fb0e9563c7_0_210: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fb0e9563c7_0_226: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6" name="Google Shape;606;g3fb0e9563c7_0_226: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fb0e9563c7_0_233: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4" name="Google Shape;614;g3fb0e9563c7_0_233: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fb0e9563c7_0_249: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1" name="Google Shape;631;g3fb0e9563c7_0_249: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fb0e9563c7_0_268: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1" name="Google Shape;651;g3fb0e9563c7_0_26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3fb0e9563c7_0_279: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3" name="Google Shape;663;g3fb0e9563c7_0_279: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3fb0e9563c7_0_292: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7" name="Google Shape;677;g3fb0e9563c7_0_292: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3fb0e9563c7_0_318:notes"/>
          <p:cNvSpPr txBox="1">
            <a:spLocks noGrp="1"/>
          </p:cNvSpPr>
          <p:nvPr>
            <p:ph type="body" idx="1"/>
          </p:nvPr>
        </p:nvSpPr>
        <p:spPr>
          <a:xfrm>
            <a:off x="1828800" y="4886325"/>
            <a:ext cx="14630400" cy="46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4" name="Google Shape;704;g3fb0e9563c7_0_318:notes"/>
          <p:cNvSpPr>
            <a:spLocks noGrp="1" noRot="1" noChangeAspect="1"/>
          </p:cNvSpPr>
          <p:nvPr>
            <p:ph type="sldImg" idx="2"/>
          </p:nvPr>
        </p:nvSpPr>
        <p:spPr>
          <a:xfrm>
            <a:off x="3048600" y="771525"/>
            <a:ext cx="12192600" cy="3857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7"/>
          <p:cNvSpPr txBox="1">
            <a:spLocks noGrp="1"/>
          </p:cNvSpPr>
          <p:nvPr>
            <p:ph type="title"/>
          </p:nvPr>
        </p:nvSpPr>
        <p:spPr>
          <a:xfrm>
            <a:off x="2751755" y="2188774"/>
            <a:ext cx="13085444" cy="134335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5900" b="1" i="0">
                <a:solidFill>
                  <a:srgbClr val="1B73BA"/>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7"/>
          <p:cNvSpPr txBox="1">
            <a:spLocks noGrp="1"/>
          </p:cNvSpPr>
          <p:nvPr>
            <p:ph type="body" idx="1"/>
          </p:nvPr>
        </p:nvSpPr>
        <p:spPr>
          <a:xfrm>
            <a:off x="2751755" y="4940075"/>
            <a:ext cx="8945245" cy="308482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950" b="0" i="0">
                <a:solidFill>
                  <a:srgbClr val="1B73BA"/>
                </a:solidFill>
                <a:latin typeface="Lucida Sans"/>
                <a:ea typeface="Lucida Sans"/>
                <a:cs typeface="Lucida Sans"/>
                <a:sym typeface="Lucida Sans"/>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1" name="Google Shape;21;p37"/>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7"/>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7"/>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38"/>
          <p:cNvSpPr txBox="1">
            <a:spLocks noGrp="1"/>
          </p:cNvSpPr>
          <p:nvPr>
            <p:ph type="ctrTitle"/>
          </p:nvPr>
        </p:nvSpPr>
        <p:spPr>
          <a:xfrm>
            <a:off x="1371600" y="3188970"/>
            <a:ext cx="15544800" cy="216027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5900" b="1" i="0">
                <a:solidFill>
                  <a:srgbClr val="1B73BA"/>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8"/>
          <p:cNvSpPr txBox="1">
            <a:spLocks noGrp="1"/>
          </p:cNvSpPr>
          <p:nvPr>
            <p:ph type="subTitle" idx="1"/>
          </p:nvPr>
        </p:nvSpPr>
        <p:spPr>
          <a:xfrm>
            <a:off x="2743200" y="5760720"/>
            <a:ext cx="12801600" cy="25717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950" b="0" i="0">
                <a:solidFill>
                  <a:srgbClr val="1B73BA"/>
                </a:solidFill>
                <a:latin typeface="Lucida Sans"/>
                <a:ea typeface="Lucida Sans"/>
                <a:cs typeface="Lucida Sans"/>
                <a:sym typeface="Lucida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8"/>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8"/>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8"/>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39"/>
          <p:cNvSpPr txBox="1">
            <a:spLocks noGrp="1"/>
          </p:cNvSpPr>
          <p:nvPr>
            <p:ph type="title"/>
          </p:nvPr>
        </p:nvSpPr>
        <p:spPr>
          <a:xfrm>
            <a:off x="2751755" y="2188774"/>
            <a:ext cx="13085444" cy="134335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5900" b="1" i="0">
                <a:solidFill>
                  <a:srgbClr val="1B73BA"/>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9"/>
          <p:cNvSpPr txBox="1">
            <a:spLocks noGrp="1"/>
          </p:cNvSpPr>
          <p:nvPr>
            <p:ph type="body" idx="1"/>
          </p:nvPr>
        </p:nvSpPr>
        <p:spPr>
          <a:xfrm>
            <a:off x="914400" y="2366010"/>
            <a:ext cx="7955280" cy="678942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3" name="Google Shape;33;p39"/>
          <p:cNvSpPr txBox="1">
            <a:spLocks noGrp="1"/>
          </p:cNvSpPr>
          <p:nvPr>
            <p:ph type="body" idx="2"/>
          </p:nvPr>
        </p:nvSpPr>
        <p:spPr>
          <a:xfrm>
            <a:off x="9418320" y="2366010"/>
            <a:ext cx="7955280" cy="678942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4" name="Google Shape;34;p39"/>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9"/>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9"/>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40"/>
          <p:cNvSpPr txBox="1">
            <a:spLocks noGrp="1"/>
          </p:cNvSpPr>
          <p:nvPr>
            <p:ph type="title"/>
          </p:nvPr>
        </p:nvSpPr>
        <p:spPr>
          <a:xfrm>
            <a:off x="2751755" y="2188774"/>
            <a:ext cx="13085444" cy="134335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5900" b="1" i="0">
                <a:solidFill>
                  <a:srgbClr val="1B73BA"/>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0"/>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0"/>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0"/>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2"/>
        <p:cNvGrpSpPr/>
        <p:nvPr/>
      </p:nvGrpSpPr>
      <p:grpSpPr>
        <a:xfrm>
          <a:off x="0" y="0"/>
          <a:ext cx="0" cy="0"/>
          <a:chOff x="0" y="0"/>
          <a:chExt cx="0" cy="0"/>
        </a:xfrm>
      </p:grpSpPr>
      <p:sp>
        <p:nvSpPr>
          <p:cNvPr id="43" name="Google Shape;43;p41"/>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1"/>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1"/>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p:nvPr/>
        </p:nvSpPr>
        <p:spPr>
          <a:xfrm>
            <a:off x="0" y="0"/>
            <a:ext cx="18288000" cy="10287000"/>
          </a:xfrm>
          <a:custGeom>
            <a:avLst/>
            <a:gdLst/>
            <a:ahLst/>
            <a:cxnLst/>
            <a:rect l="l" t="t" r="r" b="b"/>
            <a:pathLst>
              <a:path w="18288000" h="10287000" extrusionOk="0">
                <a:moveTo>
                  <a:pt x="18287998" y="10286999"/>
                </a:moveTo>
                <a:lnTo>
                  <a:pt x="0" y="10286999"/>
                </a:lnTo>
                <a:lnTo>
                  <a:pt x="0" y="0"/>
                </a:lnTo>
                <a:lnTo>
                  <a:pt x="18287998" y="0"/>
                </a:lnTo>
                <a:lnTo>
                  <a:pt x="18287998" y="10286999"/>
                </a:lnTo>
                <a:close/>
              </a:path>
            </a:pathLst>
          </a:custGeom>
          <a:solidFill>
            <a:srgbClr val="E7F5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36"/>
          <p:cNvSpPr/>
          <p:nvPr/>
        </p:nvSpPr>
        <p:spPr>
          <a:xfrm>
            <a:off x="15393475" y="8220186"/>
            <a:ext cx="2894965" cy="2066925"/>
          </a:xfrm>
          <a:custGeom>
            <a:avLst/>
            <a:gdLst/>
            <a:ahLst/>
            <a:cxnLst/>
            <a:rect l="l" t="t" r="r" b="b"/>
            <a:pathLst>
              <a:path w="2894965" h="2066925" extrusionOk="0">
                <a:moveTo>
                  <a:pt x="2894523" y="2066813"/>
                </a:moveTo>
                <a:lnTo>
                  <a:pt x="91405" y="2066813"/>
                </a:lnTo>
                <a:lnTo>
                  <a:pt x="74382" y="2023044"/>
                </a:lnTo>
                <a:lnTo>
                  <a:pt x="55187" y="1965595"/>
                </a:lnTo>
                <a:lnTo>
                  <a:pt x="38897" y="1907095"/>
                </a:lnTo>
                <a:lnTo>
                  <a:pt x="25486" y="1847677"/>
                </a:lnTo>
                <a:lnTo>
                  <a:pt x="14924" y="1787479"/>
                </a:lnTo>
                <a:lnTo>
                  <a:pt x="7185" y="1726634"/>
                </a:lnTo>
                <a:lnTo>
                  <a:pt x="2239" y="1665279"/>
                </a:lnTo>
                <a:lnTo>
                  <a:pt x="60" y="1603549"/>
                </a:lnTo>
                <a:lnTo>
                  <a:pt x="0" y="1572585"/>
                </a:lnTo>
                <a:lnTo>
                  <a:pt x="620" y="1541578"/>
                </a:lnTo>
                <a:lnTo>
                  <a:pt x="3890" y="1479503"/>
                </a:lnTo>
                <a:lnTo>
                  <a:pt x="9843" y="1417459"/>
                </a:lnTo>
                <a:lnTo>
                  <a:pt x="18450" y="1355580"/>
                </a:lnTo>
                <a:lnTo>
                  <a:pt x="29685" y="1294003"/>
                </a:lnTo>
                <a:lnTo>
                  <a:pt x="43518" y="1232862"/>
                </a:lnTo>
                <a:lnTo>
                  <a:pt x="59923" y="1172294"/>
                </a:lnTo>
                <a:lnTo>
                  <a:pt x="78871" y="1112432"/>
                </a:lnTo>
                <a:lnTo>
                  <a:pt x="100334" y="1053413"/>
                </a:lnTo>
                <a:lnTo>
                  <a:pt x="124285" y="995372"/>
                </a:lnTo>
                <a:lnTo>
                  <a:pt x="150695" y="938445"/>
                </a:lnTo>
                <a:lnTo>
                  <a:pt x="179538" y="882765"/>
                </a:lnTo>
                <a:lnTo>
                  <a:pt x="210784" y="828470"/>
                </a:lnTo>
                <a:lnTo>
                  <a:pt x="244406" y="775694"/>
                </a:lnTo>
                <a:lnTo>
                  <a:pt x="280376" y="724572"/>
                </a:lnTo>
                <a:lnTo>
                  <a:pt x="318666" y="675240"/>
                </a:lnTo>
                <a:lnTo>
                  <a:pt x="359249" y="627833"/>
                </a:lnTo>
                <a:lnTo>
                  <a:pt x="402096" y="582487"/>
                </a:lnTo>
                <a:lnTo>
                  <a:pt x="447180" y="539336"/>
                </a:lnTo>
                <a:lnTo>
                  <a:pt x="494473" y="498517"/>
                </a:lnTo>
                <a:lnTo>
                  <a:pt x="543946" y="460164"/>
                </a:lnTo>
                <a:lnTo>
                  <a:pt x="595572" y="424413"/>
                </a:lnTo>
                <a:lnTo>
                  <a:pt x="649324" y="391398"/>
                </a:lnTo>
                <a:lnTo>
                  <a:pt x="705172" y="361257"/>
                </a:lnTo>
                <a:lnTo>
                  <a:pt x="763090" y="334122"/>
                </a:lnTo>
                <a:lnTo>
                  <a:pt x="823049" y="310131"/>
                </a:lnTo>
                <a:lnTo>
                  <a:pt x="885022" y="289418"/>
                </a:lnTo>
                <a:lnTo>
                  <a:pt x="948980" y="272119"/>
                </a:lnTo>
                <a:lnTo>
                  <a:pt x="1014896" y="258369"/>
                </a:lnTo>
                <a:lnTo>
                  <a:pt x="1082742" y="248303"/>
                </a:lnTo>
                <a:lnTo>
                  <a:pt x="1152490" y="242057"/>
                </a:lnTo>
                <a:lnTo>
                  <a:pt x="1224112" y="239765"/>
                </a:lnTo>
                <a:lnTo>
                  <a:pt x="1260617" y="240145"/>
                </a:lnTo>
                <a:lnTo>
                  <a:pt x="1334998" y="244040"/>
                </a:lnTo>
                <a:lnTo>
                  <a:pt x="1411184" y="252228"/>
                </a:lnTo>
                <a:lnTo>
                  <a:pt x="1449944" y="257974"/>
                </a:lnTo>
                <a:lnTo>
                  <a:pt x="1489146" y="264844"/>
                </a:lnTo>
                <a:lnTo>
                  <a:pt x="1528784" y="272856"/>
                </a:lnTo>
                <a:lnTo>
                  <a:pt x="1568856" y="282025"/>
                </a:lnTo>
                <a:lnTo>
                  <a:pt x="1609358" y="292369"/>
                </a:lnTo>
                <a:lnTo>
                  <a:pt x="1650288" y="303905"/>
                </a:lnTo>
                <a:lnTo>
                  <a:pt x="1691640" y="316649"/>
                </a:lnTo>
                <a:lnTo>
                  <a:pt x="1733412" y="330619"/>
                </a:lnTo>
                <a:lnTo>
                  <a:pt x="1785007" y="348289"/>
                </a:lnTo>
                <a:lnTo>
                  <a:pt x="1834746" y="364810"/>
                </a:lnTo>
                <a:lnTo>
                  <a:pt x="1882668" y="380203"/>
                </a:lnTo>
                <a:lnTo>
                  <a:pt x="1928812" y="394485"/>
                </a:lnTo>
                <a:lnTo>
                  <a:pt x="1973216" y="407678"/>
                </a:lnTo>
                <a:lnTo>
                  <a:pt x="2015920" y="419799"/>
                </a:lnTo>
                <a:lnTo>
                  <a:pt x="2056963" y="430870"/>
                </a:lnTo>
                <a:lnTo>
                  <a:pt x="2096384" y="440908"/>
                </a:lnTo>
                <a:lnTo>
                  <a:pt x="2134222" y="449935"/>
                </a:lnTo>
                <a:lnTo>
                  <a:pt x="2205306" y="465028"/>
                </a:lnTo>
                <a:lnTo>
                  <a:pt x="2270528" y="476307"/>
                </a:lnTo>
                <a:lnTo>
                  <a:pt x="2330199" y="483926"/>
                </a:lnTo>
                <a:lnTo>
                  <a:pt x="2384633" y="488041"/>
                </a:lnTo>
                <a:lnTo>
                  <a:pt x="2409984" y="488834"/>
                </a:lnTo>
                <a:lnTo>
                  <a:pt x="2434143" y="488809"/>
                </a:lnTo>
                <a:lnTo>
                  <a:pt x="2479040" y="486385"/>
                </a:lnTo>
                <a:lnTo>
                  <a:pt x="2519639" y="480925"/>
                </a:lnTo>
                <a:lnTo>
                  <a:pt x="2573159" y="467384"/>
                </a:lnTo>
                <a:lnTo>
                  <a:pt x="2618765" y="447889"/>
                </a:lnTo>
                <a:lnTo>
                  <a:pt x="2657511" y="422967"/>
                </a:lnTo>
                <a:lnTo>
                  <a:pt x="2690453" y="393143"/>
                </a:lnTo>
                <a:lnTo>
                  <a:pt x="2718216" y="359514"/>
                </a:lnTo>
                <a:lnTo>
                  <a:pt x="2718138" y="359674"/>
                </a:lnTo>
                <a:lnTo>
                  <a:pt x="2743145" y="320894"/>
                </a:lnTo>
                <a:lnTo>
                  <a:pt x="2762789" y="283958"/>
                </a:lnTo>
                <a:lnTo>
                  <a:pt x="2894523" y="10709"/>
                </a:lnTo>
                <a:lnTo>
                  <a:pt x="2894523" y="2066813"/>
                </a:lnTo>
                <a:close/>
              </a:path>
              <a:path w="2894965" h="2066925" extrusionOk="0">
                <a:moveTo>
                  <a:pt x="2894523" y="10709"/>
                </a:moveTo>
                <a:lnTo>
                  <a:pt x="2771889" y="265083"/>
                </a:lnTo>
                <a:lnTo>
                  <a:pt x="2778635" y="250354"/>
                </a:lnTo>
                <a:lnTo>
                  <a:pt x="2793025" y="217430"/>
                </a:lnTo>
                <a:lnTo>
                  <a:pt x="2792853" y="217788"/>
                </a:lnTo>
                <a:lnTo>
                  <a:pt x="2825309" y="140726"/>
                </a:lnTo>
                <a:lnTo>
                  <a:pt x="2840915" y="105006"/>
                </a:lnTo>
                <a:lnTo>
                  <a:pt x="2841552" y="103684"/>
                </a:lnTo>
                <a:lnTo>
                  <a:pt x="2848914" y="87478"/>
                </a:lnTo>
                <a:lnTo>
                  <a:pt x="2863140" y="57969"/>
                </a:lnTo>
                <a:lnTo>
                  <a:pt x="2871664" y="41225"/>
                </a:lnTo>
                <a:lnTo>
                  <a:pt x="2879902" y="25769"/>
                </a:lnTo>
                <a:lnTo>
                  <a:pt x="2880119" y="25318"/>
                </a:lnTo>
                <a:lnTo>
                  <a:pt x="2889981" y="7702"/>
                </a:lnTo>
                <a:lnTo>
                  <a:pt x="2894523" y="0"/>
                </a:lnTo>
                <a:lnTo>
                  <a:pt x="2894523" y="10709"/>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36"/>
          <p:cNvSpPr/>
          <p:nvPr/>
        </p:nvSpPr>
        <p:spPr>
          <a:xfrm>
            <a:off x="15754056" y="7619455"/>
            <a:ext cx="2534285" cy="2667635"/>
          </a:xfrm>
          <a:custGeom>
            <a:avLst/>
            <a:gdLst/>
            <a:ahLst/>
            <a:cxnLst/>
            <a:rect l="l" t="t" r="r" b="b"/>
            <a:pathLst>
              <a:path w="2534284" h="2667634" extrusionOk="0">
                <a:moveTo>
                  <a:pt x="1351519" y="2667545"/>
                </a:moveTo>
                <a:lnTo>
                  <a:pt x="1274434" y="2667545"/>
                </a:lnTo>
                <a:lnTo>
                  <a:pt x="1251528" y="2643113"/>
                </a:lnTo>
                <a:lnTo>
                  <a:pt x="1209191" y="2610465"/>
                </a:lnTo>
                <a:lnTo>
                  <a:pt x="1163485" y="2585320"/>
                </a:lnTo>
                <a:lnTo>
                  <a:pt x="1161960" y="2584480"/>
                </a:lnTo>
                <a:lnTo>
                  <a:pt x="1110343" y="2565759"/>
                </a:lnTo>
                <a:lnTo>
                  <a:pt x="1054847" y="2554898"/>
                </a:lnTo>
                <a:lnTo>
                  <a:pt x="997422" y="2546860"/>
                </a:lnTo>
                <a:lnTo>
                  <a:pt x="941715" y="2536988"/>
                </a:lnTo>
                <a:lnTo>
                  <a:pt x="887717" y="2525329"/>
                </a:lnTo>
                <a:lnTo>
                  <a:pt x="835418" y="2511931"/>
                </a:lnTo>
                <a:lnTo>
                  <a:pt x="784809" y="2496840"/>
                </a:lnTo>
                <a:lnTo>
                  <a:pt x="736083" y="2480174"/>
                </a:lnTo>
                <a:lnTo>
                  <a:pt x="688621" y="2461771"/>
                </a:lnTo>
                <a:lnTo>
                  <a:pt x="647441" y="2443813"/>
                </a:lnTo>
                <a:lnTo>
                  <a:pt x="599077" y="2420499"/>
                </a:lnTo>
                <a:lnTo>
                  <a:pt x="556772" y="2397656"/>
                </a:lnTo>
                <a:lnTo>
                  <a:pt x="516099" y="2373404"/>
                </a:lnTo>
                <a:lnTo>
                  <a:pt x="477050" y="2347791"/>
                </a:lnTo>
                <a:lnTo>
                  <a:pt x="439613" y="2320864"/>
                </a:lnTo>
                <a:lnTo>
                  <a:pt x="403692" y="2292595"/>
                </a:lnTo>
                <a:lnTo>
                  <a:pt x="369540" y="2263256"/>
                </a:lnTo>
                <a:lnTo>
                  <a:pt x="336884" y="2232671"/>
                </a:lnTo>
                <a:lnTo>
                  <a:pt x="305803" y="2200960"/>
                </a:lnTo>
                <a:lnTo>
                  <a:pt x="276288" y="2168171"/>
                </a:lnTo>
                <a:lnTo>
                  <a:pt x="248328" y="2134353"/>
                </a:lnTo>
                <a:lnTo>
                  <a:pt x="221913" y="2099551"/>
                </a:lnTo>
                <a:lnTo>
                  <a:pt x="197036" y="2063813"/>
                </a:lnTo>
                <a:lnTo>
                  <a:pt x="173684" y="2027187"/>
                </a:lnTo>
                <a:lnTo>
                  <a:pt x="151851" y="1989719"/>
                </a:lnTo>
                <a:lnTo>
                  <a:pt x="131524" y="1951458"/>
                </a:lnTo>
                <a:lnTo>
                  <a:pt x="112696" y="1912449"/>
                </a:lnTo>
                <a:lnTo>
                  <a:pt x="95356" y="1872742"/>
                </a:lnTo>
                <a:lnTo>
                  <a:pt x="79495" y="1832382"/>
                </a:lnTo>
                <a:lnTo>
                  <a:pt x="65103" y="1791417"/>
                </a:lnTo>
                <a:lnTo>
                  <a:pt x="52171" y="1749895"/>
                </a:lnTo>
                <a:lnTo>
                  <a:pt x="40689" y="1707862"/>
                </a:lnTo>
                <a:lnTo>
                  <a:pt x="29693" y="1660918"/>
                </a:lnTo>
                <a:lnTo>
                  <a:pt x="20445" y="1613472"/>
                </a:lnTo>
                <a:lnTo>
                  <a:pt x="12933" y="1565587"/>
                </a:lnTo>
                <a:lnTo>
                  <a:pt x="7145" y="1517329"/>
                </a:lnTo>
                <a:lnTo>
                  <a:pt x="3069" y="1468760"/>
                </a:lnTo>
                <a:lnTo>
                  <a:pt x="691" y="1419946"/>
                </a:lnTo>
                <a:lnTo>
                  <a:pt x="0" y="1370951"/>
                </a:lnTo>
                <a:lnTo>
                  <a:pt x="982" y="1321838"/>
                </a:lnTo>
                <a:lnTo>
                  <a:pt x="3627" y="1272673"/>
                </a:lnTo>
                <a:lnTo>
                  <a:pt x="7921" y="1223518"/>
                </a:lnTo>
                <a:lnTo>
                  <a:pt x="13852" y="1174439"/>
                </a:lnTo>
                <a:lnTo>
                  <a:pt x="21408" y="1125499"/>
                </a:lnTo>
                <a:lnTo>
                  <a:pt x="30576" y="1076763"/>
                </a:lnTo>
                <a:lnTo>
                  <a:pt x="41344" y="1028295"/>
                </a:lnTo>
                <a:lnTo>
                  <a:pt x="53737" y="980277"/>
                </a:lnTo>
                <a:lnTo>
                  <a:pt x="67692" y="932651"/>
                </a:lnTo>
                <a:lnTo>
                  <a:pt x="83199" y="885479"/>
                </a:lnTo>
                <a:lnTo>
                  <a:pt x="100244" y="838826"/>
                </a:lnTo>
                <a:lnTo>
                  <a:pt x="118816" y="792756"/>
                </a:lnTo>
                <a:lnTo>
                  <a:pt x="138902" y="747333"/>
                </a:lnTo>
                <a:lnTo>
                  <a:pt x="160100" y="703364"/>
                </a:lnTo>
                <a:lnTo>
                  <a:pt x="182171" y="661342"/>
                </a:lnTo>
                <a:lnTo>
                  <a:pt x="182821" y="659994"/>
                </a:lnTo>
                <a:lnTo>
                  <a:pt x="208119" y="615592"/>
                </a:lnTo>
                <a:lnTo>
                  <a:pt x="234137" y="573400"/>
                </a:lnTo>
                <a:lnTo>
                  <a:pt x="261607" y="532178"/>
                </a:lnTo>
                <a:lnTo>
                  <a:pt x="290516" y="491987"/>
                </a:lnTo>
                <a:lnTo>
                  <a:pt x="320853" y="452893"/>
                </a:lnTo>
                <a:lnTo>
                  <a:pt x="352605" y="414960"/>
                </a:lnTo>
                <a:lnTo>
                  <a:pt x="380726" y="383611"/>
                </a:lnTo>
                <a:lnTo>
                  <a:pt x="202762" y="752753"/>
                </a:lnTo>
                <a:lnTo>
                  <a:pt x="181417" y="799390"/>
                </a:lnTo>
                <a:lnTo>
                  <a:pt x="161746" y="846790"/>
                </a:lnTo>
                <a:lnTo>
                  <a:pt x="143764" y="894876"/>
                </a:lnTo>
                <a:lnTo>
                  <a:pt x="127486" y="943569"/>
                </a:lnTo>
                <a:lnTo>
                  <a:pt x="113139" y="992064"/>
                </a:lnTo>
                <a:lnTo>
                  <a:pt x="100096" y="1042464"/>
                </a:lnTo>
                <a:lnTo>
                  <a:pt x="89017" y="1092504"/>
                </a:lnTo>
                <a:lnTo>
                  <a:pt x="79709" y="1142826"/>
                </a:lnTo>
                <a:lnTo>
                  <a:pt x="72189" y="1193355"/>
                </a:lnTo>
                <a:lnTo>
                  <a:pt x="66475" y="1244013"/>
                </a:lnTo>
                <a:lnTo>
                  <a:pt x="62585" y="1294724"/>
                </a:lnTo>
                <a:lnTo>
                  <a:pt x="60535" y="1345413"/>
                </a:lnTo>
                <a:lnTo>
                  <a:pt x="60344" y="1396001"/>
                </a:lnTo>
                <a:lnTo>
                  <a:pt x="62030" y="1446412"/>
                </a:lnTo>
                <a:lnTo>
                  <a:pt x="65609" y="1496571"/>
                </a:lnTo>
                <a:lnTo>
                  <a:pt x="71099" y="1546399"/>
                </a:lnTo>
                <a:lnTo>
                  <a:pt x="78518" y="1595822"/>
                </a:lnTo>
                <a:lnTo>
                  <a:pt x="87884" y="1644761"/>
                </a:lnTo>
                <a:lnTo>
                  <a:pt x="99214" y="1693142"/>
                </a:lnTo>
                <a:lnTo>
                  <a:pt x="110923" y="1735757"/>
                </a:lnTo>
                <a:lnTo>
                  <a:pt x="124213" y="1777813"/>
                </a:lnTo>
                <a:lnTo>
                  <a:pt x="139094" y="1819256"/>
                </a:lnTo>
                <a:lnTo>
                  <a:pt x="155578" y="1860030"/>
                </a:lnTo>
                <a:lnTo>
                  <a:pt x="173677" y="1900080"/>
                </a:lnTo>
                <a:lnTo>
                  <a:pt x="193402" y="1939351"/>
                </a:lnTo>
                <a:lnTo>
                  <a:pt x="214765" y="1977790"/>
                </a:lnTo>
                <a:lnTo>
                  <a:pt x="237778" y="2015339"/>
                </a:lnTo>
                <a:lnTo>
                  <a:pt x="262452" y="2051946"/>
                </a:lnTo>
                <a:lnTo>
                  <a:pt x="288799" y="2087555"/>
                </a:lnTo>
                <a:lnTo>
                  <a:pt x="316830" y="2122111"/>
                </a:lnTo>
                <a:lnTo>
                  <a:pt x="346557" y="2155559"/>
                </a:lnTo>
                <a:lnTo>
                  <a:pt x="377993" y="2187845"/>
                </a:lnTo>
                <a:lnTo>
                  <a:pt x="411147" y="2218912"/>
                </a:lnTo>
                <a:lnTo>
                  <a:pt x="446033" y="2248708"/>
                </a:lnTo>
                <a:lnTo>
                  <a:pt x="482661" y="2277176"/>
                </a:lnTo>
                <a:lnTo>
                  <a:pt x="520975" y="2304214"/>
                </a:lnTo>
                <a:lnTo>
                  <a:pt x="561191" y="2329911"/>
                </a:lnTo>
                <a:lnTo>
                  <a:pt x="603117" y="2354069"/>
                </a:lnTo>
                <a:lnTo>
                  <a:pt x="646831" y="2376679"/>
                </a:lnTo>
                <a:lnTo>
                  <a:pt x="692347" y="2397688"/>
                </a:lnTo>
                <a:lnTo>
                  <a:pt x="739675" y="2417040"/>
                </a:lnTo>
                <a:lnTo>
                  <a:pt x="788826" y="2434681"/>
                </a:lnTo>
                <a:lnTo>
                  <a:pt x="839814" y="2450555"/>
                </a:lnTo>
                <a:lnTo>
                  <a:pt x="892648" y="2464609"/>
                </a:lnTo>
                <a:lnTo>
                  <a:pt x="947342" y="2476786"/>
                </a:lnTo>
                <a:lnTo>
                  <a:pt x="1003906" y="2487032"/>
                </a:lnTo>
                <a:lnTo>
                  <a:pt x="1062352" y="2495293"/>
                </a:lnTo>
                <a:lnTo>
                  <a:pt x="1114364" y="2504776"/>
                </a:lnTo>
                <a:lnTo>
                  <a:pt x="1163660" y="2520173"/>
                </a:lnTo>
                <a:lnTo>
                  <a:pt x="1209853" y="2541163"/>
                </a:lnTo>
                <a:lnTo>
                  <a:pt x="1252554" y="2567423"/>
                </a:lnTo>
                <a:lnTo>
                  <a:pt x="1291375" y="2598629"/>
                </a:lnTo>
                <a:lnTo>
                  <a:pt x="1326319" y="2634355"/>
                </a:lnTo>
                <a:lnTo>
                  <a:pt x="1351519" y="2667545"/>
                </a:lnTo>
                <a:close/>
              </a:path>
              <a:path w="2534284" h="2667634" extrusionOk="0">
                <a:moveTo>
                  <a:pt x="2533942" y="305680"/>
                </a:moveTo>
                <a:lnTo>
                  <a:pt x="2520210" y="307519"/>
                </a:lnTo>
                <a:lnTo>
                  <a:pt x="2479846" y="310074"/>
                </a:lnTo>
                <a:lnTo>
                  <a:pt x="2435914" y="310119"/>
                </a:lnTo>
                <a:lnTo>
                  <a:pt x="2388202" y="307549"/>
                </a:lnTo>
                <a:lnTo>
                  <a:pt x="2336498" y="302257"/>
                </a:lnTo>
                <a:lnTo>
                  <a:pt x="2280590" y="294136"/>
                </a:lnTo>
                <a:lnTo>
                  <a:pt x="2220265" y="283081"/>
                </a:lnTo>
                <a:lnTo>
                  <a:pt x="2155312" y="268985"/>
                </a:lnTo>
                <a:lnTo>
                  <a:pt x="2085519" y="251742"/>
                </a:lnTo>
                <a:lnTo>
                  <a:pt x="2010673" y="231245"/>
                </a:lnTo>
                <a:lnTo>
                  <a:pt x="1930562" y="207387"/>
                </a:lnTo>
                <a:lnTo>
                  <a:pt x="1844975" y="180062"/>
                </a:lnTo>
                <a:lnTo>
                  <a:pt x="1753699" y="149165"/>
                </a:lnTo>
                <a:lnTo>
                  <a:pt x="1696259" y="130279"/>
                </a:lnTo>
                <a:lnTo>
                  <a:pt x="1639641" y="113754"/>
                </a:lnTo>
                <a:lnTo>
                  <a:pt x="1583855" y="99544"/>
                </a:lnTo>
                <a:lnTo>
                  <a:pt x="1528910" y="87603"/>
                </a:lnTo>
                <a:lnTo>
                  <a:pt x="1474817" y="77884"/>
                </a:lnTo>
                <a:lnTo>
                  <a:pt x="1421583" y="70342"/>
                </a:lnTo>
                <a:lnTo>
                  <a:pt x="1369219" y="64930"/>
                </a:lnTo>
                <a:lnTo>
                  <a:pt x="1317735" y="61602"/>
                </a:lnTo>
                <a:lnTo>
                  <a:pt x="1267139" y="60312"/>
                </a:lnTo>
                <a:lnTo>
                  <a:pt x="1217440" y="61014"/>
                </a:lnTo>
                <a:lnTo>
                  <a:pt x="1168649" y="63661"/>
                </a:lnTo>
                <a:lnTo>
                  <a:pt x="1120775" y="68209"/>
                </a:lnTo>
                <a:lnTo>
                  <a:pt x="1073827" y="74610"/>
                </a:lnTo>
                <a:lnTo>
                  <a:pt x="1027814" y="82819"/>
                </a:lnTo>
                <a:lnTo>
                  <a:pt x="982746" y="92789"/>
                </a:lnTo>
                <a:lnTo>
                  <a:pt x="938633" y="104474"/>
                </a:lnTo>
                <a:lnTo>
                  <a:pt x="895483" y="117828"/>
                </a:lnTo>
                <a:lnTo>
                  <a:pt x="853307" y="132806"/>
                </a:lnTo>
                <a:lnTo>
                  <a:pt x="812112" y="149360"/>
                </a:lnTo>
                <a:lnTo>
                  <a:pt x="771910" y="167445"/>
                </a:lnTo>
                <a:lnTo>
                  <a:pt x="732709" y="187015"/>
                </a:lnTo>
                <a:lnTo>
                  <a:pt x="694519" y="208024"/>
                </a:lnTo>
                <a:lnTo>
                  <a:pt x="657349" y="230424"/>
                </a:lnTo>
                <a:lnTo>
                  <a:pt x="621209" y="254172"/>
                </a:lnTo>
                <a:lnTo>
                  <a:pt x="586107" y="279219"/>
                </a:lnTo>
                <a:lnTo>
                  <a:pt x="552054" y="305521"/>
                </a:lnTo>
                <a:lnTo>
                  <a:pt x="519058" y="333030"/>
                </a:lnTo>
                <a:lnTo>
                  <a:pt x="487130" y="361701"/>
                </a:lnTo>
                <a:lnTo>
                  <a:pt x="456278" y="391489"/>
                </a:lnTo>
                <a:lnTo>
                  <a:pt x="426512" y="422345"/>
                </a:lnTo>
                <a:lnTo>
                  <a:pt x="397842" y="454226"/>
                </a:lnTo>
                <a:lnTo>
                  <a:pt x="365182" y="493333"/>
                </a:lnTo>
                <a:lnTo>
                  <a:pt x="334094" y="533750"/>
                </a:lnTo>
                <a:lnTo>
                  <a:pt x="304595" y="575399"/>
                </a:lnTo>
                <a:lnTo>
                  <a:pt x="276697" y="618202"/>
                </a:lnTo>
                <a:lnTo>
                  <a:pt x="250416" y="662081"/>
                </a:lnTo>
                <a:lnTo>
                  <a:pt x="225766" y="706957"/>
                </a:lnTo>
                <a:lnTo>
                  <a:pt x="202762" y="752753"/>
                </a:lnTo>
                <a:lnTo>
                  <a:pt x="380737" y="383588"/>
                </a:lnTo>
                <a:lnTo>
                  <a:pt x="410183" y="352845"/>
                </a:lnTo>
                <a:lnTo>
                  <a:pt x="440480" y="323245"/>
                </a:lnTo>
                <a:lnTo>
                  <a:pt x="471771" y="294670"/>
                </a:lnTo>
                <a:lnTo>
                  <a:pt x="504048" y="267161"/>
                </a:lnTo>
                <a:lnTo>
                  <a:pt x="537301" y="240757"/>
                </a:lnTo>
                <a:lnTo>
                  <a:pt x="571523" y="215500"/>
                </a:lnTo>
                <a:lnTo>
                  <a:pt x="606705" y="191428"/>
                </a:lnTo>
                <a:lnTo>
                  <a:pt x="642839" y="168583"/>
                </a:lnTo>
                <a:lnTo>
                  <a:pt x="679916" y="147004"/>
                </a:lnTo>
                <a:lnTo>
                  <a:pt x="717927" y="126732"/>
                </a:lnTo>
                <a:lnTo>
                  <a:pt x="756864" y="107806"/>
                </a:lnTo>
                <a:lnTo>
                  <a:pt x="796719" y="90267"/>
                </a:lnTo>
                <a:lnTo>
                  <a:pt x="837483" y="74156"/>
                </a:lnTo>
                <a:lnTo>
                  <a:pt x="879147" y="59511"/>
                </a:lnTo>
                <a:lnTo>
                  <a:pt x="921704" y="46375"/>
                </a:lnTo>
                <a:lnTo>
                  <a:pt x="965144" y="34785"/>
                </a:lnTo>
                <a:lnTo>
                  <a:pt x="1009459" y="24784"/>
                </a:lnTo>
                <a:lnTo>
                  <a:pt x="1054640" y="16410"/>
                </a:lnTo>
                <a:lnTo>
                  <a:pt x="1100680" y="9705"/>
                </a:lnTo>
                <a:lnTo>
                  <a:pt x="1147569" y="4708"/>
                </a:lnTo>
                <a:lnTo>
                  <a:pt x="1195300" y="1459"/>
                </a:lnTo>
                <a:lnTo>
                  <a:pt x="1243862" y="0"/>
                </a:lnTo>
                <a:lnTo>
                  <a:pt x="1293249" y="368"/>
                </a:lnTo>
                <a:lnTo>
                  <a:pt x="1343452" y="2606"/>
                </a:lnTo>
                <a:lnTo>
                  <a:pt x="1394461" y="6754"/>
                </a:lnTo>
                <a:lnTo>
                  <a:pt x="1446270" y="12850"/>
                </a:lnTo>
                <a:lnTo>
                  <a:pt x="1498868" y="20936"/>
                </a:lnTo>
                <a:lnTo>
                  <a:pt x="1552248" y="31052"/>
                </a:lnTo>
                <a:lnTo>
                  <a:pt x="1606401" y="43238"/>
                </a:lnTo>
                <a:lnTo>
                  <a:pt x="1661318" y="57533"/>
                </a:lnTo>
                <a:lnTo>
                  <a:pt x="1716992" y="73979"/>
                </a:lnTo>
                <a:lnTo>
                  <a:pt x="1773413" y="92615"/>
                </a:lnTo>
                <a:lnTo>
                  <a:pt x="1865479" y="123752"/>
                </a:lnTo>
                <a:lnTo>
                  <a:pt x="1951352" y="151094"/>
                </a:lnTo>
                <a:lnTo>
                  <a:pt x="2031280" y="174764"/>
                </a:lnTo>
                <a:lnTo>
                  <a:pt x="2105510" y="194885"/>
                </a:lnTo>
                <a:lnTo>
                  <a:pt x="2174291" y="211579"/>
                </a:lnTo>
                <a:lnTo>
                  <a:pt x="2237871" y="224970"/>
                </a:lnTo>
                <a:lnTo>
                  <a:pt x="2296498" y="235179"/>
                </a:lnTo>
                <a:lnTo>
                  <a:pt x="2350419" y="242328"/>
                </a:lnTo>
                <a:lnTo>
                  <a:pt x="2399883" y="246542"/>
                </a:lnTo>
                <a:lnTo>
                  <a:pt x="2445137" y="247942"/>
                </a:lnTo>
                <a:lnTo>
                  <a:pt x="2486430" y="246650"/>
                </a:lnTo>
                <a:lnTo>
                  <a:pt x="2524009" y="242790"/>
                </a:lnTo>
                <a:lnTo>
                  <a:pt x="2533942" y="240954"/>
                </a:lnTo>
                <a:lnTo>
                  <a:pt x="2533942" y="305680"/>
                </a:lnTo>
                <a:close/>
              </a:path>
            </a:pathLst>
          </a:custGeom>
          <a:solidFill>
            <a:srgbClr val="1B73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36"/>
          <p:cNvSpPr/>
          <p:nvPr/>
        </p:nvSpPr>
        <p:spPr>
          <a:xfrm>
            <a:off x="0" y="0"/>
            <a:ext cx="3814445" cy="2123440"/>
          </a:xfrm>
          <a:custGeom>
            <a:avLst/>
            <a:gdLst/>
            <a:ahLst/>
            <a:cxnLst/>
            <a:rect l="l" t="t" r="r" b="b"/>
            <a:pathLst>
              <a:path w="3814445" h="2123440" extrusionOk="0">
                <a:moveTo>
                  <a:pt x="356183" y="1436575"/>
                </a:moveTo>
                <a:lnTo>
                  <a:pt x="309453" y="1444790"/>
                </a:lnTo>
                <a:lnTo>
                  <a:pt x="262212" y="1450671"/>
                </a:lnTo>
                <a:lnTo>
                  <a:pt x="214540" y="1454175"/>
                </a:lnTo>
                <a:lnTo>
                  <a:pt x="166520" y="1455260"/>
                </a:lnTo>
                <a:lnTo>
                  <a:pt x="118231" y="1453881"/>
                </a:lnTo>
                <a:lnTo>
                  <a:pt x="69756" y="1449997"/>
                </a:lnTo>
                <a:lnTo>
                  <a:pt x="21175" y="1443565"/>
                </a:lnTo>
                <a:lnTo>
                  <a:pt x="0" y="1439633"/>
                </a:lnTo>
                <a:lnTo>
                  <a:pt x="0" y="0"/>
                </a:lnTo>
                <a:lnTo>
                  <a:pt x="3788500" y="0"/>
                </a:lnTo>
                <a:lnTo>
                  <a:pt x="3800107" y="54851"/>
                </a:lnTo>
                <a:lnTo>
                  <a:pt x="3807128" y="101537"/>
                </a:lnTo>
                <a:lnTo>
                  <a:pt x="3811821" y="148763"/>
                </a:lnTo>
                <a:lnTo>
                  <a:pt x="3814178" y="196420"/>
                </a:lnTo>
                <a:lnTo>
                  <a:pt x="3814191" y="244398"/>
                </a:lnTo>
                <a:lnTo>
                  <a:pt x="3811853" y="292589"/>
                </a:lnTo>
                <a:lnTo>
                  <a:pt x="3807156" y="340884"/>
                </a:lnTo>
                <a:lnTo>
                  <a:pt x="3800091" y="389174"/>
                </a:lnTo>
                <a:lnTo>
                  <a:pt x="3790650" y="437350"/>
                </a:lnTo>
                <a:lnTo>
                  <a:pt x="3778826" y="485303"/>
                </a:lnTo>
                <a:lnTo>
                  <a:pt x="3764610" y="532924"/>
                </a:lnTo>
                <a:lnTo>
                  <a:pt x="3747671" y="580860"/>
                </a:lnTo>
                <a:lnTo>
                  <a:pt x="3728457" y="627320"/>
                </a:lnTo>
                <a:lnTo>
                  <a:pt x="3707052" y="672260"/>
                </a:lnTo>
                <a:lnTo>
                  <a:pt x="625699" y="1355936"/>
                </a:lnTo>
                <a:lnTo>
                  <a:pt x="580732" y="1365749"/>
                </a:lnTo>
                <a:lnTo>
                  <a:pt x="536366" y="1381235"/>
                </a:lnTo>
                <a:lnTo>
                  <a:pt x="492493" y="1398356"/>
                </a:lnTo>
                <a:lnTo>
                  <a:pt x="447784" y="1413315"/>
                </a:lnTo>
                <a:lnTo>
                  <a:pt x="402320" y="1426069"/>
                </a:lnTo>
                <a:lnTo>
                  <a:pt x="356183" y="1436575"/>
                </a:lnTo>
                <a:close/>
              </a:path>
              <a:path w="3814445" h="2123440" extrusionOk="0">
                <a:moveTo>
                  <a:pt x="2085181" y="2104372"/>
                </a:moveTo>
                <a:lnTo>
                  <a:pt x="2047514" y="2111052"/>
                </a:lnTo>
                <a:lnTo>
                  <a:pt x="2009623" y="2116272"/>
                </a:lnTo>
                <a:lnTo>
                  <a:pt x="1971564" y="2120029"/>
                </a:lnTo>
                <a:lnTo>
                  <a:pt x="1933387" y="2122318"/>
                </a:lnTo>
                <a:lnTo>
                  <a:pt x="1895148" y="2123136"/>
                </a:lnTo>
                <a:lnTo>
                  <a:pt x="1856899" y="2122478"/>
                </a:lnTo>
                <a:lnTo>
                  <a:pt x="1818692" y="2120341"/>
                </a:lnTo>
                <a:lnTo>
                  <a:pt x="1780583" y="2116720"/>
                </a:lnTo>
                <a:lnTo>
                  <a:pt x="1742623" y="2111611"/>
                </a:lnTo>
                <a:lnTo>
                  <a:pt x="1704866" y="2105012"/>
                </a:lnTo>
                <a:lnTo>
                  <a:pt x="1667365" y="2096916"/>
                </a:lnTo>
                <a:lnTo>
                  <a:pt x="1630174" y="2087321"/>
                </a:lnTo>
                <a:lnTo>
                  <a:pt x="1593345" y="2076223"/>
                </a:lnTo>
                <a:lnTo>
                  <a:pt x="1556932" y="2063617"/>
                </a:lnTo>
                <a:lnTo>
                  <a:pt x="1520989" y="2049499"/>
                </a:lnTo>
                <a:lnTo>
                  <a:pt x="1485568" y="2033866"/>
                </a:lnTo>
                <a:lnTo>
                  <a:pt x="1450722" y="2016713"/>
                </a:lnTo>
                <a:lnTo>
                  <a:pt x="1416506" y="1998037"/>
                </a:lnTo>
                <a:lnTo>
                  <a:pt x="1382971" y="1977833"/>
                </a:lnTo>
                <a:lnTo>
                  <a:pt x="1350172" y="1956098"/>
                </a:lnTo>
                <a:lnTo>
                  <a:pt x="1318162" y="1932827"/>
                </a:lnTo>
                <a:lnTo>
                  <a:pt x="1286993" y="1908016"/>
                </a:lnTo>
                <a:lnTo>
                  <a:pt x="1256720" y="1881662"/>
                </a:lnTo>
                <a:lnTo>
                  <a:pt x="1227394" y="1853761"/>
                </a:lnTo>
                <a:lnTo>
                  <a:pt x="1199071" y="1824307"/>
                </a:lnTo>
                <a:lnTo>
                  <a:pt x="1171802" y="1793299"/>
                </a:lnTo>
                <a:lnTo>
                  <a:pt x="1145641" y="1760730"/>
                </a:lnTo>
                <a:lnTo>
                  <a:pt x="1120642" y="1726598"/>
                </a:lnTo>
                <a:lnTo>
                  <a:pt x="1096857" y="1690899"/>
                </a:lnTo>
                <a:lnTo>
                  <a:pt x="1074339" y="1653628"/>
                </a:lnTo>
                <a:lnTo>
                  <a:pt x="1053143" y="1614781"/>
                </a:lnTo>
                <a:lnTo>
                  <a:pt x="1033485" y="1574689"/>
                </a:lnTo>
                <a:lnTo>
                  <a:pt x="1033321" y="1574355"/>
                </a:lnTo>
                <a:lnTo>
                  <a:pt x="1010974" y="1532853"/>
                </a:lnTo>
                <a:lnTo>
                  <a:pt x="984357" y="1495177"/>
                </a:lnTo>
                <a:lnTo>
                  <a:pt x="953912" y="1461493"/>
                </a:lnTo>
                <a:lnTo>
                  <a:pt x="920083" y="1431971"/>
                </a:lnTo>
                <a:lnTo>
                  <a:pt x="883311" y="1406778"/>
                </a:lnTo>
                <a:lnTo>
                  <a:pt x="844040" y="1386082"/>
                </a:lnTo>
                <a:lnTo>
                  <a:pt x="802713" y="1370051"/>
                </a:lnTo>
                <a:lnTo>
                  <a:pt x="759773" y="1358853"/>
                </a:lnTo>
                <a:lnTo>
                  <a:pt x="715662" y="1352656"/>
                </a:lnTo>
                <a:lnTo>
                  <a:pt x="670823" y="1351627"/>
                </a:lnTo>
                <a:lnTo>
                  <a:pt x="625699" y="1355936"/>
                </a:lnTo>
                <a:lnTo>
                  <a:pt x="3690247" y="703265"/>
                </a:lnTo>
                <a:lnTo>
                  <a:pt x="3658005" y="757415"/>
                </a:lnTo>
                <a:lnTo>
                  <a:pt x="3630531" y="797543"/>
                </a:lnTo>
                <a:lnTo>
                  <a:pt x="3601200" y="835983"/>
                </a:lnTo>
                <a:lnTo>
                  <a:pt x="3570098" y="872690"/>
                </a:lnTo>
                <a:lnTo>
                  <a:pt x="3537308" y="907623"/>
                </a:lnTo>
                <a:lnTo>
                  <a:pt x="3502914" y="940739"/>
                </a:lnTo>
                <a:lnTo>
                  <a:pt x="3466999" y="971996"/>
                </a:lnTo>
                <a:lnTo>
                  <a:pt x="3429648" y="1001349"/>
                </a:lnTo>
                <a:lnTo>
                  <a:pt x="3390944" y="1028758"/>
                </a:lnTo>
                <a:lnTo>
                  <a:pt x="3350971" y="1054180"/>
                </a:lnTo>
                <a:lnTo>
                  <a:pt x="3309812" y="1077571"/>
                </a:lnTo>
                <a:lnTo>
                  <a:pt x="3267553" y="1098889"/>
                </a:lnTo>
                <a:lnTo>
                  <a:pt x="3224275" y="1118092"/>
                </a:lnTo>
                <a:lnTo>
                  <a:pt x="3180064" y="1135137"/>
                </a:lnTo>
                <a:lnTo>
                  <a:pt x="3135003" y="1149982"/>
                </a:lnTo>
                <a:lnTo>
                  <a:pt x="3089176" y="1162583"/>
                </a:lnTo>
                <a:lnTo>
                  <a:pt x="3039292" y="1178464"/>
                </a:lnTo>
                <a:lnTo>
                  <a:pt x="2993168" y="1199997"/>
                </a:lnTo>
                <a:lnTo>
                  <a:pt x="2951099" y="1226889"/>
                </a:lnTo>
                <a:lnTo>
                  <a:pt x="2913377" y="1258848"/>
                </a:lnTo>
                <a:lnTo>
                  <a:pt x="2880299" y="1295583"/>
                </a:lnTo>
                <a:lnTo>
                  <a:pt x="2852157" y="1336801"/>
                </a:lnTo>
                <a:lnTo>
                  <a:pt x="2829247" y="1382212"/>
                </a:lnTo>
                <a:lnTo>
                  <a:pt x="2811863" y="1431523"/>
                </a:lnTo>
                <a:lnTo>
                  <a:pt x="2798679" y="1474745"/>
                </a:lnTo>
                <a:lnTo>
                  <a:pt x="2783888" y="1516611"/>
                </a:lnTo>
                <a:lnTo>
                  <a:pt x="2767543" y="1557119"/>
                </a:lnTo>
                <a:lnTo>
                  <a:pt x="2749698" y="1596262"/>
                </a:lnTo>
                <a:lnTo>
                  <a:pt x="2730405" y="1634039"/>
                </a:lnTo>
                <a:lnTo>
                  <a:pt x="2709718" y="1670444"/>
                </a:lnTo>
                <a:lnTo>
                  <a:pt x="2687690" y="1705473"/>
                </a:lnTo>
                <a:lnTo>
                  <a:pt x="2664374" y="1739123"/>
                </a:lnTo>
                <a:lnTo>
                  <a:pt x="2639823" y="1771390"/>
                </a:lnTo>
                <a:lnTo>
                  <a:pt x="2614092" y="1802269"/>
                </a:lnTo>
                <a:lnTo>
                  <a:pt x="2587232" y="1831756"/>
                </a:lnTo>
                <a:lnTo>
                  <a:pt x="2559298" y="1859848"/>
                </a:lnTo>
                <a:lnTo>
                  <a:pt x="2530342" y="1886541"/>
                </a:lnTo>
                <a:lnTo>
                  <a:pt x="2500418" y="1911830"/>
                </a:lnTo>
                <a:lnTo>
                  <a:pt x="2469579" y="1935712"/>
                </a:lnTo>
                <a:lnTo>
                  <a:pt x="2437878" y="1958182"/>
                </a:lnTo>
                <a:lnTo>
                  <a:pt x="2405368" y="1979237"/>
                </a:lnTo>
                <a:lnTo>
                  <a:pt x="2372103" y="1998872"/>
                </a:lnTo>
                <a:lnTo>
                  <a:pt x="2338136" y="2017084"/>
                </a:lnTo>
                <a:lnTo>
                  <a:pt x="2303520" y="2033868"/>
                </a:lnTo>
                <a:lnTo>
                  <a:pt x="2268309" y="2049221"/>
                </a:lnTo>
                <a:lnTo>
                  <a:pt x="2232555" y="2063138"/>
                </a:lnTo>
                <a:lnTo>
                  <a:pt x="2196312" y="2075616"/>
                </a:lnTo>
                <a:lnTo>
                  <a:pt x="2159633" y="2086650"/>
                </a:lnTo>
                <a:lnTo>
                  <a:pt x="2122572" y="2096237"/>
                </a:lnTo>
                <a:lnTo>
                  <a:pt x="2085181" y="2104372"/>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 name="Google Shape;10;p36"/>
          <p:cNvSpPr/>
          <p:nvPr/>
        </p:nvSpPr>
        <p:spPr>
          <a:xfrm>
            <a:off x="66255" y="-6330"/>
            <a:ext cx="4658360" cy="1967230"/>
          </a:xfrm>
          <a:custGeom>
            <a:avLst/>
            <a:gdLst/>
            <a:ahLst/>
            <a:cxnLst/>
            <a:rect l="l" t="t" r="r" b="b"/>
            <a:pathLst>
              <a:path w="4658360" h="1967230" extrusionOk="0">
                <a:moveTo>
                  <a:pt x="3037383" y="1916106"/>
                </a:moveTo>
                <a:lnTo>
                  <a:pt x="2838022" y="1958565"/>
                </a:lnTo>
                <a:lnTo>
                  <a:pt x="2785718" y="1956720"/>
                </a:lnTo>
                <a:lnTo>
                  <a:pt x="2736390" y="1967226"/>
                </a:lnTo>
                <a:lnTo>
                  <a:pt x="2583695" y="1960791"/>
                </a:lnTo>
                <a:lnTo>
                  <a:pt x="2531591" y="1945918"/>
                </a:lnTo>
                <a:lnTo>
                  <a:pt x="2483035" y="1943275"/>
                </a:lnTo>
                <a:lnTo>
                  <a:pt x="2432843" y="1927994"/>
                </a:lnTo>
                <a:lnTo>
                  <a:pt x="2387692" y="1911641"/>
                </a:lnTo>
                <a:lnTo>
                  <a:pt x="2343566" y="1895069"/>
                </a:lnTo>
                <a:lnTo>
                  <a:pt x="2300552" y="1878260"/>
                </a:lnTo>
                <a:lnTo>
                  <a:pt x="2258734" y="1861197"/>
                </a:lnTo>
                <a:lnTo>
                  <a:pt x="2218198" y="1843860"/>
                </a:lnTo>
                <a:lnTo>
                  <a:pt x="2176383" y="1813811"/>
                </a:lnTo>
                <a:lnTo>
                  <a:pt x="2136021" y="1783453"/>
                </a:lnTo>
                <a:lnTo>
                  <a:pt x="2097197" y="1752767"/>
                </a:lnTo>
                <a:lnTo>
                  <a:pt x="2059995" y="1721735"/>
                </a:lnTo>
                <a:lnTo>
                  <a:pt x="2024502" y="1690340"/>
                </a:lnTo>
                <a:lnTo>
                  <a:pt x="1990802" y="1658563"/>
                </a:lnTo>
                <a:lnTo>
                  <a:pt x="1958981" y="1626385"/>
                </a:lnTo>
                <a:lnTo>
                  <a:pt x="1926479" y="1581368"/>
                </a:lnTo>
                <a:lnTo>
                  <a:pt x="1896026" y="1535914"/>
                </a:lnTo>
                <a:lnTo>
                  <a:pt x="1867708" y="1490006"/>
                </a:lnTo>
                <a:lnTo>
                  <a:pt x="1841610" y="1443625"/>
                </a:lnTo>
                <a:lnTo>
                  <a:pt x="1817817" y="1396753"/>
                </a:lnTo>
                <a:lnTo>
                  <a:pt x="1791007" y="1350524"/>
                </a:lnTo>
                <a:lnTo>
                  <a:pt x="1756715" y="1305888"/>
                </a:lnTo>
                <a:lnTo>
                  <a:pt x="1718384" y="1275097"/>
                </a:lnTo>
                <a:lnTo>
                  <a:pt x="1674167" y="1245559"/>
                </a:lnTo>
                <a:lnTo>
                  <a:pt x="1624863" y="1217105"/>
                </a:lnTo>
                <a:lnTo>
                  <a:pt x="1574160" y="1201934"/>
                </a:lnTo>
                <a:lnTo>
                  <a:pt x="1522591" y="1199932"/>
                </a:lnTo>
                <a:lnTo>
                  <a:pt x="1468288" y="1198512"/>
                </a:lnTo>
                <a:lnTo>
                  <a:pt x="974500" y="1303676"/>
                </a:lnTo>
                <a:lnTo>
                  <a:pt x="925452" y="1301138"/>
                </a:lnTo>
                <a:lnTo>
                  <a:pt x="874063" y="1286113"/>
                </a:lnTo>
                <a:lnTo>
                  <a:pt x="777900" y="1280623"/>
                </a:lnTo>
                <a:lnTo>
                  <a:pt x="678889" y="1249771"/>
                </a:lnTo>
                <a:lnTo>
                  <a:pt x="631460" y="1233902"/>
                </a:lnTo>
                <a:lnTo>
                  <a:pt x="585818" y="1217653"/>
                </a:lnTo>
                <a:lnTo>
                  <a:pt x="539339" y="1188597"/>
                </a:lnTo>
                <a:lnTo>
                  <a:pt x="497336" y="1171573"/>
                </a:lnTo>
                <a:lnTo>
                  <a:pt x="454541" y="1141733"/>
                </a:lnTo>
                <a:lnTo>
                  <a:pt x="413622" y="1111493"/>
                </a:lnTo>
                <a:lnTo>
                  <a:pt x="377248" y="1093270"/>
                </a:lnTo>
                <a:lnTo>
                  <a:pt x="340149" y="1062217"/>
                </a:lnTo>
                <a:lnTo>
                  <a:pt x="304993" y="1030750"/>
                </a:lnTo>
                <a:lnTo>
                  <a:pt x="271804" y="998864"/>
                </a:lnTo>
                <a:lnTo>
                  <a:pt x="237958" y="954133"/>
                </a:lnTo>
                <a:lnTo>
                  <a:pt x="208768" y="921395"/>
                </a:lnTo>
                <a:lnTo>
                  <a:pt x="181613" y="888224"/>
                </a:lnTo>
                <a:lnTo>
                  <a:pt x="153868" y="842193"/>
                </a:lnTo>
                <a:lnTo>
                  <a:pt x="130847" y="808142"/>
                </a:lnTo>
                <a:lnTo>
                  <a:pt x="107282" y="761221"/>
                </a:lnTo>
                <a:lnTo>
                  <a:pt x="85841" y="713848"/>
                </a:lnTo>
                <a:lnTo>
                  <a:pt x="69192" y="678440"/>
                </a:lnTo>
                <a:lnTo>
                  <a:pt x="52064" y="630148"/>
                </a:lnTo>
                <a:lnTo>
                  <a:pt x="37126" y="581390"/>
                </a:lnTo>
                <a:lnTo>
                  <a:pt x="27045" y="544583"/>
                </a:lnTo>
                <a:lnTo>
                  <a:pt x="16553" y="494878"/>
                </a:lnTo>
                <a:lnTo>
                  <a:pt x="8315" y="444693"/>
                </a:lnTo>
                <a:lnTo>
                  <a:pt x="5000" y="406445"/>
                </a:lnTo>
                <a:lnTo>
                  <a:pt x="1339" y="355285"/>
                </a:lnTo>
                <a:lnTo>
                  <a:pt x="0" y="303631"/>
                </a:lnTo>
                <a:lnTo>
                  <a:pt x="1003" y="251478"/>
                </a:lnTo>
                <a:lnTo>
                  <a:pt x="7016" y="211243"/>
                </a:lnTo>
                <a:lnTo>
                  <a:pt x="12772" y="158078"/>
                </a:lnTo>
                <a:lnTo>
                  <a:pt x="23581" y="116821"/>
                </a:lnTo>
                <a:lnTo>
                  <a:pt x="34176" y="62625"/>
                </a:lnTo>
                <a:lnTo>
                  <a:pt x="47223" y="7907"/>
                </a:lnTo>
                <a:lnTo>
                  <a:pt x="54629" y="6330"/>
                </a:lnTo>
                <a:lnTo>
                  <a:pt x="117835" y="6246"/>
                </a:lnTo>
                <a:lnTo>
                  <a:pt x="105873" y="34371"/>
                </a:lnTo>
                <a:lnTo>
                  <a:pt x="90266" y="76649"/>
                </a:lnTo>
                <a:lnTo>
                  <a:pt x="79919" y="130792"/>
                </a:lnTo>
                <a:lnTo>
                  <a:pt x="69516" y="171962"/>
                </a:lnTo>
                <a:lnTo>
                  <a:pt x="64324" y="225007"/>
                </a:lnTo>
                <a:lnTo>
                  <a:pt x="61672" y="277512"/>
                </a:lnTo>
                <a:lnTo>
                  <a:pt x="61536" y="329480"/>
                </a:lnTo>
                <a:lnTo>
                  <a:pt x="61247" y="368496"/>
                </a:lnTo>
                <a:lnTo>
                  <a:pt x="66070" y="419408"/>
                </a:lnTo>
                <a:lnTo>
                  <a:pt x="73337" y="469800"/>
                </a:lnTo>
                <a:lnTo>
                  <a:pt x="80377" y="507255"/>
                </a:lnTo>
                <a:lnTo>
                  <a:pt x="92457" y="556621"/>
                </a:lnTo>
                <a:lnTo>
                  <a:pt x="106906" y="605483"/>
                </a:lnTo>
                <a:lnTo>
                  <a:pt x="123701" y="653846"/>
                </a:lnTo>
                <a:lnTo>
                  <a:pt x="140172" y="689292"/>
                </a:lnTo>
                <a:lnTo>
                  <a:pt x="161585" y="736671"/>
                </a:lnTo>
                <a:lnTo>
                  <a:pt x="182542" y="771162"/>
                </a:lnTo>
                <a:lnTo>
                  <a:pt x="208391" y="817596"/>
                </a:lnTo>
                <a:lnTo>
                  <a:pt x="233818" y="851136"/>
                </a:lnTo>
                <a:lnTo>
                  <a:pt x="264086" y="896629"/>
                </a:lnTo>
                <a:lnTo>
                  <a:pt x="293881" y="929238"/>
                </a:lnTo>
                <a:lnTo>
                  <a:pt x="325823" y="961389"/>
                </a:lnTo>
                <a:lnTo>
                  <a:pt x="359886" y="993089"/>
                </a:lnTo>
                <a:lnTo>
                  <a:pt x="396046" y="1024343"/>
                </a:lnTo>
                <a:lnTo>
                  <a:pt x="434277" y="1055155"/>
                </a:lnTo>
                <a:lnTo>
                  <a:pt x="474555" y="1085531"/>
                </a:lnTo>
                <a:lnTo>
                  <a:pt x="516853" y="1115477"/>
                </a:lnTo>
                <a:lnTo>
                  <a:pt x="558503" y="1132577"/>
                </a:lnTo>
                <a:lnTo>
                  <a:pt x="604768" y="1161678"/>
                </a:lnTo>
                <a:lnTo>
                  <a:pt x="650334" y="1177943"/>
                </a:lnTo>
                <a:lnTo>
                  <a:pt x="697820" y="1193799"/>
                </a:lnTo>
                <a:lnTo>
                  <a:pt x="697405" y="1193888"/>
                </a:lnTo>
                <a:lnTo>
                  <a:pt x="805255" y="1222858"/>
                </a:lnTo>
                <a:lnTo>
                  <a:pt x="857626" y="1224689"/>
                </a:lnTo>
                <a:lnTo>
                  <a:pt x="913231" y="1238816"/>
                </a:lnTo>
                <a:lnTo>
                  <a:pt x="1020502" y="1241940"/>
                </a:lnTo>
                <a:lnTo>
                  <a:pt x="1073790" y="1230591"/>
                </a:lnTo>
                <a:lnTo>
                  <a:pt x="1129792" y="1231649"/>
                </a:lnTo>
                <a:lnTo>
                  <a:pt x="1547749" y="1142635"/>
                </a:lnTo>
                <a:lnTo>
                  <a:pt x="1597370" y="1145051"/>
                </a:lnTo>
                <a:lnTo>
                  <a:pt x="1646704" y="1160514"/>
                </a:lnTo>
                <a:lnTo>
                  <a:pt x="1695219" y="1189136"/>
                </a:lnTo>
                <a:lnTo>
                  <a:pt x="1737094" y="1206188"/>
                </a:lnTo>
                <a:lnTo>
                  <a:pt x="1779733" y="1249046"/>
                </a:lnTo>
                <a:lnTo>
                  <a:pt x="1814669" y="1280560"/>
                </a:lnTo>
                <a:lnTo>
                  <a:pt x="1846662" y="1325686"/>
                </a:lnTo>
                <a:lnTo>
                  <a:pt x="1872535" y="1372115"/>
                </a:lnTo>
                <a:lnTo>
                  <a:pt x="1896297" y="1418993"/>
                </a:lnTo>
                <a:lnTo>
                  <a:pt x="1922505" y="1465351"/>
                </a:lnTo>
                <a:lnTo>
                  <a:pt x="1951062" y="1511208"/>
                </a:lnTo>
                <a:lnTo>
                  <a:pt x="1981871" y="1556586"/>
                </a:lnTo>
                <a:lnTo>
                  <a:pt x="2012190" y="1589083"/>
                </a:lnTo>
                <a:lnTo>
                  <a:pt x="2047214" y="1633564"/>
                </a:lnTo>
                <a:lnTo>
                  <a:pt x="2081554" y="1665205"/>
                </a:lnTo>
                <a:lnTo>
                  <a:pt x="2117759" y="1696448"/>
                </a:lnTo>
                <a:lnTo>
                  <a:pt x="2155732" y="1727315"/>
                </a:lnTo>
                <a:lnTo>
                  <a:pt x="2195377" y="1757827"/>
                </a:lnTo>
                <a:lnTo>
                  <a:pt x="2233951" y="1775581"/>
                </a:lnTo>
                <a:lnTo>
                  <a:pt x="2276648" y="1805442"/>
                </a:lnTo>
                <a:lnTo>
                  <a:pt x="2318081" y="1822588"/>
                </a:lnTo>
                <a:lnTo>
                  <a:pt x="2360797" y="1839460"/>
                </a:lnTo>
                <a:lnTo>
                  <a:pt x="2404702" y="1856079"/>
                </a:lnTo>
                <a:lnTo>
                  <a:pt x="2449696" y="1872466"/>
                </a:lnTo>
                <a:lnTo>
                  <a:pt x="2497190" y="1888321"/>
                </a:lnTo>
                <a:lnTo>
                  <a:pt x="2733648" y="1902885"/>
                </a:lnTo>
                <a:lnTo>
                  <a:pt x="2782619" y="1905441"/>
                </a:lnTo>
                <a:lnTo>
                  <a:pt x="3253574" y="1805139"/>
                </a:lnTo>
                <a:lnTo>
                  <a:pt x="3130580" y="1870288"/>
                </a:lnTo>
                <a:lnTo>
                  <a:pt x="3037383" y="1916106"/>
                </a:lnTo>
                <a:close/>
              </a:path>
              <a:path w="4658360" h="1967230" extrusionOk="0">
                <a:moveTo>
                  <a:pt x="4596062" y="286"/>
                </a:moveTo>
                <a:lnTo>
                  <a:pt x="117835" y="6246"/>
                </a:lnTo>
                <a:lnTo>
                  <a:pt x="118018" y="5815"/>
                </a:lnTo>
                <a:lnTo>
                  <a:pt x="4596058" y="0"/>
                </a:lnTo>
                <a:lnTo>
                  <a:pt x="4596062" y="286"/>
                </a:lnTo>
                <a:close/>
              </a:path>
              <a:path w="4658360" h="1967230" extrusionOk="0">
                <a:moveTo>
                  <a:pt x="3253574" y="1805139"/>
                </a:moveTo>
                <a:lnTo>
                  <a:pt x="3016981" y="1855527"/>
                </a:lnTo>
                <a:lnTo>
                  <a:pt x="3060917" y="1833185"/>
                </a:lnTo>
                <a:lnTo>
                  <a:pt x="3107113" y="1823347"/>
                </a:lnTo>
                <a:lnTo>
                  <a:pt x="3189221" y="1779890"/>
                </a:lnTo>
                <a:lnTo>
                  <a:pt x="3226747" y="1745928"/>
                </a:lnTo>
                <a:lnTo>
                  <a:pt x="3266204" y="1724540"/>
                </a:lnTo>
                <a:lnTo>
                  <a:pt x="3302204" y="1690904"/>
                </a:lnTo>
                <a:lnTo>
                  <a:pt x="3337297" y="1657460"/>
                </a:lnTo>
                <a:lnTo>
                  <a:pt x="3371388" y="1624230"/>
                </a:lnTo>
                <a:lnTo>
                  <a:pt x="3404382" y="1591233"/>
                </a:lnTo>
                <a:lnTo>
                  <a:pt x="3436181" y="1558491"/>
                </a:lnTo>
                <a:lnTo>
                  <a:pt x="3464047" y="1513602"/>
                </a:lnTo>
                <a:lnTo>
                  <a:pt x="3493173" y="1481429"/>
                </a:lnTo>
                <a:lnTo>
                  <a:pt x="3518173" y="1437150"/>
                </a:lnTo>
                <a:lnTo>
                  <a:pt x="3538952" y="1380786"/>
                </a:lnTo>
                <a:lnTo>
                  <a:pt x="3560706" y="1337198"/>
                </a:lnTo>
                <a:lnTo>
                  <a:pt x="3580692" y="1293987"/>
                </a:lnTo>
                <a:lnTo>
                  <a:pt x="3596170" y="1238752"/>
                </a:lnTo>
                <a:lnTo>
                  <a:pt x="3614114" y="1182991"/>
                </a:lnTo>
                <a:lnTo>
                  <a:pt x="3639691" y="1138589"/>
                </a:lnTo>
                <a:lnTo>
                  <a:pt x="3669790" y="1093224"/>
                </a:lnTo>
                <a:lnTo>
                  <a:pt x="3703941" y="1046996"/>
                </a:lnTo>
                <a:lnTo>
                  <a:pt x="3744719" y="1012342"/>
                </a:lnTo>
                <a:lnTo>
                  <a:pt x="3791455" y="989404"/>
                </a:lnTo>
                <a:lnTo>
                  <a:pt x="3841074" y="965851"/>
                </a:lnTo>
                <a:lnTo>
                  <a:pt x="3893149" y="941776"/>
                </a:lnTo>
                <a:lnTo>
                  <a:pt x="3994524" y="920185"/>
                </a:lnTo>
                <a:lnTo>
                  <a:pt x="4134760" y="851364"/>
                </a:lnTo>
                <a:lnTo>
                  <a:pt x="4177301" y="816334"/>
                </a:lnTo>
                <a:lnTo>
                  <a:pt x="4221493" y="793938"/>
                </a:lnTo>
                <a:lnTo>
                  <a:pt x="4261914" y="759360"/>
                </a:lnTo>
                <a:lnTo>
                  <a:pt x="4301079" y="725049"/>
                </a:lnTo>
                <a:lnTo>
                  <a:pt x="4337413" y="691341"/>
                </a:lnTo>
                <a:lnTo>
                  <a:pt x="4372395" y="657921"/>
                </a:lnTo>
                <a:lnTo>
                  <a:pt x="4403261" y="612393"/>
                </a:lnTo>
                <a:lnTo>
                  <a:pt x="4432536" y="567203"/>
                </a:lnTo>
                <a:lnTo>
                  <a:pt x="4460101" y="522378"/>
                </a:lnTo>
                <a:lnTo>
                  <a:pt x="4485835" y="477943"/>
                </a:lnTo>
                <a:lnTo>
                  <a:pt x="4509619" y="433923"/>
                </a:lnTo>
                <a:lnTo>
                  <a:pt x="4531334" y="390344"/>
                </a:lnTo>
                <a:lnTo>
                  <a:pt x="4548213" y="334810"/>
                </a:lnTo>
                <a:lnTo>
                  <a:pt x="4564142" y="292463"/>
                </a:lnTo>
                <a:lnTo>
                  <a:pt x="4575014" y="238208"/>
                </a:lnTo>
                <a:lnTo>
                  <a:pt x="4583456" y="184471"/>
                </a:lnTo>
                <a:lnTo>
                  <a:pt x="4592098" y="143676"/>
                </a:lnTo>
                <a:lnTo>
                  <a:pt x="4595629" y="90985"/>
                </a:lnTo>
                <a:lnTo>
                  <a:pt x="4596680" y="38822"/>
                </a:lnTo>
                <a:lnTo>
                  <a:pt x="4596062" y="286"/>
                </a:lnTo>
                <a:lnTo>
                  <a:pt x="4656056" y="206"/>
                </a:lnTo>
                <a:lnTo>
                  <a:pt x="4657892" y="25785"/>
                </a:lnTo>
                <a:lnTo>
                  <a:pt x="4655606" y="65226"/>
                </a:lnTo>
                <a:lnTo>
                  <a:pt x="4653774" y="117556"/>
                </a:lnTo>
                <a:lnTo>
                  <a:pt x="4649764" y="170349"/>
                </a:lnTo>
                <a:lnTo>
                  <a:pt x="4640940" y="211183"/>
                </a:lnTo>
                <a:lnTo>
                  <a:pt x="4632604" y="264897"/>
                </a:lnTo>
                <a:lnTo>
                  <a:pt x="4619478" y="306648"/>
                </a:lnTo>
                <a:lnTo>
                  <a:pt x="4606862" y="361274"/>
                </a:lnTo>
                <a:lnTo>
                  <a:pt x="4588525" y="404133"/>
                </a:lnTo>
                <a:lnTo>
                  <a:pt x="4568328" y="447389"/>
                </a:lnTo>
                <a:lnTo>
                  <a:pt x="4546354" y="491024"/>
                </a:lnTo>
                <a:lnTo>
                  <a:pt x="4522690" y="535018"/>
                </a:lnTo>
                <a:lnTo>
                  <a:pt x="4497419" y="579355"/>
                </a:lnTo>
                <a:lnTo>
                  <a:pt x="4470627" y="624015"/>
                </a:lnTo>
                <a:lnTo>
                  <a:pt x="4439753" y="656560"/>
                </a:lnTo>
                <a:lnTo>
                  <a:pt x="4410173" y="701814"/>
                </a:lnTo>
                <a:lnTo>
                  <a:pt x="4376680" y="734917"/>
                </a:lnTo>
                <a:lnTo>
                  <a:pt x="4342005" y="768272"/>
                </a:lnTo>
                <a:lnTo>
                  <a:pt x="4304701" y="802186"/>
                </a:lnTo>
                <a:lnTo>
                  <a:pt x="4266322" y="836330"/>
                </a:lnTo>
                <a:lnTo>
                  <a:pt x="4224320" y="858260"/>
                </a:lnTo>
                <a:lnTo>
                  <a:pt x="4184083" y="892799"/>
                </a:lnTo>
                <a:lnTo>
                  <a:pt x="4051125" y="960070"/>
                </a:lnTo>
                <a:lnTo>
                  <a:pt x="4003048" y="970309"/>
                </a:lnTo>
                <a:lnTo>
                  <a:pt x="3957222" y="993054"/>
                </a:lnTo>
                <a:lnTo>
                  <a:pt x="3861444" y="1013452"/>
                </a:lnTo>
                <a:lnTo>
                  <a:pt x="3819339" y="1035404"/>
                </a:lnTo>
                <a:lnTo>
                  <a:pt x="3782529" y="1069213"/>
                </a:lnTo>
                <a:lnTo>
                  <a:pt x="3746114" y="1089954"/>
                </a:lnTo>
                <a:lnTo>
                  <a:pt x="3715306" y="1122485"/>
                </a:lnTo>
                <a:lnTo>
                  <a:pt x="3690650" y="1166690"/>
                </a:lnTo>
                <a:lnTo>
                  <a:pt x="3669892" y="1210066"/>
                </a:lnTo>
                <a:lnTo>
                  <a:pt x="3653420" y="1252528"/>
                </a:lnTo>
                <a:lnTo>
                  <a:pt x="3637928" y="1307767"/>
                </a:lnTo>
                <a:lnTo>
                  <a:pt x="3618019" y="1350962"/>
                </a:lnTo>
                <a:lnTo>
                  <a:pt x="3599072" y="1406936"/>
                </a:lnTo>
                <a:lnTo>
                  <a:pt x="3575879" y="1450830"/>
                </a:lnTo>
                <a:lnTo>
                  <a:pt x="3551172" y="1495047"/>
                </a:lnTo>
                <a:lnTo>
                  <a:pt x="3525036" y="1539567"/>
                </a:lnTo>
                <a:lnTo>
                  <a:pt x="3494911" y="1571953"/>
                </a:lnTo>
                <a:lnTo>
                  <a:pt x="3466173" y="1617028"/>
                </a:lnTo>
                <a:lnTo>
                  <a:pt x="3433616" y="1649931"/>
                </a:lnTo>
                <a:lnTo>
                  <a:pt x="3399972" y="1683066"/>
                </a:lnTo>
                <a:lnTo>
                  <a:pt x="3365324" y="1716415"/>
                </a:lnTo>
                <a:lnTo>
                  <a:pt x="3329760" y="1749959"/>
                </a:lnTo>
                <a:lnTo>
                  <a:pt x="3293363" y="1783680"/>
                </a:lnTo>
                <a:lnTo>
                  <a:pt x="3253574" y="1805139"/>
                </a:lnTo>
                <a:close/>
              </a:path>
              <a:path w="4658360" h="1967230" extrusionOk="0">
                <a:moveTo>
                  <a:pt x="1547749" y="1142635"/>
                </a:moveTo>
                <a:lnTo>
                  <a:pt x="1183080" y="1220300"/>
                </a:lnTo>
                <a:lnTo>
                  <a:pt x="1233514" y="1196574"/>
                </a:lnTo>
                <a:lnTo>
                  <a:pt x="1286248" y="1185343"/>
                </a:lnTo>
                <a:lnTo>
                  <a:pt x="1335851" y="1161794"/>
                </a:lnTo>
                <a:lnTo>
                  <a:pt x="1493081" y="1128308"/>
                </a:lnTo>
                <a:lnTo>
                  <a:pt x="1547749" y="1142635"/>
                </a:lnTo>
                <a:close/>
              </a:path>
              <a:path w="4658360" h="1967230" extrusionOk="0">
                <a:moveTo>
                  <a:pt x="1314905" y="1244164"/>
                </a:moveTo>
                <a:lnTo>
                  <a:pt x="1072448" y="1295801"/>
                </a:lnTo>
                <a:lnTo>
                  <a:pt x="1021107" y="1293750"/>
                </a:lnTo>
                <a:lnTo>
                  <a:pt x="1359886" y="1221599"/>
                </a:lnTo>
                <a:lnTo>
                  <a:pt x="1314905" y="1244164"/>
                </a:lnTo>
                <a:close/>
              </a:path>
            </a:pathLst>
          </a:custGeom>
          <a:solidFill>
            <a:srgbClr val="1B73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36"/>
          <p:cNvSpPr/>
          <p:nvPr/>
        </p:nvSpPr>
        <p:spPr>
          <a:xfrm>
            <a:off x="715390" y="8128033"/>
            <a:ext cx="1566545" cy="1566545"/>
          </a:xfrm>
          <a:custGeom>
            <a:avLst/>
            <a:gdLst/>
            <a:ahLst/>
            <a:cxnLst/>
            <a:rect l="l" t="t" r="r" b="b"/>
            <a:pathLst>
              <a:path w="1566545" h="1566545" extrusionOk="0">
                <a:moveTo>
                  <a:pt x="783271" y="1566543"/>
                </a:moveTo>
                <a:lnTo>
                  <a:pt x="735556" y="1565113"/>
                </a:lnTo>
                <a:lnTo>
                  <a:pt x="688598" y="1560880"/>
                </a:lnTo>
                <a:lnTo>
                  <a:pt x="642477" y="1553923"/>
                </a:lnTo>
                <a:lnTo>
                  <a:pt x="597276" y="1544327"/>
                </a:lnTo>
                <a:lnTo>
                  <a:pt x="553077" y="1532171"/>
                </a:lnTo>
                <a:lnTo>
                  <a:pt x="509962" y="1517539"/>
                </a:lnTo>
                <a:lnTo>
                  <a:pt x="468013" y="1500513"/>
                </a:lnTo>
                <a:lnTo>
                  <a:pt x="427311" y="1481173"/>
                </a:lnTo>
                <a:lnTo>
                  <a:pt x="387939" y="1459603"/>
                </a:lnTo>
                <a:lnTo>
                  <a:pt x="349978" y="1435884"/>
                </a:lnTo>
                <a:lnTo>
                  <a:pt x="313511" y="1410098"/>
                </a:lnTo>
                <a:lnTo>
                  <a:pt x="278619" y="1382327"/>
                </a:lnTo>
                <a:lnTo>
                  <a:pt x="245385" y="1352653"/>
                </a:lnTo>
                <a:lnTo>
                  <a:pt x="213889" y="1321158"/>
                </a:lnTo>
                <a:lnTo>
                  <a:pt x="184215" y="1287923"/>
                </a:lnTo>
                <a:lnTo>
                  <a:pt x="156444" y="1253031"/>
                </a:lnTo>
                <a:lnTo>
                  <a:pt x="130658" y="1216564"/>
                </a:lnTo>
                <a:lnTo>
                  <a:pt x="106939" y="1178603"/>
                </a:lnTo>
                <a:lnTo>
                  <a:pt x="85369" y="1139231"/>
                </a:lnTo>
                <a:lnTo>
                  <a:pt x="66030" y="1098529"/>
                </a:lnTo>
                <a:lnTo>
                  <a:pt x="49003" y="1056580"/>
                </a:lnTo>
                <a:lnTo>
                  <a:pt x="34371" y="1013465"/>
                </a:lnTo>
                <a:lnTo>
                  <a:pt x="22216" y="969266"/>
                </a:lnTo>
                <a:lnTo>
                  <a:pt x="12619" y="924065"/>
                </a:lnTo>
                <a:lnTo>
                  <a:pt x="5663" y="877945"/>
                </a:lnTo>
                <a:lnTo>
                  <a:pt x="1429" y="830986"/>
                </a:lnTo>
                <a:lnTo>
                  <a:pt x="0" y="783271"/>
                </a:lnTo>
                <a:lnTo>
                  <a:pt x="1429" y="735557"/>
                </a:lnTo>
                <a:lnTo>
                  <a:pt x="5663" y="688598"/>
                </a:lnTo>
                <a:lnTo>
                  <a:pt x="12619" y="642477"/>
                </a:lnTo>
                <a:lnTo>
                  <a:pt x="22216" y="597277"/>
                </a:lnTo>
                <a:lnTo>
                  <a:pt x="34371" y="553078"/>
                </a:lnTo>
                <a:lnTo>
                  <a:pt x="49003" y="509963"/>
                </a:lnTo>
                <a:lnTo>
                  <a:pt x="66030" y="468013"/>
                </a:lnTo>
                <a:lnTo>
                  <a:pt x="85369" y="427311"/>
                </a:lnTo>
                <a:lnTo>
                  <a:pt x="106939" y="387939"/>
                </a:lnTo>
                <a:lnTo>
                  <a:pt x="130658" y="349979"/>
                </a:lnTo>
                <a:lnTo>
                  <a:pt x="156444" y="313511"/>
                </a:lnTo>
                <a:lnTo>
                  <a:pt x="184215" y="278619"/>
                </a:lnTo>
                <a:lnTo>
                  <a:pt x="213889" y="245385"/>
                </a:lnTo>
                <a:lnTo>
                  <a:pt x="245385" y="213890"/>
                </a:lnTo>
                <a:lnTo>
                  <a:pt x="278619" y="184215"/>
                </a:lnTo>
                <a:lnTo>
                  <a:pt x="313511" y="156444"/>
                </a:lnTo>
                <a:lnTo>
                  <a:pt x="349978" y="130658"/>
                </a:lnTo>
                <a:lnTo>
                  <a:pt x="387939" y="106939"/>
                </a:lnTo>
                <a:lnTo>
                  <a:pt x="427311" y="85369"/>
                </a:lnTo>
                <a:lnTo>
                  <a:pt x="468013" y="66030"/>
                </a:lnTo>
                <a:lnTo>
                  <a:pt x="509962" y="49003"/>
                </a:lnTo>
                <a:lnTo>
                  <a:pt x="553077" y="34371"/>
                </a:lnTo>
                <a:lnTo>
                  <a:pt x="597276" y="22216"/>
                </a:lnTo>
                <a:lnTo>
                  <a:pt x="642477" y="12619"/>
                </a:lnTo>
                <a:lnTo>
                  <a:pt x="688598" y="5663"/>
                </a:lnTo>
                <a:lnTo>
                  <a:pt x="735556" y="1429"/>
                </a:lnTo>
                <a:lnTo>
                  <a:pt x="783271" y="0"/>
                </a:lnTo>
                <a:lnTo>
                  <a:pt x="830986" y="1429"/>
                </a:lnTo>
                <a:lnTo>
                  <a:pt x="877944" y="5663"/>
                </a:lnTo>
                <a:lnTo>
                  <a:pt x="924065" y="12619"/>
                </a:lnTo>
                <a:lnTo>
                  <a:pt x="969266" y="22216"/>
                </a:lnTo>
                <a:lnTo>
                  <a:pt x="1013465" y="34371"/>
                </a:lnTo>
                <a:lnTo>
                  <a:pt x="1056580" y="49003"/>
                </a:lnTo>
                <a:lnTo>
                  <a:pt x="1098529" y="66030"/>
                </a:lnTo>
                <a:lnTo>
                  <a:pt x="1139231" y="85369"/>
                </a:lnTo>
                <a:lnTo>
                  <a:pt x="1178603" y="106939"/>
                </a:lnTo>
                <a:lnTo>
                  <a:pt x="1216564" y="130658"/>
                </a:lnTo>
                <a:lnTo>
                  <a:pt x="1253031" y="156444"/>
                </a:lnTo>
                <a:lnTo>
                  <a:pt x="1287923" y="184215"/>
                </a:lnTo>
                <a:lnTo>
                  <a:pt x="1321158" y="213890"/>
                </a:lnTo>
                <a:lnTo>
                  <a:pt x="1352653" y="245385"/>
                </a:lnTo>
                <a:lnTo>
                  <a:pt x="1382327" y="278619"/>
                </a:lnTo>
                <a:lnTo>
                  <a:pt x="1410098" y="313511"/>
                </a:lnTo>
                <a:lnTo>
                  <a:pt x="1435884" y="349979"/>
                </a:lnTo>
                <a:lnTo>
                  <a:pt x="1459603" y="387939"/>
                </a:lnTo>
                <a:lnTo>
                  <a:pt x="1481173" y="427311"/>
                </a:lnTo>
                <a:lnTo>
                  <a:pt x="1500513" y="468013"/>
                </a:lnTo>
                <a:lnTo>
                  <a:pt x="1517539" y="509963"/>
                </a:lnTo>
                <a:lnTo>
                  <a:pt x="1532171" y="553078"/>
                </a:lnTo>
                <a:lnTo>
                  <a:pt x="1544326" y="597277"/>
                </a:lnTo>
                <a:lnTo>
                  <a:pt x="1553923" y="642477"/>
                </a:lnTo>
                <a:lnTo>
                  <a:pt x="1560879" y="688598"/>
                </a:lnTo>
                <a:lnTo>
                  <a:pt x="1565113" y="735557"/>
                </a:lnTo>
                <a:lnTo>
                  <a:pt x="1566543" y="783271"/>
                </a:lnTo>
                <a:lnTo>
                  <a:pt x="1565113" y="830986"/>
                </a:lnTo>
                <a:lnTo>
                  <a:pt x="1560879" y="877945"/>
                </a:lnTo>
                <a:lnTo>
                  <a:pt x="1553923" y="924065"/>
                </a:lnTo>
                <a:lnTo>
                  <a:pt x="1544326" y="969266"/>
                </a:lnTo>
                <a:lnTo>
                  <a:pt x="1532171" y="1013465"/>
                </a:lnTo>
                <a:lnTo>
                  <a:pt x="1517539" y="1056580"/>
                </a:lnTo>
                <a:lnTo>
                  <a:pt x="1500513" y="1098529"/>
                </a:lnTo>
                <a:lnTo>
                  <a:pt x="1481173" y="1139231"/>
                </a:lnTo>
                <a:lnTo>
                  <a:pt x="1459603" y="1178603"/>
                </a:lnTo>
                <a:lnTo>
                  <a:pt x="1435884" y="1216564"/>
                </a:lnTo>
                <a:lnTo>
                  <a:pt x="1410098" y="1253031"/>
                </a:lnTo>
                <a:lnTo>
                  <a:pt x="1382327" y="1287923"/>
                </a:lnTo>
                <a:lnTo>
                  <a:pt x="1352653" y="1321158"/>
                </a:lnTo>
                <a:lnTo>
                  <a:pt x="1321158" y="1352653"/>
                </a:lnTo>
                <a:lnTo>
                  <a:pt x="1287923" y="1382327"/>
                </a:lnTo>
                <a:lnTo>
                  <a:pt x="1253031" y="1410098"/>
                </a:lnTo>
                <a:lnTo>
                  <a:pt x="1216564" y="1435884"/>
                </a:lnTo>
                <a:lnTo>
                  <a:pt x="1178603" y="1459603"/>
                </a:lnTo>
                <a:lnTo>
                  <a:pt x="1139231" y="1481173"/>
                </a:lnTo>
                <a:lnTo>
                  <a:pt x="1098529" y="1500513"/>
                </a:lnTo>
                <a:lnTo>
                  <a:pt x="1056580" y="1517539"/>
                </a:lnTo>
                <a:lnTo>
                  <a:pt x="1013465" y="1532171"/>
                </a:lnTo>
                <a:lnTo>
                  <a:pt x="969266" y="1544327"/>
                </a:lnTo>
                <a:lnTo>
                  <a:pt x="924065" y="1553923"/>
                </a:lnTo>
                <a:lnTo>
                  <a:pt x="877944" y="1560880"/>
                </a:lnTo>
                <a:lnTo>
                  <a:pt x="830986" y="1565113"/>
                </a:lnTo>
                <a:lnTo>
                  <a:pt x="783271" y="1566543"/>
                </a:lnTo>
                <a:close/>
              </a:path>
            </a:pathLst>
          </a:custGeom>
          <a:solidFill>
            <a:srgbClr val="A6D8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 name="Google Shape;12;p36"/>
          <p:cNvSpPr/>
          <p:nvPr/>
        </p:nvSpPr>
        <p:spPr>
          <a:xfrm>
            <a:off x="2764455" y="9205811"/>
            <a:ext cx="11234420" cy="52705"/>
          </a:xfrm>
          <a:custGeom>
            <a:avLst/>
            <a:gdLst/>
            <a:ahLst/>
            <a:cxnLst/>
            <a:rect l="l" t="t" r="r" b="b"/>
            <a:pathLst>
              <a:path w="11234419" h="52704" extrusionOk="0">
                <a:moveTo>
                  <a:pt x="11234135" y="52488"/>
                </a:moveTo>
                <a:lnTo>
                  <a:pt x="0" y="52488"/>
                </a:lnTo>
                <a:lnTo>
                  <a:pt x="0" y="0"/>
                </a:lnTo>
                <a:lnTo>
                  <a:pt x="11234135" y="0"/>
                </a:lnTo>
                <a:lnTo>
                  <a:pt x="11234135" y="52488"/>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 name="Google Shape;13;p36"/>
          <p:cNvSpPr txBox="1">
            <a:spLocks noGrp="1"/>
          </p:cNvSpPr>
          <p:nvPr>
            <p:ph type="title"/>
          </p:nvPr>
        </p:nvSpPr>
        <p:spPr>
          <a:xfrm>
            <a:off x="2751755" y="2188774"/>
            <a:ext cx="13085444" cy="134335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5900" b="1" i="0" u="none" strike="noStrike" cap="none">
                <a:solidFill>
                  <a:srgbClr val="1B73BA"/>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36"/>
          <p:cNvSpPr txBox="1">
            <a:spLocks noGrp="1"/>
          </p:cNvSpPr>
          <p:nvPr>
            <p:ph type="body" idx="1"/>
          </p:nvPr>
        </p:nvSpPr>
        <p:spPr>
          <a:xfrm>
            <a:off x="2751755" y="4940075"/>
            <a:ext cx="8945245" cy="308482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950" b="0" i="0" u="none" strike="noStrike" cap="none">
                <a:solidFill>
                  <a:srgbClr val="1B73BA"/>
                </a:solidFill>
                <a:latin typeface="Lucida Sans"/>
                <a:ea typeface="Lucida Sans"/>
                <a:cs typeface="Lucida Sans"/>
                <a:sym typeface="Lucida Sans"/>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5" name="Google Shape;15;p36"/>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 name="Google Shape;16;p36"/>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36"/>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1"/>
          <p:cNvSpPr/>
          <p:nvPr/>
        </p:nvSpPr>
        <p:spPr>
          <a:xfrm>
            <a:off x="0" y="0"/>
            <a:ext cx="18288000" cy="10287000"/>
          </a:xfrm>
          <a:custGeom>
            <a:avLst/>
            <a:gdLst/>
            <a:ahLst/>
            <a:cxnLst/>
            <a:rect l="l" t="t" r="r" b="b"/>
            <a:pathLst>
              <a:path w="18288000" h="10287000" extrusionOk="0">
                <a:moveTo>
                  <a:pt x="18287998" y="10286999"/>
                </a:moveTo>
                <a:lnTo>
                  <a:pt x="0" y="10286999"/>
                </a:lnTo>
                <a:lnTo>
                  <a:pt x="0" y="0"/>
                </a:lnTo>
                <a:lnTo>
                  <a:pt x="18287998" y="0"/>
                </a:lnTo>
                <a:lnTo>
                  <a:pt x="18287998" y="10286999"/>
                </a:lnTo>
                <a:close/>
              </a:path>
            </a:pathLst>
          </a:custGeom>
          <a:solidFill>
            <a:srgbClr val="E7F5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1" name="Google Shape;51;p1" descr="$PPTXTitle"/>
          <p:cNvSpPr txBox="1">
            <a:spLocks noGrp="1"/>
          </p:cNvSpPr>
          <p:nvPr>
            <p:ph type="title"/>
          </p:nvPr>
        </p:nvSpPr>
        <p:spPr>
          <a:xfrm>
            <a:off x="1403800" y="3409575"/>
            <a:ext cx="13708200" cy="2555700"/>
          </a:xfrm>
          <a:prstGeom prst="rect">
            <a:avLst/>
          </a:prstGeom>
          <a:noFill/>
          <a:ln>
            <a:noFill/>
          </a:ln>
        </p:spPr>
        <p:txBody>
          <a:bodyPr spcFirstLastPara="1" wrap="square" lIns="0" tIns="15875" rIns="0" bIns="0" anchor="t" anchorCtr="0">
            <a:spAutoFit/>
          </a:bodyPr>
          <a:lstStyle/>
          <a:p>
            <a:pPr marL="12700" lvl="0" indent="0" algn="ctr" rtl="0">
              <a:lnSpc>
                <a:spcPct val="100000"/>
              </a:lnSpc>
              <a:spcBef>
                <a:spcPts val="0"/>
              </a:spcBef>
              <a:spcAft>
                <a:spcPts val="0"/>
              </a:spcAft>
              <a:buSzPts val="1400"/>
              <a:buNone/>
            </a:pPr>
            <a:r>
              <a:rPr lang="en-US" sz="5500">
                <a:latin typeface="Times New Roman"/>
                <a:ea typeface="Times New Roman"/>
                <a:cs typeface="Times New Roman"/>
                <a:sym typeface="Times New Roman"/>
              </a:rPr>
              <a:t>MODULE I: INTRODUCTION </a:t>
            </a:r>
            <a:r>
              <a:rPr lang="en-US" sz="5500">
                <a:solidFill>
                  <a:schemeClr val="hlink"/>
                </a:solidFill>
                <a:latin typeface="Times New Roman"/>
                <a:ea typeface="Times New Roman"/>
                <a:cs typeface="Times New Roman"/>
                <a:sym typeface="Times New Roman"/>
              </a:rPr>
              <a:t>TO WEB AND INTERNET FUNDAMENTALS</a:t>
            </a:r>
            <a:endParaRPr sz="5500" b="0">
              <a:solidFill>
                <a:schemeClr val="dk1"/>
              </a:solidFill>
              <a:latin typeface="Times New Roman"/>
              <a:ea typeface="Times New Roman"/>
              <a:cs typeface="Times New Roman"/>
              <a:sym typeface="Times New Roman"/>
            </a:endParaRPr>
          </a:p>
          <a:p>
            <a:pPr marL="12700" lvl="0" indent="0" algn="l" rtl="0">
              <a:lnSpc>
                <a:spcPct val="100000"/>
              </a:lnSpc>
              <a:spcBef>
                <a:spcPts val="0"/>
              </a:spcBef>
              <a:spcAft>
                <a:spcPts val="0"/>
              </a:spcAft>
              <a:buSzPts val="1400"/>
              <a:buNone/>
            </a:pPr>
            <a:endParaRPr sz="5500">
              <a:latin typeface="Times New Roman"/>
              <a:ea typeface="Times New Roman"/>
              <a:cs typeface="Times New Roman"/>
              <a:sym typeface="Times New Roman"/>
            </a:endParaRPr>
          </a:p>
        </p:txBody>
      </p:sp>
      <p:sp>
        <p:nvSpPr>
          <p:cNvPr id="52" name="Google Shape;52;p1"/>
          <p:cNvSpPr txBox="1"/>
          <p:nvPr/>
        </p:nvSpPr>
        <p:spPr>
          <a:xfrm>
            <a:off x="3128898" y="4285867"/>
            <a:ext cx="10443300" cy="1140000"/>
          </a:xfrm>
          <a:prstGeom prst="rect">
            <a:avLst/>
          </a:prstGeom>
          <a:noFill/>
          <a:ln>
            <a:noFill/>
          </a:ln>
        </p:spPr>
        <p:txBody>
          <a:bodyPr spcFirstLastPara="1" wrap="square" lIns="0" tIns="252075" rIns="0" bIns="0" anchor="t" anchorCtr="0">
            <a:spAutoFit/>
          </a:bodyPr>
          <a:lstStyle/>
          <a:p>
            <a:pPr marL="12700" marR="5080" lvl="0" indent="0" algn="l" rtl="0">
              <a:lnSpc>
                <a:spcPct val="78800"/>
              </a:lnSpc>
              <a:spcBef>
                <a:spcPts val="0"/>
              </a:spcBef>
              <a:spcAft>
                <a:spcPts val="0"/>
              </a:spcAft>
              <a:buClr>
                <a:srgbClr val="000000"/>
              </a:buClr>
              <a:buSzPts val="7300"/>
              <a:buFont typeface="Arial"/>
              <a:buNone/>
            </a:pPr>
            <a:endParaRPr sz="7300" b="0" i="0" u="none" strike="noStrike" cap="none">
              <a:solidFill>
                <a:srgbClr val="000000"/>
              </a:solidFill>
              <a:latin typeface="Trebuchet MS"/>
              <a:ea typeface="Trebuchet MS"/>
              <a:cs typeface="Trebuchet MS"/>
              <a:sym typeface="Trebuchet MS"/>
            </a:endParaRPr>
          </a:p>
        </p:txBody>
      </p:sp>
      <p:grpSp>
        <p:nvGrpSpPr>
          <p:cNvPr id="53" name="Google Shape;53;p1"/>
          <p:cNvGrpSpPr/>
          <p:nvPr/>
        </p:nvGrpSpPr>
        <p:grpSpPr>
          <a:xfrm>
            <a:off x="14608499" y="-2116"/>
            <a:ext cx="3686176" cy="4571365"/>
            <a:chOff x="14608499" y="-2116"/>
            <a:chExt cx="3686176" cy="4571365"/>
          </a:xfrm>
        </p:grpSpPr>
        <p:sp>
          <p:nvSpPr>
            <p:cNvPr id="54" name="Google Shape;54;p1"/>
            <p:cNvSpPr/>
            <p:nvPr/>
          </p:nvSpPr>
          <p:spPr>
            <a:xfrm>
              <a:off x="14608499" y="0"/>
              <a:ext cx="3679825" cy="3279775"/>
            </a:xfrm>
            <a:custGeom>
              <a:avLst/>
              <a:gdLst/>
              <a:ahLst/>
              <a:cxnLst/>
              <a:rect l="l" t="t" r="r" b="b"/>
              <a:pathLst>
                <a:path w="3679825" h="3279775" extrusionOk="0">
                  <a:moveTo>
                    <a:pt x="35637" y="876506"/>
                  </a:moveTo>
                  <a:lnTo>
                    <a:pt x="27549" y="838897"/>
                  </a:lnTo>
                  <a:lnTo>
                    <a:pt x="20494" y="801088"/>
                  </a:lnTo>
                  <a:lnTo>
                    <a:pt x="14476" y="763106"/>
                  </a:lnTo>
                  <a:lnTo>
                    <a:pt x="9495" y="724977"/>
                  </a:lnTo>
                  <a:lnTo>
                    <a:pt x="5555" y="686728"/>
                  </a:lnTo>
                  <a:lnTo>
                    <a:pt x="2657" y="648387"/>
                  </a:lnTo>
                  <a:lnTo>
                    <a:pt x="805" y="609978"/>
                  </a:lnTo>
                  <a:lnTo>
                    <a:pt x="0" y="571530"/>
                  </a:lnTo>
                  <a:lnTo>
                    <a:pt x="244" y="533069"/>
                  </a:lnTo>
                  <a:lnTo>
                    <a:pt x="1540" y="494622"/>
                  </a:lnTo>
                  <a:lnTo>
                    <a:pt x="3890" y="456216"/>
                  </a:lnTo>
                  <a:lnTo>
                    <a:pt x="7297" y="417877"/>
                  </a:lnTo>
                  <a:lnTo>
                    <a:pt x="11762" y="379632"/>
                  </a:lnTo>
                  <a:lnTo>
                    <a:pt x="17288" y="341509"/>
                  </a:lnTo>
                  <a:lnTo>
                    <a:pt x="23877" y="303532"/>
                  </a:lnTo>
                  <a:lnTo>
                    <a:pt x="31532" y="265731"/>
                  </a:lnTo>
                  <a:lnTo>
                    <a:pt x="40255" y="228130"/>
                  </a:lnTo>
                  <a:lnTo>
                    <a:pt x="50048" y="190758"/>
                  </a:lnTo>
                  <a:lnTo>
                    <a:pt x="60913" y="153640"/>
                  </a:lnTo>
                  <a:lnTo>
                    <a:pt x="72852" y="116803"/>
                  </a:lnTo>
                  <a:lnTo>
                    <a:pt x="85869" y="80275"/>
                  </a:lnTo>
                  <a:lnTo>
                    <a:pt x="99964" y="44082"/>
                  </a:lnTo>
                  <a:lnTo>
                    <a:pt x="115153" y="8225"/>
                  </a:lnTo>
                  <a:lnTo>
                    <a:pt x="3679500" y="0"/>
                  </a:lnTo>
                  <a:lnTo>
                    <a:pt x="3679500" y="2838111"/>
                  </a:lnTo>
                  <a:lnTo>
                    <a:pt x="3629504" y="2892759"/>
                  </a:lnTo>
                  <a:lnTo>
                    <a:pt x="3598367" y="2925478"/>
                  </a:lnTo>
                  <a:lnTo>
                    <a:pt x="3564409" y="2959169"/>
                  </a:lnTo>
                  <a:lnTo>
                    <a:pt x="3529117" y="2991206"/>
                  </a:lnTo>
                  <a:lnTo>
                    <a:pt x="3492549" y="3021583"/>
                  </a:lnTo>
                  <a:lnTo>
                    <a:pt x="3454764" y="3050296"/>
                  </a:lnTo>
                  <a:lnTo>
                    <a:pt x="3415822" y="3077340"/>
                  </a:lnTo>
                  <a:lnTo>
                    <a:pt x="3375781" y="3102709"/>
                  </a:lnTo>
                  <a:lnTo>
                    <a:pt x="3334699" y="3126400"/>
                  </a:lnTo>
                  <a:lnTo>
                    <a:pt x="3292635" y="3148406"/>
                  </a:lnTo>
                  <a:lnTo>
                    <a:pt x="3249648" y="3168724"/>
                  </a:lnTo>
                  <a:lnTo>
                    <a:pt x="3205797" y="3187348"/>
                  </a:lnTo>
                  <a:lnTo>
                    <a:pt x="3161141" y="3204274"/>
                  </a:lnTo>
                  <a:lnTo>
                    <a:pt x="3115738" y="3219496"/>
                  </a:lnTo>
                  <a:lnTo>
                    <a:pt x="3069647" y="3233010"/>
                  </a:lnTo>
                  <a:lnTo>
                    <a:pt x="3022927" y="3244810"/>
                  </a:lnTo>
                  <a:lnTo>
                    <a:pt x="2975637" y="3254892"/>
                  </a:lnTo>
                  <a:lnTo>
                    <a:pt x="2927834" y="3263251"/>
                  </a:lnTo>
                  <a:lnTo>
                    <a:pt x="2879579" y="3269883"/>
                  </a:lnTo>
                  <a:lnTo>
                    <a:pt x="2830930" y="3274781"/>
                  </a:lnTo>
                  <a:lnTo>
                    <a:pt x="2781945" y="3277941"/>
                  </a:lnTo>
                  <a:lnTo>
                    <a:pt x="2732684" y="3279359"/>
                  </a:lnTo>
                  <a:lnTo>
                    <a:pt x="2683204" y="3279030"/>
                  </a:lnTo>
                  <a:lnTo>
                    <a:pt x="2633566" y="3276947"/>
                  </a:lnTo>
                  <a:lnTo>
                    <a:pt x="2583827" y="3273108"/>
                  </a:lnTo>
                  <a:lnTo>
                    <a:pt x="2534046" y="3267506"/>
                  </a:lnTo>
                  <a:lnTo>
                    <a:pt x="2484282" y="3260137"/>
                  </a:lnTo>
                  <a:lnTo>
                    <a:pt x="2434594" y="3250996"/>
                  </a:lnTo>
                  <a:lnTo>
                    <a:pt x="2385041" y="3240078"/>
                  </a:lnTo>
                  <a:lnTo>
                    <a:pt x="2335681" y="3227378"/>
                  </a:lnTo>
                  <a:lnTo>
                    <a:pt x="2286573" y="3212891"/>
                  </a:lnTo>
                  <a:lnTo>
                    <a:pt x="2237529" y="3196513"/>
                  </a:lnTo>
                  <a:lnTo>
                    <a:pt x="2189530" y="3178458"/>
                  </a:lnTo>
                  <a:lnTo>
                    <a:pt x="2142599" y="3158768"/>
                  </a:lnTo>
                  <a:lnTo>
                    <a:pt x="2096758" y="3137487"/>
                  </a:lnTo>
                  <a:lnTo>
                    <a:pt x="2052029" y="3114658"/>
                  </a:lnTo>
                  <a:lnTo>
                    <a:pt x="2008436" y="3090325"/>
                  </a:lnTo>
                  <a:lnTo>
                    <a:pt x="1966000" y="3064531"/>
                  </a:lnTo>
                  <a:lnTo>
                    <a:pt x="1924744" y="3037318"/>
                  </a:lnTo>
                  <a:lnTo>
                    <a:pt x="1884691" y="3008730"/>
                  </a:lnTo>
                  <a:lnTo>
                    <a:pt x="1845864" y="2978810"/>
                  </a:lnTo>
                  <a:lnTo>
                    <a:pt x="1808284" y="2947602"/>
                  </a:lnTo>
                  <a:lnTo>
                    <a:pt x="1771974" y="2915148"/>
                  </a:lnTo>
                  <a:lnTo>
                    <a:pt x="1736956" y="2881491"/>
                  </a:lnTo>
                  <a:lnTo>
                    <a:pt x="1703254" y="2846676"/>
                  </a:lnTo>
                  <a:lnTo>
                    <a:pt x="1670890" y="2810745"/>
                  </a:lnTo>
                  <a:lnTo>
                    <a:pt x="1639886" y="2773741"/>
                  </a:lnTo>
                  <a:lnTo>
                    <a:pt x="1610264" y="2735707"/>
                  </a:lnTo>
                  <a:lnTo>
                    <a:pt x="1582048" y="2696687"/>
                  </a:lnTo>
                  <a:lnTo>
                    <a:pt x="1555259" y="2656724"/>
                  </a:lnTo>
                  <a:lnTo>
                    <a:pt x="1529921" y="2615862"/>
                  </a:lnTo>
                  <a:lnTo>
                    <a:pt x="1506055" y="2574142"/>
                  </a:lnTo>
                  <a:lnTo>
                    <a:pt x="1483685" y="2531609"/>
                  </a:lnTo>
                  <a:lnTo>
                    <a:pt x="1462832" y="2488305"/>
                  </a:lnTo>
                  <a:lnTo>
                    <a:pt x="1443519" y="2444274"/>
                  </a:lnTo>
                  <a:lnTo>
                    <a:pt x="1425770" y="2399559"/>
                  </a:lnTo>
                  <a:lnTo>
                    <a:pt x="1409605" y="2354203"/>
                  </a:lnTo>
                  <a:lnTo>
                    <a:pt x="1395048" y="2308250"/>
                  </a:lnTo>
                  <a:lnTo>
                    <a:pt x="1382122" y="2261742"/>
                  </a:lnTo>
                  <a:lnTo>
                    <a:pt x="1367512" y="2214042"/>
                  </a:lnTo>
                  <a:lnTo>
                    <a:pt x="1349295" y="2168691"/>
                  </a:lnTo>
                  <a:lnTo>
                    <a:pt x="1327593" y="2125811"/>
                  </a:lnTo>
                  <a:lnTo>
                    <a:pt x="1302531" y="2085526"/>
                  </a:lnTo>
                  <a:lnTo>
                    <a:pt x="1274233" y="2047959"/>
                  </a:lnTo>
                  <a:lnTo>
                    <a:pt x="1242824" y="2013231"/>
                  </a:lnTo>
                  <a:lnTo>
                    <a:pt x="1208426" y="1981466"/>
                  </a:lnTo>
                  <a:lnTo>
                    <a:pt x="1171165" y="1952786"/>
                  </a:lnTo>
                  <a:lnTo>
                    <a:pt x="1131165" y="1927314"/>
                  </a:lnTo>
                  <a:lnTo>
                    <a:pt x="1088549" y="1905174"/>
                  </a:lnTo>
                  <a:lnTo>
                    <a:pt x="1043443" y="1886486"/>
                  </a:lnTo>
                  <a:lnTo>
                    <a:pt x="995969" y="1871375"/>
                  </a:lnTo>
                  <a:lnTo>
                    <a:pt x="952188" y="1858794"/>
                  </a:lnTo>
                  <a:lnTo>
                    <a:pt x="909360" y="1845048"/>
                  </a:lnTo>
                  <a:lnTo>
                    <a:pt x="867485" y="1830166"/>
                  </a:lnTo>
                  <a:lnTo>
                    <a:pt x="826566" y="1814174"/>
                  </a:lnTo>
                  <a:lnTo>
                    <a:pt x="786606" y="1797099"/>
                  </a:lnTo>
                  <a:lnTo>
                    <a:pt x="747606" y="1778967"/>
                  </a:lnTo>
                  <a:lnTo>
                    <a:pt x="709569" y="1759806"/>
                  </a:lnTo>
                  <a:lnTo>
                    <a:pt x="672498" y="1739642"/>
                  </a:lnTo>
                  <a:lnTo>
                    <a:pt x="636394" y="1718502"/>
                  </a:lnTo>
                  <a:lnTo>
                    <a:pt x="601260" y="1696412"/>
                  </a:lnTo>
                  <a:lnTo>
                    <a:pt x="567098" y="1673400"/>
                  </a:lnTo>
                  <a:lnTo>
                    <a:pt x="533910" y="1649492"/>
                  </a:lnTo>
                  <a:lnTo>
                    <a:pt x="501699" y="1624714"/>
                  </a:lnTo>
                  <a:lnTo>
                    <a:pt x="470467" y="1599095"/>
                  </a:lnTo>
                  <a:lnTo>
                    <a:pt x="440216" y="1572660"/>
                  </a:lnTo>
                  <a:lnTo>
                    <a:pt x="410949" y="1545436"/>
                  </a:lnTo>
                  <a:lnTo>
                    <a:pt x="382667" y="1517450"/>
                  </a:lnTo>
                  <a:lnTo>
                    <a:pt x="355373" y="1488728"/>
                  </a:lnTo>
                  <a:lnTo>
                    <a:pt x="329070" y="1459298"/>
                  </a:lnTo>
                  <a:lnTo>
                    <a:pt x="303759" y="1429186"/>
                  </a:lnTo>
                  <a:lnTo>
                    <a:pt x="279443" y="1398420"/>
                  </a:lnTo>
                  <a:lnTo>
                    <a:pt x="256124" y="1367024"/>
                  </a:lnTo>
                  <a:lnTo>
                    <a:pt x="233805" y="1335028"/>
                  </a:lnTo>
                  <a:lnTo>
                    <a:pt x="212487" y="1302456"/>
                  </a:lnTo>
                  <a:lnTo>
                    <a:pt x="192174" y="1269337"/>
                  </a:lnTo>
                  <a:lnTo>
                    <a:pt x="172866" y="1235696"/>
                  </a:lnTo>
                  <a:lnTo>
                    <a:pt x="154567" y="1201561"/>
                  </a:lnTo>
                  <a:lnTo>
                    <a:pt x="137279" y="1166958"/>
                  </a:lnTo>
                  <a:lnTo>
                    <a:pt x="121004" y="1131914"/>
                  </a:lnTo>
                  <a:lnTo>
                    <a:pt x="105745" y="1096456"/>
                  </a:lnTo>
                  <a:lnTo>
                    <a:pt x="91503" y="1060610"/>
                  </a:lnTo>
                  <a:lnTo>
                    <a:pt x="78281" y="1024404"/>
                  </a:lnTo>
                  <a:lnTo>
                    <a:pt x="66081" y="987863"/>
                  </a:lnTo>
                  <a:lnTo>
                    <a:pt x="54906" y="951016"/>
                  </a:lnTo>
                  <a:lnTo>
                    <a:pt x="44757" y="913888"/>
                  </a:lnTo>
                  <a:lnTo>
                    <a:pt x="35637" y="876506"/>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 name="Google Shape;55;p1"/>
            <p:cNvSpPr/>
            <p:nvPr/>
          </p:nvSpPr>
          <p:spPr>
            <a:xfrm>
              <a:off x="14846625" y="-2116"/>
              <a:ext cx="3448050" cy="4571365"/>
            </a:xfrm>
            <a:custGeom>
              <a:avLst/>
              <a:gdLst/>
              <a:ahLst/>
              <a:cxnLst/>
              <a:rect l="l" t="t" r="r" b="b"/>
              <a:pathLst>
                <a:path w="3448050" h="4571365" extrusionOk="0">
                  <a:moveTo>
                    <a:pt x="1163872" y="1027"/>
                  </a:moveTo>
                  <a:lnTo>
                    <a:pt x="1163643" y="0"/>
                  </a:lnTo>
                  <a:lnTo>
                    <a:pt x="3441374" y="2116"/>
                  </a:lnTo>
                  <a:lnTo>
                    <a:pt x="1163872" y="1027"/>
                  </a:lnTo>
                  <a:close/>
                </a:path>
                <a:path w="3448050" h="4571365" extrusionOk="0">
                  <a:moveTo>
                    <a:pt x="3444584" y="4286239"/>
                  </a:moveTo>
                  <a:lnTo>
                    <a:pt x="3441374" y="2116"/>
                  </a:lnTo>
                  <a:lnTo>
                    <a:pt x="3447841" y="4284304"/>
                  </a:lnTo>
                  <a:lnTo>
                    <a:pt x="3444584" y="4286239"/>
                  </a:lnTo>
                  <a:close/>
                </a:path>
                <a:path w="3448050" h="4571365" extrusionOk="0">
                  <a:moveTo>
                    <a:pt x="233107" y="2592216"/>
                  </a:moveTo>
                  <a:lnTo>
                    <a:pt x="155482" y="2244661"/>
                  </a:lnTo>
                  <a:lnTo>
                    <a:pt x="203230" y="2341919"/>
                  </a:lnTo>
                  <a:lnTo>
                    <a:pt x="214600" y="2392827"/>
                  </a:lnTo>
                  <a:lnTo>
                    <a:pt x="280657" y="2513799"/>
                  </a:lnTo>
                  <a:lnTo>
                    <a:pt x="314892" y="2550554"/>
                  </a:lnTo>
                  <a:lnTo>
                    <a:pt x="358243" y="2628124"/>
                  </a:lnTo>
                  <a:lnTo>
                    <a:pt x="425875" y="2697884"/>
                  </a:lnTo>
                  <a:lnTo>
                    <a:pt x="459475" y="2731798"/>
                  </a:lnTo>
                  <a:lnTo>
                    <a:pt x="492918" y="2765007"/>
                  </a:lnTo>
                  <a:lnTo>
                    <a:pt x="526193" y="2797465"/>
                  </a:lnTo>
                  <a:lnTo>
                    <a:pt x="559291" y="2829127"/>
                  </a:lnTo>
                  <a:lnTo>
                    <a:pt x="604595" y="2857179"/>
                  </a:lnTo>
                  <a:lnTo>
                    <a:pt x="637306" y="2887111"/>
                  </a:lnTo>
                  <a:lnTo>
                    <a:pt x="682203" y="2913342"/>
                  </a:lnTo>
                  <a:lnTo>
                    <a:pt x="714487" y="2941362"/>
                  </a:lnTo>
                  <a:lnTo>
                    <a:pt x="758937" y="2965590"/>
                  </a:lnTo>
                  <a:lnTo>
                    <a:pt x="803148" y="2988747"/>
                  </a:lnTo>
                  <a:lnTo>
                    <a:pt x="859504" y="3008020"/>
                  </a:lnTo>
                  <a:lnTo>
                    <a:pt x="903206" y="3028900"/>
                  </a:lnTo>
                  <a:lnTo>
                    <a:pt x="946638" y="3048572"/>
                  </a:lnTo>
                  <a:lnTo>
                    <a:pt x="1002186" y="3064224"/>
                  </a:lnTo>
                  <a:lnTo>
                    <a:pt x="1057443" y="3078577"/>
                  </a:lnTo>
                  <a:lnTo>
                    <a:pt x="1100468" y="3096426"/>
                  </a:lnTo>
                  <a:lnTo>
                    <a:pt x="1156612" y="3114749"/>
                  </a:lnTo>
                  <a:lnTo>
                    <a:pt x="1201042" y="3138887"/>
                  </a:lnTo>
                  <a:lnTo>
                    <a:pt x="1246108" y="3165874"/>
                  </a:lnTo>
                  <a:lnTo>
                    <a:pt x="1279372" y="3198283"/>
                  </a:lnTo>
                  <a:lnTo>
                    <a:pt x="1325580" y="3230380"/>
                  </a:lnTo>
                  <a:lnTo>
                    <a:pt x="1347580" y="3270620"/>
                  </a:lnTo>
                  <a:lnTo>
                    <a:pt x="1382462" y="3310270"/>
                  </a:lnTo>
                  <a:lnTo>
                    <a:pt x="1405395" y="3354686"/>
                  </a:lnTo>
                  <a:lnTo>
                    <a:pt x="1452439" y="3448792"/>
                  </a:lnTo>
                  <a:lnTo>
                    <a:pt x="1464074" y="3500889"/>
                  </a:lnTo>
                  <a:lnTo>
                    <a:pt x="1487633" y="3548105"/>
                  </a:lnTo>
                  <a:lnTo>
                    <a:pt x="1498750" y="3597882"/>
                  </a:lnTo>
                  <a:lnTo>
                    <a:pt x="1522202" y="3644622"/>
                  </a:lnTo>
                  <a:lnTo>
                    <a:pt x="1533186" y="3693799"/>
                  </a:lnTo>
                  <a:lnTo>
                    <a:pt x="1602742" y="3830436"/>
                  </a:lnTo>
                  <a:lnTo>
                    <a:pt x="1638083" y="3872145"/>
                  </a:lnTo>
                  <a:lnTo>
                    <a:pt x="1660888" y="3915986"/>
                  </a:lnTo>
                  <a:lnTo>
                    <a:pt x="1695931" y="3956362"/>
                  </a:lnTo>
                  <a:lnTo>
                    <a:pt x="1718411" y="3998748"/>
                  </a:lnTo>
                  <a:lnTo>
                    <a:pt x="1753102" y="4037546"/>
                  </a:lnTo>
                  <a:lnTo>
                    <a:pt x="1787597" y="4075463"/>
                  </a:lnTo>
                  <a:lnTo>
                    <a:pt x="1821558" y="4110995"/>
                  </a:lnTo>
                  <a:lnTo>
                    <a:pt x="1855321" y="4145633"/>
                  </a:lnTo>
                  <a:lnTo>
                    <a:pt x="1901265" y="4176553"/>
                  </a:lnTo>
                  <a:lnTo>
                    <a:pt x="1934590" y="4209235"/>
                  </a:lnTo>
                  <a:lnTo>
                    <a:pt x="1980073" y="4238086"/>
                  </a:lnTo>
                  <a:lnTo>
                    <a:pt x="2025305" y="4265818"/>
                  </a:lnTo>
                  <a:lnTo>
                    <a:pt x="2057881" y="4295143"/>
                  </a:lnTo>
                  <a:lnTo>
                    <a:pt x="2102576" y="4320468"/>
                  </a:lnTo>
                  <a:lnTo>
                    <a:pt x="2146983" y="4344505"/>
                  </a:lnTo>
                  <a:lnTo>
                    <a:pt x="2203485" y="4364429"/>
                  </a:lnTo>
                  <a:lnTo>
                    <a:pt x="2247279" y="4385720"/>
                  </a:lnTo>
                  <a:lnTo>
                    <a:pt x="2290747" y="4405555"/>
                  </a:lnTo>
                  <a:lnTo>
                    <a:pt x="2346273" y="4421108"/>
                  </a:lnTo>
                  <a:lnTo>
                    <a:pt x="2401329" y="4434560"/>
                  </a:lnTo>
                  <a:lnTo>
                    <a:pt x="2443601" y="4449039"/>
                  </a:lnTo>
                  <a:lnTo>
                    <a:pt x="2497877" y="4459000"/>
                  </a:lnTo>
                  <a:lnTo>
                    <a:pt x="2551761" y="4467200"/>
                  </a:lnTo>
                  <a:lnTo>
                    <a:pt x="2592854" y="4476400"/>
                  </a:lnTo>
                  <a:lnTo>
                    <a:pt x="2645945" y="4481055"/>
                  </a:lnTo>
                  <a:lnTo>
                    <a:pt x="2698637" y="4483922"/>
                  </a:lnTo>
                  <a:lnTo>
                    <a:pt x="2750928" y="4484994"/>
                  </a:lnTo>
                  <a:lnTo>
                    <a:pt x="2802816" y="4484260"/>
                  </a:lnTo>
                  <a:lnTo>
                    <a:pt x="2854299" y="4481714"/>
                  </a:lnTo>
                  <a:lnTo>
                    <a:pt x="2892980" y="4480112"/>
                  </a:lnTo>
                  <a:lnTo>
                    <a:pt x="2943647" y="4473910"/>
                  </a:lnTo>
                  <a:lnTo>
                    <a:pt x="2993902" y="4465868"/>
                  </a:lnTo>
                  <a:lnTo>
                    <a:pt x="3043744" y="4455975"/>
                  </a:lnTo>
                  <a:lnTo>
                    <a:pt x="3093123" y="4444011"/>
                  </a:lnTo>
                  <a:lnTo>
                    <a:pt x="3142043" y="4429986"/>
                  </a:lnTo>
                  <a:lnTo>
                    <a:pt x="3190499" y="4413890"/>
                  </a:lnTo>
                  <a:lnTo>
                    <a:pt x="3238491" y="4395714"/>
                  </a:lnTo>
                  <a:lnTo>
                    <a:pt x="3286017" y="4375448"/>
                  </a:lnTo>
                  <a:lnTo>
                    <a:pt x="3333073" y="4353082"/>
                  </a:lnTo>
                  <a:lnTo>
                    <a:pt x="3379658" y="4328607"/>
                  </a:lnTo>
                  <a:lnTo>
                    <a:pt x="3413376" y="4304782"/>
                  </a:lnTo>
                  <a:lnTo>
                    <a:pt x="3444584" y="4286239"/>
                  </a:lnTo>
                  <a:lnTo>
                    <a:pt x="3444659" y="4386584"/>
                  </a:lnTo>
                  <a:lnTo>
                    <a:pt x="3433029" y="4392777"/>
                  </a:lnTo>
                  <a:lnTo>
                    <a:pt x="3399056" y="4415459"/>
                  </a:lnTo>
                  <a:lnTo>
                    <a:pt x="3352249" y="4438941"/>
                  </a:lnTo>
                  <a:lnTo>
                    <a:pt x="3305005" y="4460467"/>
                  </a:lnTo>
                  <a:lnTo>
                    <a:pt x="3257327" y="4480047"/>
                  </a:lnTo>
                  <a:lnTo>
                    <a:pt x="3209216" y="4497690"/>
                  </a:lnTo>
                  <a:lnTo>
                    <a:pt x="3160674" y="4513407"/>
                  </a:lnTo>
                  <a:lnTo>
                    <a:pt x="3111705" y="4527208"/>
                  </a:lnTo>
                  <a:lnTo>
                    <a:pt x="3062311" y="4539104"/>
                  </a:lnTo>
                  <a:lnTo>
                    <a:pt x="3012488" y="4549086"/>
                  </a:lnTo>
                  <a:lnTo>
                    <a:pt x="2962285" y="4557360"/>
                  </a:lnTo>
                  <a:lnTo>
                    <a:pt x="2911701" y="4563933"/>
                  </a:lnTo>
                  <a:lnTo>
                    <a:pt x="2873134" y="4566043"/>
                  </a:lnTo>
                  <a:lnTo>
                    <a:pt x="2821794" y="4569233"/>
                  </a:lnTo>
                  <a:lnTo>
                    <a:pt x="2770079" y="4570740"/>
                  </a:lnTo>
                  <a:lnTo>
                    <a:pt x="2717990" y="4570572"/>
                  </a:lnTo>
                  <a:lnTo>
                    <a:pt x="2665528" y="4568734"/>
                  </a:lnTo>
                  <a:lnTo>
                    <a:pt x="2625089" y="4562464"/>
                  </a:lnTo>
                  <a:lnTo>
                    <a:pt x="2571885" y="4557305"/>
                  </a:lnTo>
                  <a:lnTo>
                    <a:pt x="2518313" y="4550496"/>
                  </a:lnTo>
                  <a:lnTo>
                    <a:pt x="2464373" y="4542042"/>
                  </a:lnTo>
                  <a:lnTo>
                    <a:pt x="2422462" y="4529182"/>
                  </a:lnTo>
                  <a:lnTo>
                    <a:pt x="2367792" y="4517458"/>
                  </a:lnTo>
                  <a:lnTo>
                    <a:pt x="2325153" y="4501340"/>
                  </a:lnTo>
                  <a:lnTo>
                    <a:pt x="2269691" y="4486070"/>
                  </a:lnTo>
                  <a:lnTo>
                    <a:pt x="2226319" y="4466669"/>
                  </a:lnTo>
                  <a:lnTo>
                    <a:pt x="2170258" y="4448715"/>
                  </a:lnTo>
                  <a:lnTo>
                    <a:pt x="2126306" y="4426717"/>
                  </a:lnTo>
                  <a:lnTo>
                    <a:pt x="2082079" y="4403486"/>
                  </a:lnTo>
                  <a:lnTo>
                    <a:pt x="2037586" y="4379067"/>
                  </a:lnTo>
                  <a:lnTo>
                    <a:pt x="1992838" y="4353503"/>
                  </a:lnTo>
                  <a:lnTo>
                    <a:pt x="1947844" y="4326838"/>
                  </a:lnTo>
                  <a:lnTo>
                    <a:pt x="1915008" y="4296348"/>
                  </a:lnTo>
                  <a:lnTo>
                    <a:pt x="1869551" y="4267613"/>
                  </a:lnTo>
                  <a:lnTo>
                    <a:pt x="1836273" y="4235140"/>
                  </a:lnTo>
                  <a:lnTo>
                    <a:pt x="1802788" y="4201742"/>
                  </a:lnTo>
                  <a:lnTo>
                    <a:pt x="1756711" y="4170230"/>
                  </a:lnTo>
                  <a:lnTo>
                    <a:pt x="1722842" y="4135111"/>
                  </a:lnTo>
                  <a:lnTo>
                    <a:pt x="1688450" y="4097657"/>
                  </a:lnTo>
                  <a:lnTo>
                    <a:pt x="1666276" y="4056636"/>
                  </a:lnTo>
                  <a:lnTo>
                    <a:pt x="1596647" y="3977939"/>
                  </a:lnTo>
                  <a:lnTo>
                    <a:pt x="1574005" y="3934826"/>
                  </a:lnTo>
                  <a:lnTo>
                    <a:pt x="1538835" y="3893884"/>
                  </a:lnTo>
                  <a:lnTo>
                    <a:pt x="1446626" y="3714082"/>
                  </a:lnTo>
                  <a:lnTo>
                    <a:pt x="1435747" y="3665374"/>
                  </a:lnTo>
                  <a:lnTo>
                    <a:pt x="1412408" y="3619138"/>
                  </a:lnTo>
                  <a:lnTo>
                    <a:pt x="1390365" y="3520447"/>
                  </a:lnTo>
                  <a:lnTo>
                    <a:pt x="1366004" y="3469635"/>
                  </a:lnTo>
                  <a:lnTo>
                    <a:pt x="1354479" y="3418036"/>
                  </a:lnTo>
                  <a:lnTo>
                    <a:pt x="1318671" y="3374238"/>
                  </a:lnTo>
                  <a:lnTo>
                    <a:pt x="1295827" y="3330218"/>
                  </a:lnTo>
                  <a:lnTo>
                    <a:pt x="1261220" y="3291796"/>
                  </a:lnTo>
                  <a:lnTo>
                    <a:pt x="1227197" y="3255992"/>
                  </a:lnTo>
                  <a:lnTo>
                    <a:pt x="1181475" y="3226070"/>
                  </a:lnTo>
                  <a:lnTo>
                    <a:pt x="1136512" y="3199543"/>
                  </a:lnTo>
                  <a:lnTo>
                    <a:pt x="1079976" y="3179463"/>
                  </a:lnTo>
                  <a:lnTo>
                    <a:pt x="1036719" y="3160577"/>
                  </a:lnTo>
                  <a:lnTo>
                    <a:pt x="981349" y="3145720"/>
                  </a:lnTo>
                  <a:lnTo>
                    <a:pt x="925694" y="3129585"/>
                  </a:lnTo>
                  <a:lnTo>
                    <a:pt x="882157" y="3109447"/>
                  </a:lnTo>
                  <a:lnTo>
                    <a:pt x="825960" y="3090886"/>
                  </a:lnTo>
                  <a:lnTo>
                    <a:pt x="781901" y="3068409"/>
                  </a:lnTo>
                  <a:lnTo>
                    <a:pt x="737595" y="3044826"/>
                  </a:lnTo>
                  <a:lnTo>
                    <a:pt x="693052" y="3020180"/>
                  </a:lnTo>
                  <a:lnTo>
                    <a:pt x="648281" y="2994516"/>
                  </a:lnTo>
                  <a:lnTo>
                    <a:pt x="603292" y="2967874"/>
                  </a:lnTo>
                  <a:lnTo>
                    <a:pt x="558095" y="2940299"/>
                  </a:lnTo>
                  <a:lnTo>
                    <a:pt x="525093" y="2909066"/>
                  </a:lnTo>
                  <a:lnTo>
                    <a:pt x="491902" y="2876985"/>
                  </a:lnTo>
                  <a:lnTo>
                    <a:pt x="446137" y="2846867"/>
                  </a:lnTo>
                  <a:lnTo>
                    <a:pt x="412596" y="2813220"/>
                  </a:lnTo>
                  <a:lnTo>
                    <a:pt x="378895" y="2778854"/>
                  </a:lnTo>
                  <a:lnTo>
                    <a:pt x="345043" y="2743813"/>
                  </a:lnTo>
                  <a:lnTo>
                    <a:pt x="323444" y="2705371"/>
                  </a:lnTo>
                  <a:lnTo>
                    <a:pt x="255072" y="2632298"/>
                  </a:lnTo>
                  <a:lnTo>
                    <a:pt x="233107" y="2592216"/>
                  </a:lnTo>
                  <a:close/>
                </a:path>
                <a:path w="3448050" h="4571365" extrusionOk="0">
                  <a:moveTo>
                    <a:pt x="97736" y="2335692"/>
                  </a:moveTo>
                  <a:lnTo>
                    <a:pt x="9442" y="1940371"/>
                  </a:lnTo>
                  <a:lnTo>
                    <a:pt x="10885" y="1888565"/>
                  </a:lnTo>
                  <a:lnTo>
                    <a:pt x="0" y="1839829"/>
                  </a:lnTo>
                  <a:lnTo>
                    <a:pt x="5049" y="1687648"/>
                  </a:lnTo>
                  <a:lnTo>
                    <a:pt x="19341" y="1635109"/>
                  </a:lnTo>
                  <a:lnTo>
                    <a:pt x="21364" y="1585903"/>
                  </a:lnTo>
                  <a:lnTo>
                    <a:pt x="35920" y="1534548"/>
                  </a:lnTo>
                  <a:lnTo>
                    <a:pt x="38231" y="1486634"/>
                  </a:lnTo>
                  <a:lnTo>
                    <a:pt x="53099" y="1436676"/>
                  </a:lnTo>
                  <a:lnTo>
                    <a:pt x="68912" y="1390949"/>
                  </a:lnTo>
                  <a:lnTo>
                    <a:pt x="84884" y="1345934"/>
                  </a:lnTo>
                  <a:lnTo>
                    <a:pt x="101024" y="1301674"/>
                  </a:lnTo>
                  <a:lnTo>
                    <a:pt x="117343" y="1258213"/>
                  </a:lnTo>
                  <a:lnTo>
                    <a:pt x="133850" y="1215593"/>
                  </a:lnTo>
                  <a:lnTo>
                    <a:pt x="150554" y="1173857"/>
                  </a:lnTo>
                  <a:lnTo>
                    <a:pt x="179860" y="1130281"/>
                  </a:lnTo>
                  <a:lnTo>
                    <a:pt x="196989" y="1090443"/>
                  </a:lnTo>
                  <a:lnTo>
                    <a:pt x="226738" y="1048850"/>
                  </a:lnTo>
                  <a:lnTo>
                    <a:pt x="256723" y="1008313"/>
                  </a:lnTo>
                  <a:lnTo>
                    <a:pt x="286953" y="968876"/>
                  </a:lnTo>
                  <a:lnTo>
                    <a:pt x="317439" y="930581"/>
                  </a:lnTo>
                  <a:lnTo>
                    <a:pt x="348189" y="893471"/>
                  </a:lnTo>
                  <a:lnTo>
                    <a:pt x="379214" y="857590"/>
                  </a:lnTo>
                  <a:lnTo>
                    <a:pt x="410523" y="822979"/>
                  </a:lnTo>
                  <a:lnTo>
                    <a:pt x="442125" y="789684"/>
                  </a:lnTo>
                  <a:lnTo>
                    <a:pt x="486425" y="754976"/>
                  </a:lnTo>
                  <a:lnTo>
                    <a:pt x="531038" y="721670"/>
                  </a:lnTo>
                  <a:lnTo>
                    <a:pt x="563578" y="692574"/>
                  </a:lnTo>
                  <a:lnTo>
                    <a:pt x="608845" y="662197"/>
                  </a:lnTo>
                  <a:lnTo>
                    <a:pt x="654453" y="633349"/>
                  </a:lnTo>
                  <a:lnTo>
                    <a:pt x="700413" y="606073"/>
                  </a:lnTo>
                  <a:lnTo>
                    <a:pt x="746733" y="580412"/>
                  </a:lnTo>
                  <a:lnTo>
                    <a:pt x="793424" y="556409"/>
                  </a:lnTo>
                  <a:lnTo>
                    <a:pt x="840081" y="532255"/>
                  </a:lnTo>
                  <a:lnTo>
                    <a:pt x="885775" y="503790"/>
                  </a:lnTo>
                  <a:lnTo>
                    <a:pt x="918173" y="474058"/>
                  </a:lnTo>
                  <a:lnTo>
                    <a:pt x="949732" y="440567"/>
                  </a:lnTo>
                  <a:lnTo>
                    <a:pt x="980513" y="403595"/>
                  </a:lnTo>
                  <a:lnTo>
                    <a:pt x="1010578" y="363416"/>
                  </a:lnTo>
                  <a:lnTo>
                    <a:pt x="1027594" y="323077"/>
                  </a:lnTo>
                  <a:lnTo>
                    <a:pt x="1056412" y="277316"/>
                  </a:lnTo>
                  <a:lnTo>
                    <a:pt x="1072354" y="232167"/>
                  </a:lnTo>
                  <a:lnTo>
                    <a:pt x="1075431" y="187678"/>
                  </a:lnTo>
                  <a:lnTo>
                    <a:pt x="1078097" y="141352"/>
                  </a:lnTo>
                  <a:lnTo>
                    <a:pt x="1082439" y="44265"/>
                  </a:lnTo>
                  <a:lnTo>
                    <a:pt x="1072772" y="983"/>
                  </a:lnTo>
                  <a:lnTo>
                    <a:pt x="1163872" y="1027"/>
                  </a:lnTo>
                  <a:lnTo>
                    <a:pt x="1163838" y="117401"/>
                  </a:lnTo>
                  <a:lnTo>
                    <a:pt x="1159418" y="214137"/>
                  </a:lnTo>
                  <a:lnTo>
                    <a:pt x="1144256" y="262779"/>
                  </a:lnTo>
                  <a:lnTo>
                    <a:pt x="1128656" y="309461"/>
                  </a:lnTo>
                  <a:lnTo>
                    <a:pt x="1112569" y="353959"/>
                  </a:lnTo>
                  <a:lnTo>
                    <a:pt x="1083550" y="398819"/>
                  </a:lnTo>
                  <a:lnTo>
                    <a:pt x="1066337" y="438280"/>
                  </a:lnTo>
                  <a:lnTo>
                    <a:pt x="1036093" y="477657"/>
                  </a:lnTo>
                  <a:lnTo>
                    <a:pt x="1005162" y="513957"/>
                  </a:lnTo>
                  <a:lnTo>
                    <a:pt x="961099" y="549725"/>
                  </a:lnTo>
                  <a:lnTo>
                    <a:pt x="928644" y="579203"/>
                  </a:lnTo>
                  <a:lnTo>
                    <a:pt x="882958" y="607703"/>
                  </a:lnTo>
                  <a:lnTo>
                    <a:pt x="836385" y="632233"/>
                  </a:lnTo>
                  <a:lnTo>
                    <a:pt x="789627" y="655937"/>
                  </a:lnTo>
                  <a:lnTo>
                    <a:pt x="743249" y="681340"/>
                  </a:lnTo>
                  <a:lnTo>
                    <a:pt x="697241" y="708396"/>
                  </a:lnTo>
                  <a:lnTo>
                    <a:pt x="651591" y="737058"/>
                  </a:lnTo>
                  <a:lnTo>
                    <a:pt x="606289" y="767281"/>
                  </a:lnTo>
                  <a:lnTo>
                    <a:pt x="573720" y="796249"/>
                  </a:lnTo>
                  <a:lnTo>
                    <a:pt x="529085" y="829454"/>
                  </a:lnTo>
                  <a:lnTo>
                    <a:pt x="497162" y="861312"/>
                  </a:lnTo>
                  <a:lnTo>
                    <a:pt x="453151" y="897314"/>
                  </a:lnTo>
                  <a:lnTo>
                    <a:pt x="421832" y="931877"/>
                  </a:lnTo>
                  <a:lnTo>
                    <a:pt x="390799" y="967723"/>
                  </a:lnTo>
                  <a:lnTo>
                    <a:pt x="360043" y="1004806"/>
                  </a:lnTo>
                  <a:lnTo>
                    <a:pt x="329552" y="1043080"/>
                  </a:lnTo>
                  <a:lnTo>
                    <a:pt x="311712" y="1079729"/>
                  </a:lnTo>
                  <a:lnTo>
                    <a:pt x="281722" y="1120245"/>
                  </a:lnTo>
                  <a:lnTo>
                    <a:pt x="264362" y="1159044"/>
                  </a:lnTo>
                  <a:lnTo>
                    <a:pt x="234832" y="1201618"/>
                  </a:lnTo>
                  <a:lnTo>
                    <a:pt x="217911" y="1242382"/>
                  </a:lnTo>
                  <a:lnTo>
                    <a:pt x="201193" y="1284060"/>
                  </a:lnTo>
                  <a:lnTo>
                    <a:pt x="184670" y="1326605"/>
                  </a:lnTo>
                  <a:lnTo>
                    <a:pt x="168330" y="1369970"/>
                  </a:lnTo>
                  <a:lnTo>
                    <a:pt x="152162" y="1414110"/>
                  </a:lnTo>
                  <a:lnTo>
                    <a:pt x="136158" y="1458978"/>
                  </a:lnTo>
                  <a:lnTo>
                    <a:pt x="107509" y="1563761"/>
                  </a:lnTo>
                  <a:lnTo>
                    <a:pt x="105846" y="1614578"/>
                  </a:lnTo>
                  <a:lnTo>
                    <a:pt x="91944" y="1668862"/>
                  </a:lnTo>
                  <a:lnTo>
                    <a:pt x="87151" y="1880456"/>
                  </a:lnTo>
                  <a:lnTo>
                    <a:pt x="98575" y="1931605"/>
                  </a:lnTo>
                  <a:lnTo>
                    <a:pt x="97667" y="1985805"/>
                  </a:lnTo>
                  <a:lnTo>
                    <a:pt x="233107" y="2592216"/>
                  </a:lnTo>
                  <a:lnTo>
                    <a:pt x="144314" y="2427712"/>
                  </a:lnTo>
                  <a:lnTo>
                    <a:pt x="97736" y="2335692"/>
                  </a:lnTo>
                  <a:close/>
                </a:path>
                <a:path w="3448050" h="4571365" extrusionOk="0">
                  <a:moveTo>
                    <a:pt x="63337" y="2239941"/>
                  </a:moveTo>
                  <a:lnTo>
                    <a:pt x="19089" y="2041828"/>
                  </a:lnTo>
                  <a:lnTo>
                    <a:pt x="20446" y="1989637"/>
                  </a:lnTo>
                  <a:lnTo>
                    <a:pt x="86754" y="2286524"/>
                  </a:lnTo>
                  <a:lnTo>
                    <a:pt x="63337" y="2239941"/>
                  </a:lnTo>
                  <a:close/>
                </a:path>
              </a:pathLst>
            </a:custGeom>
            <a:solidFill>
              <a:srgbClr val="1B73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56" name="Google Shape;56;p1"/>
          <p:cNvGrpSpPr/>
          <p:nvPr/>
        </p:nvGrpSpPr>
        <p:grpSpPr>
          <a:xfrm>
            <a:off x="0" y="6465754"/>
            <a:ext cx="3199765" cy="3821774"/>
            <a:chOff x="0" y="6465754"/>
            <a:chExt cx="3199765" cy="3821774"/>
          </a:xfrm>
        </p:grpSpPr>
        <p:sp>
          <p:nvSpPr>
            <p:cNvPr id="57" name="Google Shape;57;p1"/>
            <p:cNvSpPr/>
            <p:nvPr/>
          </p:nvSpPr>
          <p:spPr>
            <a:xfrm>
              <a:off x="0" y="6465754"/>
              <a:ext cx="2766695" cy="3821429"/>
            </a:xfrm>
            <a:custGeom>
              <a:avLst/>
              <a:gdLst/>
              <a:ahLst/>
              <a:cxnLst/>
              <a:rect l="l" t="t" r="r" b="b"/>
              <a:pathLst>
                <a:path w="2766695" h="3821429" extrusionOk="0">
                  <a:moveTo>
                    <a:pt x="0" y="3821245"/>
                  </a:moveTo>
                  <a:lnTo>
                    <a:pt x="0" y="0"/>
                  </a:lnTo>
                  <a:lnTo>
                    <a:pt x="30247" y="1204"/>
                  </a:lnTo>
                  <a:lnTo>
                    <a:pt x="61445" y="2906"/>
                  </a:lnTo>
                  <a:lnTo>
                    <a:pt x="123784" y="7689"/>
                  </a:lnTo>
                  <a:lnTo>
                    <a:pt x="185988" y="14310"/>
                  </a:lnTo>
                  <a:lnTo>
                    <a:pt x="247991" y="22766"/>
                  </a:lnTo>
                  <a:lnTo>
                    <a:pt x="309724" y="33056"/>
                  </a:lnTo>
                  <a:lnTo>
                    <a:pt x="371119" y="45178"/>
                  </a:lnTo>
                  <a:lnTo>
                    <a:pt x="432110" y="59129"/>
                  </a:lnTo>
                  <a:lnTo>
                    <a:pt x="492629" y="74910"/>
                  </a:lnTo>
                  <a:lnTo>
                    <a:pt x="552607" y="92517"/>
                  </a:lnTo>
                  <a:lnTo>
                    <a:pt x="611977" y="111949"/>
                  </a:lnTo>
                  <a:lnTo>
                    <a:pt x="670672" y="133204"/>
                  </a:lnTo>
                  <a:lnTo>
                    <a:pt x="728624" y="156280"/>
                  </a:lnTo>
                  <a:lnTo>
                    <a:pt x="785766" y="181177"/>
                  </a:lnTo>
                  <a:lnTo>
                    <a:pt x="841944" y="207850"/>
                  </a:lnTo>
                  <a:lnTo>
                    <a:pt x="897345" y="236421"/>
                  </a:lnTo>
                  <a:lnTo>
                    <a:pt x="951648" y="266766"/>
                  </a:lnTo>
                  <a:lnTo>
                    <a:pt x="1004870" y="298924"/>
                  </a:lnTo>
                  <a:lnTo>
                    <a:pt x="1056943" y="332893"/>
                  </a:lnTo>
                  <a:lnTo>
                    <a:pt x="1107799" y="368671"/>
                  </a:lnTo>
                  <a:lnTo>
                    <a:pt x="1157370" y="406256"/>
                  </a:lnTo>
                  <a:lnTo>
                    <a:pt x="1205590" y="445647"/>
                  </a:lnTo>
                  <a:lnTo>
                    <a:pt x="1252391" y="486843"/>
                  </a:lnTo>
                  <a:lnTo>
                    <a:pt x="1297703" y="529840"/>
                  </a:lnTo>
                  <a:lnTo>
                    <a:pt x="1341462" y="574638"/>
                  </a:lnTo>
                  <a:lnTo>
                    <a:pt x="1383597" y="621235"/>
                  </a:lnTo>
                  <a:lnTo>
                    <a:pt x="1424042" y="669629"/>
                  </a:lnTo>
                  <a:lnTo>
                    <a:pt x="1462730" y="719818"/>
                  </a:lnTo>
                  <a:lnTo>
                    <a:pt x="1499592" y="771800"/>
                  </a:lnTo>
                  <a:lnTo>
                    <a:pt x="1534560" y="825575"/>
                  </a:lnTo>
                  <a:lnTo>
                    <a:pt x="1567568" y="881139"/>
                  </a:lnTo>
                  <a:lnTo>
                    <a:pt x="1598548" y="938492"/>
                  </a:lnTo>
                  <a:lnTo>
                    <a:pt x="1627431" y="997631"/>
                  </a:lnTo>
                  <a:lnTo>
                    <a:pt x="1654151" y="1058555"/>
                  </a:lnTo>
                  <a:lnTo>
                    <a:pt x="1678639" y="1121263"/>
                  </a:lnTo>
                  <a:lnTo>
                    <a:pt x="1700828" y="1185751"/>
                  </a:lnTo>
                  <a:lnTo>
                    <a:pt x="1720650" y="1252019"/>
                  </a:lnTo>
                  <a:lnTo>
                    <a:pt x="1738038" y="1320065"/>
                  </a:lnTo>
                  <a:lnTo>
                    <a:pt x="1752924" y="1389887"/>
                  </a:lnTo>
                  <a:lnTo>
                    <a:pt x="1765240" y="1461484"/>
                  </a:lnTo>
                  <a:lnTo>
                    <a:pt x="1774919" y="1534853"/>
                  </a:lnTo>
                  <a:lnTo>
                    <a:pt x="1781893" y="1609993"/>
                  </a:lnTo>
                  <a:lnTo>
                    <a:pt x="1784345" y="1648226"/>
                  </a:lnTo>
                  <a:lnTo>
                    <a:pt x="1786095" y="1686902"/>
                  </a:lnTo>
                  <a:lnTo>
                    <a:pt x="1787135" y="1726019"/>
                  </a:lnTo>
                  <a:lnTo>
                    <a:pt x="1787456" y="1765578"/>
                  </a:lnTo>
                  <a:lnTo>
                    <a:pt x="1787050" y="1805578"/>
                  </a:lnTo>
                  <a:lnTo>
                    <a:pt x="1785909" y="1846020"/>
                  </a:lnTo>
                  <a:lnTo>
                    <a:pt x="1784024" y="1886902"/>
                  </a:lnTo>
                  <a:lnTo>
                    <a:pt x="1781386" y="1928226"/>
                  </a:lnTo>
                  <a:lnTo>
                    <a:pt x="1777988" y="1969990"/>
                  </a:lnTo>
                  <a:lnTo>
                    <a:pt x="1773821" y="2012194"/>
                  </a:lnTo>
                  <a:lnTo>
                    <a:pt x="1768876" y="2054838"/>
                  </a:lnTo>
                  <a:lnTo>
                    <a:pt x="1763144" y="2097922"/>
                  </a:lnTo>
                  <a:lnTo>
                    <a:pt x="1756618" y="2141446"/>
                  </a:lnTo>
                  <a:lnTo>
                    <a:pt x="1748200" y="2195730"/>
                  </a:lnTo>
                  <a:lnTo>
                    <a:pt x="1740350" y="2248574"/>
                  </a:lnTo>
                  <a:lnTo>
                    <a:pt x="1733064" y="2299997"/>
                  </a:lnTo>
                  <a:lnTo>
                    <a:pt x="1726335" y="2350021"/>
                  </a:lnTo>
                  <a:lnTo>
                    <a:pt x="1720156" y="2398667"/>
                  </a:lnTo>
                  <a:lnTo>
                    <a:pt x="1714522" y="2445954"/>
                  </a:lnTo>
                  <a:lnTo>
                    <a:pt x="1709427" y="2491905"/>
                  </a:lnTo>
                  <a:lnTo>
                    <a:pt x="1704864" y="2536540"/>
                  </a:lnTo>
                  <a:lnTo>
                    <a:pt x="1700828" y="2579879"/>
                  </a:lnTo>
                  <a:lnTo>
                    <a:pt x="1697312" y="2621944"/>
                  </a:lnTo>
                  <a:lnTo>
                    <a:pt x="1694310" y="2662756"/>
                  </a:lnTo>
                  <a:lnTo>
                    <a:pt x="1691816" y="2702335"/>
                  </a:lnTo>
                  <a:lnTo>
                    <a:pt x="1689824" y="2740702"/>
                  </a:lnTo>
                  <a:lnTo>
                    <a:pt x="1687322" y="2813883"/>
                  </a:lnTo>
                  <a:lnTo>
                    <a:pt x="1686754" y="2882467"/>
                  </a:lnTo>
                  <a:lnTo>
                    <a:pt x="1687181" y="2915087"/>
                  </a:lnTo>
                  <a:lnTo>
                    <a:pt x="1689423" y="2977086"/>
                  </a:lnTo>
                  <a:lnTo>
                    <a:pt x="1693479" y="3034905"/>
                  </a:lnTo>
                  <a:lnTo>
                    <a:pt x="1699298" y="3088710"/>
                  </a:lnTo>
                  <a:lnTo>
                    <a:pt x="1706832" y="3138667"/>
                  </a:lnTo>
                  <a:lnTo>
                    <a:pt x="1716031" y="3184943"/>
                  </a:lnTo>
                  <a:lnTo>
                    <a:pt x="1726848" y="3227704"/>
                  </a:lnTo>
                  <a:lnTo>
                    <a:pt x="1739233" y="3267118"/>
                  </a:lnTo>
                  <a:lnTo>
                    <a:pt x="1753138" y="3303351"/>
                  </a:lnTo>
                  <a:lnTo>
                    <a:pt x="1776737" y="3352101"/>
                  </a:lnTo>
                  <a:lnTo>
                    <a:pt x="1803480" y="3394631"/>
                  </a:lnTo>
                  <a:lnTo>
                    <a:pt x="1833202" y="3431503"/>
                  </a:lnTo>
                  <a:lnTo>
                    <a:pt x="1865738" y="3463280"/>
                  </a:lnTo>
                  <a:lnTo>
                    <a:pt x="1900924" y="3490525"/>
                  </a:lnTo>
                  <a:lnTo>
                    <a:pt x="1938595" y="3513801"/>
                  </a:lnTo>
                  <a:lnTo>
                    <a:pt x="1978585" y="3533668"/>
                  </a:lnTo>
                  <a:lnTo>
                    <a:pt x="2020730" y="3550691"/>
                  </a:lnTo>
                  <a:lnTo>
                    <a:pt x="2046769" y="3559678"/>
                  </a:lnTo>
                  <a:lnTo>
                    <a:pt x="2045099" y="3559213"/>
                  </a:lnTo>
                  <a:lnTo>
                    <a:pt x="2061810" y="3564470"/>
                  </a:lnTo>
                  <a:lnTo>
                    <a:pt x="2059104" y="3563716"/>
                  </a:lnTo>
                  <a:lnTo>
                    <a:pt x="2075925" y="3568724"/>
                  </a:lnTo>
                  <a:lnTo>
                    <a:pt x="2566851" y="3705552"/>
                  </a:lnTo>
                  <a:lnTo>
                    <a:pt x="2616154" y="3728407"/>
                  </a:lnTo>
                  <a:lnTo>
                    <a:pt x="2652937" y="3747677"/>
                  </a:lnTo>
                  <a:lnTo>
                    <a:pt x="2689702" y="3769016"/>
                  </a:lnTo>
                  <a:lnTo>
                    <a:pt x="2726398" y="3792591"/>
                  </a:lnTo>
                  <a:lnTo>
                    <a:pt x="2762978" y="3818568"/>
                  </a:lnTo>
                  <a:lnTo>
                    <a:pt x="2766478" y="3821245"/>
                  </a:lnTo>
                  <a:lnTo>
                    <a:pt x="0" y="3821245"/>
                  </a:lnTo>
                  <a:close/>
                </a:path>
                <a:path w="2766695" h="3821429" extrusionOk="0">
                  <a:moveTo>
                    <a:pt x="2566851" y="3705552"/>
                  </a:moveTo>
                  <a:lnTo>
                    <a:pt x="2110825" y="3578451"/>
                  </a:lnTo>
                  <a:lnTo>
                    <a:pt x="2146456" y="3587462"/>
                  </a:lnTo>
                  <a:lnTo>
                    <a:pt x="2145596" y="3587223"/>
                  </a:lnTo>
                  <a:lnTo>
                    <a:pt x="2158446" y="3590314"/>
                  </a:lnTo>
                  <a:lnTo>
                    <a:pt x="2275091" y="3616651"/>
                  </a:lnTo>
                  <a:lnTo>
                    <a:pt x="2345351" y="3633180"/>
                  </a:lnTo>
                  <a:lnTo>
                    <a:pt x="2365678" y="3638305"/>
                  </a:lnTo>
                  <a:lnTo>
                    <a:pt x="2367424" y="3638792"/>
                  </a:lnTo>
                  <a:lnTo>
                    <a:pt x="2383824" y="3643070"/>
                  </a:lnTo>
                  <a:lnTo>
                    <a:pt x="2433657" y="3657252"/>
                  </a:lnTo>
                  <a:lnTo>
                    <a:pt x="2487965" y="3674845"/>
                  </a:lnTo>
                  <a:lnTo>
                    <a:pt x="2524431" y="3688187"/>
                  </a:lnTo>
                  <a:lnTo>
                    <a:pt x="2561049" y="3703015"/>
                  </a:lnTo>
                  <a:lnTo>
                    <a:pt x="2566851" y="3705552"/>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 name="Google Shape;58;p1"/>
            <p:cNvSpPr/>
            <p:nvPr/>
          </p:nvSpPr>
          <p:spPr>
            <a:xfrm>
              <a:off x="0" y="6765183"/>
              <a:ext cx="3199765" cy="3522345"/>
            </a:xfrm>
            <a:custGeom>
              <a:avLst/>
              <a:gdLst/>
              <a:ahLst/>
              <a:cxnLst/>
              <a:rect l="l" t="t" r="r" b="b"/>
              <a:pathLst>
                <a:path w="3199765" h="3522345" extrusionOk="0">
                  <a:moveTo>
                    <a:pt x="0" y="486103"/>
                  </a:moveTo>
                  <a:lnTo>
                    <a:pt x="0" y="375082"/>
                  </a:lnTo>
                  <a:lnTo>
                    <a:pt x="32121" y="350709"/>
                  </a:lnTo>
                  <a:lnTo>
                    <a:pt x="67872" y="325099"/>
                  </a:lnTo>
                  <a:lnTo>
                    <a:pt x="104312" y="300461"/>
                  </a:lnTo>
                  <a:lnTo>
                    <a:pt x="141418" y="276795"/>
                  </a:lnTo>
                  <a:lnTo>
                    <a:pt x="179163" y="254102"/>
                  </a:lnTo>
                  <a:lnTo>
                    <a:pt x="217523" y="232379"/>
                  </a:lnTo>
                  <a:lnTo>
                    <a:pt x="256473" y="211627"/>
                  </a:lnTo>
                  <a:lnTo>
                    <a:pt x="295988" y="191846"/>
                  </a:lnTo>
                  <a:lnTo>
                    <a:pt x="336043" y="173034"/>
                  </a:lnTo>
                  <a:lnTo>
                    <a:pt x="382290" y="152796"/>
                  </a:lnTo>
                  <a:lnTo>
                    <a:pt x="429171" y="133817"/>
                  </a:lnTo>
                  <a:lnTo>
                    <a:pt x="476647" y="116099"/>
                  </a:lnTo>
                  <a:lnTo>
                    <a:pt x="524683" y="99639"/>
                  </a:lnTo>
                  <a:lnTo>
                    <a:pt x="573239" y="84437"/>
                  </a:lnTo>
                  <a:lnTo>
                    <a:pt x="622280" y="70494"/>
                  </a:lnTo>
                  <a:lnTo>
                    <a:pt x="671769" y="57808"/>
                  </a:lnTo>
                  <a:lnTo>
                    <a:pt x="721667" y="46378"/>
                  </a:lnTo>
                  <a:lnTo>
                    <a:pt x="771938" y="36206"/>
                  </a:lnTo>
                  <a:lnTo>
                    <a:pt x="822544" y="27289"/>
                  </a:lnTo>
                  <a:lnTo>
                    <a:pt x="873450" y="19628"/>
                  </a:lnTo>
                  <a:lnTo>
                    <a:pt x="924616" y="13222"/>
                  </a:lnTo>
                  <a:lnTo>
                    <a:pt x="976007" y="8070"/>
                  </a:lnTo>
                  <a:lnTo>
                    <a:pt x="1027584" y="4173"/>
                  </a:lnTo>
                  <a:lnTo>
                    <a:pt x="1079312" y="1529"/>
                  </a:lnTo>
                  <a:lnTo>
                    <a:pt x="1131152" y="138"/>
                  </a:lnTo>
                  <a:lnTo>
                    <a:pt x="1183068" y="0"/>
                  </a:lnTo>
                  <a:lnTo>
                    <a:pt x="1235022" y="1113"/>
                  </a:lnTo>
                  <a:lnTo>
                    <a:pt x="1286977" y="3479"/>
                  </a:lnTo>
                  <a:lnTo>
                    <a:pt x="1336191" y="6943"/>
                  </a:lnTo>
                  <a:lnTo>
                    <a:pt x="1385343" y="11528"/>
                  </a:lnTo>
                  <a:lnTo>
                    <a:pt x="1434401" y="17232"/>
                  </a:lnTo>
                  <a:lnTo>
                    <a:pt x="1483334" y="24056"/>
                  </a:lnTo>
                  <a:lnTo>
                    <a:pt x="1532109" y="31998"/>
                  </a:lnTo>
                  <a:lnTo>
                    <a:pt x="1580695" y="41059"/>
                  </a:lnTo>
                  <a:lnTo>
                    <a:pt x="1629060" y="51237"/>
                  </a:lnTo>
                  <a:lnTo>
                    <a:pt x="1677171" y="62533"/>
                  </a:lnTo>
                  <a:lnTo>
                    <a:pt x="1724997" y="74946"/>
                  </a:lnTo>
                  <a:lnTo>
                    <a:pt x="1772507" y="88476"/>
                  </a:lnTo>
                  <a:lnTo>
                    <a:pt x="1819667" y="103122"/>
                  </a:lnTo>
                  <a:lnTo>
                    <a:pt x="1866447" y="118884"/>
                  </a:lnTo>
                  <a:lnTo>
                    <a:pt x="1912815" y="135762"/>
                  </a:lnTo>
                  <a:lnTo>
                    <a:pt x="1958738" y="153754"/>
                  </a:lnTo>
                  <a:lnTo>
                    <a:pt x="2004185" y="172861"/>
                  </a:lnTo>
                  <a:lnTo>
                    <a:pt x="2049124" y="193082"/>
                  </a:lnTo>
                  <a:lnTo>
                    <a:pt x="2093523" y="214417"/>
                  </a:lnTo>
                  <a:lnTo>
                    <a:pt x="2137350" y="236866"/>
                  </a:lnTo>
                  <a:lnTo>
                    <a:pt x="2180574" y="260427"/>
                  </a:lnTo>
                  <a:lnTo>
                    <a:pt x="2223162" y="285101"/>
                  </a:lnTo>
                  <a:lnTo>
                    <a:pt x="2260004" y="307647"/>
                  </a:lnTo>
                  <a:lnTo>
                    <a:pt x="2273734" y="316496"/>
                  </a:lnTo>
                  <a:lnTo>
                    <a:pt x="1724056" y="163293"/>
                  </a:lnTo>
                  <a:lnTo>
                    <a:pt x="1675902" y="150318"/>
                  </a:lnTo>
                  <a:lnTo>
                    <a:pt x="1629506" y="139036"/>
                  </a:lnTo>
                  <a:lnTo>
                    <a:pt x="1628629" y="138791"/>
                  </a:lnTo>
                  <a:lnTo>
                    <a:pt x="1578647" y="127925"/>
                  </a:lnTo>
                  <a:lnTo>
                    <a:pt x="1529617" y="118509"/>
                  </a:lnTo>
                  <a:lnTo>
                    <a:pt x="1480367" y="110279"/>
                  </a:lnTo>
                  <a:lnTo>
                    <a:pt x="1430933" y="103236"/>
                  </a:lnTo>
                  <a:lnTo>
                    <a:pt x="1381352" y="97380"/>
                  </a:lnTo>
                  <a:lnTo>
                    <a:pt x="1331659" y="92712"/>
                  </a:lnTo>
                  <a:lnTo>
                    <a:pt x="1281891" y="89231"/>
                  </a:lnTo>
                  <a:lnTo>
                    <a:pt x="1232088" y="86939"/>
                  </a:lnTo>
                  <a:lnTo>
                    <a:pt x="1182292" y="85840"/>
                  </a:lnTo>
                  <a:lnTo>
                    <a:pt x="1132537" y="85934"/>
                  </a:lnTo>
                  <a:lnTo>
                    <a:pt x="1082860" y="87224"/>
                  </a:lnTo>
                  <a:lnTo>
                    <a:pt x="1033297" y="89711"/>
                  </a:lnTo>
                  <a:lnTo>
                    <a:pt x="983882" y="93398"/>
                  </a:lnTo>
                  <a:lnTo>
                    <a:pt x="934653" y="98285"/>
                  </a:lnTo>
                  <a:lnTo>
                    <a:pt x="885644" y="104375"/>
                  </a:lnTo>
                  <a:lnTo>
                    <a:pt x="836891" y="111669"/>
                  </a:lnTo>
                  <a:lnTo>
                    <a:pt x="788431" y="120169"/>
                  </a:lnTo>
                  <a:lnTo>
                    <a:pt x="740298" y="129876"/>
                  </a:lnTo>
                  <a:lnTo>
                    <a:pt x="692528" y="140793"/>
                  </a:lnTo>
                  <a:lnTo>
                    <a:pt x="645158" y="152921"/>
                  </a:lnTo>
                  <a:lnTo>
                    <a:pt x="598222" y="166263"/>
                  </a:lnTo>
                  <a:lnTo>
                    <a:pt x="551757" y="180818"/>
                  </a:lnTo>
                  <a:lnTo>
                    <a:pt x="505799" y="196590"/>
                  </a:lnTo>
                  <a:lnTo>
                    <a:pt x="460383" y="213580"/>
                  </a:lnTo>
                  <a:lnTo>
                    <a:pt x="415544" y="231790"/>
                  </a:lnTo>
                  <a:lnTo>
                    <a:pt x="371319" y="251222"/>
                  </a:lnTo>
                  <a:lnTo>
                    <a:pt x="331519" y="269956"/>
                  </a:lnTo>
                  <a:lnTo>
                    <a:pt x="292285" y="289704"/>
                  </a:lnTo>
                  <a:lnTo>
                    <a:pt x="253645" y="310466"/>
                  </a:lnTo>
                  <a:lnTo>
                    <a:pt x="215624" y="332245"/>
                  </a:lnTo>
                  <a:lnTo>
                    <a:pt x="178251" y="355040"/>
                  </a:lnTo>
                  <a:lnTo>
                    <a:pt x="141554" y="378852"/>
                  </a:lnTo>
                  <a:lnTo>
                    <a:pt x="105558" y="403683"/>
                  </a:lnTo>
                  <a:lnTo>
                    <a:pt x="70293" y="429532"/>
                  </a:lnTo>
                  <a:lnTo>
                    <a:pt x="35784" y="456402"/>
                  </a:lnTo>
                  <a:lnTo>
                    <a:pt x="2060" y="484293"/>
                  </a:lnTo>
                  <a:lnTo>
                    <a:pt x="0" y="486103"/>
                  </a:lnTo>
                  <a:close/>
                </a:path>
                <a:path w="3199765" h="3522345" extrusionOk="0">
                  <a:moveTo>
                    <a:pt x="3044986" y="3521816"/>
                  </a:moveTo>
                  <a:lnTo>
                    <a:pt x="3010490" y="3483467"/>
                  </a:lnTo>
                  <a:lnTo>
                    <a:pt x="2977313" y="3435095"/>
                  </a:lnTo>
                  <a:lnTo>
                    <a:pt x="2948359" y="3378586"/>
                  </a:lnTo>
                  <a:lnTo>
                    <a:pt x="2923879" y="3313090"/>
                  </a:lnTo>
                  <a:lnTo>
                    <a:pt x="2904126" y="3237755"/>
                  </a:lnTo>
                  <a:lnTo>
                    <a:pt x="2896101" y="3196132"/>
                  </a:lnTo>
                  <a:lnTo>
                    <a:pt x="2889352" y="3151729"/>
                  </a:lnTo>
                  <a:lnTo>
                    <a:pt x="2883911" y="3104441"/>
                  </a:lnTo>
                  <a:lnTo>
                    <a:pt x="2879808" y="3054161"/>
                  </a:lnTo>
                  <a:lnTo>
                    <a:pt x="2877077" y="3000783"/>
                  </a:lnTo>
                  <a:lnTo>
                    <a:pt x="2875747" y="2944199"/>
                  </a:lnTo>
                  <a:lnTo>
                    <a:pt x="2875851" y="2884304"/>
                  </a:lnTo>
                  <a:lnTo>
                    <a:pt x="2877421" y="2820991"/>
                  </a:lnTo>
                  <a:lnTo>
                    <a:pt x="2880486" y="2754154"/>
                  </a:lnTo>
                  <a:lnTo>
                    <a:pt x="2885081" y="2683686"/>
                  </a:lnTo>
                  <a:lnTo>
                    <a:pt x="2891234" y="2609481"/>
                  </a:lnTo>
                  <a:lnTo>
                    <a:pt x="2898979" y="2531432"/>
                  </a:lnTo>
                  <a:lnTo>
                    <a:pt x="2908347" y="2449432"/>
                  </a:lnTo>
                  <a:lnTo>
                    <a:pt x="2919369" y="2363377"/>
                  </a:lnTo>
                  <a:lnTo>
                    <a:pt x="2932076" y="2273158"/>
                  </a:lnTo>
                  <a:lnTo>
                    <a:pt x="2946500" y="2178669"/>
                  </a:lnTo>
                  <a:lnTo>
                    <a:pt x="2955290" y="2118530"/>
                  </a:lnTo>
                  <a:lnTo>
                    <a:pt x="2962532" y="2059256"/>
                  </a:lnTo>
                  <a:lnTo>
                    <a:pt x="2968251" y="2000847"/>
                  </a:lnTo>
                  <a:lnTo>
                    <a:pt x="2972469" y="1943304"/>
                  </a:lnTo>
                  <a:lnTo>
                    <a:pt x="2975211" y="1886628"/>
                  </a:lnTo>
                  <a:lnTo>
                    <a:pt x="2976499" y="1830820"/>
                  </a:lnTo>
                  <a:lnTo>
                    <a:pt x="2976358" y="1775879"/>
                  </a:lnTo>
                  <a:lnTo>
                    <a:pt x="2974810" y="1721807"/>
                  </a:lnTo>
                  <a:lnTo>
                    <a:pt x="2971878" y="1668604"/>
                  </a:lnTo>
                  <a:lnTo>
                    <a:pt x="2967587" y="1616270"/>
                  </a:lnTo>
                  <a:lnTo>
                    <a:pt x="2961959" y="1564806"/>
                  </a:lnTo>
                  <a:lnTo>
                    <a:pt x="2955018" y="1514213"/>
                  </a:lnTo>
                  <a:lnTo>
                    <a:pt x="2946788" y="1464491"/>
                  </a:lnTo>
                  <a:lnTo>
                    <a:pt x="2937291" y="1415641"/>
                  </a:lnTo>
                  <a:lnTo>
                    <a:pt x="2926551" y="1367663"/>
                  </a:lnTo>
                  <a:lnTo>
                    <a:pt x="2914592" y="1320557"/>
                  </a:lnTo>
                  <a:lnTo>
                    <a:pt x="2901437" y="1274326"/>
                  </a:lnTo>
                  <a:lnTo>
                    <a:pt x="2887109" y="1228968"/>
                  </a:lnTo>
                  <a:lnTo>
                    <a:pt x="2871632" y="1184485"/>
                  </a:lnTo>
                  <a:lnTo>
                    <a:pt x="2855028" y="1140876"/>
                  </a:lnTo>
                  <a:lnTo>
                    <a:pt x="2837323" y="1098144"/>
                  </a:lnTo>
                  <a:lnTo>
                    <a:pt x="2818537" y="1056287"/>
                  </a:lnTo>
                  <a:lnTo>
                    <a:pt x="2798697" y="1015308"/>
                  </a:lnTo>
                  <a:lnTo>
                    <a:pt x="2777823" y="975205"/>
                  </a:lnTo>
                  <a:lnTo>
                    <a:pt x="2755941" y="935980"/>
                  </a:lnTo>
                  <a:lnTo>
                    <a:pt x="2733073" y="897634"/>
                  </a:lnTo>
                  <a:lnTo>
                    <a:pt x="2709243" y="860167"/>
                  </a:lnTo>
                  <a:lnTo>
                    <a:pt x="2684474" y="823579"/>
                  </a:lnTo>
                  <a:lnTo>
                    <a:pt x="2658790" y="787871"/>
                  </a:lnTo>
                  <a:lnTo>
                    <a:pt x="2632214" y="753044"/>
                  </a:lnTo>
                  <a:lnTo>
                    <a:pt x="2604768" y="719098"/>
                  </a:lnTo>
                  <a:lnTo>
                    <a:pt x="2576478" y="686034"/>
                  </a:lnTo>
                  <a:lnTo>
                    <a:pt x="2547366" y="653852"/>
                  </a:lnTo>
                  <a:lnTo>
                    <a:pt x="2517455" y="622553"/>
                  </a:lnTo>
                  <a:lnTo>
                    <a:pt x="2486769" y="592137"/>
                  </a:lnTo>
                  <a:lnTo>
                    <a:pt x="2455331" y="562606"/>
                  </a:lnTo>
                  <a:lnTo>
                    <a:pt x="2423165" y="533958"/>
                  </a:lnTo>
                  <a:lnTo>
                    <a:pt x="2390294" y="506196"/>
                  </a:lnTo>
                  <a:lnTo>
                    <a:pt x="2356742" y="479320"/>
                  </a:lnTo>
                  <a:lnTo>
                    <a:pt x="2322531" y="453329"/>
                  </a:lnTo>
                  <a:lnTo>
                    <a:pt x="2287685" y="428226"/>
                  </a:lnTo>
                  <a:lnTo>
                    <a:pt x="2251964" y="403838"/>
                  </a:lnTo>
                  <a:lnTo>
                    <a:pt x="2216184" y="380681"/>
                  </a:lnTo>
                  <a:lnTo>
                    <a:pt x="2179574" y="358241"/>
                  </a:lnTo>
                  <a:lnTo>
                    <a:pt x="2136693" y="333415"/>
                  </a:lnTo>
                  <a:lnTo>
                    <a:pt x="2093122" y="309773"/>
                  </a:lnTo>
                  <a:lnTo>
                    <a:pt x="2048897" y="287316"/>
                  </a:lnTo>
                  <a:lnTo>
                    <a:pt x="2004055" y="266044"/>
                  </a:lnTo>
                  <a:lnTo>
                    <a:pt x="1958631" y="245956"/>
                  </a:lnTo>
                  <a:lnTo>
                    <a:pt x="1912662" y="227053"/>
                  </a:lnTo>
                  <a:lnTo>
                    <a:pt x="1866184" y="209335"/>
                  </a:lnTo>
                  <a:lnTo>
                    <a:pt x="1819233" y="192802"/>
                  </a:lnTo>
                  <a:lnTo>
                    <a:pt x="1771844" y="177455"/>
                  </a:lnTo>
                  <a:lnTo>
                    <a:pt x="1724056" y="163293"/>
                  </a:lnTo>
                  <a:lnTo>
                    <a:pt x="2273734" y="316496"/>
                  </a:lnTo>
                  <a:lnTo>
                    <a:pt x="2332043" y="355289"/>
                  </a:lnTo>
                  <a:lnTo>
                    <a:pt x="2367196" y="380384"/>
                  </a:lnTo>
                  <a:lnTo>
                    <a:pt x="2401743" y="406327"/>
                  </a:lnTo>
                  <a:lnTo>
                    <a:pt x="2435663" y="433118"/>
                  </a:lnTo>
                  <a:lnTo>
                    <a:pt x="2468933" y="460755"/>
                  </a:lnTo>
                  <a:lnTo>
                    <a:pt x="2501533" y="489239"/>
                  </a:lnTo>
                  <a:lnTo>
                    <a:pt x="2533441" y="518568"/>
                  </a:lnTo>
                  <a:lnTo>
                    <a:pt x="2564635" y="548742"/>
                  </a:lnTo>
                  <a:lnTo>
                    <a:pt x="2595094" y="579760"/>
                  </a:lnTo>
                  <a:lnTo>
                    <a:pt x="2624796" y="611622"/>
                  </a:lnTo>
                  <a:lnTo>
                    <a:pt x="2653719" y="644327"/>
                  </a:lnTo>
                  <a:lnTo>
                    <a:pt x="2681843" y="677874"/>
                  </a:lnTo>
                  <a:lnTo>
                    <a:pt x="2709145" y="712263"/>
                  </a:lnTo>
                  <a:lnTo>
                    <a:pt x="2735604" y="747492"/>
                  </a:lnTo>
                  <a:lnTo>
                    <a:pt x="2761199" y="783562"/>
                  </a:lnTo>
                  <a:lnTo>
                    <a:pt x="2785907" y="820471"/>
                  </a:lnTo>
                  <a:lnTo>
                    <a:pt x="2809708" y="858219"/>
                  </a:lnTo>
                  <a:lnTo>
                    <a:pt x="2832580" y="896805"/>
                  </a:lnTo>
                  <a:lnTo>
                    <a:pt x="2854501" y="936229"/>
                  </a:lnTo>
                  <a:lnTo>
                    <a:pt x="2875450" y="976489"/>
                  </a:lnTo>
                  <a:lnTo>
                    <a:pt x="2895406" y="1017586"/>
                  </a:lnTo>
                  <a:lnTo>
                    <a:pt x="2914346" y="1059519"/>
                  </a:lnTo>
                  <a:lnTo>
                    <a:pt x="2932249" y="1102286"/>
                  </a:lnTo>
                  <a:lnTo>
                    <a:pt x="2949094" y="1145887"/>
                  </a:lnTo>
                  <a:lnTo>
                    <a:pt x="2964858" y="1190322"/>
                  </a:lnTo>
                  <a:lnTo>
                    <a:pt x="2979522" y="1235590"/>
                  </a:lnTo>
                  <a:lnTo>
                    <a:pt x="2993062" y="1281690"/>
                  </a:lnTo>
                  <a:lnTo>
                    <a:pt x="3005458" y="1328621"/>
                  </a:lnTo>
                  <a:lnTo>
                    <a:pt x="3016688" y="1376383"/>
                  </a:lnTo>
                  <a:lnTo>
                    <a:pt x="3026730" y="1424976"/>
                  </a:lnTo>
                  <a:lnTo>
                    <a:pt x="3035564" y="1474398"/>
                  </a:lnTo>
                  <a:lnTo>
                    <a:pt x="3043166" y="1524649"/>
                  </a:lnTo>
                  <a:lnTo>
                    <a:pt x="3049516" y="1575728"/>
                  </a:lnTo>
                  <a:lnTo>
                    <a:pt x="3054593" y="1627634"/>
                  </a:lnTo>
                  <a:lnTo>
                    <a:pt x="3058374" y="1680367"/>
                  </a:lnTo>
                  <a:lnTo>
                    <a:pt x="3060838" y="1733927"/>
                  </a:lnTo>
                  <a:lnTo>
                    <a:pt x="3061964" y="1788312"/>
                  </a:lnTo>
                  <a:lnTo>
                    <a:pt x="3061730" y="1843522"/>
                  </a:lnTo>
                  <a:lnTo>
                    <a:pt x="3060115" y="1899556"/>
                  </a:lnTo>
                  <a:lnTo>
                    <a:pt x="3057097" y="1956413"/>
                  </a:lnTo>
                  <a:lnTo>
                    <a:pt x="3052654" y="2014093"/>
                  </a:lnTo>
                  <a:lnTo>
                    <a:pt x="3046765" y="2072596"/>
                  </a:lnTo>
                  <a:lnTo>
                    <a:pt x="3039408" y="2131920"/>
                  </a:lnTo>
                  <a:lnTo>
                    <a:pt x="3030563" y="2192064"/>
                  </a:lnTo>
                  <a:lnTo>
                    <a:pt x="3015629" y="2290141"/>
                  </a:lnTo>
                  <a:lnTo>
                    <a:pt x="3002608" y="2383308"/>
                  </a:lnTo>
                  <a:lnTo>
                    <a:pt x="2991458" y="2471700"/>
                  </a:lnTo>
                  <a:lnTo>
                    <a:pt x="2982142" y="2555453"/>
                  </a:lnTo>
                  <a:lnTo>
                    <a:pt x="2974620" y="2634702"/>
                  </a:lnTo>
                  <a:lnTo>
                    <a:pt x="2968853" y="2709583"/>
                  </a:lnTo>
                  <a:lnTo>
                    <a:pt x="2964802" y="2780231"/>
                  </a:lnTo>
                  <a:lnTo>
                    <a:pt x="2962427" y="2846782"/>
                  </a:lnTo>
                  <a:lnTo>
                    <a:pt x="2961689" y="2909371"/>
                  </a:lnTo>
                  <a:lnTo>
                    <a:pt x="2962550" y="2968134"/>
                  </a:lnTo>
                  <a:lnTo>
                    <a:pt x="2964969" y="3023206"/>
                  </a:lnTo>
                  <a:lnTo>
                    <a:pt x="2968908" y="3074723"/>
                  </a:lnTo>
                  <a:lnTo>
                    <a:pt x="2974328" y="3122820"/>
                  </a:lnTo>
                  <a:lnTo>
                    <a:pt x="2981189" y="3167632"/>
                  </a:lnTo>
                  <a:lnTo>
                    <a:pt x="2989452" y="3209295"/>
                  </a:lnTo>
                  <a:lnTo>
                    <a:pt x="2999077" y="3247945"/>
                  </a:lnTo>
                  <a:lnTo>
                    <a:pt x="3022261" y="3316747"/>
                  </a:lnTo>
                  <a:lnTo>
                    <a:pt x="3050426" y="3375120"/>
                  </a:lnTo>
                  <a:lnTo>
                    <a:pt x="3083258" y="3424149"/>
                  </a:lnTo>
                  <a:lnTo>
                    <a:pt x="3120444" y="3464918"/>
                  </a:lnTo>
                  <a:lnTo>
                    <a:pt x="3161671" y="3498510"/>
                  </a:lnTo>
                  <a:lnTo>
                    <a:pt x="3199262" y="3521816"/>
                  </a:lnTo>
                  <a:lnTo>
                    <a:pt x="3044986" y="3521816"/>
                  </a:lnTo>
                  <a:close/>
                </a:path>
              </a:pathLst>
            </a:custGeom>
            <a:solidFill>
              <a:srgbClr val="1B73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59" name="Google Shape;59;p1"/>
          <p:cNvPicPr preferRelativeResize="0"/>
          <p:nvPr/>
        </p:nvPicPr>
        <p:blipFill rotWithShape="1">
          <a:blip r:embed="rId3">
            <a:alphaModFix/>
          </a:blip>
          <a:srcRect/>
          <a:stretch/>
        </p:blipFill>
        <p:spPr>
          <a:xfrm>
            <a:off x="10722737" y="6606981"/>
            <a:ext cx="6724649" cy="3343274"/>
          </a:xfrm>
          <a:prstGeom prst="rect">
            <a:avLst/>
          </a:prstGeom>
          <a:noFill/>
          <a:ln>
            <a:noFill/>
          </a:ln>
        </p:spPr>
      </p:pic>
      <p:sp>
        <p:nvSpPr>
          <p:cNvPr id="60" name="Google Shape;60;p1"/>
          <p:cNvSpPr txBox="1"/>
          <p:nvPr/>
        </p:nvSpPr>
        <p:spPr>
          <a:xfrm>
            <a:off x="4731175" y="6039650"/>
            <a:ext cx="5412300" cy="430500"/>
          </a:xfrm>
          <a:prstGeom prst="rect">
            <a:avLst/>
          </a:prstGeom>
          <a:noFill/>
          <a:ln>
            <a:noFill/>
          </a:ln>
        </p:spPr>
        <p:txBody>
          <a:bodyPr spcFirstLastPara="1" wrap="square" lIns="0" tIns="92075" rIns="0" bIns="0" anchor="t" anchorCtr="0">
            <a:spAutoFit/>
          </a:bodyPr>
          <a:lstStyle/>
          <a:p>
            <a:pPr marL="12700" marR="5080" lvl="0" indent="0" algn="l" rtl="0">
              <a:lnSpc>
                <a:spcPct val="78300"/>
              </a:lnSpc>
              <a:spcBef>
                <a:spcPts val="0"/>
              </a:spcBef>
              <a:spcAft>
                <a:spcPts val="0"/>
              </a:spcAft>
              <a:buClr>
                <a:srgbClr val="000000"/>
              </a:buClr>
              <a:buSzPts val="2800"/>
              <a:buFont typeface="Arial"/>
              <a:buNone/>
            </a:pPr>
            <a:r>
              <a:rPr lang="en-US" sz="2800" b="0" i="0" u="none" strike="noStrike" cap="none" dirty="0">
                <a:solidFill>
                  <a:srgbClr val="1B73BA"/>
                </a:solidFill>
                <a:latin typeface="Times New Roman"/>
                <a:ea typeface="Times New Roman"/>
                <a:cs typeface="Times New Roman"/>
                <a:sym typeface="Times New Roman"/>
              </a:rPr>
              <a:t>Prepared By</a:t>
            </a:r>
            <a:r>
              <a:rPr lang="en-US" sz="2800" b="0" i="0" u="none" strike="noStrike" cap="none">
                <a:solidFill>
                  <a:srgbClr val="1B73BA"/>
                </a:solidFill>
                <a:latin typeface="Times New Roman"/>
                <a:ea typeface="Times New Roman"/>
                <a:cs typeface="Times New Roman"/>
                <a:sym typeface="Times New Roman"/>
              </a:rPr>
              <a:t>: Pooja Mishra</a:t>
            </a:r>
            <a:endParaRPr sz="2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grpSp>
        <p:nvGrpSpPr>
          <p:cNvPr id="65" name="Google Shape;65;p2"/>
          <p:cNvGrpSpPr/>
          <p:nvPr/>
        </p:nvGrpSpPr>
        <p:grpSpPr>
          <a:xfrm>
            <a:off x="3192530" y="4513112"/>
            <a:ext cx="829310" cy="829310"/>
            <a:chOff x="2764455" y="4356465"/>
            <a:chExt cx="829310" cy="829310"/>
          </a:xfrm>
        </p:grpSpPr>
        <p:sp>
          <p:nvSpPr>
            <p:cNvPr id="66" name="Google Shape;66;p2"/>
            <p:cNvSpPr/>
            <p:nvPr/>
          </p:nvSpPr>
          <p:spPr>
            <a:xfrm>
              <a:off x="2764455" y="4356465"/>
              <a:ext cx="829310" cy="829310"/>
            </a:xfrm>
            <a:custGeom>
              <a:avLst/>
              <a:gdLst/>
              <a:ahLst/>
              <a:cxnLst/>
              <a:rect l="l" t="t" r="r" b="b"/>
              <a:pathLst>
                <a:path w="829310" h="829310" extrusionOk="0">
                  <a:moveTo>
                    <a:pt x="414486" y="828972"/>
                  </a:moveTo>
                  <a:lnTo>
                    <a:pt x="373859" y="826976"/>
                  </a:lnTo>
                  <a:lnTo>
                    <a:pt x="333623" y="821008"/>
                  </a:lnTo>
                  <a:lnTo>
                    <a:pt x="294167" y="811124"/>
                  </a:lnTo>
                  <a:lnTo>
                    <a:pt x="255869" y="797421"/>
                  </a:lnTo>
                  <a:lnTo>
                    <a:pt x="219098" y="780030"/>
                  </a:lnTo>
                  <a:lnTo>
                    <a:pt x="184210" y="759118"/>
                  </a:lnTo>
                  <a:lnTo>
                    <a:pt x="151538" y="734888"/>
                  </a:lnTo>
                  <a:lnTo>
                    <a:pt x="121400" y="707572"/>
                  </a:lnTo>
                  <a:lnTo>
                    <a:pt x="94084" y="677433"/>
                  </a:lnTo>
                  <a:lnTo>
                    <a:pt x="69853" y="644762"/>
                  </a:lnTo>
                  <a:lnTo>
                    <a:pt x="48942" y="609873"/>
                  </a:lnTo>
                  <a:lnTo>
                    <a:pt x="31550" y="573103"/>
                  </a:lnTo>
                  <a:lnTo>
                    <a:pt x="17847" y="534805"/>
                  </a:lnTo>
                  <a:lnTo>
                    <a:pt x="7964" y="495348"/>
                  </a:lnTo>
                  <a:lnTo>
                    <a:pt x="1995" y="455113"/>
                  </a:lnTo>
                  <a:lnTo>
                    <a:pt x="0" y="414486"/>
                  </a:lnTo>
                  <a:lnTo>
                    <a:pt x="124" y="404311"/>
                  </a:lnTo>
                  <a:lnTo>
                    <a:pt x="3117" y="363745"/>
                  </a:lnTo>
                  <a:lnTo>
                    <a:pt x="10071" y="323668"/>
                  </a:lnTo>
                  <a:lnTo>
                    <a:pt x="20920" y="284466"/>
                  </a:lnTo>
                  <a:lnTo>
                    <a:pt x="35559" y="246516"/>
                  </a:lnTo>
                  <a:lnTo>
                    <a:pt x="53848" y="210184"/>
                  </a:lnTo>
                  <a:lnTo>
                    <a:pt x="75610" y="175819"/>
                  </a:lnTo>
                  <a:lnTo>
                    <a:pt x="100635" y="143752"/>
                  </a:lnTo>
                  <a:lnTo>
                    <a:pt x="128683" y="114293"/>
                  </a:lnTo>
                  <a:lnTo>
                    <a:pt x="159483" y="87725"/>
                  </a:lnTo>
                  <a:lnTo>
                    <a:pt x="192739" y="64304"/>
                  </a:lnTo>
                  <a:lnTo>
                    <a:pt x="228131" y="44255"/>
                  </a:lnTo>
                  <a:lnTo>
                    <a:pt x="265317" y="27772"/>
                  </a:lnTo>
                  <a:lnTo>
                    <a:pt x="303940" y="15013"/>
                  </a:lnTo>
                  <a:lnTo>
                    <a:pt x="343627" y="6101"/>
                  </a:lnTo>
                  <a:lnTo>
                    <a:pt x="383997" y="1122"/>
                  </a:lnTo>
                  <a:lnTo>
                    <a:pt x="414486" y="0"/>
                  </a:lnTo>
                  <a:lnTo>
                    <a:pt x="424661" y="124"/>
                  </a:lnTo>
                  <a:lnTo>
                    <a:pt x="465226" y="3117"/>
                  </a:lnTo>
                  <a:lnTo>
                    <a:pt x="505303" y="10071"/>
                  </a:lnTo>
                  <a:lnTo>
                    <a:pt x="544506" y="20920"/>
                  </a:lnTo>
                  <a:lnTo>
                    <a:pt x="582456" y="35559"/>
                  </a:lnTo>
                  <a:lnTo>
                    <a:pt x="618788" y="53848"/>
                  </a:lnTo>
                  <a:lnTo>
                    <a:pt x="653153" y="75610"/>
                  </a:lnTo>
                  <a:lnTo>
                    <a:pt x="685219" y="100635"/>
                  </a:lnTo>
                  <a:lnTo>
                    <a:pt x="714679" y="128683"/>
                  </a:lnTo>
                  <a:lnTo>
                    <a:pt x="741247" y="159483"/>
                  </a:lnTo>
                  <a:lnTo>
                    <a:pt x="764668" y="192739"/>
                  </a:lnTo>
                  <a:lnTo>
                    <a:pt x="784717" y="228131"/>
                  </a:lnTo>
                  <a:lnTo>
                    <a:pt x="801200" y="265317"/>
                  </a:lnTo>
                  <a:lnTo>
                    <a:pt x="813959" y="303940"/>
                  </a:lnTo>
                  <a:lnTo>
                    <a:pt x="822871" y="343627"/>
                  </a:lnTo>
                  <a:lnTo>
                    <a:pt x="827850" y="383997"/>
                  </a:lnTo>
                  <a:lnTo>
                    <a:pt x="828972" y="414486"/>
                  </a:lnTo>
                  <a:lnTo>
                    <a:pt x="828847" y="424661"/>
                  </a:lnTo>
                  <a:lnTo>
                    <a:pt x="825855" y="465226"/>
                  </a:lnTo>
                  <a:lnTo>
                    <a:pt x="818900" y="505303"/>
                  </a:lnTo>
                  <a:lnTo>
                    <a:pt x="808051" y="544505"/>
                  </a:lnTo>
                  <a:lnTo>
                    <a:pt x="793412" y="582455"/>
                  </a:lnTo>
                  <a:lnTo>
                    <a:pt x="775124" y="618788"/>
                  </a:lnTo>
                  <a:lnTo>
                    <a:pt x="753362" y="653153"/>
                  </a:lnTo>
                  <a:lnTo>
                    <a:pt x="728337" y="685219"/>
                  </a:lnTo>
                  <a:lnTo>
                    <a:pt x="700289" y="714678"/>
                  </a:lnTo>
                  <a:lnTo>
                    <a:pt x="669489" y="741247"/>
                  </a:lnTo>
                  <a:lnTo>
                    <a:pt x="636232" y="764668"/>
                  </a:lnTo>
                  <a:lnTo>
                    <a:pt x="600841" y="784717"/>
                  </a:lnTo>
                  <a:lnTo>
                    <a:pt x="563655" y="801200"/>
                  </a:lnTo>
                  <a:lnTo>
                    <a:pt x="525032" y="813959"/>
                  </a:lnTo>
                  <a:lnTo>
                    <a:pt x="485344" y="822871"/>
                  </a:lnTo>
                  <a:lnTo>
                    <a:pt x="444974" y="827849"/>
                  </a:lnTo>
                  <a:lnTo>
                    <a:pt x="414486" y="828972"/>
                  </a:lnTo>
                  <a:close/>
                </a:path>
              </a:pathLst>
            </a:custGeom>
            <a:solidFill>
              <a:srgbClr val="60A5D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 name="Google Shape;67;p2"/>
            <p:cNvSpPr/>
            <p:nvPr/>
          </p:nvSpPr>
          <p:spPr>
            <a:xfrm>
              <a:off x="2934342" y="4595667"/>
              <a:ext cx="488950" cy="351155"/>
            </a:xfrm>
            <a:custGeom>
              <a:avLst/>
              <a:gdLst/>
              <a:ahLst/>
              <a:cxnLst/>
              <a:rect l="l" t="t" r="r" b="b"/>
              <a:pathLst>
                <a:path w="488950" h="351154" extrusionOk="0">
                  <a:moveTo>
                    <a:pt x="195173" y="350566"/>
                  </a:moveTo>
                  <a:lnTo>
                    <a:pt x="154992" y="333924"/>
                  </a:lnTo>
                  <a:lnTo>
                    <a:pt x="16640" y="195573"/>
                  </a:lnTo>
                  <a:lnTo>
                    <a:pt x="0" y="155397"/>
                  </a:lnTo>
                  <a:lnTo>
                    <a:pt x="4160" y="134016"/>
                  </a:lnTo>
                  <a:lnTo>
                    <a:pt x="16640" y="115221"/>
                  </a:lnTo>
                  <a:lnTo>
                    <a:pt x="35435" y="102741"/>
                  </a:lnTo>
                  <a:lnTo>
                    <a:pt x="56816" y="98581"/>
                  </a:lnTo>
                  <a:lnTo>
                    <a:pt x="78197" y="102741"/>
                  </a:lnTo>
                  <a:lnTo>
                    <a:pt x="96992" y="115221"/>
                  </a:lnTo>
                  <a:lnTo>
                    <a:pt x="195156" y="213385"/>
                  </a:lnTo>
                  <a:lnTo>
                    <a:pt x="391803" y="16654"/>
                  </a:lnTo>
                  <a:lnTo>
                    <a:pt x="410595" y="4166"/>
                  </a:lnTo>
                  <a:lnTo>
                    <a:pt x="431974" y="0"/>
                  </a:lnTo>
                  <a:lnTo>
                    <a:pt x="453356" y="4155"/>
                  </a:lnTo>
                  <a:lnTo>
                    <a:pt x="472155" y="16631"/>
                  </a:lnTo>
                  <a:lnTo>
                    <a:pt x="484639" y="35425"/>
                  </a:lnTo>
                  <a:lnTo>
                    <a:pt x="488804" y="56805"/>
                  </a:lnTo>
                  <a:lnTo>
                    <a:pt x="484648" y="78185"/>
                  </a:lnTo>
                  <a:lnTo>
                    <a:pt x="235355" y="333913"/>
                  </a:lnTo>
                  <a:lnTo>
                    <a:pt x="206313" y="349463"/>
                  </a:lnTo>
                  <a:lnTo>
                    <a:pt x="195173" y="350566"/>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8" name="Google Shape;68;p2" descr="$PPTXTitle"/>
          <p:cNvSpPr txBox="1">
            <a:spLocks noGrp="1"/>
          </p:cNvSpPr>
          <p:nvPr>
            <p:ph type="title"/>
          </p:nvPr>
        </p:nvSpPr>
        <p:spPr>
          <a:xfrm>
            <a:off x="2751755" y="2188774"/>
            <a:ext cx="13085444" cy="134335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SzPts val="1400"/>
              <a:buNone/>
            </a:pPr>
            <a:r>
              <a:rPr lang="en-US" sz="7850"/>
              <a:t>MODULE OVERVIEW</a:t>
            </a:r>
            <a:endParaRPr sz="7850"/>
          </a:p>
        </p:txBody>
      </p:sp>
      <p:sp>
        <p:nvSpPr>
          <p:cNvPr id="69" name="Google Shape;69;p2"/>
          <p:cNvSpPr txBox="1"/>
          <p:nvPr/>
        </p:nvSpPr>
        <p:spPr>
          <a:xfrm>
            <a:off x="1197822" y="8103904"/>
            <a:ext cx="654050" cy="1346835"/>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Clr>
                <a:srgbClr val="000000"/>
              </a:buClr>
              <a:buSzPts val="8650"/>
              <a:buFont typeface="Arial"/>
              <a:buNone/>
            </a:pPr>
            <a:r>
              <a:rPr lang="en-US" sz="8650" b="1" i="0" u="none" strike="noStrike" cap="none">
                <a:solidFill>
                  <a:srgbClr val="1B73BA"/>
                </a:solidFill>
                <a:latin typeface="Trebuchet MS"/>
                <a:ea typeface="Trebuchet MS"/>
                <a:cs typeface="Trebuchet MS"/>
                <a:sym typeface="Trebuchet MS"/>
              </a:rPr>
              <a:t>2</a:t>
            </a:r>
            <a:endParaRPr sz="8650" b="0" i="0" u="none" strike="noStrike" cap="none">
              <a:solidFill>
                <a:srgbClr val="000000"/>
              </a:solidFill>
              <a:latin typeface="Trebuchet MS"/>
              <a:ea typeface="Trebuchet MS"/>
              <a:cs typeface="Trebuchet MS"/>
              <a:sym typeface="Trebuchet MS"/>
            </a:endParaRPr>
          </a:p>
        </p:txBody>
      </p:sp>
      <p:sp>
        <p:nvSpPr>
          <p:cNvPr id="70" name="Google Shape;70;p2"/>
          <p:cNvSpPr txBox="1"/>
          <p:nvPr/>
        </p:nvSpPr>
        <p:spPr>
          <a:xfrm>
            <a:off x="4212375" y="4450850"/>
            <a:ext cx="8122200" cy="1920600"/>
          </a:xfrm>
          <a:prstGeom prst="rect">
            <a:avLst/>
          </a:prstGeom>
          <a:noFill/>
          <a:ln>
            <a:noFill/>
          </a:ln>
        </p:spPr>
        <p:txBody>
          <a:bodyPr spcFirstLastPara="1" wrap="square" lIns="0" tIns="12700" rIns="0" bIns="0" anchor="t" anchorCtr="0">
            <a:spAutoFit/>
          </a:bodyPr>
          <a:lstStyle/>
          <a:p>
            <a:pPr marL="104139" marR="0" lvl="0" indent="0" algn="l" rtl="0">
              <a:lnSpc>
                <a:spcPct val="116851"/>
              </a:lnSpc>
              <a:spcBef>
                <a:spcPts val="0"/>
              </a:spcBef>
              <a:spcAft>
                <a:spcPts val="0"/>
              </a:spcAft>
              <a:buClr>
                <a:srgbClr val="000000"/>
              </a:buClr>
              <a:buSzPts val="2700"/>
              <a:buFont typeface="Arial"/>
              <a:buNone/>
            </a:pPr>
            <a:r>
              <a:rPr lang="en-US" sz="2700" b="0" i="0" u="none" strike="noStrike" cap="none">
                <a:solidFill>
                  <a:srgbClr val="1B73BA"/>
                </a:solidFill>
                <a:latin typeface="Lucida Sans"/>
                <a:ea typeface="Lucida Sans"/>
                <a:cs typeface="Lucida Sans"/>
                <a:sym typeface="Lucida Sans"/>
              </a:rPr>
              <a:t>1: Evolution of the Web</a:t>
            </a:r>
            <a:endParaRPr sz="2700" b="0" i="0" u="none" strike="noStrike" cap="none">
              <a:solidFill>
                <a:srgbClr val="000000"/>
              </a:solidFill>
              <a:latin typeface="Lucida Sans"/>
              <a:ea typeface="Lucida Sans"/>
              <a:cs typeface="Lucida Sans"/>
              <a:sym typeface="Lucida Sans"/>
            </a:endParaRPr>
          </a:p>
          <a:p>
            <a:pPr marL="104139" marR="2978785" lvl="0" indent="0" algn="l" rtl="0">
              <a:lnSpc>
                <a:spcPct val="114074"/>
              </a:lnSpc>
              <a:spcBef>
                <a:spcPts val="150"/>
              </a:spcBef>
              <a:spcAft>
                <a:spcPts val="0"/>
              </a:spcAft>
              <a:buClr>
                <a:srgbClr val="000000"/>
              </a:buClr>
              <a:buSzPts val="2700"/>
              <a:buFont typeface="Arial"/>
              <a:buNone/>
            </a:pPr>
            <a:r>
              <a:rPr lang="en-US" sz="2700" b="0" i="0" u="none" strike="noStrike" cap="none">
                <a:solidFill>
                  <a:srgbClr val="1B73BA"/>
                </a:solidFill>
                <a:latin typeface="Lucida Sans"/>
                <a:ea typeface="Lucida Sans"/>
                <a:cs typeface="Lucida Sans"/>
                <a:sym typeface="Lucida Sans"/>
              </a:rPr>
              <a:t>2: AI in Web Architecture </a:t>
            </a:r>
            <a:endParaRPr sz="2700" b="0" i="0" u="none" strike="noStrike" cap="none">
              <a:solidFill>
                <a:srgbClr val="1B73BA"/>
              </a:solidFill>
              <a:latin typeface="Lucida Sans"/>
              <a:ea typeface="Lucida Sans"/>
              <a:cs typeface="Lucida Sans"/>
              <a:sym typeface="Lucida Sans"/>
            </a:endParaRPr>
          </a:p>
          <a:p>
            <a:pPr marL="104139" marR="2978785" lvl="0" indent="0" algn="l" rtl="0">
              <a:lnSpc>
                <a:spcPct val="114074"/>
              </a:lnSpc>
              <a:spcBef>
                <a:spcPts val="150"/>
              </a:spcBef>
              <a:spcAft>
                <a:spcPts val="0"/>
              </a:spcAft>
              <a:buClr>
                <a:srgbClr val="000000"/>
              </a:buClr>
              <a:buSzPts val="2700"/>
              <a:buFont typeface="Arial"/>
              <a:buNone/>
            </a:pPr>
            <a:r>
              <a:rPr lang="en-US" sz="2700" b="0" i="0" u="none" strike="noStrike" cap="none">
                <a:solidFill>
                  <a:srgbClr val="1B73BA"/>
                </a:solidFill>
                <a:latin typeface="Lucida Sans"/>
                <a:ea typeface="Lucida Sans"/>
                <a:cs typeface="Lucida Sans"/>
                <a:sym typeface="Lucida Sans"/>
              </a:rPr>
              <a:t>3: Web Protocols</a:t>
            </a:r>
            <a:endParaRPr sz="2700" b="0" i="0" u="none" strike="noStrike" cap="none">
              <a:solidFill>
                <a:srgbClr val="1B73BA"/>
              </a:solidFill>
              <a:latin typeface="Lucida Sans"/>
              <a:ea typeface="Lucida Sans"/>
              <a:cs typeface="Lucida Sans"/>
              <a:sym typeface="Lucida Sans"/>
            </a:endParaRPr>
          </a:p>
          <a:p>
            <a:pPr marL="12700" marR="5080" lvl="0" indent="0" algn="l" rtl="0">
              <a:lnSpc>
                <a:spcPct val="114074"/>
              </a:lnSpc>
              <a:spcBef>
                <a:spcPts val="155"/>
              </a:spcBef>
              <a:spcAft>
                <a:spcPts val="0"/>
              </a:spcAft>
              <a:buClr>
                <a:srgbClr val="000000"/>
              </a:buClr>
              <a:buSzPts val="2700"/>
              <a:buFont typeface="Arial"/>
              <a:buNone/>
            </a:pPr>
            <a:r>
              <a:rPr lang="en-US" sz="2700" b="0" i="0" u="none" strike="noStrike" cap="none">
                <a:solidFill>
                  <a:srgbClr val="1B73BA"/>
                </a:solidFill>
                <a:latin typeface="Lucida Sans"/>
                <a:ea typeface="Lucida Sans"/>
                <a:cs typeface="Lucida Sans"/>
                <a:sym typeface="Lucida Sans"/>
              </a:rPr>
              <a:t> 4: Industry Trends</a:t>
            </a:r>
            <a:endParaRPr sz="2700" b="0" i="0" u="none" strike="noStrike" cap="none">
              <a:solidFill>
                <a:srgbClr val="000000"/>
              </a:solidFill>
              <a:latin typeface="Lucida Sans"/>
              <a:ea typeface="Lucida Sans"/>
              <a:cs typeface="Lucida Sans"/>
              <a:sym typeface="Lucida Sans"/>
            </a:endParaRPr>
          </a:p>
        </p:txBody>
      </p:sp>
      <p:grpSp>
        <p:nvGrpSpPr>
          <p:cNvPr id="71" name="Google Shape;71;p2"/>
          <p:cNvGrpSpPr/>
          <p:nvPr/>
        </p:nvGrpSpPr>
        <p:grpSpPr>
          <a:xfrm>
            <a:off x="3192530" y="5542131"/>
            <a:ext cx="829310" cy="829310"/>
            <a:chOff x="2764455" y="6300273"/>
            <a:chExt cx="829310" cy="829310"/>
          </a:xfrm>
        </p:grpSpPr>
        <p:sp>
          <p:nvSpPr>
            <p:cNvPr id="72" name="Google Shape;72;p2"/>
            <p:cNvSpPr/>
            <p:nvPr/>
          </p:nvSpPr>
          <p:spPr>
            <a:xfrm>
              <a:off x="2764455" y="6300273"/>
              <a:ext cx="829310" cy="829310"/>
            </a:xfrm>
            <a:custGeom>
              <a:avLst/>
              <a:gdLst/>
              <a:ahLst/>
              <a:cxnLst/>
              <a:rect l="l" t="t" r="r" b="b"/>
              <a:pathLst>
                <a:path w="829310" h="829309" extrusionOk="0">
                  <a:moveTo>
                    <a:pt x="414486" y="828972"/>
                  </a:moveTo>
                  <a:lnTo>
                    <a:pt x="373859" y="826976"/>
                  </a:lnTo>
                  <a:lnTo>
                    <a:pt x="333623" y="821008"/>
                  </a:lnTo>
                  <a:lnTo>
                    <a:pt x="294167" y="811124"/>
                  </a:lnTo>
                  <a:lnTo>
                    <a:pt x="255869" y="797421"/>
                  </a:lnTo>
                  <a:lnTo>
                    <a:pt x="219098" y="780030"/>
                  </a:lnTo>
                  <a:lnTo>
                    <a:pt x="184210" y="759118"/>
                  </a:lnTo>
                  <a:lnTo>
                    <a:pt x="151538" y="734888"/>
                  </a:lnTo>
                  <a:lnTo>
                    <a:pt x="121400" y="707572"/>
                  </a:lnTo>
                  <a:lnTo>
                    <a:pt x="94084" y="677433"/>
                  </a:lnTo>
                  <a:lnTo>
                    <a:pt x="69853" y="644762"/>
                  </a:lnTo>
                  <a:lnTo>
                    <a:pt x="48942" y="609873"/>
                  </a:lnTo>
                  <a:lnTo>
                    <a:pt x="31550" y="573103"/>
                  </a:lnTo>
                  <a:lnTo>
                    <a:pt x="17847" y="534805"/>
                  </a:lnTo>
                  <a:lnTo>
                    <a:pt x="7964" y="495348"/>
                  </a:lnTo>
                  <a:lnTo>
                    <a:pt x="1995" y="455113"/>
                  </a:lnTo>
                  <a:lnTo>
                    <a:pt x="0" y="414486"/>
                  </a:lnTo>
                  <a:lnTo>
                    <a:pt x="124" y="404311"/>
                  </a:lnTo>
                  <a:lnTo>
                    <a:pt x="3117" y="363745"/>
                  </a:lnTo>
                  <a:lnTo>
                    <a:pt x="10071" y="323668"/>
                  </a:lnTo>
                  <a:lnTo>
                    <a:pt x="20920" y="284466"/>
                  </a:lnTo>
                  <a:lnTo>
                    <a:pt x="35559" y="246516"/>
                  </a:lnTo>
                  <a:lnTo>
                    <a:pt x="53848" y="210184"/>
                  </a:lnTo>
                  <a:lnTo>
                    <a:pt x="75610" y="175819"/>
                  </a:lnTo>
                  <a:lnTo>
                    <a:pt x="100635" y="143752"/>
                  </a:lnTo>
                  <a:lnTo>
                    <a:pt x="128683" y="114293"/>
                  </a:lnTo>
                  <a:lnTo>
                    <a:pt x="159483" y="87725"/>
                  </a:lnTo>
                  <a:lnTo>
                    <a:pt x="192739" y="64304"/>
                  </a:lnTo>
                  <a:lnTo>
                    <a:pt x="228131" y="44255"/>
                  </a:lnTo>
                  <a:lnTo>
                    <a:pt x="265317" y="27772"/>
                  </a:lnTo>
                  <a:lnTo>
                    <a:pt x="303940" y="15013"/>
                  </a:lnTo>
                  <a:lnTo>
                    <a:pt x="343627" y="6101"/>
                  </a:lnTo>
                  <a:lnTo>
                    <a:pt x="383997" y="1122"/>
                  </a:lnTo>
                  <a:lnTo>
                    <a:pt x="414486" y="0"/>
                  </a:lnTo>
                  <a:lnTo>
                    <a:pt x="424661" y="124"/>
                  </a:lnTo>
                  <a:lnTo>
                    <a:pt x="465226" y="3117"/>
                  </a:lnTo>
                  <a:lnTo>
                    <a:pt x="505303" y="10071"/>
                  </a:lnTo>
                  <a:lnTo>
                    <a:pt x="544506" y="20920"/>
                  </a:lnTo>
                  <a:lnTo>
                    <a:pt x="582456" y="35559"/>
                  </a:lnTo>
                  <a:lnTo>
                    <a:pt x="618788" y="53848"/>
                  </a:lnTo>
                  <a:lnTo>
                    <a:pt x="653153" y="75610"/>
                  </a:lnTo>
                  <a:lnTo>
                    <a:pt x="685219" y="100635"/>
                  </a:lnTo>
                  <a:lnTo>
                    <a:pt x="714679" y="128683"/>
                  </a:lnTo>
                  <a:lnTo>
                    <a:pt x="741247" y="159483"/>
                  </a:lnTo>
                  <a:lnTo>
                    <a:pt x="764668" y="192739"/>
                  </a:lnTo>
                  <a:lnTo>
                    <a:pt x="784717" y="228131"/>
                  </a:lnTo>
                  <a:lnTo>
                    <a:pt x="801200" y="265317"/>
                  </a:lnTo>
                  <a:lnTo>
                    <a:pt x="813959" y="303940"/>
                  </a:lnTo>
                  <a:lnTo>
                    <a:pt x="822871" y="343627"/>
                  </a:lnTo>
                  <a:lnTo>
                    <a:pt x="827850" y="383997"/>
                  </a:lnTo>
                  <a:lnTo>
                    <a:pt x="828972" y="414486"/>
                  </a:lnTo>
                  <a:lnTo>
                    <a:pt x="828847" y="424661"/>
                  </a:lnTo>
                  <a:lnTo>
                    <a:pt x="825855" y="465226"/>
                  </a:lnTo>
                  <a:lnTo>
                    <a:pt x="818900" y="505303"/>
                  </a:lnTo>
                  <a:lnTo>
                    <a:pt x="808051" y="544505"/>
                  </a:lnTo>
                  <a:lnTo>
                    <a:pt x="793412" y="582455"/>
                  </a:lnTo>
                  <a:lnTo>
                    <a:pt x="775124" y="618788"/>
                  </a:lnTo>
                  <a:lnTo>
                    <a:pt x="753362" y="653153"/>
                  </a:lnTo>
                  <a:lnTo>
                    <a:pt x="728337" y="685219"/>
                  </a:lnTo>
                  <a:lnTo>
                    <a:pt x="700289" y="714678"/>
                  </a:lnTo>
                  <a:lnTo>
                    <a:pt x="669489" y="741247"/>
                  </a:lnTo>
                  <a:lnTo>
                    <a:pt x="636232" y="764668"/>
                  </a:lnTo>
                  <a:lnTo>
                    <a:pt x="600841" y="784717"/>
                  </a:lnTo>
                  <a:lnTo>
                    <a:pt x="563655" y="801200"/>
                  </a:lnTo>
                  <a:lnTo>
                    <a:pt x="525032" y="813959"/>
                  </a:lnTo>
                  <a:lnTo>
                    <a:pt x="485344" y="822871"/>
                  </a:lnTo>
                  <a:lnTo>
                    <a:pt x="444974" y="827849"/>
                  </a:lnTo>
                  <a:lnTo>
                    <a:pt x="414486" y="828972"/>
                  </a:lnTo>
                  <a:close/>
                </a:path>
              </a:pathLst>
            </a:custGeom>
            <a:solidFill>
              <a:srgbClr val="60A5D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 name="Google Shape;73;p2"/>
            <p:cNvSpPr/>
            <p:nvPr/>
          </p:nvSpPr>
          <p:spPr>
            <a:xfrm>
              <a:off x="2934342" y="6539476"/>
              <a:ext cx="488950" cy="351155"/>
            </a:xfrm>
            <a:custGeom>
              <a:avLst/>
              <a:gdLst/>
              <a:ahLst/>
              <a:cxnLst/>
              <a:rect l="l" t="t" r="r" b="b"/>
              <a:pathLst>
                <a:path w="488950" h="351154" extrusionOk="0">
                  <a:moveTo>
                    <a:pt x="195173" y="350566"/>
                  </a:moveTo>
                  <a:lnTo>
                    <a:pt x="154992" y="333924"/>
                  </a:lnTo>
                  <a:lnTo>
                    <a:pt x="16640" y="195573"/>
                  </a:lnTo>
                  <a:lnTo>
                    <a:pt x="0" y="155397"/>
                  </a:lnTo>
                  <a:lnTo>
                    <a:pt x="4160" y="134016"/>
                  </a:lnTo>
                  <a:lnTo>
                    <a:pt x="16640" y="115221"/>
                  </a:lnTo>
                  <a:lnTo>
                    <a:pt x="35435" y="102741"/>
                  </a:lnTo>
                  <a:lnTo>
                    <a:pt x="56816" y="98581"/>
                  </a:lnTo>
                  <a:lnTo>
                    <a:pt x="78197" y="102741"/>
                  </a:lnTo>
                  <a:lnTo>
                    <a:pt x="96992" y="115221"/>
                  </a:lnTo>
                  <a:lnTo>
                    <a:pt x="195156" y="213385"/>
                  </a:lnTo>
                  <a:lnTo>
                    <a:pt x="391803" y="16654"/>
                  </a:lnTo>
                  <a:lnTo>
                    <a:pt x="410595" y="4166"/>
                  </a:lnTo>
                  <a:lnTo>
                    <a:pt x="431974" y="0"/>
                  </a:lnTo>
                  <a:lnTo>
                    <a:pt x="453356" y="4155"/>
                  </a:lnTo>
                  <a:lnTo>
                    <a:pt x="472155" y="16631"/>
                  </a:lnTo>
                  <a:lnTo>
                    <a:pt x="484639" y="35425"/>
                  </a:lnTo>
                  <a:lnTo>
                    <a:pt x="488804" y="56805"/>
                  </a:lnTo>
                  <a:lnTo>
                    <a:pt x="484648" y="78185"/>
                  </a:lnTo>
                  <a:lnTo>
                    <a:pt x="235355" y="333913"/>
                  </a:lnTo>
                  <a:lnTo>
                    <a:pt x="206313" y="349463"/>
                  </a:lnTo>
                  <a:lnTo>
                    <a:pt x="195173" y="350566"/>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grpSp>
        <p:nvGrpSpPr>
          <p:cNvPr id="78" name="Google Shape;78;p3"/>
          <p:cNvGrpSpPr/>
          <p:nvPr/>
        </p:nvGrpSpPr>
        <p:grpSpPr>
          <a:xfrm>
            <a:off x="13122467" y="3307628"/>
            <a:ext cx="4419599" cy="4476749"/>
            <a:chOff x="11757042" y="3758328"/>
            <a:chExt cx="4419599" cy="4476749"/>
          </a:xfrm>
        </p:grpSpPr>
        <p:pic>
          <p:nvPicPr>
            <p:cNvPr id="79" name="Google Shape;79;p3"/>
            <p:cNvPicPr preferRelativeResize="0"/>
            <p:nvPr/>
          </p:nvPicPr>
          <p:blipFill rotWithShape="1">
            <a:blip r:embed="rId3">
              <a:alphaModFix/>
            </a:blip>
            <a:srcRect/>
            <a:stretch/>
          </p:blipFill>
          <p:spPr>
            <a:xfrm>
              <a:off x="11757042" y="3758328"/>
              <a:ext cx="4419599" cy="4476749"/>
            </a:xfrm>
            <a:prstGeom prst="rect">
              <a:avLst/>
            </a:prstGeom>
            <a:noFill/>
            <a:ln>
              <a:noFill/>
            </a:ln>
          </p:spPr>
        </p:pic>
        <p:sp>
          <p:nvSpPr>
            <p:cNvPr id="80" name="Google Shape;80;p3"/>
            <p:cNvSpPr/>
            <p:nvPr/>
          </p:nvSpPr>
          <p:spPr>
            <a:xfrm>
              <a:off x="14071394" y="4779171"/>
              <a:ext cx="690245" cy="229870"/>
            </a:xfrm>
            <a:custGeom>
              <a:avLst/>
              <a:gdLst/>
              <a:ahLst/>
              <a:cxnLst/>
              <a:rect l="l" t="t" r="r" b="b"/>
              <a:pathLst>
                <a:path w="690244" h="229870" extrusionOk="0">
                  <a:moveTo>
                    <a:pt x="575104" y="229690"/>
                  </a:moveTo>
                  <a:lnTo>
                    <a:pt x="114844" y="229690"/>
                  </a:lnTo>
                  <a:lnTo>
                    <a:pt x="92335" y="227463"/>
                  </a:lnTo>
                  <a:lnTo>
                    <a:pt x="51129" y="210395"/>
                  </a:lnTo>
                  <a:lnTo>
                    <a:pt x="19295" y="178561"/>
                  </a:lnTo>
                  <a:lnTo>
                    <a:pt x="2227" y="137355"/>
                  </a:lnTo>
                  <a:lnTo>
                    <a:pt x="0" y="114845"/>
                  </a:lnTo>
                  <a:lnTo>
                    <a:pt x="2227" y="92335"/>
                  </a:lnTo>
                  <a:lnTo>
                    <a:pt x="19295" y="51129"/>
                  </a:lnTo>
                  <a:lnTo>
                    <a:pt x="51129" y="19295"/>
                  </a:lnTo>
                  <a:lnTo>
                    <a:pt x="92335" y="2227"/>
                  </a:lnTo>
                  <a:lnTo>
                    <a:pt x="114844" y="0"/>
                  </a:lnTo>
                  <a:lnTo>
                    <a:pt x="575104" y="0"/>
                  </a:lnTo>
                  <a:lnTo>
                    <a:pt x="619054" y="8742"/>
                  </a:lnTo>
                  <a:lnTo>
                    <a:pt x="656312" y="33637"/>
                  </a:lnTo>
                  <a:lnTo>
                    <a:pt x="681207" y="70895"/>
                  </a:lnTo>
                  <a:lnTo>
                    <a:pt x="689949" y="114845"/>
                  </a:lnTo>
                  <a:lnTo>
                    <a:pt x="687722" y="137355"/>
                  </a:lnTo>
                  <a:lnTo>
                    <a:pt x="670654" y="178561"/>
                  </a:lnTo>
                  <a:lnTo>
                    <a:pt x="638821" y="210395"/>
                  </a:lnTo>
                  <a:lnTo>
                    <a:pt x="597614" y="227463"/>
                  </a:lnTo>
                  <a:lnTo>
                    <a:pt x="575104" y="229690"/>
                  </a:lnTo>
                  <a:close/>
                </a:path>
              </a:pathLst>
            </a:custGeom>
            <a:solidFill>
              <a:srgbClr val="FFCA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1" name="Google Shape;81;p3" descr="$PPTXTitle"/>
          <p:cNvSpPr txBox="1">
            <a:spLocks noGrp="1"/>
          </p:cNvSpPr>
          <p:nvPr>
            <p:ph type="title"/>
          </p:nvPr>
        </p:nvSpPr>
        <p:spPr>
          <a:xfrm>
            <a:off x="4704650" y="600500"/>
            <a:ext cx="11331300" cy="1060800"/>
          </a:xfrm>
          <a:prstGeom prst="rect">
            <a:avLst/>
          </a:prstGeom>
          <a:noFill/>
          <a:ln>
            <a:noFill/>
          </a:ln>
        </p:spPr>
        <p:txBody>
          <a:bodyPr spcFirstLastPara="1" wrap="square" lIns="0" tIns="13950" rIns="0" bIns="0" anchor="t" anchorCtr="0">
            <a:spAutoFit/>
          </a:bodyPr>
          <a:lstStyle/>
          <a:p>
            <a:pPr marL="457200" lvl="0" indent="0" algn="l" rtl="0">
              <a:lnSpc>
                <a:spcPct val="100000"/>
              </a:lnSpc>
              <a:spcBef>
                <a:spcPts val="0"/>
              </a:spcBef>
              <a:spcAft>
                <a:spcPts val="0"/>
              </a:spcAft>
              <a:buSzPts val="1400"/>
              <a:buNone/>
            </a:pPr>
            <a:r>
              <a:rPr lang="en-US" sz="6800">
                <a:latin typeface="Times New Roman"/>
                <a:ea typeface="Times New Roman"/>
                <a:cs typeface="Times New Roman"/>
                <a:sym typeface="Times New Roman"/>
              </a:rPr>
              <a:t>1. Evolution of the Web</a:t>
            </a:r>
            <a:endParaRPr sz="6800">
              <a:latin typeface="Times New Roman"/>
              <a:ea typeface="Times New Roman"/>
              <a:cs typeface="Times New Roman"/>
              <a:sym typeface="Times New Roman"/>
            </a:endParaRPr>
          </a:p>
        </p:txBody>
      </p:sp>
      <p:sp>
        <p:nvSpPr>
          <p:cNvPr id="82" name="Google Shape;82;p3"/>
          <p:cNvSpPr txBox="1"/>
          <p:nvPr/>
        </p:nvSpPr>
        <p:spPr>
          <a:xfrm>
            <a:off x="2116725" y="3155625"/>
            <a:ext cx="10825200" cy="6767400"/>
          </a:xfrm>
          <a:prstGeom prst="rect">
            <a:avLst/>
          </a:prstGeom>
          <a:noFill/>
          <a:ln>
            <a:noFill/>
          </a:ln>
        </p:spPr>
        <p:txBody>
          <a:bodyPr spcFirstLastPara="1" wrap="square" lIns="0" tIns="42525" rIns="0" bIns="0" anchor="t" anchorCtr="0">
            <a:spAutoFit/>
          </a:bodyPr>
          <a:lstStyle/>
          <a:p>
            <a:pPr marL="457200" marR="0" lvl="0" indent="-381000" algn="just" rtl="0">
              <a:lnSpc>
                <a:spcPct val="115000"/>
              </a:lnSpc>
              <a:spcBef>
                <a:spcPts val="1200"/>
              </a:spcBef>
              <a:spcAft>
                <a:spcPts val="0"/>
              </a:spcAft>
              <a:buClr>
                <a:schemeClr val="accent1"/>
              </a:buClr>
              <a:buSzPts val="2400"/>
              <a:buFont typeface="Times New Roman"/>
              <a:buChar char="•"/>
            </a:pPr>
            <a:r>
              <a:rPr lang="en-US" sz="2400" b="0" i="0" u="none" strike="noStrike" cap="none">
                <a:solidFill>
                  <a:schemeClr val="accent1"/>
                </a:solidFill>
                <a:latin typeface="Times New Roman"/>
                <a:ea typeface="Times New Roman"/>
                <a:cs typeface="Times New Roman"/>
                <a:sym typeface="Times New Roman"/>
              </a:rPr>
              <a:t>The </a:t>
            </a:r>
            <a:r>
              <a:rPr lang="en-US" sz="2400" b="1" i="0" u="none" strike="noStrike" cap="none">
                <a:solidFill>
                  <a:schemeClr val="accent1"/>
                </a:solidFill>
                <a:latin typeface="Times New Roman"/>
                <a:ea typeface="Times New Roman"/>
                <a:cs typeface="Times New Roman"/>
                <a:sym typeface="Times New Roman"/>
              </a:rPr>
              <a:t>Internet</a:t>
            </a:r>
            <a:r>
              <a:rPr lang="en-US" sz="2400" b="0" i="0" u="none" strike="noStrike" cap="none">
                <a:solidFill>
                  <a:schemeClr val="accent1"/>
                </a:solidFill>
                <a:latin typeface="Times New Roman"/>
                <a:ea typeface="Times New Roman"/>
                <a:cs typeface="Times New Roman"/>
                <a:sym typeface="Times New Roman"/>
              </a:rPr>
              <a:t> is a </a:t>
            </a:r>
            <a:r>
              <a:rPr lang="en-US" sz="2400" b="1" i="0" u="none" strike="noStrike" cap="none">
                <a:solidFill>
                  <a:schemeClr val="accent1"/>
                </a:solidFill>
                <a:latin typeface="Times New Roman"/>
                <a:ea typeface="Times New Roman"/>
                <a:cs typeface="Times New Roman"/>
                <a:sym typeface="Times New Roman"/>
              </a:rPr>
              <a:t>worldwide network that connects computers, phones, servers, and other devices</a:t>
            </a:r>
            <a:r>
              <a:rPr lang="en-US" sz="2400" b="0" i="0" u="none" strike="noStrike" cap="none">
                <a:solidFill>
                  <a:schemeClr val="accent1"/>
                </a:solidFill>
                <a:latin typeface="Times New Roman"/>
                <a:ea typeface="Times New Roman"/>
                <a:cs typeface="Times New Roman"/>
                <a:sym typeface="Times New Roman"/>
              </a:rPr>
              <a:t> over TCP/IP, so they can communicate and share information with each other.</a:t>
            </a:r>
            <a:endParaRPr sz="2400" b="0" i="0" u="none" strike="noStrike" cap="none">
              <a:solidFill>
                <a:schemeClr val="accent1"/>
              </a:solidFill>
              <a:latin typeface="Times New Roman"/>
              <a:ea typeface="Times New Roman"/>
              <a:cs typeface="Times New Roman"/>
              <a:sym typeface="Times New Roman"/>
            </a:endParaRPr>
          </a:p>
          <a:p>
            <a:pPr marL="457200" marR="0" lvl="0" indent="-381000" algn="just" rtl="0">
              <a:lnSpc>
                <a:spcPct val="115000"/>
              </a:lnSpc>
              <a:spcBef>
                <a:spcPts val="0"/>
              </a:spcBef>
              <a:spcAft>
                <a:spcPts val="0"/>
              </a:spcAft>
              <a:buClr>
                <a:schemeClr val="accent1"/>
              </a:buClr>
              <a:buSzPts val="2400"/>
              <a:buFont typeface="Times New Roman"/>
              <a:buChar char="•"/>
            </a:pPr>
            <a:r>
              <a:rPr lang="en-US" sz="2400" b="0" i="0" u="none" strike="noStrike" cap="none">
                <a:solidFill>
                  <a:schemeClr val="accent1"/>
                </a:solidFill>
                <a:latin typeface="Times New Roman"/>
                <a:ea typeface="Times New Roman"/>
                <a:cs typeface="Times New Roman"/>
                <a:sym typeface="Times New Roman"/>
              </a:rPr>
              <a:t>In simple words:</a:t>
            </a:r>
            <a:endParaRPr sz="2400" b="1" i="0" u="none" strike="noStrike" cap="none">
              <a:solidFill>
                <a:schemeClr val="accent1"/>
              </a:solidFill>
              <a:latin typeface="Times New Roman"/>
              <a:ea typeface="Times New Roman"/>
              <a:cs typeface="Times New Roman"/>
              <a:sym typeface="Times New Roman"/>
            </a:endParaRPr>
          </a:p>
          <a:p>
            <a:pPr marL="457200" marR="381000" lvl="0" indent="0" algn="just" rtl="0">
              <a:lnSpc>
                <a:spcPct val="115000"/>
              </a:lnSpc>
              <a:spcBef>
                <a:spcPts val="1200"/>
              </a:spcBef>
              <a:spcAft>
                <a:spcPts val="0"/>
              </a:spcAft>
              <a:buClr>
                <a:srgbClr val="000000"/>
              </a:buClr>
              <a:buSzPts val="2400"/>
              <a:buFont typeface="Arial"/>
              <a:buNone/>
            </a:pPr>
            <a:r>
              <a:rPr lang="en-US" sz="2400" b="1" i="0" u="none" strike="noStrike" cap="none">
                <a:solidFill>
                  <a:schemeClr val="accent1"/>
                </a:solidFill>
                <a:latin typeface="Times New Roman"/>
                <a:ea typeface="Times New Roman"/>
                <a:cs typeface="Times New Roman"/>
                <a:sym typeface="Times New Roman"/>
              </a:rPr>
              <a:t>Internet = A huge network that connects devices around the world.</a:t>
            </a:r>
            <a:endParaRPr sz="2400" b="1" i="0" u="none" strike="noStrike" cap="none">
              <a:solidFill>
                <a:schemeClr val="accent1"/>
              </a:solidFill>
              <a:latin typeface="Times New Roman"/>
              <a:ea typeface="Times New Roman"/>
              <a:cs typeface="Times New Roman"/>
              <a:sym typeface="Times New Roman"/>
            </a:endParaRPr>
          </a:p>
          <a:p>
            <a:pPr marL="457200" marR="381000" lvl="0" indent="0" algn="just" rtl="0">
              <a:lnSpc>
                <a:spcPct val="115000"/>
              </a:lnSpc>
              <a:spcBef>
                <a:spcPts val="1200"/>
              </a:spcBef>
              <a:spcAft>
                <a:spcPts val="0"/>
              </a:spcAft>
              <a:buClr>
                <a:srgbClr val="000000"/>
              </a:buClr>
              <a:buSzPts val="2400"/>
              <a:buFont typeface="Arial"/>
              <a:buNone/>
            </a:pPr>
            <a:endParaRPr sz="2400" b="1" i="0" u="none" strike="noStrike" cap="none">
              <a:solidFill>
                <a:schemeClr val="accent1"/>
              </a:solidFill>
              <a:latin typeface="Times New Roman"/>
              <a:ea typeface="Times New Roman"/>
              <a:cs typeface="Times New Roman"/>
              <a:sym typeface="Times New Roman"/>
            </a:endParaRPr>
          </a:p>
          <a:p>
            <a:pPr marL="457200" marR="0" lvl="0" indent="-381000" algn="l" rtl="0">
              <a:lnSpc>
                <a:spcPct val="115000"/>
              </a:lnSpc>
              <a:spcBef>
                <a:spcPts val="1400"/>
              </a:spcBef>
              <a:spcAft>
                <a:spcPts val="0"/>
              </a:spcAft>
              <a:buClr>
                <a:schemeClr val="accent1"/>
              </a:buClr>
              <a:buSzPts val="2400"/>
              <a:buFont typeface="Times New Roman"/>
              <a:buChar char="❏"/>
            </a:pPr>
            <a:r>
              <a:rPr lang="en-US" sz="2400" b="1" i="0" u="none" strike="noStrike" cap="none">
                <a:solidFill>
                  <a:schemeClr val="accent1"/>
                </a:solidFill>
                <a:latin typeface="Times New Roman"/>
                <a:ea typeface="Times New Roman"/>
                <a:cs typeface="Times New Roman"/>
                <a:sym typeface="Times New Roman"/>
              </a:rPr>
              <a:t>Simple Example 🌐</a:t>
            </a:r>
            <a:endParaRPr sz="2400" b="1" i="0" u="none" strike="noStrike" cap="none">
              <a:solidFill>
                <a:schemeClr val="accent1"/>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chemeClr val="dk1"/>
              </a:buClr>
              <a:buSzPts val="1100"/>
              <a:buFont typeface="Arial"/>
              <a:buNone/>
            </a:pPr>
            <a:r>
              <a:rPr lang="en-US" sz="2400" b="0" i="0" u="none" strike="noStrike" cap="none">
                <a:solidFill>
                  <a:schemeClr val="accent1"/>
                </a:solidFill>
                <a:latin typeface="Times New Roman"/>
                <a:ea typeface="Times New Roman"/>
                <a:cs typeface="Times New Roman"/>
                <a:sym typeface="Times New Roman"/>
              </a:rPr>
              <a:t>When you open YouTube on your phone:</a:t>
            </a:r>
            <a:endParaRPr sz="2400" b="0" i="0" u="none" strike="noStrike" cap="none">
              <a:solidFill>
                <a:schemeClr val="accent1"/>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chemeClr val="dk1"/>
              </a:buClr>
              <a:buSzPts val="1100"/>
              <a:buFont typeface="Arial"/>
              <a:buNone/>
            </a:pPr>
            <a:r>
              <a:rPr lang="en-US" sz="2400" b="1" i="0" u="none" strike="noStrike" cap="none">
                <a:solidFill>
                  <a:schemeClr val="accent1"/>
                </a:solidFill>
                <a:latin typeface="Times New Roman"/>
                <a:ea typeface="Times New Roman"/>
                <a:cs typeface="Times New Roman"/>
                <a:sym typeface="Times New Roman"/>
              </a:rPr>
              <a:t>          Your Phone → Internet → YouTube Server → Internet → Your Phone</a:t>
            </a:r>
            <a:endParaRPr sz="2400" b="1" i="0" u="none" strike="noStrike" cap="none">
              <a:solidFill>
                <a:schemeClr val="accent1"/>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chemeClr val="dk1"/>
              </a:buClr>
              <a:buSzPts val="1100"/>
              <a:buFont typeface="Arial"/>
              <a:buNone/>
            </a:pPr>
            <a:r>
              <a:rPr lang="en-US" sz="2400" b="0" i="0" u="none" strike="noStrike" cap="none">
                <a:solidFill>
                  <a:schemeClr val="accent1"/>
                </a:solidFill>
                <a:latin typeface="Times New Roman"/>
                <a:ea typeface="Times New Roman"/>
                <a:cs typeface="Times New Roman"/>
                <a:sym typeface="Times New Roman"/>
              </a:rPr>
              <a:t>The internet carries the request from your phone to YouTube's server and brings the video back to your phone.</a:t>
            </a:r>
            <a:endParaRPr sz="1100" b="0" i="0" u="none" strike="noStrike" cap="none">
              <a:solidFill>
                <a:schemeClr val="dk1"/>
              </a:solidFill>
              <a:latin typeface="Arial"/>
              <a:ea typeface="Arial"/>
              <a:cs typeface="Arial"/>
              <a:sym typeface="Arial"/>
            </a:endParaRPr>
          </a:p>
          <a:p>
            <a:pPr marL="457200" marR="381000" lvl="0" indent="0" algn="just" rtl="0">
              <a:lnSpc>
                <a:spcPct val="115000"/>
              </a:lnSpc>
              <a:spcBef>
                <a:spcPts val="1200"/>
              </a:spcBef>
              <a:spcAft>
                <a:spcPts val="0"/>
              </a:spcAft>
              <a:buClr>
                <a:srgbClr val="000000"/>
              </a:buClr>
              <a:buSzPts val="2400"/>
              <a:buFont typeface="Arial"/>
              <a:buNone/>
            </a:pPr>
            <a:endParaRPr sz="2400" b="1" i="0" u="none" strike="noStrike" cap="none">
              <a:solidFill>
                <a:schemeClr val="accent1"/>
              </a:solidFill>
              <a:latin typeface="Times New Roman"/>
              <a:ea typeface="Times New Roman"/>
              <a:cs typeface="Times New Roman"/>
              <a:sym typeface="Times New Roman"/>
            </a:endParaRPr>
          </a:p>
          <a:p>
            <a:pPr marL="457200" marR="0" lvl="0" indent="0" algn="just" rtl="0">
              <a:lnSpc>
                <a:spcPct val="109622"/>
              </a:lnSpc>
              <a:spcBef>
                <a:spcPts val="1200"/>
              </a:spcBef>
              <a:spcAft>
                <a:spcPts val="0"/>
              </a:spcAft>
              <a:buClr>
                <a:srgbClr val="000000"/>
              </a:buClr>
              <a:buSzPts val="2400"/>
              <a:buFont typeface="Arial"/>
              <a:buNone/>
            </a:pPr>
            <a:endParaRPr sz="2400" b="0" i="0" u="none" strike="noStrike" cap="none">
              <a:solidFill>
                <a:schemeClr val="accent1"/>
              </a:solidFill>
              <a:latin typeface="Times New Roman"/>
              <a:ea typeface="Times New Roman"/>
              <a:cs typeface="Times New Roman"/>
              <a:sym typeface="Times New Roman"/>
            </a:endParaRPr>
          </a:p>
        </p:txBody>
      </p:sp>
      <p:sp>
        <p:nvSpPr>
          <p:cNvPr id="83" name="Google Shape;83;p3"/>
          <p:cNvSpPr txBox="1"/>
          <p:nvPr/>
        </p:nvSpPr>
        <p:spPr>
          <a:xfrm>
            <a:off x="1197822" y="8109884"/>
            <a:ext cx="756920" cy="147574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Clr>
                <a:srgbClr val="000000"/>
              </a:buClr>
              <a:buSzPts val="9500"/>
              <a:buFont typeface="Arial"/>
              <a:buNone/>
            </a:pPr>
            <a:r>
              <a:rPr lang="en-US" sz="9500" b="1" i="0" u="none" strike="noStrike" cap="none">
                <a:solidFill>
                  <a:srgbClr val="1B73BA"/>
                </a:solidFill>
                <a:latin typeface="Trebuchet MS"/>
                <a:ea typeface="Trebuchet MS"/>
                <a:cs typeface="Trebuchet MS"/>
                <a:sym typeface="Trebuchet MS"/>
              </a:rPr>
              <a:t>3</a:t>
            </a:r>
            <a:endParaRPr sz="9500" b="0" i="0" u="none" strike="noStrike" cap="none">
              <a:solidFill>
                <a:srgbClr val="000000"/>
              </a:solidFill>
              <a:latin typeface="Trebuchet MS"/>
              <a:ea typeface="Trebuchet MS"/>
              <a:cs typeface="Trebuchet MS"/>
              <a:sym typeface="Trebuchet MS"/>
            </a:endParaRPr>
          </a:p>
        </p:txBody>
      </p:sp>
      <p:sp>
        <p:nvSpPr>
          <p:cNvPr id="84" name="Google Shape;84;p3"/>
          <p:cNvSpPr txBox="1"/>
          <p:nvPr/>
        </p:nvSpPr>
        <p:spPr>
          <a:xfrm>
            <a:off x="2331750" y="2137900"/>
            <a:ext cx="7542900" cy="712800"/>
          </a:xfrm>
          <a:prstGeom prst="rect">
            <a:avLst/>
          </a:prstGeom>
          <a:noFill/>
          <a:ln>
            <a:noFill/>
          </a:ln>
        </p:spPr>
        <p:txBody>
          <a:bodyPr spcFirstLastPara="1" wrap="square" lIns="91425" tIns="91425" rIns="91425" bIns="91425" anchor="t" anchorCtr="0">
            <a:noAutofit/>
          </a:bodyPr>
          <a:lstStyle/>
          <a:p>
            <a:pPr marL="457200" marR="0" lvl="0" indent="-457200" algn="l" rtl="0">
              <a:lnSpc>
                <a:spcPct val="100000"/>
              </a:lnSpc>
              <a:spcBef>
                <a:spcPts val="0"/>
              </a:spcBef>
              <a:spcAft>
                <a:spcPts val="0"/>
              </a:spcAft>
              <a:buClr>
                <a:schemeClr val="hlink"/>
              </a:buClr>
              <a:buSzPts val="3700"/>
              <a:buFont typeface="Times New Roman"/>
              <a:buChar char="❖"/>
            </a:pPr>
            <a:r>
              <a:rPr lang="en-US" sz="3700" b="1" i="0" u="none" strike="noStrike" cap="none">
                <a:solidFill>
                  <a:schemeClr val="hlink"/>
                </a:solidFill>
                <a:latin typeface="Times New Roman"/>
                <a:ea typeface="Times New Roman"/>
                <a:cs typeface="Times New Roman"/>
                <a:sym typeface="Times New Roman"/>
              </a:rPr>
              <a:t>WHAT IS THE INTERNET?</a:t>
            </a:r>
            <a:endParaRPr sz="3700" b="1" i="0" u="none" strike="noStrike" cap="none">
              <a:solidFill>
                <a:srgbClr val="1B73BA"/>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3fab8f1b309_0_3"/>
          <p:cNvSpPr txBox="1">
            <a:spLocks noGrp="1"/>
          </p:cNvSpPr>
          <p:nvPr>
            <p:ph type="title"/>
          </p:nvPr>
        </p:nvSpPr>
        <p:spPr>
          <a:xfrm>
            <a:off x="2751755" y="2188774"/>
            <a:ext cx="13085400" cy="554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400"/>
              </a:spcAft>
              <a:buClr>
                <a:schemeClr val="dk1"/>
              </a:buClr>
              <a:buSzPts val="1100"/>
              <a:buFont typeface="Arial"/>
              <a:buNone/>
            </a:pPr>
            <a:r>
              <a:rPr lang="en-US" sz="3600">
                <a:solidFill>
                  <a:schemeClr val="accent1"/>
                </a:solidFill>
                <a:latin typeface="Times New Roman"/>
                <a:ea typeface="Times New Roman"/>
                <a:cs typeface="Times New Roman"/>
                <a:sym typeface="Times New Roman"/>
              </a:rPr>
              <a:t>What can we do using the Internet?</a:t>
            </a:r>
            <a:endParaRPr sz="3600">
              <a:solidFill>
                <a:schemeClr val="accent1"/>
              </a:solidFill>
              <a:latin typeface="Times New Roman"/>
              <a:ea typeface="Times New Roman"/>
              <a:cs typeface="Times New Roman"/>
              <a:sym typeface="Times New Roman"/>
            </a:endParaRPr>
          </a:p>
        </p:txBody>
      </p:sp>
      <p:sp>
        <p:nvSpPr>
          <p:cNvPr id="90" name="Google Shape;90;g3fab8f1b309_0_3"/>
          <p:cNvSpPr txBox="1">
            <a:spLocks noGrp="1"/>
          </p:cNvSpPr>
          <p:nvPr>
            <p:ph type="body" idx="1"/>
          </p:nvPr>
        </p:nvSpPr>
        <p:spPr>
          <a:xfrm>
            <a:off x="2751750" y="2924375"/>
            <a:ext cx="8945100" cy="6080100"/>
          </a:xfrm>
          <a:prstGeom prst="rect">
            <a:avLst/>
          </a:prstGeom>
          <a:noFill/>
          <a:ln>
            <a:noFill/>
          </a:ln>
        </p:spPr>
        <p:txBody>
          <a:bodyPr spcFirstLastPara="1" wrap="square" lIns="0" tIns="0" rIns="0" bIns="0" anchor="t" anchorCtr="0">
            <a:spAutoFit/>
          </a:bodyPr>
          <a:lstStyle/>
          <a:p>
            <a:pPr marL="0" lvl="0" indent="0" algn="just" rtl="0">
              <a:lnSpc>
                <a:spcPct val="115000"/>
              </a:lnSpc>
              <a:spcBef>
                <a:spcPts val="1400"/>
              </a:spcBef>
              <a:spcAft>
                <a:spcPts val="0"/>
              </a:spcAft>
              <a:buClr>
                <a:schemeClr val="dk1"/>
              </a:buClr>
              <a:buSzPts val="1100"/>
              <a:buFont typeface="Arial"/>
              <a:buNone/>
            </a:pPr>
            <a:endParaRPr sz="3000" b="1">
              <a:solidFill>
                <a:schemeClr val="accent1"/>
              </a:solidFill>
              <a:latin typeface="Times New Roman"/>
              <a:ea typeface="Times New Roman"/>
              <a:cs typeface="Times New Roman"/>
              <a:sym typeface="Times New Roman"/>
            </a:endParaRPr>
          </a:p>
          <a:p>
            <a:pPr marL="457200" lvl="0" indent="-419100" algn="just" rtl="0">
              <a:lnSpc>
                <a:spcPct val="115000"/>
              </a:lnSpc>
              <a:spcBef>
                <a:spcPts val="120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Search for information</a:t>
            </a:r>
            <a:endParaRPr sz="3000">
              <a:solidFill>
                <a:schemeClr val="accent1"/>
              </a:solidFill>
              <a:latin typeface="Times New Roman"/>
              <a:ea typeface="Times New Roman"/>
              <a:cs typeface="Times New Roman"/>
              <a:sym typeface="Times New Roman"/>
            </a:endParaRPr>
          </a:p>
          <a:p>
            <a:pPr marL="457200" lvl="0" indent="-419100" algn="just" rtl="0">
              <a:lnSpc>
                <a:spcPct val="115000"/>
              </a:lnSpc>
              <a:spcBef>
                <a:spcPts val="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Send emails</a:t>
            </a:r>
            <a:endParaRPr sz="3000">
              <a:solidFill>
                <a:schemeClr val="accent1"/>
              </a:solidFill>
              <a:latin typeface="Times New Roman"/>
              <a:ea typeface="Times New Roman"/>
              <a:cs typeface="Times New Roman"/>
              <a:sym typeface="Times New Roman"/>
            </a:endParaRPr>
          </a:p>
          <a:p>
            <a:pPr marL="457200" lvl="0" indent="-419100" algn="just" rtl="0">
              <a:lnSpc>
                <a:spcPct val="115000"/>
              </a:lnSpc>
              <a:spcBef>
                <a:spcPts val="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Chat with people</a:t>
            </a:r>
            <a:endParaRPr sz="3000">
              <a:solidFill>
                <a:schemeClr val="accent1"/>
              </a:solidFill>
              <a:latin typeface="Times New Roman"/>
              <a:ea typeface="Times New Roman"/>
              <a:cs typeface="Times New Roman"/>
              <a:sym typeface="Times New Roman"/>
            </a:endParaRPr>
          </a:p>
          <a:p>
            <a:pPr marL="457200" lvl="0" indent="-419100" algn="just" rtl="0">
              <a:lnSpc>
                <a:spcPct val="115000"/>
              </a:lnSpc>
              <a:spcBef>
                <a:spcPts val="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Watch videos</a:t>
            </a:r>
            <a:endParaRPr sz="3000">
              <a:solidFill>
                <a:schemeClr val="accent1"/>
              </a:solidFill>
              <a:latin typeface="Times New Roman"/>
              <a:ea typeface="Times New Roman"/>
              <a:cs typeface="Times New Roman"/>
              <a:sym typeface="Times New Roman"/>
            </a:endParaRPr>
          </a:p>
          <a:p>
            <a:pPr marL="457200" lvl="0" indent="-419100" algn="just" rtl="0">
              <a:lnSpc>
                <a:spcPct val="115000"/>
              </a:lnSpc>
              <a:spcBef>
                <a:spcPts val="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Shop online</a:t>
            </a:r>
            <a:endParaRPr sz="3000">
              <a:solidFill>
                <a:schemeClr val="accent1"/>
              </a:solidFill>
              <a:latin typeface="Times New Roman"/>
              <a:ea typeface="Times New Roman"/>
              <a:cs typeface="Times New Roman"/>
              <a:sym typeface="Times New Roman"/>
            </a:endParaRPr>
          </a:p>
          <a:p>
            <a:pPr marL="457200" lvl="0" indent="-419100" algn="just" rtl="0">
              <a:lnSpc>
                <a:spcPct val="115000"/>
              </a:lnSpc>
              <a:spcBef>
                <a:spcPts val="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Make online payments</a:t>
            </a:r>
            <a:endParaRPr sz="3000">
              <a:solidFill>
                <a:schemeClr val="accent1"/>
              </a:solidFill>
              <a:latin typeface="Times New Roman"/>
              <a:ea typeface="Times New Roman"/>
              <a:cs typeface="Times New Roman"/>
              <a:sym typeface="Times New Roman"/>
            </a:endParaRPr>
          </a:p>
          <a:p>
            <a:pPr marL="457200" lvl="0" indent="-419100" algn="just" rtl="0">
              <a:lnSpc>
                <a:spcPct val="115000"/>
              </a:lnSpc>
              <a:spcBef>
                <a:spcPts val="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Play online games</a:t>
            </a:r>
            <a:endParaRPr sz="3000">
              <a:solidFill>
                <a:schemeClr val="accent1"/>
              </a:solidFill>
              <a:latin typeface="Times New Roman"/>
              <a:ea typeface="Times New Roman"/>
              <a:cs typeface="Times New Roman"/>
              <a:sym typeface="Times New Roman"/>
            </a:endParaRPr>
          </a:p>
          <a:p>
            <a:pPr marL="457200" lvl="0" indent="-419100" algn="just" rtl="0">
              <a:lnSpc>
                <a:spcPct val="115000"/>
              </a:lnSpc>
              <a:spcBef>
                <a:spcPts val="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Use social media</a:t>
            </a:r>
            <a:endParaRPr sz="3000">
              <a:solidFill>
                <a:schemeClr val="accent1"/>
              </a:solidFill>
              <a:latin typeface="Times New Roman"/>
              <a:ea typeface="Times New Roman"/>
              <a:cs typeface="Times New Roman"/>
              <a:sym typeface="Times New Roman"/>
            </a:endParaRPr>
          </a:p>
          <a:p>
            <a:pPr marL="457200" lvl="0" indent="-419100" algn="just" rtl="0">
              <a:lnSpc>
                <a:spcPct val="115000"/>
              </a:lnSpc>
              <a:spcBef>
                <a:spcPts val="0"/>
              </a:spcBef>
              <a:spcAft>
                <a:spcPts val="0"/>
              </a:spcAft>
              <a:buClr>
                <a:schemeClr val="accent1"/>
              </a:buClr>
              <a:buSzPts val="3000"/>
              <a:buFont typeface="Times New Roman"/>
              <a:buChar char="●"/>
            </a:pPr>
            <a:r>
              <a:rPr lang="en-US" sz="3000">
                <a:solidFill>
                  <a:schemeClr val="accent1"/>
                </a:solidFill>
                <a:latin typeface="Times New Roman"/>
                <a:ea typeface="Times New Roman"/>
                <a:cs typeface="Times New Roman"/>
                <a:sym typeface="Times New Roman"/>
              </a:rPr>
              <a:t>📚 Attend online classes</a:t>
            </a:r>
            <a:endParaRPr sz="3000">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SzPts val="1400"/>
              <a:buNone/>
            </a:pPr>
            <a:endParaRPr sz="3000">
              <a:solidFill>
                <a:schemeClr val="accent1"/>
              </a:solidFill>
              <a:latin typeface="Times New Roman"/>
              <a:ea typeface="Times New Roman"/>
              <a:cs typeface="Times New Roman"/>
              <a:sym typeface="Times New Roman"/>
            </a:endParaRPr>
          </a:p>
        </p:txBody>
      </p:sp>
      <p:sp>
        <p:nvSpPr>
          <p:cNvPr id="91" name="Google Shape;91;g3fab8f1b309_0_3"/>
          <p:cNvSpPr txBox="1"/>
          <p:nvPr/>
        </p:nvSpPr>
        <p:spPr>
          <a:xfrm>
            <a:off x="992850" y="8386025"/>
            <a:ext cx="888300" cy="12774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7100"/>
              <a:buFont typeface="Arial"/>
              <a:buNone/>
            </a:pPr>
            <a:r>
              <a:rPr lang="en-US" sz="7100" b="1" i="0" u="none" strike="noStrike" cap="none">
                <a:solidFill>
                  <a:schemeClr val="hlink"/>
                </a:solidFill>
                <a:latin typeface="Trebuchet MS"/>
                <a:ea typeface="Trebuchet MS"/>
                <a:cs typeface="Trebuchet MS"/>
                <a:sym typeface="Trebuchet MS"/>
              </a:rPr>
              <a:t>4</a:t>
            </a:r>
            <a:endParaRPr sz="67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4"/>
          <p:cNvSpPr/>
          <p:nvPr/>
        </p:nvSpPr>
        <p:spPr>
          <a:xfrm>
            <a:off x="979600" y="2327850"/>
            <a:ext cx="9670990" cy="6187377"/>
          </a:xfrm>
          <a:custGeom>
            <a:avLst/>
            <a:gdLst/>
            <a:ahLst/>
            <a:cxnLst/>
            <a:rect l="l" t="t" r="r" b="b"/>
            <a:pathLst>
              <a:path w="7910830" h="4451350" extrusionOk="0">
                <a:moveTo>
                  <a:pt x="7672676" y="4450838"/>
                </a:moveTo>
                <a:lnTo>
                  <a:pt x="238125" y="4450838"/>
                </a:lnTo>
                <a:lnTo>
                  <a:pt x="190134" y="4446001"/>
                </a:lnTo>
                <a:lnTo>
                  <a:pt x="145436" y="4432125"/>
                </a:lnTo>
                <a:lnTo>
                  <a:pt x="104987" y="4410170"/>
                </a:lnTo>
                <a:lnTo>
                  <a:pt x="69745" y="4381093"/>
                </a:lnTo>
                <a:lnTo>
                  <a:pt x="40668" y="4345851"/>
                </a:lnTo>
                <a:lnTo>
                  <a:pt x="18713" y="4305402"/>
                </a:lnTo>
                <a:lnTo>
                  <a:pt x="4837" y="4260704"/>
                </a:lnTo>
                <a:lnTo>
                  <a:pt x="0" y="4212714"/>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7672676" y="0"/>
                </a:lnTo>
                <a:lnTo>
                  <a:pt x="7720666" y="4837"/>
                </a:lnTo>
                <a:lnTo>
                  <a:pt x="7765365" y="18713"/>
                </a:lnTo>
                <a:lnTo>
                  <a:pt x="7805814" y="40668"/>
                </a:lnTo>
                <a:lnTo>
                  <a:pt x="7841055" y="69745"/>
                </a:lnTo>
                <a:lnTo>
                  <a:pt x="7870133" y="104987"/>
                </a:lnTo>
                <a:lnTo>
                  <a:pt x="7892088" y="145436"/>
                </a:lnTo>
                <a:lnTo>
                  <a:pt x="7905963" y="190134"/>
                </a:lnTo>
                <a:lnTo>
                  <a:pt x="7910670" y="236828"/>
                </a:lnTo>
                <a:lnTo>
                  <a:pt x="7910670" y="4214010"/>
                </a:lnTo>
                <a:lnTo>
                  <a:pt x="7905963" y="4260704"/>
                </a:lnTo>
                <a:lnTo>
                  <a:pt x="7892088" y="4305402"/>
                </a:lnTo>
                <a:lnTo>
                  <a:pt x="7870133" y="4345851"/>
                </a:lnTo>
                <a:lnTo>
                  <a:pt x="7841055" y="4381093"/>
                </a:lnTo>
                <a:lnTo>
                  <a:pt x="7805814" y="4410170"/>
                </a:lnTo>
                <a:lnTo>
                  <a:pt x="7765365" y="4432125"/>
                </a:lnTo>
                <a:lnTo>
                  <a:pt x="7720666" y="4446001"/>
                </a:lnTo>
                <a:lnTo>
                  <a:pt x="7672676" y="4450838"/>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 name="Google Shape;97;p4" descr="$PPTXTitle"/>
          <p:cNvSpPr txBox="1">
            <a:spLocks noGrp="1"/>
          </p:cNvSpPr>
          <p:nvPr>
            <p:ph type="title"/>
          </p:nvPr>
        </p:nvSpPr>
        <p:spPr>
          <a:xfrm>
            <a:off x="4373250" y="896150"/>
            <a:ext cx="12699600" cy="631200"/>
          </a:xfrm>
          <a:prstGeom prst="rect">
            <a:avLst/>
          </a:prstGeom>
          <a:noFill/>
          <a:ln>
            <a:noFill/>
          </a:ln>
        </p:spPr>
        <p:txBody>
          <a:bodyPr spcFirstLastPara="1" wrap="square" lIns="0" tIns="15225" rIns="0" bIns="0" anchor="t" anchorCtr="0">
            <a:spAutoFit/>
          </a:bodyPr>
          <a:lstStyle/>
          <a:p>
            <a:pPr marL="12700" lvl="0" indent="0" algn="just" rtl="0">
              <a:lnSpc>
                <a:spcPct val="100000"/>
              </a:lnSpc>
              <a:spcBef>
                <a:spcPts val="0"/>
              </a:spcBef>
              <a:spcAft>
                <a:spcPts val="0"/>
              </a:spcAft>
              <a:buSzPts val="1400"/>
              <a:buNone/>
            </a:pPr>
            <a:r>
              <a:rPr lang="en-US" sz="4000">
                <a:latin typeface="Times New Roman"/>
                <a:ea typeface="Times New Roman"/>
                <a:cs typeface="Times New Roman"/>
                <a:sym typeface="Times New Roman"/>
              </a:rPr>
              <a:t>ARPANET: THE BEGINNING OF THE INTERNET</a:t>
            </a:r>
            <a:endParaRPr sz="4000">
              <a:latin typeface="Times New Roman"/>
              <a:ea typeface="Times New Roman"/>
              <a:cs typeface="Times New Roman"/>
              <a:sym typeface="Times New Roman"/>
            </a:endParaRPr>
          </a:p>
        </p:txBody>
      </p:sp>
      <p:sp>
        <p:nvSpPr>
          <p:cNvPr id="98" name="Google Shape;98;p4"/>
          <p:cNvSpPr txBox="1"/>
          <p:nvPr/>
        </p:nvSpPr>
        <p:spPr>
          <a:xfrm>
            <a:off x="1197825" y="8717449"/>
            <a:ext cx="483900" cy="831900"/>
          </a:xfrm>
          <a:prstGeom prst="rect">
            <a:avLst/>
          </a:prstGeom>
          <a:noFill/>
          <a:ln>
            <a:noFill/>
          </a:ln>
        </p:spPr>
        <p:txBody>
          <a:bodyPr spcFirstLastPara="1" wrap="square" lIns="0" tIns="15875" rIns="0" bIns="0" anchor="t" anchorCtr="0">
            <a:spAutoFit/>
          </a:bodyPr>
          <a:lstStyle/>
          <a:p>
            <a:pPr marL="0" marR="0" lvl="0" indent="0" algn="l" rtl="0">
              <a:lnSpc>
                <a:spcPct val="100000"/>
              </a:lnSpc>
              <a:spcBef>
                <a:spcPts val="0"/>
              </a:spcBef>
              <a:spcAft>
                <a:spcPts val="0"/>
              </a:spcAft>
              <a:buClr>
                <a:srgbClr val="000000"/>
              </a:buClr>
              <a:buSzPts val="5300"/>
              <a:buFont typeface="Arial"/>
              <a:buNone/>
            </a:pPr>
            <a:r>
              <a:rPr lang="en-US" sz="5300" b="1" i="0" u="none" strike="noStrike" cap="none">
                <a:solidFill>
                  <a:srgbClr val="1B73BA"/>
                </a:solidFill>
                <a:latin typeface="Trebuchet MS"/>
                <a:ea typeface="Trebuchet MS"/>
                <a:cs typeface="Trebuchet MS"/>
                <a:sym typeface="Trebuchet MS"/>
              </a:rPr>
              <a:t>5</a:t>
            </a:r>
            <a:endParaRPr sz="5300" b="0" i="0" u="none" strike="noStrike" cap="none">
              <a:solidFill>
                <a:srgbClr val="000000"/>
              </a:solidFill>
              <a:latin typeface="Trebuchet MS"/>
              <a:ea typeface="Trebuchet MS"/>
              <a:cs typeface="Trebuchet MS"/>
              <a:sym typeface="Trebuchet MS"/>
            </a:endParaRPr>
          </a:p>
        </p:txBody>
      </p:sp>
      <p:sp>
        <p:nvSpPr>
          <p:cNvPr id="99" name="Google Shape;99;p4"/>
          <p:cNvSpPr txBox="1"/>
          <p:nvPr/>
        </p:nvSpPr>
        <p:spPr>
          <a:xfrm>
            <a:off x="1155175" y="2526700"/>
            <a:ext cx="9223200" cy="5819700"/>
          </a:xfrm>
          <a:prstGeom prst="rect">
            <a:avLst/>
          </a:prstGeom>
          <a:noFill/>
          <a:ln>
            <a:noFill/>
          </a:ln>
        </p:spPr>
        <p:txBody>
          <a:bodyPr spcFirstLastPara="1" wrap="square" lIns="0" tIns="46975" rIns="0" bIns="0" anchor="t" anchorCtr="0">
            <a:spAutoFit/>
          </a:bodyPr>
          <a:lstStyle/>
          <a:p>
            <a:pPr marL="457200" marR="5080" lvl="0" indent="-381000" algn="just" rtl="0">
              <a:lnSpc>
                <a:spcPct val="112500"/>
              </a:lnSpc>
              <a:spcBef>
                <a:spcPts val="0"/>
              </a:spcBef>
              <a:spcAft>
                <a:spcPts val="0"/>
              </a:spcAft>
              <a:buClr>
                <a:srgbClr val="1B73BA"/>
              </a:buClr>
              <a:buSzPts val="2400"/>
              <a:buFont typeface="Times New Roman"/>
              <a:buChar char="●"/>
            </a:pPr>
            <a:r>
              <a:rPr lang="en-US" sz="2400" b="0" i="0" u="none" strike="noStrike" cap="none">
                <a:solidFill>
                  <a:srgbClr val="1B73BA"/>
                </a:solidFill>
                <a:latin typeface="Times New Roman"/>
                <a:ea typeface="Times New Roman"/>
                <a:cs typeface="Times New Roman"/>
                <a:sym typeface="Times New Roman"/>
              </a:rPr>
              <a:t>In 1969, ARPANET was created, marking the beginning of the Internet. </a:t>
            </a:r>
            <a:endParaRPr sz="2400" b="0" i="0" u="none" strike="noStrike" cap="none">
              <a:solidFill>
                <a:srgbClr val="1B73BA"/>
              </a:solidFill>
              <a:latin typeface="Times New Roman"/>
              <a:ea typeface="Times New Roman"/>
              <a:cs typeface="Times New Roman"/>
              <a:sym typeface="Times New Roman"/>
            </a:endParaRPr>
          </a:p>
          <a:p>
            <a:pPr marL="457200" marR="5080" lvl="0" indent="0" algn="just" rtl="0">
              <a:lnSpc>
                <a:spcPct val="112500"/>
              </a:lnSpc>
              <a:spcBef>
                <a:spcPts val="0"/>
              </a:spcBef>
              <a:spcAft>
                <a:spcPts val="0"/>
              </a:spcAft>
              <a:buClr>
                <a:srgbClr val="000000"/>
              </a:buClr>
              <a:buSzPts val="2400"/>
              <a:buFont typeface="Arial"/>
              <a:buNone/>
            </a:pPr>
            <a:endParaRPr sz="2400" b="0" i="0" u="none" strike="noStrike" cap="none">
              <a:solidFill>
                <a:srgbClr val="1B73BA"/>
              </a:solidFill>
              <a:latin typeface="Times New Roman"/>
              <a:ea typeface="Times New Roman"/>
              <a:cs typeface="Times New Roman"/>
              <a:sym typeface="Times New Roman"/>
            </a:endParaRPr>
          </a:p>
          <a:p>
            <a:pPr marL="457200" marR="5080" lvl="0" indent="-381000" algn="just" rtl="0">
              <a:lnSpc>
                <a:spcPct val="112500"/>
              </a:lnSpc>
              <a:spcBef>
                <a:spcPts val="0"/>
              </a:spcBef>
              <a:spcAft>
                <a:spcPts val="0"/>
              </a:spcAft>
              <a:buClr>
                <a:srgbClr val="1B73BA"/>
              </a:buClr>
              <a:buSzPts val="2400"/>
              <a:buFont typeface="Times New Roman"/>
              <a:buChar char="●"/>
            </a:pPr>
            <a:r>
              <a:rPr lang="en-US" sz="2400" b="0" i="0" u="none" strike="noStrike" cap="none">
                <a:solidFill>
                  <a:srgbClr val="1B73BA"/>
                </a:solidFill>
                <a:latin typeface="Times New Roman"/>
                <a:ea typeface="Times New Roman"/>
                <a:cs typeface="Times New Roman"/>
                <a:sym typeface="Times New Roman"/>
              </a:rPr>
              <a:t>The U.S. Department of Defense’s Advanced Research Projects Agency (ARPA) funded the creation of ARPANET, the first practical implementation of the concept of an interconnected network.</a:t>
            </a:r>
            <a:endParaRPr sz="2400" b="0" i="0" u="none" strike="noStrike" cap="none">
              <a:solidFill>
                <a:srgbClr val="1B73BA"/>
              </a:solidFill>
              <a:latin typeface="Times New Roman"/>
              <a:ea typeface="Times New Roman"/>
              <a:cs typeface="Times New Roman"/>
              <a:sym typeface="Times New Roman"/>
            </a:endParaRPr>
          </a:p>
          <a:p>
            <a:pPr marL="457200" marR="5080" lvl="0" indent="0" algn="just" rtl="0">
              <a:lnSpc>
                <a:spcPct val="112500"/>
              </a:lnSpc>
              <a:spcBef>
                <a:spcPts val="0"/>
              </a:spcBef>
              <a:spcAft>
                <a:spcPts val="0"/>
              </a:spcAft>
              <a:buClr>
                <a:srgbClr val="000000"/>
              </a:buClr>
              <a:buSzPts val="2400"/>
              <a:buFont typeface="Arial"/>
              <a:buNone/>
            </a:pPr>
            <a:endParaRPr sz="2400" b="0" i="0" u="none" strike="noStrike" cap="none">
              <a:solidFill>
                <a:srgbClr val="1B73BA"/>
              </a:solidFill>
              <a:latin typeface="Times New Roman"/>
              <a:ea typeface="Times New Roman"/>
              <a:cs typeface="Times New Roman"/>
              <a:sym typeface="Times New Roman"/>
            </a:endParaRPr>
          </a:p>
          <a:p>
            <a:pPr marL="457200" marR="5080" lvl="0" indent="-381000" algn="just" rtl="0">
              <a:lnSpc>
                <a:spcPct val="112500"/>
              </a:lnSpc>
              <a:spcBef>
                <a:spcPts val="0"/>
              </a:spcBef>
              <a:spcAft>
                <a:spcPts val="0"/>
              </a:spcAft>
              <a:buClr>
                <a:srgbClr val="1B73BA"/>
              </a:buClr>
              <a:buSzPts val="2400"/>
              <a:buFont typeface="Times New Roman"/>
              <a:buChar char="●"/>
            </a:pPr>
            <a:r>
              <a:rPr lang="en-US" sz="2400" b="0" i="0" u="none" strike="noStrike" cap="none">
                <a:solidFill>
                  <a:srgbClr val="1B73BA"/>
                </a:solidFill>
                <a:latin typeface="Times New Roman"/>
                <a:ea typeface="Times New Roman"/>
                <a:cs typeface="Times New Roman"/>
                <a:sym typeface="Times New Roman"/>
              </a:rPr>
              <a:t>ARPANET connected four university computers (UCLA, UCSB, Stanford Research Institute, and the University of Utah) and was used to share research and communicate.</a:t>
            </a:r>
            <a:endParaRPr sz="2400" b="0" i="0" u="none" strike="noStrike" cap="none">
              <a:solidFill>
                <a:srgbClr val="1B73BA"/>
              </a:solidFill>
              <a:latin typeface="Times New Roman"/>
              <a:ea typeface="Times New Roman"/>
              <a:cs typeface="Times New Roman"/>
              <a:sym typeface="Times New Roman"/>
            </a:endParaRPr>
          </a:p>
          <a:p>
            <a:pPr marL="457200" marR="5080" lvl="0" indent="0" algn="just" rtl="0">
              <a:lnSpc>
                <a:spcPct val="112500"/>
              </a:lnSpc>
              <a:spcBef>
                <a:spcPts val="0"/>
              </a:spcBef>
              <a:spcAft>
                <a:spcPts val="0"/>
              </a:spcAft>
              <a:buClr>
                <a:srgbClr val="000000"/>
              </a:buClr>
              <a:buSzPts val="2400"/>
              <a:buFont typeface="Arial"/>
              <a:buNone/>
            </a:pPr>
            <a:endParaRPr sz="2400" b="0" i="0" u="none" strike="noStrike" cap="none">
              <a:solidFill>
                <a:srgbClr val="1B73BA"/>
              </a:solidFill>
              <a:latin typeface="Times New Roman"/>
              <a:ea typeface="Times New Roman"/>
              <a:cs typeface="Times New Roman"/>
              <a:sym typeface="Times New Roman"/>
            </a:endParaRPr>
          </a:p>
          <a:p>
            <a:pPr marL="457200" marR="5080" lvl="0" indent="-381000" algn="just" rtl="0">
              <a:lnSpc>
                <a:spcPct val="112500"/>
              </a:lnSpc>
              <a:spcBef>
                <a:spcPts val="0"/>
              </a:spcBef>
              <a:spcAft>
                <a:spcPts val="0"/>
              </a:spcAft>
              <a:buClr>
                <a:srgbClr val="1B73BA"/>
              </a:buClr>
              <a:buSzPts val="2400"/>
              <a:buFont typeface="Times New Roman"/>
              <a:buChar char="●"/>
            </a:pPr>
            <a:r>
              <a:rPr lang="en-US" sz="2400" b="0" i="0" u="none" strike="noStrike" cap="none">
                <a:solidFill>
                  <a:srgbClr val="1B73BA"/>
                </a:solidFill>
                <a:latin typeface="Times New Roman"/>
                <a:ea typeface="Times New Roman"/>
                <a:cs typeface="Times New Roman"/>
                <a:sym typeface="Times New Roman"/>
              </a:rPr>
              <a:t>The first message sent on ARPANET was "LO" (intended to be "LOGIN"), but the system crashed after just two letters were transmitted.</a:t>
            </a:r>
            <a:endParaRPr sz="2400" b="0" i="0" u="none" strike="noStrike" cap="none">
              <a:solidFill>
                <a:srgbClr val="1B73BA"/>
              </a:solidFill>
              <a:latin typeface="Times New Roman"/>
              <a:ea typeface="Times New Roman"/>
              <a:cs typeface="Times New Roman"/>
              <a:sym typeface="Times New Roman"/>
            </a:endParaRPr>
          </a:p>
        </p:txBody>
      </p:sp>
      <p:pic>
        <p:nvPicPr>
          <p:cNvPr id="100" name="Google Shape;100;p4"/>
          <p:cNvPicPr preferRelativeResize="0"/>
          <p:nvPr/>
        </p:nvPicPr>
        <p:blipFill rotWithShape="1">
          <a:blip r:embed="rId3">
            <a:alphaModFix/>
          </a:blip>
          <a:srcRect/>
          <a:stretch/>
        </p:blipFill>
        <p:spPr>
          <a:xfrm>
            <a:off x="11014700" y="2778500"/>
            <a:ext cx="5977575" cy="4381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4"/>
        <p:cNvGrpSpPr/>
        <p:nvPr/>
      </p:nvGrpSpPr>
      <p:grpSpPr>
        <a:xfrm>
          <a:off x="0" y="0"/>
          <a:ext cx="0" cy="0"/>
          <a:chOff x="0" y="0"/>
          <a:chExt cx="0" cy="0"/>
        </a:xfrm>
      </p:grpSpPr>
      <p:sp>
        <p:nvSpPr>
          <p:cNvPr id="105" name="Google Shape;105;p5"/>
          <p:cNvSpPr/>
          <p:nvPr/>
        </p:nvSpPr>
        <p:spPr>
          <a:xfrm>
            <a:off x="0" y="-17825"/>
            <a:ext cx="18288000" cy="10287000"/>
          </a:xfrm>
          <a:custGeom>
            <a:avLst/>
            <a:gdLst/>
            <a:ahLst/>
            <a:cxnLst/>
            <a:rect l="l" t="t" r="r" b="b"/>
            <a:pathLst>
              <a:path w="18288000" h="10287000" extrusionOk="0">
                <a:moveTo>
                  <a:pt x="18287998" y="10286999"/>
                </a:moveTo>
                <a:lnTo>
                  <a:pt x="0" y="10286999"/>
                </a:lnTo>
                <a:lnTo>
                  <a:pt x="0" y="0"/>
                </a:lnTo>
                <a:lnTo>
                  <a:pt x="18287998" y="0"/>
                </a:lnTo>
                <a:lnTo>
                  <a:pt x="18287998" y="10286999"/>
                </a:lnTo>
                <a:close/>
              </a:path>
            </a:pathLst>
          </a:custGeom>
          <a:solidFill>
            <a:srgbClr val="E7F5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06" name="Google Shape;106;p5"/>
          <p:cNvPicPr preferRelativeResize="0"/>
          <p:nvPr/>
        </p:nvPicPr>
        <p:blipFill rotWithShape="1">
          <a:blip r:embed="rId3">
            <a:alphaModFix/>
          </a:blip>
          <a:srcRect/>
          <a:stretch/>
        </p:blipFill>
        <p:spPr>
          <a:xfrm>
            <a:off x="13302045" y="4913082"/>
            <a:ext cx="4985954" cy="5373917"/>
          </a:xfrm>
          <a:prstGeom prst="rect">
            <a:avLst/>
          </a:prstGeom>
          <a:noFill/>
          <a:ln>
            <a:noFill/>
          </a:ln>
        </p:spPr>
      </p:pic>
      <p:pic>
        <p:nvPicPr>
          <p:cNvPr id="107" name="Google Shape;107;p5"/>
          <p:cNvPicPr preferRelativeResize="0"/>
          <p:nvPr/>
        </p:nvPicPr>
        <p:blipFill rotWithShape="1">
          <a:blip r:embed="rId4">
            <a:alphaModFix/>
          </a:blip>
          <a:srcRect/>
          <a:stretch/>
        </p:blipFill>
        <p:spPr>
          <a:xfrm>
            <a:off x="0" y="0"/>
            <a:ext cx="5430139" cy="3457118"/>
          </a:xfrm>
          <a:prstGeom prst="rect">
            <a:avLst/>
          </a:prstGeom>
          <a:noFill/>
          <a:ln>
            <a:noFill/>
          </a:ln>
        </p:spPr>
      </p:pic>
      <p:sp>
        <p:nvSpPr>
          <p:cNvPr id="108" name="Google Shape;108;p5"/>
          <p:cNvSpPr/>
          <p:nvPr/>
        </p:nvSpPr>
        <p:spPr>
          <a:xfrm>
            <a:off x="715390" y="8128033"/>
            <a:ext cx="1566545" cy="1566545"/>
          </a:xfrm>
          <a:custGeom>
            <a:avLst/>
            <a:gdLst/>
            <a:ahLst/>
            <a:cxnLst/>
            <a:rect l="l" t="t" r="r" b="b"/>
            <a:pathLst>
              <a:path w="1566545" h="1566545" extrusionOk="0">
                <a:moveTo>
                  <a:pt x="783271" y="1566543"/>
                </a:moveTo>
                <a:lnTo>
                  <a:pt x="735556" y="1565113"/>
                </a:lnTo>
                <a:lnTo>
                  <a:pt x="688598" y="1560880"/>
                </a:lnTo>
                <a:lnTo>
                  <a:pt x="642477" y="1553923"/>
                </a:lnTo>
                <a:lnTo>
                  <a:pt x="597276" y="1544327"/>
                </a:lnTo>
                <a:lnTo>
                  <a:pt x="553077" y="1532171"/>
                </a:lnTo>
                <a:lnTo>
                  <a:pt x="509962" y="1517539"/>
                </a:lnTo>
                <a:lnTo>
                  <a:pt x="468013" y="1500513"/>
                </a:lnTo>
                <a:lnTo>
                  <a:pt x="427311" y="1481173"/>
                </a:lnTo>
                <a:lnTo>
                  <a:pt x="387939" y="1459603"/>
                </a:lnTo>
                <a:lnTo>
                  <a:pt x="349978" y="1435884"/>
                </a:lnTo>
                <a:lnTo>
                  <a:pt x="313511" y="1410098"/>
                </a:lnTo>
                <a:lnTo>
                  <a:pt x="278619" y="1382327"/>
                </a:lnTo>
                <a:lnTo>
                  <a:pt x="245385" y="1352653"/>
                </a:lnTo>
                <a:lnTo>
                  <a:pt x="213889" y="1321158"/>
                </a:lnTo>
                <a:lnTo>
                  <a:pt x="184215" y="1287923"/>
                </a:lnTo>
                <a:lnTo>
                  <a:pt x="156444" y="1253031"/>
                </a:lnTo>
                <a:lnTo>
                  <a:pt x="130658" y="1216564"/>
                </a:lnTo>
                <a:lnTo>
                  <a:pt x="106939" y="1178603"/>
                </a:lnTo>
                <a:lnTo>
                  <a:pt x="85369" y="1139231"/>
                </a:lnTo>
                <a:lnTo>
                  <a:pt x="66030" y="1098529"/>
                </a:lnTo>
                <a:lnTo>
                  <a:pt x="49003" y="1056580"/>
                </a:lnTo>
                <a:lnTo>
                  <a:pt x="34371" y="1013465"/>
                </a:lnTo>
                <a:lnTo>
                  <a:pt x="22216" y="969266"/>
                </a:lnTo>
                <a:lnTo>
                  <a:pt x="12619" y="924065"/>
                </a:lnTo>
                <a:lnTo>
                  <a:pt x="5663" y="877945"/>
                </a:lnTo>
                <a:lnTo>
                  <a:pt x="1429" y="830986"/>
                </a:lnTo>
                <a:lnTo>
                  <a:pt x="0" y="783271"/>
                </a:lnTo>
                <a:lnTo>
                  <a:pt x="1429" y="735557"/>
                </a:lnTo>
                <a:lnTo>
                  <a:pt x="5663" y="688598"/>
                </a:lnTo>
                <a:lnTo>
                  <a:pt x="12619" y="642477"/>
                </a:lnTo>
                <a:lnTo>
                  <a:pt x="22216" y="597277"/>
                </a:lnTo>
                <a:lnTo>
                  <a:pt x="34371" y="553078"/>
                </a:lnTo>
                <a:lnTo>
                  <a:pt x="49003" y="509963"/>
                </a:lnTo>
                <a:lnTo>
                  <a:pt x="66030" y="468013"/>
                </a:lnTo>
                <a:lnTo>
                  <a:pt x="85369" y="427311"/>
                </a:lnTo>
                <a:lnTo>
                  <a:pt x="106939" y="387939"/>
                </a:lnTo>
                <a:lnTo>
                  <a:pt x="130658" y="349979"/>
                </a:lnTo>
                <a:lnTo>
                  <a:pt x="156444" y="313511"/>
                </a:lnTo>
                <a:lnTo>
                  <a:pt x="184215" y="278619"/>
                </a:lnTo>
                <a:lnTo>
                  <a:pt x="213889" y="245385"/>
                </a:lnTo>
                <a:lnTo>
                  <a:pt x="245385" y="213890"/>
                </a:lnTo>
                <a:lnTo>
                  <a:pt x="278619" y="184215"/>
                </a:lnTo>
                <a:lnTo>
                  <a:pt x="313511" y="156444"/>
                </a:lnTo>
                <a:lnTo>
                  <a:pt x="349978" y="130658"/>
                </a:lnTo>
                <a:lnTo>
                  <a:pt x="387939" y="106939"/>
                </a:lnTo>
                <a:lnTo>
                  <a:pt x="427311" y="85369"/>
                </a:lnTo>
                <a:lnTo>
                  <a:pt x="468013" y="66030"/>
                </a:lnTo>
                <a:lnTo>
                  <a:pt x="509962" y="49003"/>
                </a:lnTo>
                <a:lnTo>
                  <a:pt x="553077" y="34371"/>
                </a:lnTo>
                <a:lnTo>
                  <a:pt x="597276" y="22216"/>
                </a:lnTo>
                <a:lnTo>
                  <a:pt x="642477" y="12619"/>
                </a:lnTo>
                <a:lnTo>
                  <a:pt x="688598" y="5663"/>
                </a:lnTo>
                <a:lnTo>
                  <a:pt x="735556" y="1429"/>
                </a:lnTo>
                <a:lnTo>
                  <a:pt x="783271" y="0"/>
                </a:lnTo>
                <a:lnTo>
                  <a:pt x="830986" y="1429"/>
                </a:lnTo>
                <a:lnTo>
                  <a:pt x="877944" y="5663"/>
                </a:lnTo>
                <a:lnTo>
                  <a:pt x="924065" y="12619"/>
                </a:lnTo>
                <a:lnTo>
                  <a:pt x="969266" y="22216"/>
                </a:lnTo>
                <a:lnTo>
                  <a:pt x="1013465" y="34371"/>
                </a:lnTo>
                <a:lnTo>
                  <a:pt x="1056580" y="49003"/>
                </a:lnTo>
                <a:lnTo>
                  <a:pt x="1098529" y="66030"/>
                </a:lnTo>
                <a:lnTo>
                  <a:pt x="1139231" y="85369"/>
                </a:lnTo>
                <a:lnTo>
                  <a:pt x="1178603" y="106939"/>
                </a:lnTo>
                <a:lnTo>
                  <a:pt x="1216564" y="130658"/>
                </a:lnTo>
                <a:lnTo>
                  <a:pt x="1253031" y="156444"/>
                </a:lnTo>
                <a:lnTo>
                  <a:pt x="1287923" y="184215"/>
                </a:lnTo>
                <a:lnTo>
                  <a:pt x="1321158" y="213890"/>
                </a:lnTo>
                <a:lnTo>
                  <a:pt x="1352653" y="245385"/>
                </a:lnTo>
                <a:lnTo>
                  <a:pt x="1382327" y="278619"/>
                </a:lnTo>
                <a:lnTo>
                  <a:pt x="1410098" y="313511"/>
                </a:lnTo>
                <a:lnTo>
                  <a:pt x="1435884" y="349979"/>
                </a:lnTo>
                <a:lnTo>
                  <a:pt x="1459603" y="387939"/>
                </a:lnTo>
                <a:lnTo>
                  <a:pt x="1481173" y="427311"/>
                </a:lnTo>
                <a:lnTo>
                  <a:pt x="1500513" y="468013"/>
                </a:lnTo>
                <a:lnTo>
                  <a:pt x="1517539" y="509963"/>
                </a:lnTo>
                <a:lnTo>
                  <a:pt x="1532171" y="553078"/>
                </a:lnTo>
                <a:lnTo>
                  <a:pt x="1544326" y="597277"/>
                </a:lnTo>
                <a:lnTo>
                  <a:pt x="1553923" y="642477"/>
                </a:lnTo>
                <a:lnTo>
                  <a:pt x="1560879" y="688598"/>
                </a:lnTo>
                <a:lnTo>
                  <a:pt x="1565113" y="735557"/>
                </a:lnTo>
                <a:lnTo>
                  <a:pt x="1566543" y="783271"/>
                </a:lnTo>
                <a:lnTo>
                  <a:pt x="1565113" y="830986"/>
                </a:lnTo>
                <a:lnTo>
                  <a:pt x="1560879" y="877945"/>
                </a:lnTo>
                <a:lnTo>
                  <a:pt x="1553923" y="924065"/>
                </a:lnTo>
                <a:lnTo>
                  <a:pt x="1544326" y="969266"/>
                </a:lnTo>
                <a:lnTo>
                  <a:pt x="1532171" y="1013465"/>
                </a:lnTo>
                <a:lnTo>
                  <a:pt x="1517539" y="1056580"/>
                </a:lnTo>
                <a:lnTo>
                  <a:pt x="1500513" y="1098529"/>
                </a:lnTo>
                <a:lnTo>
                  <a:pt x="1481173" y="1139231"/>
                </a:lnTo>
                <a:lnTo>
                  <a:pt x="1459603" y="1178603"/>
                </a:lnTo>
                <a:lnTo>
                  <a:pt x="1435884" y="1216564"/>
                </a:lnTo>
                <a:lnTo>
                  <a:pt x="1410098" y="1253031"/>
                </a:lnTo>
                <a:lnTo>
                  <a:pt x="1382327" y="1287923"/>
                </a:lnTo>
                <a:lnTo>
                  <a:pt x="1352653" y="1321158"/>
                </a:lnTo>
                <a:lnTo>
                  <a:pt x="1321158" y="1352653"/>
                </a:lnTo>
                <a:lnTo>
                  <a:pt x="1287923" y="1382327"/>
                </a:lnTo>
                <a:lnTo>
                  <a:pt x="1253031" y="1410098"/>
                </a:lnTo>
                <a:lnTo>
                  <a:pt x="1216564" y="1435884"/>
                </a:lnTo>
                <a:lnTo>
                  <a:pt x="1178603" y="1459603"/>
                </a:lnTo>
                <a:lnTo>
                  <a:pt x="1139231" y="1481173"/>
                </a:lnTo>
                <a:lnTo>
                  <a:pt x="1098529" y="1500513"/>
                </a:lnTo>
                <a:lnTo>
                  <a:pt x="1056580" y="1517539"/>
                </a:lnTo>
                <a:lnTo>
                  <a:pt x="1013465" y="1532171"/>
                </a:lnTo>
                <a:lnTo>
                  <a:pt x="969266" y="1544327"/>
                </a:lnTo>
                <a:lnTo>
                  <a:pt x="924065" y="1553923"/>
                </a:lnTo>
                <a:lnTo>
                  <a:pt x="877944" y="1560880"/>
                </a:lnTo>
                <a:lnTo>
                  <a:pt x="830986" y="1565113"/>
                </a:lnTo>
                <a:lnTo>
                  <a:pt x="783271" y="1566543"/>
                </a:lnTo>
                <a:close/>
              </a:path>
            </a:pathLst>
          </a:custGeom>
          <a:solidFill>
            <a:srgbClr val="A6D8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 name="Google Shape;109;p5"/>
          <p:cNvSpPr/>
          <p:nvPr/>
        </p:nvSpPr>
        <p:spPr>
          <a:xfrm>
            <a:off x="2764455" y="9205811"/>
            <a:ext cx="11234420" cy="52705"/>
          </a:xfrm>
          <a:custGeom>
            <a:avLst/>
            <a:gdLst/>
            <a:ahLst/>
            <a:cxnLst/>
            <a:rect l="l" t="t" r="r" b="b"/>
            <a:pathLst>
              <a:path w="11234419" h="52704" extrusionOk="0">
                <a:moveTo>
                  <a:pt x="11234135" y="52488"/>
                </a:moveTo>
                <a:lnTo>
                  <a:pt x="0" y="52488"/>
                </a:lnTo>
                <a:lnTo>
                  <a:pt x="0" y="0"/>
                </a:lnTo>
                <a:lnTo>
                  <a:pt x="11234135" y="0"/>
                </a:lnTo>
                <a:lnTo>
                  <a:pt x="11234135" y="52488"/>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0" name="Google Shape;110;p5"/>
          <p:cNvSpPr/>
          <p:nvPr/>
        </p:nvSpPr>
        <p:spPr>
          <a:xfrm>
            <a:off x="325275" y="3071800"/>
            <a:ext cx="9194514" cy="4915676"/>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40"/>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1" y="18713"/>
                </a:lnTo>
                <a:lnTo>
                  <a:pt x="12490600" y="40668"/>
                </a:lnTo>
                <a:lnTo>
                  <a:pt x="12525842" y="69745"/>
                </a:lnTo>
                <a:lnTo>
                  <a:pt x="12554919" y="104987"/>
                </a:lnTo>
                <a:lnTo>
                  <a:pt x="12576874" y="145436"/>
                </a:lnTo>
                <a:lnTo>
                  <a:pt x="12590750" y="190134"/>
                </a:lnTo>
                <a:lnTo>
                  <a:pt x="12594970" y="232001"/>
                </a:lnTo>
                <a:lnTo>
                  <a:pt x="12594970" y="1926173"/>
                </a:lnTo>
                <a:lnTo>
                  <a:pt x="12590750" y="1968040"/>
                </a:lnTo>
                <a:lnTo>
                  <a:pt x="12576874" y="2012738"/>
                </a:lnTo>
                <a:lnTo>
                  <a:pt x="12554919" y="2053187"/>
                </a:lnTo>
                <a:lnTo>
                  <a:pt x="12525842" y="2088429"/>
                </a:lnTo>
                <a:lnTo>
                  <a:pt x="12490600" y="2117506"/>
                </a:lnTo>
                <a:lnTo>
                  <a:pt x="12450151"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111;p5"/>
          <p:cNvSpPr/>
          <p:nvPr/>
        </p:nvSpPr>
        <p:spPr>
          <a:xfrm>
            <a:off x="10226825" y="2223400"/>
            <a:ext cx="6738445" cy="6021838"/>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39"/>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2" y="18713"/>
                </a:lnTo>
                <a:lnTo>
                  <a:pt x="12490600" y="40668"/>
                </a:lnTo>
                <a:lnTo>
                  <a:pt x="12525842" y="69745"/>
                </a:lnTo>
                <a:lnTo>
                  <a:pt x="12554920" y="104987"/>
                </a:lnTo>
                <a:lnTo>
                  <a:pt x="12576875" y="145436"/>
                </a:lnTo>
                <a:lnTo>
                  <a:pt x="12590750" y="190134"/>
                </a:lnTo>
                <a:lnTo>
                  <a:pt x="12594970" y="231997"/>
                </a:lnTo>
                <a:lnTo>
                  <a:pt x="12594970" y="1926176"/>
                </a:lnTo>
                <a:lnTo>
                  <a:pt x="12590750" y="1968039"/>
                </a:lnTo>
                <a:lnTo>
                  <a:pt x="12576875" y="2012738"/>
                </a:lnTo>
                <a:lnTo>
                  <a:pt x="12554920" y="2053187"/>
                </a:lnTo>
                <a:lnTo>
                  <a:pt x="12525842" y="2088429"/>
                </a:lnTo>
                <a:lnTo>
                  <a:pt x="12490600" y="2117506"/>
                </a:lnTo>
                <a:lnTo>
                  <a:pt x="12450152"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2" name="Google Shape;112;p5"/>
          <p:cNvPicPr preferRelativeResize="0"/>
          <p:nvPr/>
        </p:nvPicPr>
        <p:blipFill rotWithShape="1">
          <a:blip r:embed="rId5">
            <a:alphaModFix/>
          </a:blip>
          <a:srcRect/>
          <a:stretch/>
        </p:blipFill>
        <p:spPr>
          <a:xfrm>
            <a:off x="515972" y="4995988"/>
            <a:ext cx="914399" cy="942974"/>
          </a:xfrm>
          <a:prstGeom prst="rect">
            <a:avLst/>
          </a:prstGeom>
          <a:noFill/>
          <a:ln>
            <a:noFill/>
          </a:ln>
        </p:spPr>
      </p:pic>
      <p:sp>
        <p:nvSpPr>
          <p:cNvPr id="113" name="Google Shape;113;p5"/>
          <p:cNvSpPr txBox="1"/>
          <p:nvPr/>
        </p:nvSpPr>
        <p:spPr>
          <a:xfrm>
            <a:off x="1667725" y="3217625"/>
            <a:ext cx="7368000" cy="3776400"/>
          </a:xfrm>
          <a:prstGeom prst="rect">
            <a:avLst/>
          </a:prstGeom>
          <a:noFill/>
          <a:ln>
            <a:noFill/>
          </a:ln>
        </p:spPr>
        <p:txBody>
          <a:bodyPr spcFirstLastPara="1" wrap="square" lIns="0" tIns="41900" rIns="0" bIns="0" anchor="t" anchorCtr="0">
            <a:spAutoFit/>
          </a:bodyPr>
          <a:lstStyle/>
          <a:p>
            <a:pPr marL="457200" marR="5080" lvl="0" indent="-400050" algn="just" rtl="0">
              <a:lnSpc>
                <a:spcPct val="114074"/>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What It Is: Static websites built with basic HTML pages.</a:t>
            </a:r>
            <a:endParaRPr sz="2700" b="0" i="0" u="none" strike="noStrike" cap="none">
              <a:solidFill>
                <a:srgbClr val="1B73BA"/>
              </a:solidFill>
              <a:latin typeface="Times New Roman"/>
              <a:ea typeface="Times New Roman"/>
              <a:cs typeface="Times New Roman"/>
              <a:sym typeface="Times New Roman"/>
            </a:endParaRPr>
          </a:p>
          <a:p>
            <a:pPr marL="457200" marR="5080" lvl="0" indent="0" algn="just" rtl="0">
              <a:lnSpc>
                <a:spcPct val="114074"/>
              </a:lnSpc>
              <a:spcBef>
                <a:spcPts val="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a:p>
            <a:pPr marL="457200" marR="5080" lvl="0" indent="-400050" algn="just" rtl="0">
              <a:lnSpc>
                <a:spcPct val="114074"/>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No user interaction or dynamic content — users could only read information.</a:t>
            </a:r>
            <a:endParaRPr sz="2700" b="0" i="0" u="none" strike="noStrike" cap="none">
              <a:solidFill>
                <a:srgbClr val="1B73BA"/>
              </a:solidFill>
              <a:latin typeface="Times New Roman"/>
              <a:ea typeface="Times New Roman"/>
              <a:cs typeface="Times New Roman"/>
              <a:sym typeface="Times New Roman"/>
            </a:endParaRPr>
          </a:p>
          <a:p>
            <a:pPr marL="457200" marR="5080" lvl="0" indent="0" algn="just" rtl="0">
              <a:lnSpc>
                <a:spcPct val="114074"/>
              </a:lnSpc>
              <a:spcBef>
                <a:spcPts val="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a:p>
            <a:pPr marL="457200" marR="5080" lvl="0" indent="-400050" algn="just" rtl="0">
              <a:lnSpc>
                <a:spcPct val="114074"/>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Example: A college website displaying admission details with no forms or logins.</a:t>
            </a:r>
            <a:endParaRPr sz="2700" b="0" i="0" u="none" strike="noStrike" cap="none">
              <a:solidFill>
                <a:srgbClr val="000000"/>
              </a:solidFill>
              <a:latin typeface="Times New Roman"/>
              <a:ea typeface="Times New Roman"/>
              <a:cs typeface="Times New Roman"/>
              <a:sym typeface="Times New Roman"/>
            </a:endParaRPr>
          </a:p>
        </p:txBody>
      </p:sp>
      <p:sp>
        <p:nvSpPr>
          <p:cNvPr id="114" name="Google Shape;114;p5" descr="$PPTXTitle"/>
          <p:cNvSpPr txBox="1">
            <a:spLocks noGrp="1"/>
          </p:cNvSpPr>
          <p:nvPr>
            <p:ph type="title"/>
          </p:nvPr>
        </p:nvSpPr>
        <p:spPr>
          <a:xfrm>
            <a:off x="5034350" y="844725"/>
            <a:ext cx="13072500" cy="761400"/>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SzPts val="1400"/>
              <a:buNone/>
            </a:pPr>
            <a:r>
              <a:rPr lang="en-US" sz="4850">
                <a:latin typeface="Times New Roman"/>
                <a:ea typeface="Times New Roman"/>
                <a:cs typeface="Times New Roman"/>
                <a:sym typeface="Times New Roman"/>
              </a:rPr>
              <a:t>WEB 1.0: THE READ-ONLY WEB (1991–2004)</a:t>
            </a:r>
            <a:endParaRPr sz="4850">
              <a:latin typeface="Times New Roman"/>
              <a:ea typeface="Times New Roman"/>
              <a:cs typeface="Times New Roman"/>
              <a:sym typeface="Times New Roman"/>
            </a:endParaRPr>
          </a:p>
        </p:txBody>
      </p:sp>
      <p:sp>
        <p:nvSpPr>
          <p:cNvPr id="115" name="Google Shape;115;p5"/>
          <p:cNvSpPr txBox="1"/>
          <p:nvPr/>
        </p:nvSpPr>
        <p:spPr>
          <a:xfrm>
            <a:off x="1197825" y="8506950"/>
            <a:ext cx="469800" cy="8394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5350"/>
              <a:buFont typeface="Arial"/>
              <a:buNone/>
            </a:pPr>
            <a:r>
              <a:rPr lang="en-US" sz="5350" b="1" i="0" u="none" strike="noStrike" cap="none">
                <a:solidFill>
                  <a:srgbClr val="1B73BA"/>
                </a:solidFill>
                <a:latin typeface="Trebuchet MS"/>
                <a:ea typeface="Trebuchet MS"/>
                <a:cs typeface="Trebuchet MS"/>
                <a:sym typeface="Trebuchet MS"/>
              </a:rPr>
              <a:t>6</a:t>
            </a:r>
            <a:endParaRPr sz="5350" b="0" i="0" u="none" strike="noStrike" cap="none">
              <a:solidFill>
                <a:srgbClr val="000000"/>
              </a:solidFill>
              <a:latin typeface="Trebuchet MS"/>
              <a:ea typeface="Trebuchet MS"/>
              <a:cs typeface="Trebuchet MS"/>
              <a:sym typeface="Trebuchet MS"/>
            </a:endParaRPr>
          </a:p>
        </p:txBody>
      </p:sp>
      <p:sp>
        <p:nvSpPr>
          <p:cNvPr id="116" name="Google Shape;116;p5"/>
          <p:cNvSpPr txBox="1"/>
          <p:nvPr/>
        </p:nvSpPr>
        <p:spPr>
          <a:xfrm>
            <a:off x="11178825" y="2475275"/>
            <a:ext cx="5430300" cy="5289600"/>
          </a:xfrm>
          <a:prstGeom prst="rect">
            <a:avLst/>
          </a:prstGeom>
          <a:noFill/>
          <a:ln>
            <a:noFill/>
          </a:ln>
        </p:spPr>
        <p:txBody>
          <a:bodyPr spcFirstLastPara="1" wrap="square" lIns="0" tIns="43175" rIns="0" bIns="0" anchor="t" anchorCtr="0">
            <a:spAutoFit/>
          </a:bodyPr>
          <a:lstStyle/>
          <a:p>
            <a:pPr marL="457200" marR="5080" lvl="0" indent="-419100" algn="just" rtl="0">
              <a:lnSpc>
                <a:spcPct val="113703"/>
              </a:lnSpc>
              <a:spcBef>
                <a:spcPts val="0"/>
              </a:spcBef>
              <a:spcAft>
                <a:spcPts val="0"/>
              </a:spcAft>
              <a:buClr>
                <a:srgbClr val="1B73BA"/>
              </a:buClr>
              <a:buSzPts val="3000"/>
              <a:buFont typeface="Times New Roman"/>
              <a:buChar char="❏"/>
            </a:pPr>
            <a:r>
              <a:rPr lang="en-US" sz="3000" b="1" i="0" u="none" strike="noStrike" cap="none">
                <a:solidFill>
                  <a:srgbClr val="1B73BA"/>
                </a:solidFill>
                <a:latin typeface="Times New Roman"/>
                <a:ea typeface="Times New Roman"/>
                <a:cs typeface="Times New Roman"/>
                <a:sym typeface="Times New Roman"/>
              </a:rPr>
              <a:t>Advantages: </a:t>
            </a:r>
            <a:endParaRPr sz="3000" b="1"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70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Fast loading</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70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Simple structure </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70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Easy to host</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70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Low bandwidth usage</a:t>
            </a:r>
            <a:endParaRPr sz="2700" b="0" i="0" u="none" strike="noStrike" cap="none">
              <a:solidFill>
                <a:srgbClr val="1B73BA"/>
              </a:solidFill>
              <a:latin typeface="Times New Roman"/>
              <a:ea typeface="Times New Roman"/>
              <a:cs typeface="Times New Roman"/>
              <a:sym typeface="Times New Roman"/>
            </a:endParaRPr>
          </a:p>
          <a:p>
            <a:pPr marL="0" marR="5080" lvl="0" indent="0" algn="just" rtl="0">
              <a:lnSpc>
                <a:spcPct val="113703"/>
              </a:lnSpc>
              <a:spcBef>
                <a:spcPts val="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a:p>
            <a:pPr marL="457200" marR="5080" lvl="0" indent="-419100" algn="just" rtl="0">
              <a:lnSpc>
                <a:spcPct val="113703"/>
              </a:lnSpc>
              <a:spcBef>
                <a:spcPts val="0"/>
              </a:spcBef>
              <a:spcAft>
                <a:spcPts val="0"/>
              </a:spcAft>
              <a:buClr>
                <a:srgbClr val="1B73BA"/>
              </a:buClr>
              <a:buSzPts val="3000"/>
              <a:buFont typeface="Times New Roman"/>
              <a:buChar char="❏"/>
            </a:pPr>
            <a:r>
              <a:rPr lang="en-US" sz="3000" b="0" i="0" u="none" strike="noStrike" cap="none">
                <a:solidFill>
                  <a:srgbClr val="1B73BA"/>
                </a:solidFill>
                <a:latin typeface="Times New Roman"/>
                <a:ea typeface="Times New Roman"/>
                <a:cs typeface="Times New Roman"/>
                <a:sym typeface="Times New Roman"/>
              </a:rPr>
              <a:t> </a:t>
            </a:r>
            <a:r>
              <a:rPr lang="en-US" sz="3000" b="1" i="0" u="none" strike="noStrike" cap="none">
                <a:solidFill>
                  <a:srgbClr val="1B73BA"/>
                </a:solidFill>
                <a:latin typeface="Times New Roman"/>
                <a:ea typeface="Times New Roman"/>
                <a:cs typeface="Times New Roman"/>
                <a:sym typeface="Times New Roman"/>
              </a:rPr>
              <a:t>Disadvantages:  </a:t>
            </a:r>
            <a:endParaRPr sz="3000" b="1"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70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No  user  interaction, </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70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No content updates by users, </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70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No personalization, </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70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No dynamic features or databases.</a:t>
            </a:r>
            <a:endParaRPr sz="2700" b="0" i="0" u="none" strike="noStrike" cap="none">
              <a:solidFill>
                <a:srgbClr val="000000"/>
              </a:solidFill>
              <a:latin typeface="Times New Roman"/>
              <a:ea typeface="Times New Roman"/>
              <a:cs typeface="Times New Roman"/>
              <a:sym typeface="Times New Roman"/>
            </a:endParaRPr>
          </a:p>
        </p:txBody>
      </p:sp>
      <p:pic>
        <p:nvPicPr>
          <p:cNvPr id="117" name="Google Shape;117;p5"/>
          <p:cNvPicPr preferRelativeResize="0"/>
          <p:nvPr/>
        </p:nvPicPr>
        <p:blipFill rotWithShape="1">
          <a:blip r:embed="rId6">
            <a:alphaModFix/>
          </a:blip>
          <a:srcRect/>
          <a:stretch/>
        </p:blipFill>
        <p:spPr>
          <a:xfrm>
            <a:off x="10226825" y="2481196"/>
            <a:ext cx="655325" cy="73642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p:nvPr/>
        </p:nvSpPr>
        <p:spPr>
          <a:xfrm>
            <a:off x="197550" y="2513350"/>
            <a:ext cx="8218384" cy="5368933"/>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40"/>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1" y="18713"/>
                </a:lnTo>
                <a:lnTo>
                  <a:pt x="12490600" y="40668"/>
                </a:lnTo>
                <a:lnTo>
                  <a:pt x="12525842" y="69745"/>
                </a:lnTo>
                <a:lnTo>
                  <a:pt x="12554919" y="104987"/>
                </a:lnTo>
                <a:lnTo>
                  <a:pt x="12576874" y="145436"/>
                </a:lnTo>
                <a:lnTo>
                  <a:pt x="12590750" y="190134"/>
                </a:lnTo>
                <a:lnTo>
                  <a:pt x="12594970" y="232001"/>
                </a:lnTo>
                <a:lnTo>
                  <a:pt x="12594970" y="1926173"/>
                </a:lnTo>
                <a:lnTo>
                  <a:pt x="12590750" y="1968040"/>
                </a:lnTo>
                <a:lnTo>
                  <a:pt x="12576874" y="2012738"/>
                </a:lnTo>
                <a:lnTo>
                  <a:pt x="12554919" y="2053187"/>
                </a:lnTo>
                <a:lnTo>
                  <a:pt x="12525842" y="2088429"/>
                </a:lnTo>
                <a:lnTo>
                  <a:pt x="12490600" y="2117506"/>
                </a:lnTo>
                <a:lnTo>
                  <a:pt x="12450151"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 name="Google Shape;123;p6"/>
          <p:cNvSpPr/>
          <p:nvPr/>
        </p:nvSpPr>
        <p:spPr>
          <a:xfrm>
            <a:off x="9368375" y="2514050"/>
            <a:ext cx="7588623" cy="5368933"/>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39"/>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2" y="18713"/>
                </a:lnTo>
                <a:lnTo>
                  <a:pt x="12490600" y="40668"/>
                </a:lnTo>
                <a:lnTo>
                  <a:pt x="12525842" y="69745"/>
                </a:lnTo>
                <a:lnTo>
                  <a:pt x="12554920" y="104987"/>
                </a:lnTo>
                <a:lnTo>
                  <a:pt x="12576875" y="145436"/>
                </a:lnTo>
                <a:lnTo>
                  <a:pt x="12590750" y="190134"/>
                </a:lnTo>
                <a:lnTo>
                  <a:pt x="12594970" y="231997"/>
                </a:lnTo>
                <a:lnTo>
                  <a:pt x="12594970" y="1926176"/>
                </a:lnTo>
                <a:lnTo>
                  <a:pt x="12590750" y="1968039"/>
                </a:lnTo>
                <a:lnTo>
                  <a:pt x="12576875" y="2012738"/>
                </a:lnTo>
                <a:lnTo>
                  <a:pt x="12554920" y="2053187"/>
                </a:lnTo>
                <a:lnTo>
                  <a:pt x="12525842" y="2088429"/>
                </a:lnTo>
                <a:lnTo>
                  <a:pt x="12490600" y="2117506"/>
                </a:lnTo>
                <a:lnTo>
                  <a:pt x="12450152"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4" name="Google Shape;124;p6"/>
          <p:cNvPicPr preferRelativeResize="0"/>
          <p:nvPr/>
        </p:nvPicPr>
        <p:blipFill rotWithShape="1">
          <a:blip r:embed="rId3">
            <a:alphaModFix/>
          </a:blip>
          <a:srcRect/>
          <a:stretch/>
        </p:blipFill>
        <p:spPr>
          <a:xfrm>
            <a:off x="531975" y="4572000"/>
            <a:ext cx="885075" cy="837500"/>
          </a:xfrm>
          <a:prstGeom prst="rect">
            <a:avLst/>
          </a:prstGeom>
          <a:noFill/>
          <a:ln>
            <a:noFill/>
          </a:ln>
        </p:spPr>
      </p:pic>
      <p:sp>
        <p:nvSpPr>
          <p:cNvPr id="125" name="Google Shape;125;p6"/>
          <p:cNvSpPr txBox="1"/>
          <p:nvPr/>
        </p:nvSpPr>
        <p:spPr>
          <a:xfrm>
            <a:off x="1801500" y="2855750"/>
            <a:ext cx="6376500" cy="4732500"/>
          </a:xfrm>
          <a:prstGeom prst="rect">
            <a:avLst/>
          </a:prstGeom>
          <a:noFill/>
          <a:ln>
            <a:noFill/>
          </a:ln>
        </p:spPr>
        <p:txBody>
          <a:bodyPr spcFirstLastPara="1" wrap="square" lIns="0" tIns="39350" rIns="0" bIns="0" anchor="t" anchorCtr="0">
            <a:spAutoFit/>
          </a:bodyPr>
          <a:lstStyle/>
          <a:p>
            <a:pPr marL="457200" marR="5080" lvl="0" indent="-400050" algn="just" rtl="0">
              <a:lnSpc>
                <a:spcPct val="114347"/>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Users became content creators — not just consumers. </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4347"/>
              </a:lnSpc>
              <a:spcBef>
                <a:spcPts val="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a:p>
            <a:pPr marL="457200" marR="5080" lvl="0" indent="-400050" algn="just" rtl="0">
              <a:lnSpc>
                <a:spcPct val="114347"/>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Social media platforms like Facebook, YouTube, Wikipedia, and Instagram emerged, enabling comments, likes, user accounts, and shared content.</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4347"/>
              </a:lnSpc>
              <a:spcBef>
                <a:spcPts val="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a:p>
            <a:pPr marL="457200" marR="5080" lvl="0" indent="-400050" algn="just" rtl="0">
              <a:lnSpc>
                <a:spcPct val="114347"/>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The web became dynamic, interactive, and community-driven.</a:t>
            </a:r>
            <a:endParaRPr sz="2700" b="0" i="0" u="none" strike="noStrike" cap="none">
              <a:solidFill>
                <a:srgbClr val="000000"/>
              </a:solidFill>
              <a:latin typeface="Times New Roman"/>
              <a:ea typeface="Times New Roman"/>
              <a:cs typeface="Times New Roman"/>
              <a:sym typeface="Times New Roman"/>
            </a:endParaRPr>
          </a:p>
        </p:txBody>
      </p:sp>
      <p:sp>
        <p:nvSpPr>
          <p:cNvPr id="126" name="Google Shape;126;p6" descr="$PPTXTitle"/>
          <p:cNvSpPr txBox="1">
            <a:spLocks noGrp="1"/>
          </p:cNvSpPr>
          <p:nvPr>
            <p:ph type="title"/>
          </p:nvPr>
        </p:nvSpPr>
        <p:spPr>
          <a:xfrm>
            <a:off x="4392000" y="1081725"/>
            <a:ext cx="12786900" cy="76320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SzPts val="1400"/>
              <a:buNone/>
            </a:pPr>
            <a:r>
              <a:rPr lang="en-US" sz="4850">
                <a:latin typeface="Times New Roman"/>
                <a:ea typeface="Times New Roman"/>
                <a:cs typeface="Times New Roman"/>
                <a:sym typeface="Times New Roman"/>
              </a:rPr>
              <a:t>WEB 2.0: THE READ-WRITE WEB (2004+)</a:t>
            </a:r>
            <a:endParaRPr sz="4850">
              <a:latin typeface="Times New Roman"/>
              <a:ea typeface="Times New Roman"/>
              <a:cs typeface="Times New Roman"/>
              <a:sym typeface="Times New Roman"/>
            </a:endParaRPr>
          </a:p>
        </p:txBody>
      </p:sp>
      <p:sp>
        <p:nvSpPr>
          <p:cNvPr id="127" name="Google Shape;127;p6"/>
          <p:cNvSpPr txBox="1"/>
          <p:nvPr/>
        </p:nvSpPr>
        <p:spPr>
          <a:xfrm>
            <a:off x="1197825" y="8386024"/>
            <a:ext cx="489000" cy="893400"/>
          </a:xfrm>
          <a:prstGeom prst="rect">
            <a:avLst/>
          </a:prstGeom>
          <a:noFill/>
          <a:ln>
            <a:noFill/>
          </a:ln>
        </p:spPr>
        <p:txBody>
          <a:bodyPr spcFirstLastPara="1" wrap="square" lIns="0" tIns="15875" rIns="0" bIns="0" anchor="t" anchorCtr="0">
            <a:spAutoFit/>
          </a:bodyPr>
          <a:lstStyle/>
          <a:p>
            <a:pPr marL="0" marR="0" lvl="0" indent="0" algn="l" rtl="0">
              <a:lnSpc>
                <a:spcPct val="100000"/>
              </a:lnSpc>
              <a:spcBef>
                <a:spcPts val="0"/>
              </a:spcBef>
              <a:spcAft>
                <a:spcPts val="0"/>
              </a:spcAft>
              <a:buClr>
                <a:srgbClr val="000000"/>
              </a:buClr>
              <a:buSzPts val="5700"/>
              <a:buFont typeface="Arial"/>
              <a:buNone/>
            </a:pPr>
            <a:r>
              <a:rPr lang="en-US" sz="5700" b="1" i="0" u="none" strike="noStrike" cap="none">
                <a:solidFill>
                  <a:srgbClr val="1B73BA"/>
                </a:solidFill>
                <a:latin typeface="Trebuchet MS"/>
                <a:ea typeface="Trebuchet MS"/>
                <a:cs typeface="Trebuchet MS"/>
                <a:sym typeface="Trebuchet MS"/>
              </a:rPr>
              <a:t>7</a:t>
            </a:r>
            <a:endParaRPr sz="5700" b="0" i="0" u="none" strike="noStrike" cap="none">
              <a:solidFill>
                <a:srgbClr val="000000"/>
              </a:solidFill>
              <a:latin typeface="Trebuchet MS"/>
              <a:ea typeface="Trebuchet MS"/>
              <a:cs typeface="Trebuchet MS"/>
              <a:sym typeface="Trebuchet MS"/>
            </a:endParaRPr>
          </a:p>
        </p:txBody>
      </p:sp>
      <p:sp>
        <p:nvSpPr>
          <p:cNvPr id="128" name="Google Shape;128;p6"/>
          <p:cNvSpPr txBox="1"/>
          <p:nvPr/>
        </p:nvSpPr>
        <p:spPr>
          <a:xfrm>
            <a:off x="9636050" y="3189500"/>
            <a:ext cx="6827100" cy="3770400"/>
          </a:xfrm>
          <a:prstGeom prst="rect">
            <a:avLst/>
          </a:prstGeom>
          <a:noFill/>
          <a:ln>
            <a:noFill/>
          </a:ln>
        </p:spPr>
        <p:txBody>
          <a:bodyPr spcFirstLastPara="1" wrap="square" lIns="0" tIns="40625" rIns="0" bIns="0" anchor="t" anchorCtr="0">
            <a:spAutoFit/>
          </a:bodyPr>
          <a:lstStyle/>
          <a:p>
            <a:pPr marL="457200" marR="5080" lvl="0" indent="0" algn="just" rtl="0">
              <a:lnSpc>
                <a:spcPct val="113913"/>
              </a:lnSpc>
              <a:spcBef>
                <a:spcPts val="0"/>
              </a:spcBef>
              <a:spcAft>
                <a:spcPts val="0"/>
              </a:spcAft>
              <a:buClr>
                <a:srgbClr val="000000"/>
              </a:buClr>
              <a:buSzPts val="2700"/>
              <a:buFont typeface="Arial"/>
              <a:buNone/>
            </a:pPr>
            <a:r>
              <a:rPr lang="en-US" sz="2700" b="1" i="0" u="none" strike="noStrike" cap="none">
                <a:solidFill>
                  <a:srgbClr val="1B73BA"/>
                </a:solidFill>
                <a:latin typeface="Times New Roman"/>
                <a:ea typeface="Times New Roman"/>
                <a:cs typeface="Times New Roman"/>
                <a:sym typeface="Times New Roman"/>
              </a:rPr>
              <a:t>Key  Technologies: </a:t>
            </a:r>
            <a:r>
              <a:rPr lang="en-US" sz="2700" b="0" i="0" u="none" strike="noStrike" cap="none">
                <a:solidFill>
                  <a:srgbClr val="1B73BA"/>
                </a:solidFill>
                <a:latin typeface="Times New Roman"/>
                <a:ea typeface="Times New Roman"/>
                <a:cs typeface="Times New Roman"/>
                <a:sym typeface="Times New Roman"/>
              </a:rPr>
              <a:t>HTML,  CSS,  JavaScript,  AJAX,  PHP,  MySQL. </a:t>
            </a:r>
            <a:endParaRPr sz="270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913"/>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 </a:t>
            </a:r>
            <a:endParaRPr sz="2700" b="0" i="0" u="none" strike="noStrike" cap="none">
              <a:solidFill>
                <a:srgbClr val="1B73BA"/>
              </a:solidFill>
              <a:latin typeface="Times New Roman"/>
              <a:ea typeface="Times New Roman"/>
              <a:cs typeface="Times New Roman"/>
              <a:sym typeface="Times New Roman"/>
            </a:endParaRPr>
          </a:p>
          <a:p>
            <a:pPr marL="457200" marR="5080" lvl="0" indent="-400050" algn="just" rtl="0">
              <a:lnSpc>
                <a:spcPct val="113913"/>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These technologies  enabled  real-time  updates,  rich  user  interfaces,  and database-driven  content  —  transforming  static  pages  into  fully interactive web applications and social experiences.</a:t>
            </a:r>
            <a:endParaRPr sz="2700" b="0" i="0" u="none" strike="noStrike" cap="none">
              <a:solidFill>
                <a:srgbClr val="000000"/>
              </a:solidFill>
              <a:latin typeface="Times New Roman"/>
              <a:ea typeface="Times New Roman"/>
              <a:cs typeface="Times New Roman"/>
              <a:sym typeface="Times New Roman"/>
            </a:endParaRPr>
          </a:p>
        </p:txBody>
      </p:sp>
      <p:pic>
        <p:nvPicPr>
          <p:cNvPr id="129" name="Google Shape;129;p6"/>
          <p:cNvPicPr preferRelativeResize="0"/>
          <p:nvPr/>
        </p:nvPicPr>
        <p:blipFill rotWithShape="1">
          <a:blip r:embed="rId4">
            <a:alphaModFix/>
          </a:blip>
          <a:srcRect/>
          <a:stretch/>
        </p:blipFill>
        <p:spPr>
          <a:xfrm>
            <a:off x="9516850" y="3284150"/>
            <a:ext cx="488950" cy="5340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7"/>
          <p:cNvSpPr/>
          <p:nvPr/>
        </p:nvSpPr>
        <p:spPr>
          <a:xfrm>
            <a:off x="616900" y="3246200"/>
            <a:ext cx="8438801" cy="4651277"/>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40"/>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1" y="18713"/>
                </a:lnTo>
                <a:lnTo>
                  <a:pt x="12490600" y="40668"/>
                </a:lnTo>
                <a:lnTo>
                  <a:pt x="12525842" y="69745"/>
                </a:lnTo>
                <a:lnTo>
                  <a:pt x="12554919" y="104987"/>
                </a:lnTo>
                <a:lnTo>
                  <a:pt x="12576874" y="145436"/>
                </a:lnTo>
                <a:lnTo>
                  <a:pt x="12590750" y="190134"/>
                </a:lnTo>
                <a:lnTo>
                  <a:pt x="12594970" y="232001"/>
                </a:lnTo>
                <a:lnTo>
                  <a:pt x="12594970" y="1926173"/>
                </a:lnTo>
                <a:lnTo>
                  <a:pt x="12590750" y="1968040"/>
                </a:lnTo>
                <a:lnTo>
                  <a:pt x="12576874" y="2012738"/>
                </a:lnTo>
                <a:lnTo>
                  <a:pt x="12554919" y="2053187"/>
                </a:lnTo>
                <a:lnTo>
                  <a:pt x="12525842" y="2088429"/>
                </a:lnTo>
                <a:lnTo>
                  <a:pt x="12490600" y="2117506"/>
                </a:lnTo>
                <a:lnTo>
                  <a:pt x="12450151"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35;p7"/>
          <p:cNvSpPr/>
          <p:nvPr/>
        </p:nvSpPr>
        <p:spPr>
          <a:xfrm>
            <a:off x="9768625" y="3246200"/>
            <a:ext cx="7934992" cy="4597317"/>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39"/>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2" y="18713"/>
                </a:lnTo>
                <a:lnTo>
                  <a:pt x="12490600" y="40668"/>
                </a:lnTo>
                <a:lnTo>
                  <a:pt x="12525842" y="69745"/>
                </a:lnTo>
                <a:lnTo>
                  <a:pt x="12554920" y="104987"/>
                </a:lnTo>
                <a:lnTo>
                  <a:pt x="12576875" y="145436"/>
                </a:lnTo>
                <a:lnTo>
                  <a:pt x="12590750" y="190134"/>
                </a:lnTo>
                <a:lnTo>
                  <a:pt x="12594970" y="231997"/>
                </a:lnTo>
                <a:lnTo>
                  <a:pt x="12594970" y="1926176"/>
                </a:lnTo>
                <a:lnTo>
                  <a:pt x="12590750" y="1968039"/>
                </a:lnTo>
                <a:lnTo>
                  <a:pt x="12576875" y="2012738"/>
                </a:lnTo>
                <a:lnTo>
                  <a:pt x="12554920" y="2053187"/>
                </a:lnTo>
                <a:lnTo>
                  <a:pt x="12525842" y="2088429"/>
                </a:lnTo>
                <a:lnTo>
                  <a:pt x="12490600" y="2117506"/>
                </a:lnTo>
                <a:lnTo>
                  <a:pt x="12450152"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36" name="Google Shape;136;p7"/>
          <p:cNvPicPr preferRelativeResize="0"/>
          <p:nvPr/>
        </p:nvPicPr>
        <p:blipFill rotWithShape="1">
          <a:blip r:embed="rId3">
            <a:alphaModFix/>
          </a:blip>
          <a:srcRect/>
          <a:stretch/>
        </p:blipFill>
        <p:spPr>
          <a:xfrm>
            <a:off x="888850" y="3581875"/>
            <a:ext cx="1002125" cy="866817"/>
          </a:xfrm>
          <a:prstGeom prst="rect">
            <a:avLst/>
          </a:prstGeom>
          <a:noFill/>
          <a:ln>
            <a:noFill/>
          </a:ln>
        </p:spPr>
      </p:pic>
      <p:sp>
        <p:nvSpPr>
          <p:cNvPr id="137" name="Google Shape;137;p7" descr="$PPTXTitle"/>
          <p:cNvSpPr txBox="1">
            <a:spLocks noGrp="1"/>
          </p:cNvSpPr>
          <p:nvPr>
            <p:ph type="title"/>
          </p:nvPr>
        </p:nvSpPr>
        <p:spPr>
          <a:xfrm>
            <a:off x="3975550" y="1412250"/>
            <a:ext cx="13587900" cy="11706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SzPts val="1400"/>
              <a:buNone/>
            </a:pPr>
            <a:r>
              <a:rPr lang="en-US" sz="3750">
                <a:latin typeface="Times New Roman"/>
                <a:ea typeface="Times New Roman"/>
                <a:cs typeface="Times New Roman"/>
                <a:sym typeface="Times New Roman"/>
              </a:rPr>
              <a:t>WEB 3.0: THE SEMANTIC &amp; AI-POWERED </a:t>
            </a:r>
            <a:r>
              <a:rPr lang="en-US" sz="3750">
                <a:solidFill>
                  <a:schemeClr val="hlink"/>
                </a:solidFill>
                <a:latin typeface="Times New Roman"/>
                <a:ea typeface="Times New Roman"/>
                <a:cs typeface="Times New Roman"/>
                <a:sym typeface="Times New Roman"/>
              </a:rPr>
              <a:t>WEB(2010+)</a:t>
            </a:r>
            <a:endParaRPr sz="3750" b="0">
              <a:solidFill>
                <a:schemeClr val="dk1"/>
              </a:solidFill>
              <a:latin typeface="Times New Roman"/>
              <a:ea typeface="Times New Roman"/>
              <a:cs typeface="Times New Roman"/>
              <a:sym typeface="Times New Roman"/>
            </a:endParaRPr>
          </a:p>
          <a:p>
            <a:pPr marL="12700" lvl="0" indent="0" algn="l" rtl="0">
              <a:lnSpc>
                <a:spcPct val="100000"/>
              </a:lnSpc>
              <a:spcBef>
                <a:spcPts val="0"/>
              </a:spcBef>
              <a:spcAft>
                <a:spcPts val="0"/>
              </a:spcAft>
              <a:buSzPts val="1400"/>
              <a:buNone/>
            </a:pPr>
            <a:endParaRPr sz="3750">
              <a:latin typeface="Times New Roman"/>
              <a:ea typeface="Times New Roman"/>
              <a:cs typeface="Times New Roman"/>
              <a:sym typeface="Times New Roman"/>
            </a:endParaRPr>
          </a:p>
        </p:txBody>
      </p:sp>
      <p:sp>
        <p:nvSpPr>
          <p:cNvPr id="138" name="Google Shape;138;p7"/>
          <p:cNvSpPr txBox="1"/>
          <p:nvPr/>
        </p:nvSpPr>
        <p:spPr>
          <a:xfrm>
            <a:off x="2751755" y="2780690"/>
            <a:ext cx="1392000" cy="7473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4750"/>
              <a:buFont typeface="Arial"/>
              <a:buNone/>
            </a:pPr>
            <a:endParaRPr sz="4750" b="0" i="0" u="none" strike="noStrike" cap="none">
              <a:solidFill>
                <a:srgbClr val="000000"/>
              </a:solidFill>
              <a:latin typeface="Trebuchet MS"/>
              <a:ea typeface="Trebuchet MS"/>
              <a:cs typeface="Trebuchet MS"/>
              <a:sym typeface="Trebuchet MS"/>
            </a:endParaRPr>
          </a:p>
        </p:txBody>
      </p:sp>
      <p:sp>
        <p:nvSpPr>
          <p:cNvPr id="139" name="Google Shape;139;p7"/>
          <p:cNvSpPr txBox="1"/>
          <p:nvPr/>
        </p:nvSpPr>
        <p:spPr>
          <a:xfrm>
            <a:off x="1197825" y="8319752"/>
            <a:ext cx="384300" cy="8241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5250"/>
              <a:buFont typeface="Arial"/>
              <a:buNone/>
            </a:pPr>
            <a:r>
              <a:rPr lang="en-US" sz="5250" b="1" i="0" u="none" strike="noStrike" cap="none">
                <a:solidFill>
                  <a:srgbClr val="1B73BA"/>
                </a:solidFill>
                <a:latin typeface="Trebuchet MS"/>
                <a:ea typeface="Trebuchet MS"/>
                <a:cs typeface="Trebuchet MS"/>
                <a:sym typeface="Trebuchet MS"/>
              </a:rPr>
              <a:t>8</a:t>
            </a:r>
            <a:endParaRPr sz="5250" b="0" i="0" u="none" strike="noStrike" cap="none">
              <a:solidFill>
                <a:srgbClr val="000000"/>
              </a:solidFill>
              <a:latin typeface="Trebuchet MS"/>
              <a:ea typeface="Trebuchet MS"/>
              <a:cs typeface="Trebuchet MS"/>
              <a:sym typeface="Trebuchet MS"/>
            </a:endParaRPr>
          </a:p>
        </p:txBody>
      </p:sp>
      <p:sp>
        <p:nvSpPr>
          <p:cNvPr id="140" name="Google Shape;140;p7"/>
          <p:cNvSpPr txBox="1"/>
          <p:nvPr/>
        </p:nvSpPr>
        <p:spPr>
          <a:xfrm>
            <a:off x="2321046" y="3653475"/>
            <a:ext cx="6639000" cy="5006100"/>
          </a:xfrm>
          <a:prstGeom prst="rect">
            <a:avLst/>
          </a:prstGeom>
          <a:noFill/>
          <a:ln>
            <a:noFill/>
          </a:ln>
        </p:spPr>
        <p:txBody>
          <a:bodyPr spcFirstLastPara="1" wrap="square" lIns="0" tIns="41900" rIns="0" bIns="0" anchor="t" anchorCtr="0">
            <a:spAutoFit/>
          </a:bodyPr>
          <a:lstStyle/>
          <a:p>
            <a:pPr marL="457200" marR="86360" lvl="0" indent="-400050" algn="just" rtl="0">
              <a:lnSpc>
                <a:spcPct val="114074"/>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 </a:t>
            </a:r>
            <a:r>
              <a:rPr lang="en-US" sz="2700" b="1" i="0" u="none" strike="noStrike" cap="none">
                <a:solidFill>
                  <a:srgbClr val="1B73BA"/>
                </a:solidFill>
                <a:latin typeface="Times New Roman"/>
                <a:ea typeface="Times New Roman"/>
                <a:cs typeface="Times New Roman"/>
                <a:sym typeface="Times New Roman"/>
              </a:rPr>
              <a:t>Machines Understand Data &amp; Context:</a:t>
            </a:r>
            <a:endParaRPr sz="2700" b="1" i="0" u="none" strike="noStrike" cap="none">
              <a:solidFill>
                <a:srgbClr val="1B73BA"/>
              </a:solidFill>
              <a:latin typeface="Times New Roman"/>
              <a:ea typeface="Times New Roman"/>
              <a:cs typeface="Times New Roman"/>
              <a:sym typeface="Times New Roman"/>
            </a:endParaRPr>
          </a:p>
          <a:p>
            <a:pPr marL="12700" marR="86360" lvl="0" indent="0" algn="just" rtl="0">
              <a:lnSpc>
                <a:spcPct val="114074"/>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Uses semantic technologies, AI, and machine learning to understand the meaning and relationships within web data and provide more intelligent experiences. </a:t>
            </a:r>
            <a:endParaRPr sz="2700" b="0" i="0" u="none" strike="noStrike" cap="none">
              <a:solidFill>
                <a:srgbClr val="1B73BA"/>
              </a:solidFill>
              <a:latin typeface="Times New Roman"/>
              <a:ea typeface="Times New Roman"/>
              <a:cs typeface="Times New Roman"/>
              <a:sym typeface="Times New Roman"/>
            </a:endParaRPr>
          </a:p>
          <a:p>
            <a:pPr marL="12700" marR="86360" lvl="0" indent="0" algn="just" rtl="0">
              <a:lnSpc>
                <a:spcPct val="114074"/>
              </a:lnSpc>
              <a:spcBef>
                <a:spcPts val="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a:p>
            <a:pPr marL="457200" marR="86360" lvl="0" indent="-400050" algn="just" rtl="0">
              <a:lnSpc>
                <a:spcPct val="114074"/>
              </a:lnSpc>
              <a:spcBef>
                <a:spcPts val="0"/>
              </a:spcBef>
              <a:spcAft>
                <a:spcPts val="0"/>
              </a:spcAft>
              <a:buClr>
                <a:srgbClr val="1B73BA"/>
              </a:buClr>
              <a:buSzPts val="2700"/>
              <a:buFont typeface="Times New Roman"/>
              <a:buChar char="❏"/>
            </a:pPr>
            <a:r>
              <a:rPr lang="en-US" sz="2700" b="1" i="0" u="none" strike="noStrike" cap="none">
                <a:solidFill>
                  <a:srgbClr val="1B73BA"/>
                </a:solidFill>
                <a:latin typeface="Times New Roman"/>
                <a:ea typeface="Times New Roman"/>
                <a:cs typeface="Times New Roman"/>
                <a:sym typeface="Times New Roman"/>
              </a:rPr>
              <a:t>Examples: </a:t>
            </a:r>
            <a:r>
              <a:rPr lang="en-US" sz="2700" b="0" i="0" u="none" strike="noStrike" cap="none">
                <a:solidFill>
                  <a:srgbClr val="1B73BA"/>
                </a:solidFill>
                <a:latin typeface="Times New Roman"/>
                <a:ea typeface="Times New Roman"/>
                <a:cs typeface="Times New Roman"/>
                <a:sym typeface="Times New Roman"/>
              </a:rPr>
              <a:t>semantic search, recommendation systems, and AI assistants. </a:t>
            </a:r>
            <a:endParaRPr sz="2700" b="0" i="0" u="none" strike="noStrike" cap="none">
              <a:solidFill>
                <a:srgbClr val="1B73BA"/>
              </a:solidFill>
              <a:latin typeface="Times New Roman"/>
              <a:ea typeface="Times New Roman"/>
              <a:cs typeface="Times New Roman"/>
              <a:sym typeface="Times New Roman"/>
            </a:endParaRPr>
          </a:p>
          <a:p>
            <a:pPr marL="0" marR="0" lvl="0" indent="0" algn="l" rtl="0">
              <a:lnSpc>
                <a:spcPct val="100000"/>
              </a:lnSpc>
              <a:spcBef>
                <a:spcPts val="2650"/>
              </a:spcBef>
              <a:spcAft>
                <a:spcPts val="0"/>
              </a:spcAft>
              <a:buClr>
                <a:srgbClr val="000000"/>
              </a:buClr>
              <a:buSzPts val="2700"/>
              <a:buFont typeface="Arial"/>
              <a:buNone/>
            </a:pPr>
            <a:endParaRPr sz="2700" b="0" i="0" u="none" strike="noStrike" cap="none">
              <a:solidFill>
                <a:srgbClr val="000000"/>
              </a:solidFill>
              <a:latin typeface="Times New Roman"/>
              <a:ea typeface="Times New Roman"/>
              <a:cs typeface="Times New Roman"/>
              <a:sym typeface="Times New Roman"/>
            </a:endParaRPr>
          </a:p>
          <a:p>
            <a:pPr marL="93980" marR="5080" lvl="0" indent="0" algn="just" rtl="0">
              <a:lnSpc>
                <a:spcPct val="113703"/>
              </a:lnSpc>
              <a:spcBef>
                <a:spcPts val="0"/>
              </a:spcBef>
              <a:spcAft>
                <a:spcPts val="0"/>
              </a:spcAft>
              <a:buClr>
                <a:srgbClr val="000000"/>
              </a:buClr>
              <a:buSzPts val="2700"/>
              <a:buFont typeface="Arial"/>
              <a:buNone/>
            </a:pPr>
            <a:endParaRPr sz="2700" b="0" i="0" u="none" strike="noStrike" cap="none">
              <a:solidFill>
                <a:srgbClr val="000000"/>
              </a:solidFill>
              <a:latin typeface="Times New Roman"/>
              <a:ea typeface="Times New Roman"/>
              <a:cs typeface="Times New Roman"/>
              <a:sym typeface="Times New Roman"/>
            </a:endParaRPr>
          </a:p>
        </p:txBody>
      </p:sp>
      <p:sp>
        <p:nvSpPr>
          <p:cNvPr id="141" name="Google Shape;141;p7"/>
          <p:cNvSpPr txBox="1"/>
          <p:nvPr/>
        </p:nvSpPr>
        <p:spPr>
          <a:xfrm>
            <a:off x="10166300" y="3653475"/>
            <a:ext cx="7304400" cy="3911700"/>
          </a:xfrm>
          <a:prstGeom prst="rect">
            <a:avLst/>
          </a:prstGeom>
          <a:noFill/>
          <a:ln>
            <a:noFill/>
          </a:ln>
        </p:spPr>
        <p:txBody>
          <a:bodyPr spcFirstLastPara="1" wrap="square" lIns="0" tIns="41900" rIns="0" bIns="0" anchor="t" anchorCtr="0">
            <a:spAutoFit/>
          </a:bodyPr>
          <a:lstStyle/>
          <a:p>
            <a:pPr marL="93980" marR="5080" lvl="0" indent="0" algn="just" rtl="0">
              <a:lnSpc>
                <a:spcPct val="113703"/>
              </a:lnSpc>
              <a:spcBef>
                <a:spcPts val="0"/>
              </a:spcBef>
              <a:spcAft>
                <a:spcPts val="0"/>
              </a:spcAft>
              <a:buClr>
                <a:srgbClr val="000000"/>
              </a:buClr>
              <a:buSzPts val="2800"/>
              <a:buFont typeface="Arial"/>
              <a:buNone/>
            </a:pPr>
            <a:r>
              <a:rPr lang="en-US" sz="2800" b="1" i="0" u="none" strike="noStrike" cap="none">
                <a:solidFill>
                  <a:schemeClr val="hlink"/>
                </a:solidFill>
                <a:latin typeface="Times New Roman"/>
                <a:ea typeface="Times New Roman"/>
                <a:cs typeface="Times New Roman"/>
                <a:sym typeface="Times New Roman"/>
              </a:rPr>
              <a:t>     Key Advantages:</a:t>
            </a:r>
            <a:endParaRPr sz="2800" b="1" i="0" u="none" strike="noStrike" cap="none">
              <a:solidFill>
                <a:schemeClr val="hlink"/>
              </a:solidFill>
              <a:latin typeface="Times New Roman"/>
              <a:ea typeface="Times New Roman"/>
              <a:cs typeface="Times New Roman"/>
              <a:sym typeface="Times New Roman"/>
            </a:endParaRPr>
          </a:p>
          <a:p>
            <a:pPr marL="93980" marR="5080" lvl="0" indent="0" algn="just" rtl="0">
              <a:lnSpc>
                <a:spcPct val="113703"/>
              </a:lnSpc>
              <a:spcBef>
                <a:spcPts val="0"/>
              </a:spcBef>
              <a:spcAft>
                <a:spcPts val="0"/>
              </a:spcAft>
              <a:buClr>
                <a:srgbClr val="000000"/>
              </a:buClr>
              <a:buSzPts val="2800"/>
              <a:buFont typeface="Arial"/>
              <a:buNone/>
            </a:pPr>
            <a:endParaRPr sz="2800" b="1" i="0" u="none" strike="noStrike" cap="none">
              <a:solidFill>
                <a:schemeClr val="hlink"/>
              </a:solidFill>
              <a:latin typeface="Times New Roman"/>
              <a:ea typeface="Times New Roman"/>
              <a:cs typeface="Times New Roman"/>
              <a:sym typeface="Times New Roman"/>
            </a:endParaRPr>
          </a:p>
          <a:p>
            <a:pPr marL="457200" marR="5080" lvl="0" indent="-406400" algn="just" rtl="0">
              <a:lnSpc>
                <a:spcPct val="114074"/>
              </a:lnSpc>
              <a:spcBef>
                <a:spcPts val="0"/>
              </a:spcBef>
              <a:spcAft>
                <a:spcPts val="0"/>
              </a:spcAft>
              <a:buClr>
                <a:srgbClr val="1B73BA"/>
              </a:buClr>
              <a:buSzPts val="2800"/>
              <a:buFont typeface="Times New Roman"/>
              <a:buChar char="●"/>
            </a:pPr>
            <a:r>
              <a:rPr lang="en-US" sz="2800" b="0" i="0" u="none" strike="noStrike" cap="none">
                <a:solidFill>
                  <a:schemeClr val="hlink"/>
                </a:solidFill>
                <a:latin typeface="Times New Roman"/>
                <a:ea typeface="Times New Roman"/>
                <a:cs typeface="Times New Roman"/>
                <a:sym typeface="Times New Roman"/>
              </a:rPr>
              <a:t>Personalized and context-aware search</a:t>
            </a:r>
            <a:endParaRPr sz="2800" b="0" i="0" u="none" strike="noStrike" cap="none">
              <a:solidFill>
                <a:schemeClr val="hlink"/>
              </a:solidFill>
              <a:latin typeface="Times New Roman"/>
              <a:ea typeface="Times New Roman"/>
              <a:cs typeface="Times New Roman"/>
              <a:sym typeface="Times New Roman"/>
            </a:endParaRPr>
          </a:p>
          <a:p>
            <a:pPr marL="457200" marR="5080" lvl="0" indent="-406400" algn="just" rtl="0">
              <a:lnSpc>
                <a:spcPct val="114074"/>
              </a:lnSpc>
              <a:spcBef>
                <a:spcPts val="0"/>
              </a:spcBef>
              <a:spcAft>
                <a:spcPts val="0"/>
              </a:spcAft>
              <a:buClr>
                <a:srgbClr val="1B73BA"/>
              </a:buClr>
              <a:buSzPts val="2800"/>
              <a:buFont typeface="Times New Roman"/>
              <a:buChar char="●"/>
            </a:pPr>
            <a:r>
              <a:rPr lang="en-US" sz="2800" b="0" i="0" u="none" strike="noStrike" cap="none">
                <a:solidFill>
                  <a:schemeClr val="hlink"/>
                </a:solidFill>
                <a:latin typeface="Times New Roman"/>
                <a:ea typeface="Times New Roman"/>
                <a:cs typeface="Times New Roman"/>
                <a:sym typeface="Times New Roman"/>
              </a:rPr>
              <a:t>Intelligent recommendations</a:t>
            </a:r>
            <a:endParaRPr sz="2800" b="0" i="0" u="none" strike="noStrike" cap="none">
              <a:solidFill>
                <a:schemeClr val="hlink"/>
              </a:solidFill>
              <a:latin typeface="Times New Roman"/>
              <a:ea typeface="Times New Roman"/>
              <a:cs typeface="Times New Roman"/>
              <a:sym typeface="Times New Roman"/>
            </a:endParaRPr>
          </a:p>
          <a:p>
            <a:pPr marL="457200" marR="5080" lvl="0" indent="-406400" algn="just" rtl="0">
              <a:lnSpc>
                <a:spcPct val="114074"/>
              </a:lnSpc>
              <a:spcBef>
                <a:spcPts val="0"/>
              </a:spcBef>
              <a:spcAft>
                <a:spcPts val="0"/>
              </a:spcAft>
              <a:buClr>
                <a:srgbClr val="1B73BA"/>
              </a:buClr>
              <a:buSzPts val="2800"/>
              <a:buFont typeface="Times New Roman"/>
              <a:buChar char="●"/>
            </a:pPr>
            <a:r>
              <a:rPr lang="en-US" sz="2800" b="0" i="0" u="none" strike="noStrike" cap="none">
                <a:solidFill>
                  <a:schemeClr val="hlink"/>
                </a:solidFill>
                <a:latin typeface="Times New Roman"/>
                <a:ea typeface="Times New Roman"/>
                <a:cs typeface="Times New Roman"/>
                <a:sym typeface="Times New Roman"/>
              </a:rPr>
              <a:t>Better data integration and interoperability</a:t>
            </a:r>
            <a:endParaRPr sz="2800" b="0" i="0" u="none" strike="noStrike" cap="none">
              <a:solidFill>
                <a:schemeClr val="hlink"/>
              </a:solidFill>
              <a:latin typeface="Times New Roman"/>
              <a:ea typeface="Times New Roman"/>
              <a:cs typeface="Times New Roman"/>
              <a:sym typeface="Times New Roman"/>
            </a:endParaRPr>
          </a:p>
          <a:p>
            <a:pPr marL="457200" marR="5080" lvl="0" indent="-406400" algn="just" rtl="0">
              <a:lnSpc>
                <a:spcPct val="114074"/>
              </a:lnSpc>
              <a:spcBef>
                <a:spcPts val="0"/>
              </a:spcBef>
              <a:spcAft>
                <a:spcPts val="0"/>
              </a:spcAft>
              <a:buClr>
                <a:srgbClr val="1B73BA"/>
              </a:buClr>
              <a:buSzPts val="2800"/>
              <a:buFont typeface="Times New Roman"/>
              <a:buChar char="●"/>
            </a:pPr>
            <a:r>
              <a:rPr lang="en-US" sz="2800" b="0" i="0" u="none" strike="noStrike" cap="none">
                <a:solidFill>
                  <a:schemeClr val="hlink"/>
                </a:solidFill>
                <a:latin typeface="Times New Roman"/>
                <a:ea typeface="Times New Roman"/>
                <a:cs typeface="Times New Roman"/>
                <a:sym typeface="Times New Roman"/>
              </a:rPr>
              <a:t>Machine-readable web information</a:t>
            </a:r>
            <a:endParaRPr sz="2800" b="0" i="0" u="none" strike="noStrike" cap="none">
              <a:solidFill>
                <a:schemeClr val="hlink"/>
              </a:solidFill>
              <a:latin typeface="Times New Roman"/>
              <a:ea typeface="Times New Roman"/>
              <a:cs typeface="Times New Roman"/>
              <a:sym typeface="Times New Roman"/>
            </a:endParaRPr>
          </a:p>
          <a:p>
            <a:pPr marL="457200" marR="5080" lvl="0" indent="-406400" algn="just" rtl="0">
              <a:lnSpc>
                <a:spcPct val="114074"/>
              </a:lnSpc>
              <a:spcBef>
                <a:spcPts val="0"/>
              </a:spcBef>
              <a:spcAft>
                <a:spcPts val="0"/>
              </a:spcAft>
              <a:buClr>
                <a:srgbClr val="1B73BA"/>
              </a:buClr>
              <a:buSzPts val="2800"/>
              <a:buFont typeface="Times New Roman"/>
              <a:buChar char="●"/>
            </a:pPr>
            <a:r>
              <a:rPr lang="en-US" sz="2800" b="0" i="0" u="none" strike="noStrike" cap="none">
                <a:solidFill>
                  <a:schemeClr val="hlink"/>
                </a:solidFill>
                <a:latin typeface="Times New Roman"/>
                <a:ea typeface="Times New Roman"/>
                <a:cs typeface="Times New Roman"/>
                <a:sym typeface="Times New Roman"/>
              </a:rPr>
              <a:t>More intelligent user experiences</a:t>
            </a:r>
            <a:endParaRPr sz="2800" b="0" i="0" u="none" strike="noStrike" cap="none">
              <a:solidFill>
                <a:schemeClr val="hlink"/>
              </a:solidFill>
              <a:latin typeface="Times New Roman"/>
              <a:ea typeface="Times New Roman"/>
              <a:cs typeface="Times New Roman"/>
              <a:sym typeface="Times New Roman"/>
            </a:endParaRPr>
          </a:p>
          <a:p>
            <a:pPr marL="0" marR="5080" lvl="0" indent="0" algn="just" rtl="0">
              <a:lnSpc>
                <a:spcPct val="114074"/>
              </a:lnSpc>
              <a:spcBef>
                <a:spcPts val="0"/>
              </a:spcBef>
              <a:spcAft>
                <a:spcPts val="0"/>
              </a:spcAft>
              <a:buClr>
                <a:srgbClr val="000000"/>
              </a:buClr>
              <a:buSzPts val="2800"/>
              <a:buFont typeface="Arial"/>
              <a:buNone/>
            </a:pPr>
            <a:endParaRPr sz="2800" b="0" i="0" u="none" strike="noStrike" cap="none">
              <a:solidFill>
                <a:schemeClr val="hlink"/>
              </a:solidFill>
              <a:latin typeface="Times New Roman"/>
              <a:ea typeface="Times New Roman"/>
              <a:cs typeface="Times New Roman"/>
              <a:sym typeface="Times New Roman"/>
            </a:endParaRPr>
          </a:p>
        </p:txBody>
      </p:sp>
      <p:pic>
        <p:nvPicPr>
          <p:cNvPr id="142" name="Google Shape;142;p7"/>
          <p:cNvPicPr preferRelativeResize="0"/>
          <p:nvPr/>
        </p:nvPicPr>
        <p:blipFill rotWithShape="1">
          <a:blip r:embed="rId4">
            <a:alphaModFix/>
          </a:blip>
          <a:srcRect/>
          <a:stretch/>
        </p:blipFill>
        <p:spPr>
          <a:xfrm>
            <a:off x="9874700" y="3635963"/>
            <a:ext cx="647000" cy="539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p:nvPr/>
        </p:nvSpPr>
        <p:spPr>
          <a:xfrm>
            <a:off x="1037300" y="2773900"/>
            <a:ext cx="6864398" cy="5061366"/>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40"/>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1" y="18713"/>
                </a:lnTo>
                <a:lnTo>
                  <a:pt x="12490600" y="40668"/>
                </a:lnTo>
                <a:lnTo>
                  <a:pt x="12525842" y="69745"/>
                </a:lnTo>
                <a:lnTo>
                  <a:pt x="12554919" y="104987"/>
                </a:lnTo>
                <a:lnTo>
                  <a:pt x="12576874" y="145436"/>
                </a:lnTo>
                <a:lnTo>
                  <a:pt x="12590750" y="190134"/>
                </a:lnTo>
                <a:lnTo>
                  <a:pt x="12594970" y="232001"/>
                </a:lnTo>
                <a:lnTo>
                  <a:pt x="12594970" y="1926173"/>
                </a:lnTo>
                <a:lnTo>
                  <a:pt x="12590750" y="1968040"/>
                </a:lnTo>
                <a:lnTo>
                  <a:pt x="12576874" y="2012738"/>
                </a:lnTo>
                <a:lnTo>
                  <a:pt x="12554919" y="2053187"/>
                </a:lnTo>
                <a:lnTo>
                  <a:pt x="12525842" y="2088429"/>
                </a:lnTo>
                <a:lnTo>
                  <a:pt x="12490600" y="2117506"/>
                </a:lnTo>
                <a:lnTo>
                  <a:pt x="12450151"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8" name="Google Shape;148;p8"/>
          <p:cNvSpPr/>
          <p:nvPr/>
        </p:nvSpPr>
        <p:spPr>
          <a:xfrm>
            <a:off x="9437200" y="3110850"/>
            <a:ext cx="7840528" cy="4251979"/>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39"/>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2" y="18713"/>
                </a:lnTo>
                <a:lnTo>
                  <a:pt x="12490600" y="40668"/>
                </a:lnTo>
                <a:lnTo>
                  <a:pt x="12525842" y="69745"/>
                </a:lnTo>
                <a:lnTo>
                  <a:pt x="12554920" y="104987"/>
                </a:lnTo>
                <a:lnTo>
                  <a:pt x="12576875" y="145436"/>
                </a:lnTo>
                <a:lnTo>
                  <a:pt x="12590750" y="190134"/>
                </a:lnTo>
                <a:lnTo>
                  <a:pt x="12594970" y="231997"/>
                </a:lnTo>
                <a:lnTo>
                  <a:pt x="12594970" y="1926176"/>
                </a:lnTo>
                <a:lnTo>
                  <a:pt x="12590750" y="1968039"/>
                </a:lnTo>
                <a:lnTo>
                  <a:pt x="12576875" y="2012738"/>
                </a:lnTo>
                <a:lnTo>
                  <a:pt x="12554920" y="2053187"/>
                </a:lnTo>
                <a:lnTo>
                  <a:pt x="12525842" y="2088429"/>
                </a:lnTo>
                <a:lnTo>
                  <a:pt x="12490600" y="2117506"/>
                </a:lnTo>
                <a:lnTo>
                  <a:pt x="12450152"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9" name="Google Shape;149;p8"/>
          <p:cNvSpPr/>
          <p:nvPr/>
        </p:nvSpPr>
        <p:spPr>
          <a:xfrm>
            <a:off x="1253538" y="2831350"/>
            <a:ext cx="557213" cy="583536"/>
          </a:xfrm>
          <a:custGeom>
            <a:avLst/>
            <a:gdLst/>
            <a:ahLst/>
            <a:cxnLst/>
            <a:rect l="l" t="t" r="r" b="b"/>
            <a:pathLst>
              <a:path w="952500" h="976629" extrusionOk="0">
                <a:moveTo>
                  <a:pt x="952207" y="488251"/>
                </a:moveTo>
                <a:lnTo>
                  <a:pt x="260324" y="0"/>
                </a:lnTo>
                <a:lnTo>
                  <a:pt x="260324" y="183718"/>
                </a:lnTo>
                <a:lnTo>
                  <a:pt x="0" y="0"/>
                </a:lnTo>
                <a:lnTo>
                  <a:pt x="0" y="976503"/>
                </a:lnTo>
                <a:lnTo>
                  <a:pt x="260324" y="792797"/>
                </a:lnTo>
                <a:lnTo>
                  <a:pt x="260324" y="976503"/>
                </a:lnTo>
                <a:lnTo>
                  <a:pt x="952207" y="488251"/>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0" name="Google Shape;150;p8"/>
          <p:cNvSpPr txBox="1"/>
          <p:nvPr/>
        </p:nvSpPr>
        <p:spPr>
          <a:xfrm>
            <a:off x="1324275" y="3414875"/>
            <a:ext cx="6190800" cy="4302900"/>
          </a:xfrm>
          <a:prstGeom prst="rect">
            <a:avLst/>
          </a:prstGeom>
          <a:noFill/>
          <a:ln>
            <a:noFill/>
          </a:ln>
        </p:spPr>
        <p:txBody>
          <a:bodyPr spcFirstLastPara="1" wrap="square" lIns="0" tIns="39350" rIns="0" bIns="0" anchor="t" anchorCtr="0">
            <a:spAutoFit/>
          </a:bodyPr>
          <a:lstStyle/>
          <a:p>
            <a:pPr marL="12700" marR="5080" lvl="0" indent="0" algn="just" rtl="0">
              <a:lnSpc>
                <a:spcPct val="114893"/>
              </a:lnSpc>
              <a:spcBef>
                <a:spcPts val="0"/>
              </a:spcBef>
              <a:spcAft>
                <a:spcPts val="0"/>
              </a:spcAft>
              <a:buClr>
                <a:srgbClr val="000000"/>
              </a:buClr>
              <a:buSzPts val="2950"/>
              <a:buFont typeface="Arial"/>
              <a:buNone/>
            </a:pPr>
            <a:r>
              <a:rPr lang="en-US" sz="2950" b="1" i="0" u="none" strike="noStrike" cap="none">
                <a:solidFill>
                  <a:srgbClr val="1B73BA"/>
                </a:solidFill>
                <a:latin typeface="Times New Roman"/>
                <a:ea typeface="Times New Roman"/>
                <a:cs typeface="Times New Roman"/>
                <a:sym typeface="Times New Roman"/>
              </a:rPr>
              <a:t>Key Features: </a:t>
            </a:r>
            <a:endParaRPr sz="2950" b="1" i="0" u="none" strike="noStrike" cap="none">
              <a:solidFill>
                <a:srgbClr val="1B73BA"/>
              </a:solidFill>
              <a:latin typeface="Times New Roman"/>
              <a:ea typeface="Times New Roman"/>
              <a:cs typeface="Times New Roman"/>
              <a:sym typeface="Times New Roman"/>
            </a:endParaRPr>
          </a:p>
          <a:p>
            <a:pPr marL="12700" marR="5080" lvl="0" indent="0" algn="just" rtl="0">
              <a:lnSpc>
                <a:spcPct val="114893"/>
              </a:lnSpc>
              <a:spcBef>
                <a:spcPts val="0"/>
              </a:spcBef>
              <a:spcAft>
                <a:spcPts val="0"/>
              </a:spcAft>
              <a:buClr>
                <a:srgbClr val="000000"/>
              </a:buClr>
              <a:buSzPts val="2950"/>
              <a:buFont typeface="Arial"/>
              <a:buNone/>
            </a:pPr>
            <a:endParaRPr sz="2950" b="1" i="0" u="none" strike="noStrike" cap="none">
              <a:solidFill>
                <a:srgbClr val="1B73BA"/>
              </a:solidFill>
              <a:latin typeface="Times New Roman"/>
              <a:ea typeface="Times New Roman"/>
              <a:cs typeface="Times New Roman"/>
              <a:sym typeface="Times New Roman"/>
            </a:endParaRPr>
          </a:p>
          <a:p>
            <a:pPr marL="457200" marR="5080" lvl="0" indent="-396875" algn="just" rtl="0">
              <a:lnSpc>
                <a:spcPct val="114893"/>
              </a:lnSpc>
              <a:spcBef>
                <a:spcPts val="0"/>
              </a:spcBef>
              <a:spcAft>
                <a:spcPts val="0"/>
              </a:spcAft>
              <a:buClr>
                <a:srgbClr val="1B73BA"/>
              </a:buClr>
              <a:buSzPts val="2650"/>
              <a:buFont typeface="Times New Roman"/>
              <a:buChar char="●"/>
            </a:pPr>
            <a:r>
              <a:rPr lang="en-US" sz="2650" b="0" i="0" u="none" strike="noStrike" cap="none">
                <a:solidFill>
                  <a:srgbClr val="1B73BA"/>
                </a:solidFill>
                <a:latin typeface="Times New Roman"/>
                <a:ea typeface="Times New Roman"/>
                <a:cs typeface="Times New Roman"/>
                <a:sym typeface="Times New Roman"/>
              </a:rPr>
              <a:t>AI is embedded across digital experiences.</a:t>
            </a:r>
            <a:endParaRPr sz="2650" b="0" i="0" u="none" strike="noStrike" cap="none">
              <a:solidFill>
                <a:srgbClr val="1B73BA"/>
              </a:solidFill>
              <a:latin typeface="Times New Roman"/>
              <a:ea typeface="Times New Roman"/>
              <a:cs typeface="Times New Roman"/>
              <a:sym typeface="Times New Roman"/>
            </a:endParaRPr>
          </a:p>
          <a:p>
            <a:pPr marL="457200" marR="5080" lvl="0" indent="-396875" algn="just" rtl="0">
              <a:lnSpc>
                <a:spcPct val="114893"/>
              </a:lnSpc>
              <a:spcBef>
                <a:spcPts val="0"/>
              </a:spcBef>
              <a:spcAft>
                <a:spcPts val="0"/>
              </a:spcAft>
              <a:buClr>
                <a:srgbClr val="1B73BA"/>
              </a:buClr>
              <a:buSzPts val="2650"/>
              <a:buFont typeface="Times New Roman"/>
              <a:buChar char="●"/>
            </a:pPr>
            <a:r>
              <a:rPr lang="en-US" sz="2650" b="0" i="0" u="none" strike="noStrike" cap="none">
                <a:solidFill>
                  <a:srgbClr val="1B73BA"/>
                </a:solidFill>
                <a:latin typeface="Times New Roman"/>
                <a:ea typeface="Times New Roman"/>
                <a:cs typeface="Times New Roman"/>
                <a:sym typeface="Times New Roman"/>
              </a:rPr>
              <a:t>IoT connects physical and digital worlds.</a:t>
            </a:r>
            <a:endParaRPr sz="2650" b="0" i="0" u="none" strike="noStrike" cap="none">
              <a:solidFill>
                <a:srgbClr val="1B73BA"/>
              </a:solidFill>
              <a:latin typeface="Times New Roman"/>
              <a:ea typeface="Times New Roman"/>
              <a:cs typeface="Times New Roman"/>
              <a:sym typeface="Times New Roman"/>
            </a:endParaRPr>
          </a:p>
          <a:p>
            <a:pPr marL="457200" marR="5080" lvl="0" indent="-396875" algn="just" rtl="0">
              <a:lnSpc>
                <a:spcPct val="114893"/>
              </a:lnSpc>
              <a:spcBef>
                <a:spcPts val="0"/>
              </a:spcBef>
              <a:spcAft>
                <a:spcPts val="0"/>
              </a:spcAft>
              <a:buClr>
                <a:srgbClr val="1B73BA"/>
              </a:buClr>
              <a:buSzPts val="2650"/>
              <a:buFont typeface="Times New Roman"/>
              <a:buChar char="●"/>
            </a:pPr>
            <a:r>
              <a:rPr lang="en-US" sz="2650" b="0" i="0" u="none" strike="noStrike" cap="none">
                <a:solidFill>
                  <a:srgbClr val="1B73BA"/>
                </a:solidFill>
                <a:latin typeface="Times New Roman"/>
                <a:ea typeface="Times New Roman"/>
                <a:cs typeface="Times New Roman"/>
                <a:sym typeface="Times New Roman"/>
              </a:rPr>
              <a:t>Voice interaction enables natural communication.</a:t>
            </a:r>
            <a:endParaRPr sz="2650" b="0" i="0" u="none" strike="noStrike" cap="none">
              <a:solidFill>
                <a:srgbClr val="1B73BA"/>
              </a:solidFill>
              <a:latin typeface="Times New Roman"/>
              <a:ea typeface="Times New Roman"/>
              <a:cs typeface="Times New Roman"/>
              <a:sym typeface="Times New Roman"/>
            </a:endParaRPr>
          </a:p>
          <a:p>
            <a:pPr marL="457200" marR="5080" lvl="0" indent="-396875" algn="just" rtl="0">
              <a:lnSpc>
                <a:spcPct val="114893"/>
              </a:lnSpc>
              <a:spcBef>
                <a:spcPts val="0"/>
              </a:spcBef>
              <a:spcAft>
                <a:spcPts val="0"/>
              </a:spcAft>
              <a:buClr>
                <a:srgbClr val="1B73BA"/>
              </a:buClr>
              <a:buSzPts val="2650"/>
              <a:buFont typeface="Times New Roman"/>
              <a:buChar char="●"/>
            </a:pPr>
            <a:r>
              <a:rPr lang="en-US" sz="2650" b="0" i="0" u="none" strike="noStrike" cap="none">
                <a:solidFill>
                  <a:srgbClr val="1B73BA"/>
                </a:solidFill>
                <a:latin typeface="Times New Roman"/>
                <a:ea typeface="Times New Roman"/>
                <a:cs typeface="Times New Roman"/>
                <a:sym typeface="Times New Roman"/>
              </a:rPr>
              <a:t>Real-time personalization adapts to users.</a:t>
            </a:r>
            <a:endParaRPr sz="2650" b="0" i="0" u="none" strike="noStrike" cap="none">
              <a:solidFill>
                <a:srgbClr val="1B73BA"/>
              </a:solidFill>
              <a:latin typeface="Times New Roman"/>
              <a:ea typeface="Times New Roman"/>
              <a:cs typeface="Times New Roman"/>
              <a:sym typeface="Times New Roman"/>
            </a:endParaRPr>
          </a:p>
          <a:p>
            <a:pPr marL="0" marR="5080" lvl="0" indent="0" algn="just" rtl="0">
              <a:lnSpc>
                <a:spcPct val="114893"/>
              </a:lnSpc>
              <a:spcBef>
                <a:spcPts val="0"/>
              </a:spcBef>
              <a:spcAft>
                <a:spcPts val="0"/>
              </a:spcAft>
              <a:buClr>
                <a:srgbClr val="000000"/>
              </a:buClr>
              <a:buSzPts val="2650"/>
              <a:buFont typeface="Arial"/>
              <a:buNone/>
            </a:pPr>
            <a:endParaRPr sz="2650" b="0" i="0" u="none" strike="noStrike" cap="none">
              <a:solidFill>
                <a:srgbClr val="1B73BA"/>
              </a:solidFill>
              <a:latin typeface="Times New Roman"/>
              <a:ea typeface="Times New Roman"/>
              <a:cs typeface="Times New Roman"/>
              <a:sym typeface="Times New Roman"/>
            </a:endParaRPr>
          </a:p>
        </p:txBody>
      </p:sp>
      <p:sp>
        <p:nvSpPr>
          <p:cNvPr id="151" name="Google Shape;151;p8" descr="$PPTXTitle"/>
          <p:cNvSpPr txBox="1">
            <a:spLocks noGrp="1"/>
          </p:cNvSpPr>
          <p:nvPr>
            <p:ph type="title"/>
          </p:nvPr>
        </p:nvSpPr>
        <p:spPr>
          <a:xfrm>
            <a:off x="5168625" y="843125"/>
            <a:ext cx="10668600" cy="13860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SzPts val="1400"/>
              <a:buNone/>
            </a:pPr>
            <a:r>
              <a:rPr lang="en-US" sz="4450">
                <a:latin typeface="Times New Roman"/>
                <a:ea typeface="Times New Roman"/>
                <a:cs typeface="Times New Roman"/>
                <a:sym typeface="Times New Roman"/>
              </a:rPr>
              <a:t>WEB 4.0: THE INTELLIGENT WEB (2010s–Present, Emerging)</a:t>
            </a:r>
            <a:endParaRPr sz="4450">
              <a:latin typeface="Times New Roman"/>
              <a:ea typeface="Times New Roman"/>
              <a:cs typeface="Times New Roman"/>
              <a:sym typeface="Times New Roman"/>
            </a:endParaRPr>
          </a:p>
        </p:txBody>
      </p:sp>
      <p:sp>
        <p:nvSpPr>
          <p:cNvPr id="152" name="Google Shape;152;p8"/>
          <p:cNvSpPr txBox="1"/>
          <p:nvPr/>
        </p:nvSpPr>
        <p:spPr>
          <a:xfrm>
            <a:off x="1197825" y="8571628"/>
            <a:ext cx="668700" cy="1691400"/>
          </a:xfrm>
          <a:prstGeom prst="rect">
            <a:avLst/>
          </a:prstGeom>
          <a:noFill/>
          <a:ln>
            <a:noFill/>
          </a:ln>
        </p:spPr>
        <p:txBody>
          <a:bodyPr spcFirstLastPara="1" wrap="square" lIns="0" tIns="15875" rIns="0" bIns="0" anchor="t" anchorCtr="0">
            <a:spAutoFit/>
          </a:bodyPr>
          <a:lstStyle/>
          <a:p>
            <a:pPr marL="12700" marR="0" lvl="0" indent="0" algn="l" rtl="0">
              <a:lnSpc>
                <a:spcPct val="107333"/>
              </a:lnSpc>
              <a:spcBef>
                <a:spcPts val="0"/>
              </a:spcBef>
              <a:spcAft>
                <a:spcPts val="0"/>
              </a:spcAft>
              <a:buClr>
                <a:srgbClr val="000000"/>
              </a:buClr>
              <a:buSzPts val="5250"/>
              <a:buFont typeface="Arial"/>
              <a:buNone/>
            </a:pPr>
            <a:r>
              <a:rPr lang="en-US" sz="5250" b="1" i="0" u="none" strike="noStrike" cap="none">
                <a:solidFill>
                  <a:srgbClr val="1B73BA"/>
                </a:solidFill>
                <a:latin typeface="Trebuchet MS"/>
                <a:ea typeface="Trebuchet MS"/>
                <a:cs typeface="Trebuchet MS"/>
                <a:sym typeface="Trebuchet MS"/>
              </a:rPr>
              <a:t>9</a:t>
            </a:r>
            <a:endParaRPr sz="5250" b="0" i="0" u="none" strike="noStrike" cap="none">
              <a:solidFill>
                <a:srgbClr val="000000"/>
              </a:solidFill>
              <a:latin typeface="Trebuchet MS"/>
              <a:ea typeface="Trebuchet MS"/>
              <a:cs typeface="Trebuchet MS"/>
              <a:sym typeface="Trebuchet MS"/>
            </a:endParaRPr>
          </a:p>
          <a:p>
            <a:pPr marL="12700" marR="0" lvl="0" indent="0" algn="l" rtl="0">
              <a:lnSpc>
                <a:spcPct val="107333"/>
              </a:lnSpc>
              <a:spcBef>
                <a:spcPts val="0"/>
              </a:spcBef>
              <a:spcAft>
                <a:spcPts val="0"/>
              </a:spcAft>
              <a:buClr>
                <a:srgbClr val="000000"/>
              </a:buClr>
              <a:buSzPts val="5250"/>
              <a:buFont typeface="Arial"/>
              <a:buNone/>
            </a:pPr>
            <a:endParaRPr sz="5250" b="0" i="0" u="none" strike="noStrike" cap="none">
              <a:solidFill>
                <a:srgbClr val="000000"/>
              </a:solidFill>
              <a:latin typeface="Trebuchet MS"/>
              <a:ea typeface="Trebuchet MS"/>
              <a:cs typeface="Trebuchet MS"/>
              <a:sym typeface="Trebuchet MS"/>
            </a:endParaRPr>
          </a:p>
        </p:txBody>
      </p:sp>
      <p:sp>
        <p:nvSpPr>
          <p:cNvPr id="153" name="Google Shape;153;p8"/>
          <p:cNvSpPr txBox="1"/>
          <p:nvPr/>
        </p:nvSpPr>
        <p:spPr>
          <a:xfrm>
            <a:off x="10179575" y="3693225"/>
            <a:ext cx="6879900" cy="3259500"/>
          </a:xfrm>
          <a:prstGeom prst="rect">
            <a:avLst/>
          </a:prstGeom>
          <a:noFill/>
          <a:ln>
            <a:noFill/>
          </a:ln>
        </p:spPr>
        <p:txBody>
          <a:bodyPr spcFirstLastPara="1" wrap="square" lIns="0" tIns="39350" rIns="0" bIns="0" anchor="t" anchorCtr="0">
            <a:spAutoFit/>
          </a:bodyPr>
          <a:lstStyle/>
          <a:p>
            <a:pPr marL="12700" marR="5080" lvl="0" indent="0" algn="just" rtl="0">
              <a:lnSpc>
                <a:spcPct val="114893"/>
              </a:lnSpc>
              <a:spcBef>
                <a:spcPts val="0"/>
              </a:spcBef>
              <a:spcAft>
                <a:spcPts val="0"/>
              </a:spcAft>
              <a:buClr>
                <a:srgbClr val="000000"/>
              </a:buClr>
              <a:buSzPts val="2650"/>
              <a:buFont typeface="Arial"/>
              <a:buNone/>
            </a:pPr>
            <a:r>
              <a:rPr lang="en-US" sz="2650" b="1" i="0" u="none" strike="noStrike" cap="none">
                <a:solidFill>
                  <a:srgbClr val="1B73BA"/>
                </a:solidFill>
                <a:latin typeface="Times New Roman"/>
                <a:ea typeface="Times New Roman"/>
                <a:cs typeface="Times New Roman"/>
                <a:sym typeface="Times New Roman"/>
              </a:rPr>
              <a:t>Real-World Examples: </a:t>
            </a:r>
            <a:endParaRPr sz="2650" b="1" i="0" u="none" strike="noStrike" cap="none">
              <a:solidFill>
                <a:srgbClr val="1B73BA"/>
              </a:solidFill>
              <a:latin typeface="Times New Roman"/>
              <a:ea typeface="Times New Roman"/>
              <a:cs typeface="Times New Roman"/>
              <a:sym typeface="Times New Roman"/>
            </a:endParaRPr>
          </a:p>
          <a:p>
            <a:pPr marL="12700" marR="5080" lvl="0" indent="0" algn="just" rtl="0">
              <a:lnSpc>
                <a:spcPct val="114893"/>
              </a:lnSpc>
              <a:spcBef>
                <a:spcPts val="0"/>
              </a:spcBef>
              <a:spcAft>
                <a:spcPts val="0"/>
              </a:spcAft>
              <a:buClr>
                <a:srgbClr val="000000"/>
              </a:buClr>
              <a:buSzPts val="2650"/>
              <a:buFont typeface="Arial"/>
              <a:buNone/>
            </a:pPr>
            <a:endParaRPr sz="2650" b="1" i="0" u="none" strike="noStrike" cap="none">
              <a:solidFill>
                <a:srgbClr val="1B73BA"/>
              </a:solidFill>
              <a:latin typeface="Times New Roman"/>
              <a:ea typeface="Times New Roman"/>
              <a:cs typeface="Times New Roman"/>
              <a:sym typeface="Times New Roman"/>
            </a:endParaRPr>
          </a:p>
          <a:p>
            <a:pPr marL="457200" marR="5080" lvl="0" indent="-396875" algn="just" rtl="0">
              <a:lnSpc>
                <a:spcPct val="114893"/>
              </a:lnSpc>
              <a:spcBef>
                <a:spcPts val="0"/>
              </a:spcBef>
              <a:spcAft>
                <a:spcPts val="0"/>
              </a:spcAft>
              <a:buClr>
                <a:srgbClr val="1B73BA"/>
              </a:buClr>
              <a:buSzPts val="2650"/>
              <a:buFont typeface="Times New Roman"/>
              <a:buChar char="●"/>
            </a:pPr>
            <a:r>
              <a:rPr lang="en-US" sz="2650" b="0" i="0" u="none" strike="noStrike" cap="none">
                <a:solidFill>
                  <a:srgbClr val="1B73BA"/>
                </a:solidFill>
                <a:latin typeface="Times New Roman"/>
                <a:ea typeface="Times New Roman"/>
                <a:cs typeface="Times New Roman"/>
                <a:sym typeface="Times New Roman"/>
              </a:rPr>
              <a:t>Self-driving cars</a:t>
            </a:r>
            <a:endParaRPr sz="2650" b="0" i="0" u="none" strike="noStrike" cap="none">
              <a:solidFill>
                <a:srgbClr val="1B73BA"/>
              </a:solidFill>
              <a:latin typeface="Times New Roman"/>
              <a:ea typeface="Times New Roman"/>
              <a:cs typeface="Times New Roman"/>
              <a:sym typeface="Times New Roman"/>
            </a:endParaRPr>
          </a:p>
          <a:p>
            <a:pPr marL="457200" marR="5080" lvl="0" indent="-396875" algn="just" rtl="0">
              <a:lnSpc>
                <a:spcPct val="114893"/>
              </a:lnSpc>
              <a:spcBef>
                <a:spcPts val="0"/>
              </a:spcBef>
              <a:spcAft>
                <a:spcPts val="0"/>
              </a:spcAft>
              <a:buClr>
                <a:srgbClr val="1B73BA"/>
              </a:buClr>
              <a:buSzPts val="2650"/>
              <a:buFont typeface="Times New Roman"/>
              <a:buChar char="●"/>
            </a:pPr>
            <a:r>
              <a:rPr lang="en-US" sz="2650" b="0" i="0" u="none" strike="noStrike" cap="none">
                <a:solidFill>
                  <a:srgbClr val="1B73BA"/>
                </a:solidFill>
                <a:latin typeface="Times New Roman"/>
                <a:ea typeface="Times New Roman"/>
                <a:cs typeface="Times New Roman"/>
                <a:sym typeface="Times New Roman"/>
              </a:rPr>
              <a:t>Smart homes</a:t>
            </a:r>
            <a:endParaRPr sz="2650" b="0" i="0" u="none" strike="noStrike" cap="none">
              <a:solidFill>
                <a:srgbClr val="1B73BA"/>
              </a:solidFill>
              <a:latin typeface="Times New Roman"/>
              <a:ea typeface="Times New Roman"/>
              <a:cs typeface="Times New Roman"/>
              <a:sym typeface="Times New Roman"/>
            </a:endParaRPr>
          </a:p>
          <a:p>
            <a:pPr marL="457200" marR="5080" lvl="0" indent="-396875" algn="just" rtl="0">
              <a:lnSpc>
                <a:spcPct val="114893"/>
              </a:lnSpc>
              <a:spcBef>
                <a:spcPts val="0"/>
              </a:spcBef>
              <a:spcAft>
                <a:spcPts val="0"/>
              </a:spcAft>
              <a:buClr>
                <a:srgbClr val="1B73BA"/>
              </a:buClr>
              <a:buSzPts val="2650"/>
              <a:buFont typeface="Times New Roman"/>
              <a:buChar char="●"/>
            </a:pPr>
            <a:r>
              <a:rPr lang="en-US" sz="2650" b="0" i="0" u="none" strike="noStrike" cap="none">
                <a:solidFill>
                  <a:srgbClr val="1B73BA"/>
                </a:solidFill>
                <a:latin typeface="Times New Roman"/>
                <a:ea typeface="Times New Roman"/>
                <a:cs typeface="Times New Roman"/>
                <a:sym typeface="Times New Roman"/>
              </a:rPr>
              <a:t>Intelligent healthcare monitoring</a:t>
            </a:r>
            <a:endParaRPr sz="2650" b="0" i="0" u="none" strike="noStrike" cap="none">
              <a:solidFill>
                <a:srgbClr val="1B73BA"/>
              </a:solidFill>
              <a:latin typeface="Times New Roman"/>
              <a:ea typeface="Times New Roman"/>
              <a:cs typeface="Times New Roman"/>
              <a:sym typeface="Times New Roman"/>
            </a:endParaRPr>
          </a:p>
          <a:p>
            <a:pPr marL="457200" marR="5080" lvl="0" indent="-396875" algn="just" rtl="0">
              <a:lnSpc>
                <a:spcPct val="114893"/>
              </a:lnSpc>
              <a:spcBef>
                <a:spcPts val="0"/>
              </a:spcBef>
              <a:spcAft>
                <a:spcPts val="0"/>
              </a:spcAft>
              <a:buClr>
                <a:srgbClr val="1B73BA"/>
              </a:buClr>
              <a:buSzPts val="2650"/>
              <a:buFont typeface="Times New Roman"/>
              <a:buChar char="●"/>
            </a:pPr>
            <a:r>
              <a:rPr lang="en-US" sz="2650" b="0" i="0" u="none" strike="noStrike" cap="none">
                <a:solidFill>
                  <a:srgbClr val="1B73BA"/>
                </a:solidFill>
                <a:latin typeface="Times New Roman"/>
                <a:ea typeface="Times New Roman"/>
                <a:cs typeface="Times New Roman"/>
                <a:sym typeface="Times New Roman"/>
              </a:rPr>
              <a:t>AI-powered personal assistants</a:t>
            </a:r>
            <a:endParaRPr sz="2650" b="0" i="0" u="none" strike="noStrike" cap="none">
              <a:solidFill>
                <a:srgbClr val="1B73BA"/>
              </a:solidFill>
              <a:latin typeface="Times New Roman"/>
              <a:ea typeface="Times New Roman"/>
              <a:cs typeface="Times New Roman"/>
              <a:sym typeface="Times New Roman"/>
            </a:endParaRPr>
          </a:p>
          <a:p>
            <a:pPr marL="457200" marR="5080" lvl="0" indent="0" algn="just" rtl="0">
              <a:lnSpc>
                <a:spcPct val="114893"/>
              </a:lnSpc>
              <a:spcBef>
                <a:spcPts val="0"/>
              </a:spcBef>
              <a:spcAft>
                <a:spcPts val="0"/>
              </a:spcAft>
              <a:buClr>
                <a:srgbClr val="000000"/>
              </a:buClr>
              <a:buSzPts val="2650"/>
              <a:buFont typeface="Arial"/>
              <a:buNone/>
            </a:pPr>
            <a:endParaRPr sz="2650" b="0" i="0" u="none" strike="noStrike" cap="none">
              <a:solidFill>
                <a:srgbClr val="1B73BA"/>
              </a:solidFill>
              <a:latin typeface="Times New Roman"/>
              <a:ea typeface="Times New Roman"/>
              <a:cs typeface="Times New Roman"/>
              <a:sym typeface="Times New Roman"/>
            </a:endParaRPr>
          </a:p>
        </p:txBody>
      </p:sp>
      <p:sp>
        <p:nvSpPr>
          <p:cNvPr id="154" name="Google Shape;154;p8"/>
          <p:cNvSpPr/>
          <p:nvPr/>
        </p:nvSpPr>
        <p:spPr>
          <a:xfrm>
            <a:off x="9622350" y="3177125"/>
            <a:ext cx="557213" cy="583536"/>
          </a:xfrm>
          <a:custGeom>
            <a:avLst/>
            <a:gdLst/>
            <a:ahLst/>
            <a:cxnLst/>
            <a:rect l="l" t="t" r="r" b="b"/>
            <a:pathLst>
              <a:path w="952500" h="976629" extrusionOk="0">
                <a:moveTo>
                  <a:pt x="952207" y="488264"/>
                </a:moveTo>
                <a:lnTo>
                  <a:pt x="260324" y="0"/>
                </a:lnTo>
                <a:lnTo>
                  <a:pt x="260324" y="183718"/>
                </a:lnTo>
                <a:lnTo>
                  <a:pt x="0" y="0"/>
                </a:lnTo>
                <a:lnTo>
                  <a:pt x="0" y="976515"/>
                </a:lnTo>
                <a:lnTo>
                  <a:pt x="260324" y="792810"/>
                </a:lnTo>
                <a:lnTo>
                  <a:pt x="260324" y="976515"/>
                </a:lnTo>
                <a:lnTo>
                  <a:pt x="952207" y="488264"/>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grpSp>
        <p:nvGrpSpPr>
          <p:cNvPr id="159" name="Google Shape;159;p10"/>
          <p:cNvGrpSpPr/>
          <p:nvPr/>
        </p:nvGrpSpPr>
        <p:grpSpPr>
          <a:xfrm>
            <a:off x="12923348" y="3899680"/>
            <a:ext cx="2837505" cy="2186973"/>
            <a:chOff x="11442331" y="3455180"/>
            <a:chExt cx="4981574" cy="5286374"/>
          </a:xfrm>
        </p:grpSpPr>
        <p:pic>
          <p:nvPicPr>
            <p:cNvPr id="160" name="Google Shape;160;p10"/>
            <p:cNvPicPr preferRelativeResize="0"/>
            <p:nvPr/>
          </p:nvPicPr>
          <p:blipFill rotWithShape="1">
            <a:blip r:embed="rId3">
              <a:alphaModFix/>
            </a:blip>
            <a:srcRect/>
            <a:stretch/>
          </p:blipFill>
          <p:spPr>
            <a:xfrm>
              <a:off x="11442331" y="3455180"/>
              <a:ext cx="4981574" cy="5286374"/>
            </a:xfrm>
            <a:prstGeom prst="rect">
              <a:avLst/>
            </a:prstGeom>
            <a:noFill/>
            <a:ln>
              <a:noFill/>
            </a:ln>
          </p:spPr>
        </p:pic>
        <p:sp>
          <p:nvSpPr>
            <p:cNvPr id="161" name="Google Shape;161;p10"/>
            <p:cNvSpPr/>
            <p:nvPr/>
          </p:nvSpPr>
          <p:spPr>
            <a:xfrm>
              <a:off x="14071395" y="4779171"/>
              <a:ext cx="690245" cy="229870"/>
            </a:xfrm>
            <a:custGeom>
              <a:avLst/>
              <a:gdLst/>
              <a:ahLst/>
              <a:cxnLst/>
              <a:rect l="l" t="t" r="r" b="b"/>
              <a:pathLst>
                <a:path w="690244" h="229870" extrusionOk="0">
                  <a:moveTo>
                    <a:pt x="575104" y="229690"/>
                  </a:moveTo>
                  <a:lnTo>
                    <a:pt x="114844" y="229690"/>
                  </a:lnTo>
                  <a:lnTo>
                    <a:pt x="92335" y="227463"/>
                  </a:lnTo>
                  <a:lnTo>
                    <a:pt x="51129" y="210395"/>
                  </a:lnTo>
                  <a:lnTo>
                    <a:pt x="19295" y="178561"/>
                  </a:lnTo>
                  <a:lnTo>
                    <a:pt x="2227" y="137355"/>
                  </a:lnTo>
                  <a:lnTo>
                    <a:pt x="0" y="114845"/>
                  </a:lnTo>
                  <a:lnTo>
                    <a:pt x="2227" y="92335"/>
                  </a:lnTo>
                  <a:lnTo>
                    <a:pt x="19295" y="51129"/>
                  </a:lnTo>
                  <a:lnTo>
                    <a:pt x="51129" y="19295"/>
                  </a:lnTo>
                  <a:lnTo>
                    <a:pt x="92335" y="2227"/>
                  </a:lnTo>
                  <a:lnTo>
                    <a:pt x="114844" y="0"/>
                  </a:lnTo>
                  <a:lnTo>
                    <a:pt x="575104" y="0"/>
                  </a:lnTo>
                  <a:lnTo>
                    <a:pt x="619054" y="8742"/>
                  </a:lnTo>
                  <a:lnTo>
                    <a:pt x="656312" y="33637"/>
                  </a:lnTo>
                  <a:lnTo>
                    <a:pt x="681207" y="70895"/>
                  </a:lnTo>
                  <a:lnTo>
                    <a:pt x="689949" y="114845"/>
                  </a:lnTo>
                  <a:lnTo>
                    <a:pt x="687722" y="137355"/>
                  </a:lnTo>
                  <a:lnTo>
                    <a:pt x="670654" y="178561"/>
                  </a:lnTo>
                  <a:lnTo>
                    <a:pt x="638821" y="210395"/>
                  </a:lnTo>
                  <a:lnTo>
                    <a:pt x="597614" y="227463"/>
                  </a:lnTo>
                  <a:lnTo>
                    <a:pt x="575104" y="229690"/>
                  </a:lnTo>
                  <a:close/>
                </a:path>
              </a:pathLst>
            </a:custGeom>
            <a:solidFill>
              <a:srgbClr val="FFCA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62" name="Google Shape;162;p10" descr="$PPTXTitle"/>
          <p:cNvSpPr txBox="1">
            <a:spLocks noGrp="1"/>
          </p:cNvSpPr>
          <p:nvPr>
            <p:ph type="title"/>
          </p:nvPr>
        </p:nvSpPr>
        <p:spPr>
          <a:xfrm>
            <a:off x="3750200" y="1404300"/>
            <a:ext cx="12792600" cy="1042800"/>
          </a:xfrm>
          <a:prstGeom prst="rect">
            <a:avLst/>
          </a:prstGeom>
          <a:noFill/>
          <a:ln>
            <a:noFill/>
          </a:ln>
        </p:spPr>
        <p:txBody>
          <a:bodyPr spcFirstLastPara="1" wrap="square" lIns="0" tIns="11425" rIns="0" bIns="0" anchor="t" anchorCtr="0">
            <a:spAutoFit/>
          </a:bodyPr>
          <a:lstStyle/>
          <a:p>
            <a:pPr marL="0" lvl="0" indent="0" algn="l" rtl="0">
              <a:lnSpc>
                <a:spcPct val="100000"/>
              </a:lnSpc>
              <a:spcBef>
                <a:spcPts val="0"/>
              </a:spcBef>
              <a:spcAft>
                <a:spcPts val="0"/>
              </a:spcAft>
              <a:buSzPts val="1400"/>
              <a:buNone/>
            </a:pPr>
            <a:r>
              <a:rPr lang="en-US" sz="6700">
                <a:latin typeface="Times New Roman"/>
                <a:ea typeface="Times New Roman"/>
                <a:cs typeface="Times New Roman"/>
                <a:sym typeface="Times New Roman"/>
              </a:rPr>
              <a:t> 2: AI IN WEB </a:t>
            </a:r>
            <a:r>
              <a:rPr lang="en-US" sz="6700">
                <a:solidFill>
                  <a:schemeClr val="hlink"/>
                </a:solidFill>
                <a:latin typeface="Times New Roman"/>
                <a:ea typeface="Times New Roman"/>
                <a:cs typeface="Times New Roman"/>
                <a:sym typeface="Times New Roman"/>
              </a:rPr>
              <a:t>ARCHITECTURE</a:t>
            </a:r>
            <a:endParaRPr sz="6700">
              <a:latin typeface="Times New Roman"/>
              <a:ea typeface="Times New Roman"/>
              <a:cs typeface="Times New Roman"/>
              <a:sym typeface="Times New Roman"/>
            </a:endParaRPr>
          </a:p>
        </p:txBody>
      </p:sp>
      <p:sp>
        <p:nvSpPr>
          <p:cNvPr id="163" name="Google Shape;163;p10"/>
          <p:cNvSpPr txBox="1"/>
          <p:nvPr/>
        </p:nvSpPr>
        <p:spPr>
          <a:xfrm>
            <a:off x="1761725" y="3962800"/>
            <a:ext cx="8881800" cy="2966100"/>
          </a:xfrm>
          <a:prstGeom prst="rect">
            <a:avLst/>
          </a:prstGeom>
          <a:noFill/>
          <a:ln>
            <a:noFill/>
          </a:ln>
        </p:spPr>
        <p:txBody>
          <a:bodyPr spcFirstLastPara="1" wrap="square" lIns="0" tIns="11425" rIns="0" bIns="0" anchor="t" anchorCtr="0">
            <a:spAutoFit/>
          </a:bodyPr>
          <a:lstStyle/>
          <a:p>
            <a:pPr marL="457200" marR="0" lvl="0" indent="-396875" algn="l" rtl="0">
              <a:lnSpc>
                <a:spcPct val="116829"/>
              </a:lnSpc>
              <a:spcBef>
                <a:spcPts val="5935"/>
              </a:spcBef>
              <a:spcAft>
                <a:spcPts val="0"/>
              </a:spcAft>
              <a:buClr>
                <a:srgbClr val="1B73BA"/>
              </a:buClr>
              <a:buSzPts val="2650"/>
              <a:buFont typeface="Times New Roman"/>
              <a:buChar char="❖"/>
            </a:pPr>
            <a:r>
              <a:rPr lang="en-US" sz="2650" b="1" i="0" u="none" strike="noStrike" cap="none">
                <a:solidFill>
                  <a:srgbClr val="1B73BA"/>
                </a:solidFill>
                <a:latin typeface="Times New Roman"/>
                <a:ea typeface="Times New Roman"/>
                <a:cs typeface="Times New Roman"/>
                <a:sym typeface="Times New Roman"/>
              </a:rPr>
              <a:t>What is Artificial Intelligence (AI) in Web Architecture?</a:t>
            </a:r>
            <a:endParaRPr sz="2650" b="1"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658"/>
              </a:lnSpc>
              <a:spcBef>
                <a:spcPts val="120"/>
              </a:spcBef>
              <a:spcAft>
                <a:spcPts val="0"/>
              </a:spcAft>
              <a:buClr>
                <a:srgbClr val="000000"/>
              </a:buClr>
              <a:buSzPts val="2350"/>
              <a:buFont typeface="Arial"/>
              <a:buNone/>
            </a:pPr>
            <a:r>
              <a:rPr lang="en-US" sz="2350" b="0" i="0" u="none" strike="noStrike" cap="none">
                <a:solidFill>
                  <a:srgbClr val="1B73BA"/>
                </a:solidFill>
                <a:latin typeface="Times New Roman"/>
                <a:ea typeface="Times New Roman"/>
                <a:cs typeface="Times New Roman"/>
                <a:sym typeface="Times New Roman"/>
              </a:rPr>
              <a:t>AI in Web Architecture is the integration of artificial intelligence and machine-learning technologies into web applications to provide intelligent, automated, personalized, and context-aware services. </a:t>
            </a:r>
            <a:endParaRPr sz="2350" b="0" i="0" u="none" strike="noStrike" cap="none">
              <a:solidFill>
                <a:srgbClr val="1B73BA"/>
              </a:solidFill>
              <a:latin typeface="Times New Roman"/>
              <a:ea typeface="Times New Roman"/>
              <a:cs typeface="Times New Roman"/>
              <a:sym typeface="Times New Roman"/>
            </a:endParaRPr>
          </a:p>
          <a:p>
            <a:pPr marL="12700" marR="5080" lvl="0" indent="0" algn="just" rtl="0">
              <a:lnSpc>
                <a:spcPct val="113658"/>
              </a:lnSpc>
              <a:spcBef>
                <a:spcPts val="120"/>
              </a:spcBef>
              <a:spcAft>
                <a:spcPts val="0"/>
              </a:spcAft>
              <a:buClr>
                <a:srgbClr val="000000"/>
              </a:buClr>
              <a:buSzPts val="2350"/>
              <a:buFont typeface="Arial"/>
              <a:buNone/>
            </a:pPr>
            <a:endParaRPr sz="2350" b="0" i="0" u="none" strike="noStrike" cap="none">
              <a:solidFill>
                <a:srgbClr val="1B73BA"/>
              </a:solidFill>
              <a:latin typeface="Times New Roman"/>
              <a:ea typeface="Times New Roman"/>
              <a:cs typeface="Times New Roman"/>
              <a:sym typeface="Times New Roman"/>
            </a:endParaRPr>
          </a:p>
          <a:p>
            <a:pPr marL="12700" marR="5080" lvl="0" indent="0" algn="l" rtl="0">
              <a:lnSpc>
                <a:spcPct val="113658"/>
              </a:lnSpc>
              <a:spcBef>
                <a:spcPts val="120"/>
              </a:spcBef>
              <a:spcAft>
                <a:spcPts val="0"/>
              </a:spcAft>
              <a:buClr>
                <a:srgbClr val="000000"/>
              </a:buClr>
              <a:buSzPts val="2350"/>
              <a:buFont typeface="Arial"/>
              <a:buNone/>
            </a:pPr>
            <a:endParaRPr sz="2350" b="0" i="0" u="none" strike="noStrike" cap="none">
              <a:solidFill>
                <a:srgbClr val="1B73BA"/>
              </a:solidFill>
              <a:latin typeface="Times New Roman"/>
              <a:ea typeface="Times New Roman"/>
              <a:cs typeface="Times New Roman"/>
              <a:sym typeface="Times New Roman"/>
            </a:endParaRPr>
          </a:p>
          <a:p>
            <a:pPr marL="12700" marR="5080" lvl="0" indent="0" algn="l" rtl="0">
              <a:lnSpc>
                <a:spcPct val="113658"/>
              </a:lnSpc>
              <a:spcBef>
                <a:spcPts val="114"/>
              </a:spcBef>
              <a:spcAft>
                <a:spcPts val="0"/>
              </a:spcAft>
              <a:buClr>
                <a:srgbClr val="000000"/>
              </a:buClr>
              <a:buSzPts val="2350"/>
              <a:buFont typeface="Arial"/>
              <a:buNone/>
            </a:pPr>
            <a:endParaRPr sz="2350" b="0" i="0" u="none" strike="noStrike" cap="none">
              <a:solidFill>
                <a:srgbClr val="000000"/>
              </a:solidFill>
              <a:latin typeface="Times New Roman"/>
              <a:ea typeface="Times New Roman"/>
              <a:cs typeface="Times New Roman"/>
              <a:sym typeface="Times New Roman"/>
            </a:endParaRPr>
          </a:p>
        </p:txBody>
      </p:sp>
      <p:sp>
        <p:nvSpPr>
          <p:cNvPr id="164" name="Google Shape;164;p10"/>
          <p:cNvSpPr txBox="1"/>
          <p:nvPr/>
        </p:nvSpPr>
        <p:spPr>
          <a:xfrm>
            <a:off x="1019375" y="8387650"/>
            <a:ext cx="1100400" cy="946500"/>
          </a:xfrm>
          <a:prstGeom prst="rect">
            <a:avLst/>
          </a:prstGeom>
          <a:noFill/>
          <a:ln>
            <a:noFill/>
          </a:ln>
        </p:spPr>
        <p:txBody>
          <a:bodyPr spcFirstLastPara="1" wrap="square" lIns="0" tIns="15225" rIns="0" bIns="0" anchor="t" anchorCtr="0">
            <a:spAutoFit/>
          </a:bodyPr>
          <a:lstStyle/>
          <a:p>
            <a:pPr marL="12700" marR="0" lvl="0" indent="0" algn="l" rtl="0">
              <a:lnSpc>
                <a:spcPct val="100000"/>
              </a:lnSpc>
              <a:spcBef>
                <a:spcPts val="0"/>
              </a:spcBef>
              <a:spcAft>
                <a:spcPts val="0"/>
              </a:spcAft>
              <a:buClr>
                <a:srgbClr val="000000"/>
              </a:buClr>
              <a:buSzPts val="6050"/>
              <a:buFont typeface="Arial"/>
              <a:buNone/>
            </a:pPr>
            <a:r>
              <a:rPr lang="en-US" sz="6050" b="1" i="0" u="none" strike="noStrike" cap="none">
                <a:solidFill>
                  <a:srgbClr val="1B73BA"/>
                </a:solidFill>
                <a:latin typeface="Trebuchet MS"/>
                <a:ea typeface="Trebuchet MS"/>
                <a:cs typeface="Trebuchet MS"/>
                <a:sym typeface="Trebuchet MS"/>
              </a:rPr>
              <a:t>10</a:t>
            </a:r>
            <a:endParaRPr sz="6050" b="0" i="0" u="none" strike="noStrike" cap="none">
              <a:solidFill>
                <a:srgbClr val="000000"/>
              </a:solidFill>
              <a:latin typeface="Trebuchet MS"/>
              <a:ea typeface="Trebuchet MS"/>
              <a:cs typeface="Trebuchet MS"/>
              <a:sym typeface="Trebuchet MS"/>
            </a:endParaRPr>
          </a:p>
        </p:txBody>
      </p:sp>
      <p:sp>
        <p:nvSpPr>
          <p:cNvPr id="165" name="Google Shape;165;p10"/>
          <p:cNvSpPr txBox="1"/>
          <p:nvPr/>
        </p:nvSpPr>
        <p:spPr>
          <a:xfrm>
            <a:off x="12048750" y="7539250"/>
            <a:ext cx="4586700" cy="8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50"/>
              <a:buFont typeface="Arial"/>
              <a:buNone/>
            </a:pPr>
            <a:endParaRPr sz="2150" b="1" i="0" u="none" strike="noStrike" cap="none">
              <a:solidFill>
                <a:srgbClr val="1B73BA"/>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3fac0026462_0_10"/>
          <p:cNvSpPr txBox="1">
            <a:spLocks noGrp="1"/>
          </p:cNvSpPr>
          <p:nvPr>
            <p:ph type="title"/>
          </p:nvPr>
        </p:nvSpPr>
        <p:spPr>
          <a:xfrm>
            <a:off x="6242400" y="1240800"/>
            <a:ext cx="5319000" cy="73992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2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1. User</a:t>
            </a:r>
            <a:endParaRPr sz="2150">
              <a:latin typeface="Times New Roman"/>
              <a:ea typeface="Times New Roman"/>
              <a:cs typeface="Times New Roman"/>
              <a:sym typeface="Times New Roman"/>
            </a:endParaRPr>
          </a:p>
          <a:p>
            <a:pPr marL="457200" lvl="0" indent="-317500" algn="just" rtl="0">
              <a:lnSpc>
                <a:spcPct val="115000"/>
              </a:lnSpc>
              <a:spcBef>
                <a:spcPts val="120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The person who interacts with the web application using a computer, laptop, tablet, or smartphone. </a:t>
            </a:r>
            <a:endParaRPr sz="2050" b="0">
              <a:latin typeface="Times New Roman"/>
              <a:ea typeface="Times New Roman"/>
              <a:cs typeface="Times New Roman"/>
              <a:sym typeface="Times New Roman"/>
            </a:endParaRPr>
          </a:p>
          <a:p>
            <a:pPr marL="457200" lvl="0" indent="-317500" algn="just" rtl="0">
              <a:lnSpc>
                <a:spcPct val="115000"/>
              </a:lnSpc>
              <a:spcBef>
                <a:spcPts val="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Search for information. </a:t>
            </a:r>
            <a:endParaRPr sz="2050" b="0">
              <a:latin typeface="Times New Roman"/>
              <a:ea typeface="Times New Roman"/>
              <a:cs typeface="Times New Roman"/>
              <a:sym typeface="Times New Roman"/>
            </a:endParaRPr>
          </a:p>
          <a:p>
            <a:pPr marL="457200" lvl="0" indent="-317500" algn="just" rtl="0">
              <a:lnSpc>
                <a:spcPct val="115000"/>
              </a:lnSpc>
              <a:spcBef>
                <a:spcPts val="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Give commands through text or voice. </a:t>
            </a:r>
            <a:endParaRPr sz="2050" b="0">
              <a:latin typeface="Times New Roman"/>
              <a:ea typeface="Times New Roman"/>
              <a:cs typeface="Times New Roman"/>
              <a:sym typeface="Times New Roman"/>
            </a:endParaRPr>
          </a:p>
          <a:p>
            <a:pPr marL="457200" lvl="0" indent="-317500" algn="just" rtl="0">
              <a:lnSpc>
                <a:spcPct val="115000"/>
              </a:lnSpc>
              <a:spcBef>
                <a:spcPts val="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Upload images or files </a:t>
            </a:r>
            <a:endParaRPr sz="2150">
              <a:latin typeface="Times New Roman"/>
              <a:ea typeface="Times New Roman"/>
              <a:cs typeface="Times New Roman"/>
              <a:sym typeface="Times New Roman"/>
            </a:endParaRPr>
          </a:p>
          <a:p>
            <a:pPr marL="0" lvl="0" indent="0" algn="l" rtl="0">
              <a:lnSpc>
                <a:spcPct val="100000"/>
              </a:lnSpc>
              <a:spcBef>
                <a:spcPts val="1200"/>
              </a:spcBef>
              <a:spcAft>
                <a:spcPts val="0"/>
              </a:spcAft>
              <a:buSzPts val="1400"/>
              <a:buNone/>
            </a:pPr>
            <a:endParaRPr sz="2150">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r>
              <a:rPr lang="en-US" sz="2150">
                <a:latin typeface="Times New Roman"/>
                <a:ea typeface="Times New Roman"/>
                <a:cs typeface="Times New Roman"/>
                <a:sym typeface="Times New Roman"/>
              </a:rPr>
              <a:t>2. Web Interface</a:t>
            </a:r>
            <a:endParaRPr sz="2150">
              <a:latin typeface="Times New Roman"/>
              <a:ea typeface="Times New Roman"/>
              <a:cs typeface="Times New Roman"/>
              <a:sym typeface="Times New Roman"/>
            </a:endParaRPr>
          </a:p>
          <a:p>
            <a:pPr marL="457200" lvl="0" indent="-317500" algn="l" rtl="0">
              <a:lnSpc>
                <a:spcPct val="115000"/>
              </a:lnSpc>
              <a:spcBef>
                <a:spcPts val="120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HTML, CSS, JavaScript</a:t>
            </a:r>
            <a:endParaRPr sz="2050" b="0">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Displays AI-generated results.</a:t>
            </a:r>
            <a:endParaRPr sz="2050" b="0">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Allows users to interact with AI features.</a:t>
            </a:r>
            <a:endParaRPr sz="2050" b="0">
              <a:latin typeface="Times New Roman"/>
              <a:ea typeface="Times New Roman"/>
              <a:cs typeface="Times New Roman"/>
              <a:sym typeface="Times New Roman"/>
            </a:endParaRPr>
          </a:p>
          <a:p>
            <a:pPr marL="457200" lvl="0" indent="0" algn="l" rtl="0">
              <a:lnSpc>
                <a:spcPct val="115000"/>
              </a:lnSpc>
              <a:spcBef>
                <a:spcPts val="1200"/>
              </a:spcBef>
              <a:spcAft>
                <a:spcPts val="0"/>
              </a:spcAft>
              <a:buSzPts val="1400"/>
              <a:buNone/>
            </a:pPr>
            <a:endParaRPr sz="2050" b="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150">
                <a:latin typeface="Times New Roman"/>
                <a:ea typeface="Times New Roman"/>
                <a:cs typeface="Times New Roman"/>
                <a:sym typeface="Times New Roman"/>
              </a:rPr>
              <a:t>3. Web/Application Server</a:t>
            </a:r>
            <a:endParaRPr sz="2150">
              <a:latin typeface="Times New Roman"/>
              <a:ea typeface="Times New Roman"/>
              <a:cs typeface="Times New Roman"/>
              <a:sym typeface="Times New Roman"/>
            </a:endParaRPr>
          </a:p>
          <a:p>
            <a:pPr marL="457200" lvl="0" indent="-317500" algn="l" rtl="0">
              <a:lnSpc>
                <a:spcPct val="115000"/>
              </a:lnSpc>
              <a:spcBef>
                <a:spcPts val="120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Receives user requests.</a:t>
            </a:r>
            <a:endParaRPr sz="2050" b="0">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Communicates with databases and AI models.</a:t>
            </a:r>
            <a:endParaRPr sz="2050" b="0">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Font typeface="Times New Roman"/>
              <a:buChar char="●"/>
            </a:pPr>
            <a:r>
              <a:rPr lang="en-US" sz="2050" b="0">
                <a:latin typeface="Times New Roman"/>
                <a:ea typeface="Times New Roman"/>
                <a:cs typeface="Times New Roman"/>
                <a:sym typeface="Times New Roman"/>
              </a:rPr>
              <a:t>Handles business logic.</a:t>
            </a:r>
            <a:endParaRPr sz="2050" b="0">
              <a:latin typeface="Times New Roman"/>
              <a:ea typeface="Times New Roman"/>
              <a:cs typeface="Times New Roman"/>
              <a:sym typeface="Times New Roman"/>
            </a:endParaRPr>
          </a:p>
          <a:p>
            <a:pPr marL="0" lvl="0" indent="0" algn="l" rtl="0">
              <a:lnSpc>
                <a:spcPct val="100000"/>
              </a:lnSpc>
              <a:spcBef>
                <a:spcPts val="1200"/>
              </a:spcBef>
              <a:spcAft>
                <a:spcPts val="0"/>
              </a:spcAft>
              <a:buSzPts val="1400"/>
              <a:buNone/>
            </a:pPr>
            <a:endParaRPr sz="1400">
              <a:latin typeface="Times New Roman"/>
              <a:ea typeface="Times New Roman"/>
              <a:cs typeface="Times New Roman"/>
              <a:sym typeface="Times New Roman"/>
            </a:endParaRPr>
          </a:p>
        </p:txBody>
      </p:sp>
      <p:sp>
        <p:nvSpPr>
          <p:cNvPr id="171" name="Google Shape;171;g3fac0026462_0_10"/>
          <p:cNvSpPr txBox="1">
            <a:spLocks noGrp="1"/>
          </p:cNvSpPr>
          <p:nvPr>
            <p:ph type="body" idx="1"/>
          </p:nvPr>
        </p:nvSpPr>
        <p:spPr>
          <a:xfrm>
            <a:off x="794000" y="7686600"/>
            <a:ext cx="4812300" cy="631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Clr>
                <a:schemeClr val="dk1"/>
              </a:buClr>
              <a:buSzPts val="1100"/>
              <a:buFont typeface="Arial"/>
              <a:buNone/>
            </a:pPr>
            <a:r>
              <a:rPr lang="en-US" sz="2150" b="1">
                <a:solidFill>
                  <a:schemeClr val="hlink"/>
                </a:solidFill>
                <a:latin typeface="Times New Roman"/>
                <a:ea typeface="Times New Roman"/>
                <a:cs typeface="Times New Roman"/>
                <a:sym typeface="Times New Roman"/>
              </a:rPr>
              <a:t>Fig. AI in Web Architecture</a:t>
            </a:r>
            <a:endParaRPr sz="2150" b="1">
              <a:solidFill>
                <a:schemeClr val="hlink"/>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endParaRPr/>
          </a:p>
        </p:txBody>
      </p:sp>
      <p:pic>
        <p:nvPicPr>
          <p:cNvPr id="172" name="Google Shape;172;g3fac0026462_0_10"/>
          <p:cNvPicPr preferRelativeResize="0"/>
          <p:nvPr/>
        </p:nvPicPr>
        <p:blipFill rotWithShape="1">
          <a:blip r:embed="rId3">
            <a:alphaModFix/>
          </a:blip>
          <a:srcRect/>
          <a:stretch/>
        </p:blipFill>
        <p:spPr>
          <a:xfrm>
            <a:off x="287225" y="2372175"/>
            <a:ext cx="5318874" cy="5128624"/>
          </a:xfrm>
          <a:prstGeom prst="rect">
            <a:avLst/>
          </a:prstGeom>
          <a:noFill/>
          <a:ln>
            <a:noFill/>
          </a:ln>
        </p:spPr>
      </p:pic>
      <p:sp>
        <p:nvSpPr>
          <p:cNvPr id="173" name="Google Shape;173;g3fac0026462_0_10"/>
          <p:cNvSpPr txBox="1"/>
          <p:nvPr/>
        </p:nvSpPr>
        <p:spPr>
          <a:xfrm>
            <a:off x="11955925" y="994825"/>
            <a:ext cx="6204000" cy="7158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0"/>
              </a:spcAft>
              <a:buClr>
                <a:schemeClr val="dk1"/>
              </a:buClr>
              <a:buSzPts val="1100"/>
              <a:buFont typeface="Arial"/>
              <a:buNone/>
            </a:pPr>
            <a:r>
              <a:rPr lang="en-US" sz="2150" b="1" i="0" u="none" strike="noStrike" cap="none">
                <a:solidFill>
                  <a:schemeClr val="hlink"/>
                </a:solidFill>
                <a:latin typeface="Times New Roman"/>
                <a:ea typeface="Times New Roman"/>
                <a:cs typeface="Times New Roman"/>
                <a:sym typeface="Times New Roman"/>
              </a:rPr>
              <a:t>4. AI/ML Layer </a:t>
            </a:r>
            <a:br>
              <a:rPr lang="en-US" sz="2050" b="0" i="0" u="none" strike="noStrike" cap="none">
                <a:solidFill>
                  <a:schemeClr val="hlink"/>
                </a:solidFill>
                <a:latin typeface="Times New Roman"/>
                <a:ea typeface="Times New Roman"/>
                <a:cs typeface="Times New Roman"/>
                <a:sym typeface="Times New Roman"/>
              </a:rPr>
            </a:br>
            <a:r>
              <a:rPr lang="en-US" sz="2050" b="0" i="0" u="none" strike="noStrike" cap="none">
                <a:solidFill>
                  <a:schemeClr val="hlink"/>
                </a:solidFill>
                <a:latin typeface="Times New Roman"/>
                <a:ea typeface="Times New Roman"/>
                <a:cs typeface="Times New Roman"/>
                <a:sym typeface="Times New Roman"/>
              </a:rPr>
              <a:t> This is the intelligent part of the architecture.</a:t>
            </a:r>
            <a:endParaRPr sz="2050" b="0" i="0" u="none" strike="noStrike" cap="none">
              <a:solidFill>
                <a:schemeClr val="hlink"/>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chemeClr val="dk1"/>
              </a:buClr>
              <a:buSzPts val="1100"/>
              <a:buFont typeface="Arial"/>
              <a:buNone/>
            </a:pPr>
            <a:r>
              <a:rPr lang="en-US" sz="2050" b="0" i="0" u="none" strike="noStrike" cap="none">
                <a:solidFill>
                  <a:schemeClr val="hlink"/>
                </a:solidFill>
                <a:latin typeface="Times New Roman"/>
                <a:ea typeface="Times New Roman"/>
                <a:cs typeface="Times New Roman"/>
                <a:sym typeface="Times New Roman"/>
              </a:rPr>
              <a:t>It can perform:</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1200"/>
              </a:spcBef>
              <a:spcAft>
                <a:spcPts val="0"/>
              </a:spcAft>
              <a:buClr>
                <a:schemeClr val="dk1"/>
              </a:buClr>
              <a:buSzPts val="1400"/>
              <a:buFont typeface="Arial"/>
              <a:buChar char="●"/>
            </a:pPr>
            <a:r>
              <a:rPr lang="en-US" sz="2050" b="0" i="0" u="none" strike="noStrike" cap="none">
                <a:solidFill>
                  <a:schemeClr val="hlink"/>
                </a:solidFill>
                <a:latin typeface="Times New Roman"/>
                <a:ea typeface="Times New Roman"/>
                <a:cs typeface="Times New Roman"/>
                <a:sym typeface="Times New Roman"/>
              </a:rPr>
              <a:t>Natural Language Processing (NLP) → understand text and questions.</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0"/>
              </a:spcBef>
              <a:spcAft>
                <a:spcPts val="0"/>
              </a:spcAft>
              <a:buClr>
                <a:schemeClr val="dk1"/>
              </a:buClr>
              <a:buSzPts val="1400"/>
              <a:buFont typeface="Arial"/>
              <a:buChar char="●"/>
            </a:pPr>
            <a:r>
              <a:rPr lang="en-US" sz="2050" b="0" i="0" u="none" strike="noStrike" cap="none">
                <a:solidFill>
                  <a:schemeClr val="hlink"/>
                </a:solidFill>
                <a:latin typeface="Times New Roman"/>
                <a:ea typeface="Times New Roman"/>
                <a:cs typeface="Times New Roman"/>
                <a:sym typeface="Times New Roman"/>
              </a:rPr>
              <a:t>Machine Learning → predict user behavior.</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0"/>
              </a:spcBef>
              <a:spcAft>
                <a:spcPts val="0"/>
              </a:spcAft>
              <a:buClr>
                <a:schemeClr val="dk1"/>
              </a:buClr>
              <a:buSzPts val="1400"/>
              <a:buFont typeface="Arial"/>
              <a:buChar char="●"/>
            </a:pPr>
            <a:r>
              <a:rPr lang="en-US" sz="2050" b="0" i="0" u="none" strike="noStrike" cap="none">
                <a:solidFill>
                  <a:schemeClr val="hlink"/>
                </a:solidFill>
                <a:latin typeface="Times New Roman"/>
                <a:ea typeface="Times New Roman"/>
                <a:cs typeface="Times New Roman"/>
                <a:sym typeface="Times New Roman"/>
              </a:rPr>
              <a:t>Recommendation → suggest products, videos, or content.</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0"/>
              </a:spcBef>
              <a:spcAft>
                <a:spcPts val="0"/>
              </a:spcAft>
              <a:buClr>
                <a:schemeClr val="dk1"/>
              </a:buClr>
              <a:buSzPts val="1400"/>
              <a:buFont typeface="Arial"/>
              <a:buChar char="●"/>
            </a:pPr>
            <a:r>
              <a:rPr lang="en-US" sz="2050" b="0" i="0" u="none" strike="noStrike" cap="none">
                <a:solidFill>
                  <a:schemeClr val="hlink"/>
                </a:solidFill>
                <a:latin typeface="Times New Roman"/>
                <a:ea typeface="Times New Roman"/>
                <a:cs typeface="Times New Roman"/>
                <a:sym typeface="Times New Roman"/>
              </a:rPr>
              <a:t>Computer Vision → understand images and videos.</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0"/>
              </a:spcBef>
              <a:spcAft>
                <a:spcPts val="0"/>
              </a:spcAft>
              <a:buClr>
                <a:schemeClr val="dk1"/>
              </a:buClr>
              <a:buSzPts val="1400"/>
              <a:buFont typeface="Arial"/>
              <a:buChar char="●"/>
            </a:pPr>
            <a:r>
              <a:rPr lang="en-US" sz="2050" b="0" i="0" u="none" strike="noStrike" cap="none">
                <a:solidFill>
                  <a:schemeClr val="hlink"/>
                </a:solidFill>
                <a:latin typeface="Times New Roman"/>
                <a:ea typeface="Times New Roman"/>
                <a:cs typeface="Times New Roman"/>
                <a:sym typeface="Times New Roman"/>
              </a:rPr>
              <a:t>Generative AI → generate text, images, code, etc.</a:t>
            </a:r>
            <a:endParaRPr sz="2050" b="0" i="0" u="none" strike="noStrike" cap="none">
              <a:solidFill>
                <a:schemeClr val="hlink"/>
              </a:solidFill>
              <a:latin typeface="Times New Roman"/>
              <a:ea typeface="Times New Roman"/>
              <a:cs typeface="Times New Roman"/>
              <a:sym typeface="Times New Roman"/>
            </a:endParaRPr>
          </a:p>
          <a:p>
            <a:pPr marL="457200" marR="0" lvl="0" indent="0" algn="just" rtl="0">
              <a:lnSpc>
                <a:spcPct val="115000"/>
              </a:lnSpc>
              <a:spcBef>
                <a:spcPts val="1200"/>
              </a:spcBef>
              <a:spcAft>
                <a:spcPts val="0"/>
              </a:spcAft>
              <a:buClr>
                <a:srgbClr val="000000"/>
              </a:buClr>
              <a:buSzPts val="2050"/>
              <a:buFont typeface="Arial"/>
              <a:buNone/>
            </a:pPr>
            <a:endParaRPr sz="2050" b="0" i="0" u="none" strike="noStrike" cap="none">
              <a:solidFill>
                <a:schemeClr val="hlink"/>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chemeClr val="dk1"/>
              </a:buClr>
              <a:buSzPts val="1100"/>
              <a:buFont typeface="Arial"/>
              <a:buNone/>
            </a:pPr>
            <a:r>
              <a:rPr lang="en-US" sz="2150" b="1" i="0" u="none" strike="noStrike" cap="none">
                <a:solidFill>
                  <a:schemeClr val="hlink"/>
                </a:solidFill>
                <a:latin typeface="Times New Roman"/>
                <a:ea typeface="Times New Roman"/>
                <a:cs typeface="Times New Roman"/>
                <a:sym typeface="Times New Roman"/>
              </a:rPr>
              <a:t>5. Database / Knowledge Base Stores:</a:t>
            </a:r>
            <a:endParaRPr sz="2150" b="1"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1200"/>
              </a:spcBef>
              <a:spcAft>
                <a:spcPts val="0"/>
              </a:spcAft>
              <a:buClr>
                <a:schemeClr val="dk1"/>
              </a:buClr>
              <a:buSzPts val="1400"/>
              <a:buFont typeface="Times New Roman"/>
              <a:buChar char="●"/>
            </a:pPr>
            <a:r>
              <a:rPr lang="en-US" sz="2050" b="0" i="0" u="none" strike="noStrike" cap="none">
                <a:solidFill>
                  <a:schemeClr val="hlink"/>
                </a:solidFill>
                <a:latin typeface="Times New Roman"/>
                <a:ea typeface="Times New Roman"/>
                <a:cs typeface="Times New Roman"/>
                <a:sym typeface="Times New Roman"/>
              </a:rPr>
              <a:t>User information</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0"/>
              </a:spcBef>
              <a:spcAft>
                <a:spcPts val="0"/>
              </a:spcAft>
              <a:buClr>
                <a:schemeClr val="dk1"/>
              </a:buClr>
              <a:buSzPts val="1400"/>
              <a:buFont typeface="Times New Roman"/>
              <a:buChar char="●"/>
            </a:pPr>
            <a:r>
              <a:rPr lang="en-US" sz="2050" b="0" i="0" u="none" strike="noStrike" cap="none">
                <a:solidFill>
                  <a:schemeClr val="hlink"/>
                </a:solidFill>
                <a:latin typeface="Times New Roman"/>
                <a:ea typeface="Times New Roman"/>
                <a:cs typeface="Times New Roman"/>
                <a:sym typeface="Times New Roman"/>
              </a:rPr>
              <a:t>Historical data</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0"/>
              </a:spcBef>
              <a:spcAft>
                <a:spcPts val="0"/>
              </a:spcAft>
              <a:buClr>
                <a:schemeClr val="dk1"/>
              </a:buClr>
              <a:buSzPts val="1400"/>
              <a:buFont typeface="Times New Roman"/>
              <a:buChar char="●"/>
            </a:pPr>
            <a:r>
              <a:rPr lang="en-US" sz="2050" b="0" i="0" u="none" strike="noStrike" cap="none">
                <a:solidFill>
                  <a:schemeClr val="hlink"/>
                </a:solidFill>
                <a:latin typeface="Times New Roman"/>
                <a:ea typeface="Times New Roman"/>
                <a:cs typeface="Times New Roman"/>
                <a:sym typeface="Times New Roman"/>
              </a:rPr>
              <a:t>Product information</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0"/>
              </a:spcBef>
              <a:spcAft>
                <a:spcPts val="0"/>
              </a:spcAft>
              <a:buClr>
                <a:schemeClr val="dk1"/>
              </a:buClr>
              <a:buSzPts val="1400"/>
              <a:buFont typeface="Times New Roman"/>
              <a:buChar char="●"/>
            </a:pPr>
            <a:r>
              <a:rPr lang="en-US" sz="2050" b="0" i="0" u="none" strike="noStrike" cap="none">
                <a:solidFill>
                  <a:schemeClr val="hlink"/>
                </a:solidFill>
                <a:latin typeface="Times New Roman"/>
                <a:ea typeface="Times New Roman"/>
                <a:cs typeface="Times New Roman"/>
                <a:sym typeface="Times New Roman"/>
              </a:rPr>
              <a:t>Content</a:t>
            </a:r>
            <a:endParaRPr sz="2050" b="0" i="0" u="none" strike="noStrike" cap="none">
              <a:solidFill>
                <a:schemeClr val="hlink"/>
              </a:solidFill>
              <a:latin typeface="Times New Roman"/>
              <a:ea typeface="Times New Roman"/>
              <a:cs typeface="Times New Roman"/>
              <a:sym typeface="Times New Roman"/>
            </a:endParaRPr>
          </a:p>
          <a:p>
            <a:pPr marL="457200" marR="0" lvl="0" indent="-317500" algn="just" rtl="0">
              <a:lnSpc>
                <a:spcPct val="115000"/>
              </a:lnSpc>
              <a:spcBef>
                <a:spcPts val="0"/>
              </a:spcBef>
              <a:spcAft>
                <a:spcPts val="0"/>
              </a:spcAft>
              <a:buClr>
                <a:schemeClr val="dk1"/>
              </a:buClr>
              <a:buSzPts val="1400"/>
              <a:buFont typeface="Times New Roman"/>
              <a:buChar char="●"/>
            </a:pPr>
            <a:r>
              <a:rPr lang="en-US" sz="2050" b="0" i="0" u="none" strike="noStrike" cap="none">
                <a:solidFill>
                  <a:schemeClr val="hlink"/>
                </a:solidFill>
                <a:latin typeface="Times New Roman"/>
                <a:ea typeface="Times New Roman"/>
                <a:cs typeface="Times New Roman"/>
                <a:sym typeface="Times New Roman"/>
              </a:rPr>
              <a:t>AI training or retrieval data</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1200"/>
              </a:spcBef>
              <a:spcAft>
                <a:spcPts val="0"/>
              </a:spcAft>
              <a:buClr>
                <a:schemeClr val="dk1"/>
              </a:buClr>
              <a:buSzPts val="1100"/>
              <a:buFont typeface="Arial"/>
              <a:buNone/>
            </a:pPr>
            <a:endParaRPr sz="1400" b="1" i="0" u="none" strike="noStrike" cap="none">
              <a:solidFill>
                <a:schemeClr val="hlink"/>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950"/>
              <a:buFont typeface="Arial"/>
              <a:buNone/>
            </a:pPr>
            <a:endParaRPr sz="1950" b="0" i="0" u="none" strike="noStrike" cap="none">
              <a:solidFill>
                <a:srgbClr val="1B73BA"/>
              </a:solidFill>
              <a:latin typeface="Lucida Sans"/>
              <a:ea typeface="Lucida Sans"/>
              <a:cs typeface="Lucida Sans"/>
              <a:sym typeface="Lucida Sans"/>
            </a:endParaRPr>
          </a:p>
        </p:txBody>
      </p:sp>
      <p:sp>
        <p:nvSpPr>
          <p:cNvPr id="174" name="Google Shape;174;g3fac0026462_0_10"/>
          <p:cNvSpPr txBox="1"/>
          <p:nvPr/>
        </p:nvSpPr>
        <p:spPr>
          <a:xfrm>
            <a:off x="5500050" y="167050"/>
            <a:ext cx="6111300" cy="1013400"/>
          </a:xfrm>
          <a:prstGeom prst="rect">
            <a:avLst/>
          </a:prstGeom>
          <a:noFill/>
          <a:ln>
            <a:noFill/>
          </a:ln>
        </p:spPr>
        <p:txBody>
          <a:bodyPr spcFirstLastPara="1" wrap="square" lIns="91425" tIns="91425" rIns="91425" bIns="91425" anchor="t" anchorCtr="0">
            <a:noAutofit/>
          </a:bodyPr>
          <a:lstStyle/>
          <a:p>
            <a:pPr marL="457200" marR="0" lvl="0" indent="-390525" algn="l" rtl="0">
              <a:lnSpc>
                <a:spcPct val="100000"/>
              </a:lnSpc>
              <a:spcBef>
                <a:spcPts val="0"/>
              </a:spcBef>
              <a:spcAft>
                <a:spcPts val="0"/>
              </a:spcAft>
              <a:buClr>
                <a:schemeClr val="hlink"/>
              </a:buClr>
              <a:buSzPts val="2550"/>
              <a:buFont typeface="Times New Roman"/>
              <a:buChar char="❖"/>
            </a:pPr>
            <a:r>
              <a:rPr lang="en-US" sz="2550" b="1" i="0" u="none" strike="noStrike" cap="none">
                <a:solidFill>
                  <a:schemeClr val="hlink"/>
                </a:solidFill>
                <a:latin typeface="Times New Roman"/>
                <a:ea typeface="Times New Roman"/>
                <a:cs typeface="Times New Roman"/>
                <a:sym typeface="Times New Roman"/>
              </a:rPr>
              <a:t>Main Components in Web Architecture</a:t>
            </a:r>
            <a:endParaRPr sz="2550" b="1" i="0" u="none" strike="noStrike" cap="none">
              <a:solidFill>
                <a:schemeClr val="hlink"/>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rgbClr val="1B73BA"/>
              </a:solidFill>
              <a:latin typeface="Lucida Sans"/>
              <a:ea typeface="Lucida Sans"/>
              <a:cs typeface="Lucida Sans"/>
              <a:sym typeface="Lucida Sans"/>
            </a:endParaRPr>
          </a:p>
        </p:txBody>
      </p:sp>
      <p:sp>
        <p:nvSpPr>
          <p:cNvPr id="175" name="Google Shape;175;g3fac0026462_0_10"/>
          <p:cNvSpPr txBox="1"/>
          <p:nvPr/>
        </p:nvSpPr>
        <p:spPr>
          <a:xfrm>
            <a:off x="1059125" y="8545125"/>
            <a:ext cx="1034100" cy="1086900"/>
          </a:xfrm>
          <a:prstGeom prst="rect">
            <a:avLst/>
          </a:prstGeom>
          <a:noFill/>
          <a:ln>
            <a:noFill/>
          </a:ln>
        </p:spPr>
        <p:txBody>
          <a:bodyPr spcFirstLastPara="1" wrap="square" lIns="91425" tIns="91425" rIns="91425" bIns="91425" anchor="t" anchorCtr="0">
            <a:noAutofit/>
          </a:bodyPr>
          <a:lstStyle/>
          <a:p>
            <a:pPr marL="12700" marR="0" lvl="0" indent="0" algn="l" rtl="0">
              <a:lnSpc>
                <a:spcPct val="100000"/>
              </a:lnSpc>
              <a:spcBef>
                <a:spcPts val="0"/>
              </a:spcBef>
              <a:spcAft>
                <a:spcPts val="0"/>
              </a:spcAft>
              <a:buClr>
                <a:schemeClr val="dk1"/>
              </a:buClr>
              <a:buSzPts val="5450"/>
              <a:buFont typeface="Arial"/>
              <a:buNone/>
            </a:pPr>
            <a:r>
              <a:rPr lang="en-US" sz="5450" b="1" i="0" u="none" strike="noStrike" cap="none">
                <a:solidFill>
                  <a:schemeClr val="hlink"/>
                </a:solidFill>
                <a:latin typeface="Trebuchet MS"/>
                <a:ea typeface="Trebuchet MS"/>
                <a:cs typeface="Trebuchet MS"/>
                <a:sym typeface="Trebuchet MS"/>
              </a:rPr>
              <a:t>11</a:t>
            </a:r>
            <a:endParaRPr sz="1350" b="0" i="0" u="none" strike="noStrike" cap="none">
              <a:solidFill>
                <a:srgbClr val="1B73BA"/>
              </a:solidFill>
              <a:latin typeface="Lucida Sans"/>
              <a:ea typeface="Lucida Sans"/>
              <a:cs typeface="Lucida Sans"/>
              <a:sym typeface="Lucid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descr="$PPTXTitle"/>
          <p:cNvSpPr txBox="1">
            <a:spLocks noGrp="1"/>
          </p:cNvSpPr>
          <p:nvPr>
            <p:ph type="title"/>
          </p:nvPr>
        </p:nvSpPr>
        <p:spPr>
          <a:xfrm>
            <a:off x="4680250" y="1305850"/>
            <a:ext cx="9650400" cy="586200"/>
          </a:xfrm>
          <a:prstGeom prst="rect">
            <a:avLst/>
          </a:prstGeom>
          <a:noFill/>
          <a:ln>
            <a:noFill/>
          </a:ln>
        </p:spPr>
        <p:txBody>
          <a:bodyPr spcFirstLastPara="1" wrap="square" lIns="0" tIns="16500" rIns="0" bIns="0" anchor="t" anchorCtr="0">
            <a:spAutoFit/>
          </a:bodyPr>
          <a:lstStyle/>
          <a:p>
            <a:pPr marL="12700" lvl="0" indent="0" algn="ctr" rtl="0">
              <a:lnSpc>
                <a:spcPct val="100000"/>
              </a:lnSpc>
              <a:spcBef>
                <a:spcPts val="0"/>
              </a:spcBef>
              <a:spcAft>
                <a:spcPts val="0"/>
              </a:spcAft>
              <a:buSzPts val="1400"/>
              <a:buNone/>
            </a:pPr>
            <a:r>
              <a:rPr lang="en-US" sz="3700">
                <a:latin typeface="Times New Roman"/>
                <a:ea typeface="Times New Roman"/>
                <a:cs typeface="Times New Roman"/>
                <a:sym typeface="Times New Roman"/>
              </a:rPr>
              <a:t>AI APPLICATIONS IN WEB</a:t>
            </a:r>
            <a:endParaRPr sz="3700">
              <a:latin typeface="Times New Roman"/>
              <a:ea typeface="Times New Roman"/>
              <a:cs typeface="Times New Roman"/>
              <a:sym typeface="Times New Roman"/>
            </a:endParaRPr>
          </a:p>
        </p:txBody>
      </p:sp>
      <p:sp>
        <p:nvSpPr>
          <p:cNvPr id="181" name="Google Shape;181;p11"/>
          <p:cNvSpPr txBox="1"/>
          <p:nvPr/>
        </p:nvSpPr>
        <p:spPr>
          <a:xfrm>
            <a:off x="1197825" y="8121825"/>
            <a:ext cx="985500" cy="1446900"/>
          </a:xfrm>
          <a:prstGeom prst="rect">
            <a:avLst/>
          </a:prstGeom>
          <a:noFill/>
          <a:ln>
            <a:noFill/>
          </a:ln>
        </p:spPr>
        <p:txBody>
          <a:bodyPr spcFirstLastPara="1" wrap="square" lIns="0" tIns="15225" rIns="0" bIns="0" anchor="t" anchorCtr="0">
            <a:spAutoFit/>
          </a:bodyPr>
          <a:lstStyle/>
          <a:p>
            <a:pPr marL="12700" marR="0" lvl="0" indent="0" algn="l" rtl="0">
              <a:lnSpc>
                <a:spcPct val="100000"/>
              </a:lnSpc>
              <a:spcBef>
                <a:spcPts val="0"/>
              </a:spcBef>
              <a:spcAft>
                <a:spcPts val="0"/>
              </a:spcAft>
              <a:buClr>
                <a:srgbClr val="000000"/>
              </a:buClr>
              <a:buSzPts val="4650"/>
              <a:buFont typeface="Arial"/>
              <a:buNone/>
            </a:pPr>
            <a:endParaRPr sz="4650" b="1" i="0" u="none" strike="noStrike" cap="none">
              <a:solidFill>
                <a:srgbClr val="1B73BA"/>
              </a:solidFill>
              <a:latin typeface="Trebuchet MS"/>
              <a:ea typeface="Trebuchet MS"/>
              <a:cs typeface="Trebuchet MS"/>
              <a:sym typeface="Trebuchet MS"/>
            </a:endParaRPr>
          </a:p>
          <a:p>
            <a:pPr marL="12700" marR="0" lvl="0" indent="0" algn="l" rtl="0">
              <a:lnSpc>
                <a:spcPct val="100000"/>
              </a:lnSpc>
              <a:spcBef>
                <a:spcPts val="0"/>
              </a:spcBef>
              <a:spcAft>
                <a:spcPts val="0"/>
              </a:spcAft>
              <a:buClr>
                <a:srgbClr val="000000"/>
              </a:buClr>
              <a:buSzPts val="4650"/>
              <a:buFont typeface="Arial"/>
              <a:buNone/>
            </a:pPr>
            <a:r>
              <a:rPr lang="en-US" sz="4650" b="1" i="0" u="none" strike="noStrike" cap="none">
                <a:solidFill>
                  <a:srgbClr val="1B73BA"/>
                </a:solidFill>
                <a:latin typeface="Trebuchet MS"/>
                <a:ea typeface="Trebuchet MS"/>
                <a:cs typeface="Trebuchet MS"/>
                <a:sym typeface="Trebuchet MS"/>
              </a:rPr>
              <a:t>12</a:t>
            </a:r>
            <a:endParaRPr sz="4650" b="0" i="0" u="none" strike="noStrike" cap="none">
              <a:solidFill>
                <a:srgbClr val="000000"/>
              </a:solidFill>
              <a:latin typeface="Trebuchet MS"/>
              <a:ea typeface="Trebuchet MS"/>
              <a:cs typeface="Trebuchet MS"/>
              <a:sym typeface="Trebuchet MS"/>
            </a:endParaRPr>
          </a:p>
        </p:txBody>
      </p:sp>
      <p:sp>
        <p:nvSpPr>
          <p:cNvPr id="182" name="Google Shape;182;p11"/>
          <p:cNvSpPr txBox="1"/>
          <p:nvPr/>
        </p:nvSpPr>
        <p:spPr>
          <a:xfrm>
            <a:off x="4069683" y="3975838"/>
            <a:ext cx="11244600" cy="372600"/>
          </a:xfrm>
          <a:prstGeom prst="rect">
            <a:avLst/>
          </a:prstGeom>
          <a:noFill/>
          <a:ln>
            <a:noFill/>
          </a:ln>
        </p:spPr>
        <p:txBody>
          <a:bodyPr spcFirstLastPara="1" wrap="square" lIns="0" tIns="41275" rIns="0" bIns="0" anchor="t" anchorCtr="0">
            <a:spAutoFit/>
          </a:bodyPr>
          <a:lstStyle/>
          <a:p>
            <a:pPr marL="12700" marR="5080" lvl="0" indent="0" algn="l" rtl="0">
              <a:lnSpc>
                <a:spcPct val="111627"/>
              </a:lnSpc>
              <a:spcBef>
                <a:spcPts val="0"/>
              </a:spcBef>
              <a:spcAft>
                <a:spcPts val="0"/>
              </a:spcAft>
              <a:buClr>
                <a:srgbClr val="000000"/>
              </a:buClr>
              <a:buSzPts val="2150"/>
              <a:buFont typeface="Arial"/>
              <a:buNone/>
            </a:pPr>
            <a:endParaRPr sz="2150" b="0" i="0" u="none" strike="noStrike" cap="none">
              <a:solidFill>
                <a:srgbClr val="000000"/>
              </a:solidFill>
              <a:latin typeface="Lucida Sans"/>
              <a:ea typeface="Lucida Sans"/>
              <a:cs typeface="Lucida Sans"/>
              <a:sym typeface="Lucida Sans"/>
            </a:endParaRPr>
          </a:p>
        </p:txBody>
      </p:sp>
      <p:graphicFrame>
        <p:nvGraphicFramePr>
          <p:cNvPr id="183" name="Google Shape;183;p11"/>
          <p:cNvGraphicFramePr/>
          <p:nvPr/>
        </p:nvGraphicFramePr>
        <p:xfrm>
          <a:off x="952500" y="2393275"/>
          <a:ext cx="16383000" cy="5113105"/>
        </p:xfrm>
        <a:graphic>
          <a:graphicData uri="http://schemas.openxmlformats.org/drawingml/2006/table">
            <a:tbl>
              <a:tblPr>
                <a:noFill/>
                <a:tableStyleId>{D4E0F488-1F41-4B53-AFD7-03647380DF99}</a:tableStyleId>
              </a:tblPr>
              <a:tblGrid>
                <a:gridCol w="5461000">
                  <a:extLst>
                    <a:ext uri="{9D8B030D-6E8A-4147-A177-3AD203B41FA5}">
                      <a16:colId xmlns:a16="http://schemas.microsoft.com/office/drawing/2014/main" val="20000"/>
                    </a:ext>
                  </a:extLst>
                </a:gridCol>
                <a:gridCol w="5461000">
                  <a:extLst>
                    <a:ext uri="{9D8B030D-6E8A-4147-A177-3AD203B41FA5}">
                      <a16:colId xmlns:a16="http://schemas.microsoft.com/office/drawing/2014/main" val="20001"/>
                    </a:ext>
                  </a:extLst>
                </a:gridCol>
                <a:gridCol w="5461000">
                  <a:extLst>
                    <a:ext uri="{9D8B030D-6E8A-4147-A177-3AD203B41FA5}">
                      <a16:colId xmlns:a16="http://schemas.microsoft.com/office/drawing/2014/main" val="20002"/>
                    </a:ext>
                  </a:extLst>
                </a:gridCol>
              </a:tblGrid>
              <a:tr h="744600">
                <a:tc>
                  <a:txBody>
                    <a:bodyPr/>
                    <a:lstStyle/>
                    <a:p>
                      <a:pPr marL="0" marR="0" lvl="0" indent="0" algn="ctr" rtl="0">
                        <a:lnSpc>
                          <a:spcPct val="100000"/>
                        </a:lnSpc>
                        <a:spcBef>
                          <a:spcPts val="0"/>
                        </a:spcBef>
                        <a:spcAft>
                          <a:spcPts val="0"/>
                        </a:spcAft>
                        <a:buClr>
                          <a:srgbClr val="000000"/>
                        </a:buClr>
                        <a:buSzPts val="2300"/>
                        <a:buFont typeface="Arial"/>
                        <a:buNone/>
                      </a:pPr>
                      <a:r>
                        <a:rPr lang="en-US" sz="2300" b="1" u="none" strike="noStrike" cap="none">
                          <a:latin typeface="Times New Roman"/>
                          <a:ea typeface="Times New Roman"/>
                          <a:cs typeface="Times New Roman"/>
                          <a:sym typeface="Times New Roman"/>
                        </a:rPr>
                        <a:t>Application </a:t>
                      </a:r>
                      <a:endParaRPr sz="23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u="none" strike="noStrike" cap="none">
                          <a:latin typeface="Times New Roman"/>
                          <a:ea typeface="Times New Roman"/>
                          <a:cs typeface="Times New Roman"/>
                          <a:sym typeface="Times New Roman"/>
                        </a:rPr>
                        <a:t>How AI is Used </a:t>
                      </a:r>
                      <a:endParaRPr sz="23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u="none" strike="noStrike" cap="none">
                          <a:latin typeface="Times New Roman"/>
                          <a:ea typeface="Times New Roman"/>
                          <a:cs typeface="Times New Roman"/>
                          <a:sym typeface="Times New Roman"/>
                        </a:rPr>
                        <a:t>Example </a:t>
                      </a:r>
                      <a:endParaRPr sz="2300" b="1"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946800">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solidFill>
                            <a:schemeClr val="dk1"/>
                          </a:solidFill>
                          <a:latin typeface="Times New Roman"/>
                          <a:ea typeface="Times New Roman"/>
                          <a:cs typeface="Times New Roman"/>
                          <a:sym typeface="Times New Roman"/>
                        </a:rPr>
                        <a:t>💬 </a:t>
                      </a:r>
                      <a:r>
                        <a:rPr lang="en-US" sz="2300" b="1" u="none" strike="noStrike" cap="none">
                          <a:solidFill>
                            <a:schemeClr val="dk1"/>
                          </a:solidFill>
                          <a:latin typeface="Times New Roman"/>
                          <a:ea typeface="Times New Roman"/>
                          <a:cs typeface="Times New Roman"/>
                          <a:sym typeface="Times New Roman"/>
                        </a:rPr>
                        <a:t>Chatbots &amp; Virtual Assistants</a:t>
                      </a:r>
                      <a:r>
                        <a:rPr lang="en-US" sz="2300" u="none" strike="noStrike" cap="none">
                          <a:solidFill>
                            <a:schemeClr val="dk1"/>
                          </a:solidFill>
                          <a:latin typeface="Times New Roman"/>
                          <a:ea typeface="Times New Roman"/>
                          <a:cs typeface="Times New Roman"/>
                          <a:sym typeface="Times New Roman"/>
                        </a:rPr>
                        <a:t>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Understand user questions and provide responses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Customer-support chatbots, AI assistants </a:t>
                      </a:r>
                      <a:endParaRPr sz="2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871900">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solidFill>
                            <a:schemeClr val="dk1"/>
                          </a:solidFill>
                          <a:latin typeface="Times New Roman"/>
                          <a:ea typeface="Times New Roman"/>
                          <a:cs typeface="Times New Roman"/>
                          <a:sym typeface="Times New Roman"/>
                        </a:rPr>
                        <a:t>🔍 </a:t>
                      </a:r>
                      <a:r>
                        <a:rPr lang="en-US" sz="2300" b="1" u="none" strike="noStrike" cap="none">
                          <a:solidFill>
                            <a:schemeClr val="dk1"/>
                          </a:solidFill>
                          <a:latin typeface="Times New Roman"/>
                          <a:ea typeface="Times New Roman"/>
                          <a:cs typeface="Times New Roman"/>
                          <a:sym typeface="Times New Roman"/>
                        </a:rPr>
                        <a:t>Intelligent Search</a:t>
                      </a:r>
                      <a:r>
                        <a:rPr lang="en-US" sz="2300" u="none" strike="noStrike" cap="none">
                          <a:solidFill>
                            <a:schemeClr val="dk1"/>
                          </a:solidFill>
                          <a:latin typeface="Times New Roman"/>
                          <a:ea typeface="Times New Roman"/>
                          <a:cs typeface="Times New Roman"/>
                          <a:sym typeface="Times New Roman"/>
                        </a:rPr>
                        <a:t>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Understand the meaning and intent behind queries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Semantic search </a:t>
                      </a:r>
                      <a:endParaRPr sz="2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909325">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solidFill>
                            <a:schemeClr val="dk1"/>
                          </a:solidFill>
                          <a:latin typeface="Times New Roman"/>
                          <a:ea typeface="Times New Roman"/>
                          <a:cs typeface="Times New Roman"/>
                          <a:sym typeface="Times New Roman"/>
                        </a:rPr>
                        <a:t>🎯 </a:t>
                      </a:r>
                      <a:r>
                        <a:rPr lang="en-US" sz="2300" b="1" u="none" strike="noStrike" cap="none">
                          <a:solidFill>
                            <a:schemeClr val="dk1"/>
                          </a:solidFill>
                          <a:latin typeface="Times New Roman"/>
                          <a:ea typeface="Times New Roman"/>
                          <a:cs typeface="Times New Roman"/>
                          <a:sym typeface="Times New Roman"/>
                        </a:rPr>
                        <a:t>Recommendation Systems</a:t>
                      </a:r>
                      <a:r>
                        <a:rPr lang="en-US" sz="2300" u="none" strike="noStrike" cap="none">
                          <a:solidFill>
                            <a:schemeClr val="dk1"/>
                          </a:solidFill>
                          <a:latin typeface="Times New Roman"/>
                          <a:ea typeface="Times New Roman"/>
                          <a:cs typeface="Times New Roman"/>
                          <a:sym typeface="Times New Roman"/>
                        </a:rPr>
                        <a:t>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Analyze user behavior and suggest relevant content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YouTube/Netflix recommendations </a:t>
                      </a:r>
                      <a:endParaRPr sz="2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871900">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solidFill>
                            <a:schemeClr val="dk1"/>
                          </a:solidFill>
                          <a:latin typeface="Times New Roman"/>
                          <a:ea typeface="Times New Roman"/>
                          <a:cs typeface="Times New Roman"/>
                          <a:sym typeface="Times New Roman"/>
                        </a:rPr>
                        <a:t>🛒 </a:t>
                      </a:r>
                      <a:r>
                        <a:rPr lang="en-US" sz="2300" b="1" u="none" strike="noStrike" cap="none">
                          <a:solidFill>
                            <a:schemeClr val="dk1"/>
                          </a:solidFill>
                          <a:latin typeface="Times New Roman"/>
                          <a:ea typeface="Times New Roman"/>
                          <a:cs typeface="Times New Roman"/>
                          <a:sym typeface="Times New Roman"/>
                        </a:rPr>
                        <a:t>E-Commerce</a:t>
                      </a:r>
                      <a:r>
                        <a:rPr lang="en-US" sz="2300" u="none" strike="noStrike" cap="none">
                          <a:solidFill>
                            <a:schemeClr val="dk1"/>
                          </a:solidFill>
                          <a:latin typeface="Times New Roman"/>
                          <a:ea typeface="Times New Roman"/>
                          <a:cs typeface="Times New Roman"/>
                          <a:sym typeface="Times New Roman"/>
                        </a:rPr>
                        <a:t>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Recommend products and personalize shopping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Product recommendations </a:t>
                      </a:r>
                      <a:endParaRPr sz="2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744600">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solidFill>
                            <a:schemeClr val="dk1"/>
                          </a:solidFill>
                          <a:latin typeface="Times New Roman"/>
                          <a:ea typeface="Times New Roman"/>
                          <a:cs typeface="Times New Roman"/>
                          <a:sym typeface="Times New Roman"/>
                        </a:rPr>
                        <a:t>🗣️ </a:t>
                      </a:r>
                      <a:r>
                        <a:rPr lang="en-US" sz="2300" b="1" u="none" strike="noStrike" cap="none">
                          <a:solidFill>
                            <a:schemeClr val="dk1"/>
                          </a:solidFill>
                          <a:latin typeface="Times New Roman"/>
                          <a:ea typeface="Times New Roman"/>
                          <a:cs typeface="Times New Roman"/>
                          <a:sym typeface="Times New Roman"/>
                        </a:rPr>
                        <a:t>Natural Language Processing</a:t>
                      </a:r>
                      <a:r>
                        <a:rPr lang="en-US" sz="2300" u="none" strike="noStrike" cap="none">
                          <a:solidFill>
                            <a:schemeClr val="dk1"/>
                          </a:solidFill>
                          <a:latin typeface="Times New Roman"/>
                          <a:ea typeface="Times New Roman"/>
                          <a:cs typeface="Times New Roman"/>
                          <a:sym typeface="Times New Roman"/>
                        </a:rPr>
                        <a:t> </a:t>
                      </a:r>
                      <a:endParaRPr sz="2300" u="none" strike="noStrike" cap="none">
                        <a:solidFill>
                          <a:schemeClr val="dk1"/>
                        </a:solidFill>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Understand and process human language </a:t>
                      </a:r>
                      <a:endParaRPr sz="2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2300"/>
                        <a:buFont typeface="Arial"/>
                        <a:buNone/>
                      </a:pPr>
                      <a:r>
                        <a:rPr lang="en-US" sz="2300" u="none" strike="noStrike" cap="none">
                          <a:latin typeface="Times New Roman"/>
                          <a:ea typeface="Times New Roman"/>
                          <a:cs typeface="Times New Roman"/>
                          <a:sym typeface="Times New Roman"/>
                        </a:rPr>
                        <a:t>Text analysis, translation </a:t>
                      </a:r>
                      <a:endParaRPr sz="2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5"/>
          <p:cNvSpPr/>
          <p:nvPr/>
        </p:nvSpPr>
        <p:spPr>
          <a:xfrm>
            <a:off x="259000" y="3626925"/>
            <a:ext cx="8155408" cy="4322126"/>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40"/>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1" y="18713"/>
                </a:lnTo>
                <a:lnTo>
                  <a:pt x="12490600" y="40668"/>
                </a:lnTo>
                <a:lnTo>
                  <a:pt x="12525842" y="69745"/>
                </a:lnTo>
                <a:lnTo>
                  <a:pt x="12554919" y="104987"/>
                </a:lnTo>
                <a:lnTo>
                  <a:pt x="12576874" y="145436"/>
                </a:lnTo>
                <a:lnTo>
                  <a:pt x="12590750" y="190134"/>
                </a:lnTo>
                <a:lnTo>
                  <a:pt x="12594970" y="232001"/>
                </a:lnTo>
                <a:lnTo>
                  <a:pt x="12594970" y="1926173"/>
                </a:lnTo>
                <a:lnTo>
                  <a:pt x="12590750" y="1968040"/>
                </a:lnTo>
                <a:lnTo>
                  <a:pt x="12576874" y="2012738"/>
                </a:lnTo>
                <a:lnTo>
                  <a:pt x="12554919" y="2053187"/>
                </a:lnTo>
                <a:lnTo>
                  <a:pt x="12525842" y="2088429"/>
                </a:lnTo>
                <a:lnTo>
                  <a:pt x="12490600" y="2117506"/>
                </a:lnTo>
                <a:lnTo>
                  <a:pt x="12450151"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9" name="Google Shape;189;p15"/>
          <p:cNvSpPr/>
          <p:nvPr/>
        </p:nvSpPr>
        <p:spPr>
          <a:xfrm>
            <a:off x="9251625" y="3626925"/>
            <a:ext cx="7966480" cy="4322126"/>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39"/>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2" y="18713"/>
                </a:lnTo>
                <a:lnTo>
                  <a:pt x="12490600" y="40668"/>
                </a:lnTo>
                <a:lnTo>
                  <a:pt x="12525842" y="69745"/>
                </a:lnTo>
                <a:lnTo>
                  <a:pt x="12554920" y="104987"/>
                </a:lnTo>
                <a:lnTo>
                  <a:pt x="12576875" y="145436"/>
                </a:lnTo>
                <a:lnTo>
                  <a:pt x="12590750" y="190134"/>
                </a:lnTo>
                <a:lnTo>
                  <a:pt x="12594970" y="231997"/>
                </a:lnTo>
                <a:lnTo>
                  <a:pt x="12594970" y="1926176"/>
                </a:lnTo>
                <a:lnTo>
                  <a:pt x="12590750" y="1968039"/>
                </a:lnTo>
                <a:lnTo>
                  <a:pt x="12576875" y="2012738"/>
                </a:lnTo>
                <a:lnTo>
                  <a:pt x="12554920" y="2053187"/>
                </a:lnTo>
                <a:lnTo>
                  <a:pt x="12525842" y="2088429"/>
                </a:lnTo>
                <a:lnTo>
                  <a:pt x="12490600" y="2117506"/>
                </a:lnTo>
                <a:lnTo>
                  <a:pt x="12450152"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 name="Google Shape;190;p15"/>
          <p:cNvSpPr/>
          <p:nvPr/>
        </p:nvSpPr>
        <p:spPr>
          <a:xfrm>
            <a:off x="319575" y="3626925"/>
            <a:ext cx="752475" cy="742238"/>
          </a:xfrm>
          <a:custGeom>
            <a:avLst/>
            <a:gdLst/>
            <a:ahLst/>
            <a:cxnLst/>
            <a:rect l="l" t="t" r="r" b="b"/>
            <a:pathLst>
              <a:path w="952500" h="976629" extrusionOk="0">
                <a:moveTo>
                  <a:pt x="952207" y="488251"/>
                </a:moveTo>
                <a:lnTo>
                  <a:pt x="260324" y="0"/>
                </a:lnTo>
                <a:lnTo>
                  <a:pt x="260324" y="183718"/>
                </a:lnTo>
                <a:lnTo>
                  <a:pt x="0" y="0"/>
                </a:lnTo>
                <a:lnTo>
                  <a:pt x="0" y="976503"/>
                </a:lnTo>
                <a:lnTo>
                  <a:pt x="260324" y="792797"/>
                </a:lnTo>
                <a:lnTo>
                  <a:pt x="260324" y="976503"/>
                </a:lnTo>
                <a:lnTo>
                  <a:pt x="952207" y="488251"/>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 name="Google Shape;191;p15"/>
          <p:cNvSpPr txBox="1"/>
          <p:nvPr/>
        </p:nvSpPr>
        <p:spPr>
          <a:xfrm>
            <a:off x="714475" y="3971650"/>
            <a:ext cx="7370700" cy="3602700"/>
          </a:xfrm>
          <a:prstGeom prst="rect">
            <a:avLst/>
          </a:prstGeom>
          <a:noFill/>
          <a:ln>
            <a:noFill/>
          </a:ln>
        </p:spPr>
        <p:txBody>
          <a:bodyPr spcFirstLastPara="1" wrap="square" lIns="0" tIns="45075" rIns="0" bIns="0" anchor="t" anchorCtr="0">
            <a:spAutoFit/>
          </a:bodyPr>
          <a:lstStyle/>
          <a:p>
            <a:pPr marL="12700" marR="5080" lvl="0" indent="0" algn="just" rtl="0">
              <a:lnSpc>
                <a:spcPct val="112692"/>
              </a:lnSpc>
              <a:spcBef>
                <a:spcPts val="0"/>
              </a:spcBef>
              <a:spcAft>
                <a:spcPts val="0"/>
              </a:spcAft>
              <a:buClr>
                <a:srgbClr val="000000"/>
              </a:buClr>
              <a:buSzPts val="2600"/>
              <a:buFont typeface="Arial"/>
              <a:buNone/>
            </a:pPr>
            <a:r>
              <a:rPr lang="en-US" sz="2600" b="1" i="0" u="none" strike="noStrike" cap="none">
                <a:solidFill>
                  <a:srgbClr val="1B73BA"/>
                </a:solidFill>
                <a:latin typeface="Times New Roman"/>
                <a:ea typeface="Times New Roman"/>
                <a:cs typeface="Times New Roman"/>
                <a:sym typeface="Times New Roman"/>
              </a:rPr>
              <a:t>    Client:</a:t>
            </a:r>
            <a:r>
              <a:rPr lang="en-US" sz="2600" b="0" i="0" u="none" strike="noStrike" cap="none">
                <a:solidFill>
                  <a:srgbClr val="1B73BA"/>
                </a:solidFill>
                <a:latin typeface="Times New Roman"/>
                <a:ea typeface="Times New Roman"/>
                <a:cs typeface="Times New Roman"/>
                <a:sym typeface="Times New Roman"/>
              </a:rPr>
              <a:t> </a:t>
            </a:r>
            <a:endParaRPr sz="2600" b="0" i="0" u="none" strike="noStrike" cap="none">
              <a:solidFill>
                <a:srgbClr val="1B73BA"/>
              </a:solidFill>
              <a:latin typeface="Times New Roman"/>
              <a:ea typeface="Times New Roman"/>
              <a:cs typeface="Times New Roman"/>
              <a:sym typeface="Times New Roman"/>
            </a:endParaRPr>
          </a:p>
          <a:p>
            <a:pPr marL="457200" marR="5080" lvl="0" indent="-393700" algn="just" rtl="0">
              <a:lnSpc>
                <a:spcPct val="112692"/>
              </a:lnSpc>
              <a:spcBef>
                <a:spcPts val="0"/>
              </a:spcBef>
              <a:spcAft>
                <a:spcPts val="0"/>
              </a:spcAft>
              <a:buClr>
                <a:srgbClr val="1B73BA"/>
              </a:buClr>
              <a:buSzPts val="2600"/>
              <a:buFont typeface="Times New Roman"/>
              <a:buChar char="●"/>
            </a:pPr>
            <a:r>
              <a:rPr lang="en-US" sz="2600" b="0" i="0" u="none" strike="noStrike" cap="none">
                <a:solidFill>
                  <a:srgbClr val="1B73BA"/>
                </a:solidFill>
                <a:latin typeface="Times New Roman"/>
                <a:ea typeface="Times New Roman"/>
                <a:cs typeface="Times New Roman"/>
                <a:sym typeface="Times New Roman"/>
              </a:rPr>
              <a:t>A device or application that requests services from a server. </a:t>
            </a:r>
            <a:endParaRPr sz="2600" b="0" i="0" u="none" strike="noStrike" cap="none">
              <a:solidFill>
                <a:srgbClr val="1B73BA"/>
              </a:solidFill>
              <a:latin typeface="Times New Roman"/>
              <a:ea typeface="Times New Roman"/>
              <a:cs typeface="Times New Roman"/>
              <a:sym typeface="Times New Roman"/>
            </a:endParaRPr>
          </a:p>
          <a:p>
            <a:pPr marL="457200" marR="5080" lvl="0" indent="-393700" algn="just" rtl="0">
              <a:lnSpc>
                <a:spcPct val="112692"/>
              </a:lnSpc>
              <a:spcBef>
                <a:spcPts val="0"/>
              </a:spcBef>
              <a:spcAft>
                <a:spcPts val="0"/>
              </a:spcAft>
              <a:buClr>
                <a:srgbClr val="1B73BA"/>
              </a:buClr>
              <a:buSzPts val="2600"/>
              <a:buFont typeface="Times New Roman"/>
              <a:buChar char="●"/>
            </a:pPr>
            <a:r>
              <a:rPr lang="en-US" sz="2600" b="0" i="0" u="none" strike="noStrike" cap="none">
                <a:solidFill>
                  <a:srgbClr val="1B73BA"/>
                </a:solidFill>
                <a:latin typeface="Times New Roman"/>
                <a:ea typeface="Times New Roman"/>
                <a:cs typeface="Times New Roman"/>
                <a:sym typeface="Times New Roman"/>
              </a:rPr>
              <a:t> Common  examples  include  web  browsers  such  as Google Chrome, Mozilla Firefox, and Microsoft Edge, mobile applications or desktop application.</a:t>
            </a:r>
            <a:endParaRPr sz="2600" b="0" i="0" u="none" strike="noStrike" cap="none">
              <a:solidFill>
                <a:srgbClr val="1B73BA"/>
              </a:solidFill>
              <a:latin typeface="Times New Roman"/>
              <a:ea typeface="Times New Roman"/>
              <a:cs typeface="Times New Roman"/>
              <a:sym typeface="Times New Roman"/>
            </a:endParaRPr>
          </a:p>
          <a:p>
            <a:pPr marL="457200" marR="5080" lvl="0" indent="-393700" algn="just" rtl="0">
              <a:lnSpc>
                <a:spcPct val="112692"/>
              </a:lnSpc>
              <a:spcBef>
                <a:spcPts val="0"/>
              </a:spcBef>
              <a:spcAft>
                <a:spcPts val="0"/>
              </a:spcAft>
              <a:buClr>
                <a:srgbClr val="1B73BA"/>
              </a:buClr>
              <a:buSzPts val="2600"/>
              <a:buFont typeface="Times New Roman"/>
              <a:buChar char="●"/>
            </a:pPr>
            <a:r>
              <a:rPr lang="en-US" sz="2600" b="0" i="0" u="none" strike="noStrike" cap="none">
                <a:solidFill>
                  <a:srgbClr val="1B73BA"/>
                </a:solidFill>
                <a:latin typeface="Times New Roman"/>
                <a:ea typeface="Times New Roman"/>
                <a:cs typeface="Times New Roman"/>
                <a:sym typeface="Times New Roman"/>
              </a:rPr>
              <a:t>The client initiates communication by sending requests over the network.</a:t>
            </a:r>
            <a:endParaRPr sz="2600" b="0" i="0" u="none" strike="noStrike" cap="none">
              <a:solidFill>
                <a:srgbClr val="000000"/>
              </a:solidFill>
              <a:latin typeface="Times New Roman"/>
              <a:ea typeface="Times New Roman"/>
              <a:cs typeface="Times New Roman"/>
              <a:sym typeface="Times New Roman"/>
            </a:endParaRPr>
          </a:p>
        </p:txBody>
      </p:sp>
      <p:sp>
        <p:nvSpPr>
          <p:cNvPr id="192" name="Google Shape;192;p15" descr="$PPTXTitle"/>
          <p:cNvSpPr txBox="1">
            <a:spLocks noGrp="1"/>
          </p:cNvSpPr>
          <p:nvPr>
            <p:ph type="title"/>
          </p:nvPr>
        </p:nvSpPr>
        <p:spPr>
          <a:xfrm>
            <a:off x="3591125" y="1187775"/>
            <a:ext cx="12246000" cy="88620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SzPts val="1400"/>
              <a:buNone/>
            </a:pPr>
            <a:r>
              <a:rPr lang="en-US" sz="5650"/>
              <a:t>CLIENT-SERVER MODEL: DEFINITIONS</a:t>
            </a:r>
            <a:endParaRPr sz="5650"/>
          </a:p>
        </p:txBody>
      </p:sp>
      <p:sp>
        <p:nvSpPr>
          <p:cNvPr id="193" name="Google Shape;193;p15"/>
          <p:cNvSpPr txBox="1"/>
          <p:nvPr/>
        </p:nvSpPr>
        <p:spPr>
          <a:xfrm>
            <a:off x="979600" y="8372775"/>
            <a:ext cx="1193100" cy="808800"/>
          </a:xfrm>
          <a:prstGeom prst="rect">
            <a:avLst/>
          </a:prstGeom>
          <a:noFill/>
          <a:ln>
            <a:noFill/>
          </a:ln>
        </p:spPr>
        <p:txBody>
          <a:bodyPr spcFirstLastPara="1" wrap="square" lIns="0" tIns="15875" rIns="0" bIns="0" anchor="t" anchorCtr="0">
            <a:spAutoFit/>
          </a:bodyPr>
          <a:lstStyle/>
          <a:p>
            <a:pPr marL="0" marR="0" lvl="0" indent="0" algn="l" rtl="0">
              <a:lnSpc>
                <a:spcPct val="100000"/>
              </a:lnSpc>
              <a:spcBef>
                <a:spcPts val="0"/>
              </a:spcBef>
              <a:spcAft>
                <a:spcPts val="0"/>
              </a:spcAft>
              <a:buClr>
                <a:srgbClr val="000000"/>
              </a:buClr>
              <a:buSzPts val="5150"/>
              <a:buFont typeface="Arial"/>
              <a:buNone/>
            </a:pPr>
            <a:r>
              <a:rPr lang="en-US" sz="5150" b="1" i="0" u="none" strike="noStrike" cap="none">
                <a:solidFill>
                  <a:srgbClr val="1B73BA"/>
                </a:solidFill>
                <a:latin typeface="Trebuchet MS"/>
                <a:ea typeface="Trebuchet MS"/>
                <a:cs typeface="Trebuchet MS"/>
                <a:sym typeface="Trebuchet MS"/>
              </a:rPr>
              <a:t>13</a:t>
            </a:r>
            <a:endParaRPr sz="5150" b="0" i="0" u="none" strike="noStrike" cap="none">
              <a:solidFill>
                <a:srgbClr val="000000"/>
              </a:solidFill>
              <a:latin typeface="Trebuchet MS"/>
              <a:ea typeface="Trebuchet MS"/>
              <a:cs typeface="Trebuchet MS"/>
              <a:sym typeface="Trebuchet MS"/>
            </a:endParaRPr>
          </a:p>
        </p:txBody>
      </p:sp>
      <p:sp>
        <p:nvSpPr>
          <p:cNvPr id="194" name="Google Shape;194;p15"/>
          <p:cNvSpPr txBox="1"/>
          <p:nvPr/>
        </p:nvSpPr>
        <p:spPr>
          <a:xfrm>
            <a:off x="9993975" y="3786050"/>
            <a:ext cx="6720900" cy="3602700"/>
          </a:xfrm>
          <a:prstGeom prst="rect">
            <a:avLst/>
          </a:prstGeom>
          <a:noFill/>
          <a:ln>
            <a:noFill/>
          </a:ln>
        </p:spPr>
        <p:txBody>
          <a:bodyPr spcFirstLastPara="1" wrap="square" lIns="0" tIns="45075" rIns="0" bIns="0" anchor="t" anchorCtr="0">
            <a:spAutoFit/>
          </a:bodyPr>
          <a:lstStyle/>
          <a:p>
            <a:pPr marL="12700" marR="5080" lvl="0" indent="0" algn="just" rtl="0">
              <a:lnSpc>
                <a:spcPct val="112692"/>
              </a:lnSpc>
              <a:spcBef>
                <a:spcPts val="0"/>
              </a:spcBef>
              <a:spcAft>
                <a:spcPts val="0"/>
              </a:spcAft>
              <a:buClr>
                <a:srgbClr val="000000"/>
              </a:buClr>
              <a:buSzPts val="2600"/>
              <a:buFont typeface="Arial"/>
              <a:buNone/>
            </a:pPr>
            <a:r>
              <a:rPr lang="en-US" sz="2600" b="1" i="0" u="none" strike="noStrike" cap="none">
                <a:solidFill>
                  <a:srgbClr val="1B73BA"/>
                </a:solidFill>
                <a:latin typeface="Times New Roman"/>
                <a:ea typeface="Times New Roman"/>
                <a:cs typeface="Times New Roman"/>
                <a:sym typeface="Times New Roman"/>
              </a:rPr>
              <a:t>Server:  </a:t>
            </a:r>
            <a:endParaRPr sz="2600" b="1" i="0" u="none" strike="noStrike" cap="none">
              <a:solidFill>
                <a:srgbClr val="1B73BA"/>
              </a:solidFill>
              <a:latin typeface="Times New Roman"/>
              <a:ea typeface="Times New Roman"/>
              <a:cs typeface="Times New Roman"/>
              <a:sym typeface="Times New Roman"/>
            </a:endParaRPr>
          </a:p>
          <a:p>
            <a:pPr marL="457200" marR="5080" lvl="0" indent="-393700" algn="just" rtl="0">
              <a:lnSpc>
                <a:spcPct val="112692"/>
              </a:lnSpc>
              <a:spcBef>
                <a:spcPts val="0"/>
              </a:spcBef>
              <a:spcAft>
                <a:spcPts val="0"/>
              </a:spcAft>
              <a:buClr>
                <a:srgbClr val="1B73BA"/>
              </a:buClr>
              <a:buSzPts val="2600"/>
              <a:buFont typeface="Times New Roman"/>
              <a:buChar char="●"/>
            </a:pPr>
            <a:r>
              <a:rPr lang="en-US" sz="2600" b="0" i="0" u="none" strike="noStrike" cap="none">
                <a:solidFill>
                  <a:srgbClr val="1B73BA"/>
                </a:solidFill>
                <a:latin typeface="Times New Roman"/>
                <a:ea typeface="Times New Roman"/>
                <a:cs typeface="Times New Roman"/>
                <a:sym typeface="Times New Roman"/>
              </a:rPr>
              <a:t>A  system  that  provides  services  or  resources  in response  to  client  requests. </a:t>
            </a:r>
            <a:endParaRPr sz="2600" b="0" i="0" u="none" strike="noStrike" cap="none">
              <a:solidFill>
                <a:srgbClr val="1B73BA"/>
              </a:solidFill>
              <a:latin typeface="Times New Roman"/>
              <a:ea typeface="Times New Roman"/>
              <a:cs typeface="Times New Roman"/>
              <a:sym typeface="Times New Roman"/>
            </a:endParaRPr>
          </a:p>
          <a:p>
            <a:pPr marL="457200" marR="5080" lvl="0" indent="-393700" algn="just" rtl="0">
              <a:lnSpc>
                <a:spcPct val="112692"/>
              </a:lnSpc>
              <a:spcBef>
                <a:spcPts val="0"/>
              </a:spcBef>
              <a:spcAft>
                <a:spcPts val="0"/>
              </a:spcAft>
              <a:buClr>
                <a:srgbClr val="1B73BA"/>
              </a:buClr>
              <a:buSzPts val="2600"/>
              <a:buFont typeface="Times New Roman"/>
              <a:buChar char="●"/>
            </a:pPr>
            <a:r>
              <a:rPr lang="en-US" sz="2600" b="0" i="0" u="none" strike="noStrike" cap="none">
                <a:solidFill>
                  <a:srgbClr val="1B73BA"/>
                </a:solidFill>
                <a:latin typeface="Times New Roman"/>
                <a:ea typeface="Times New Roman"/>
                <a:cs typeface="Times New Roman"/>
                <a:sym typeface="Times New Roman"/>
              </a:rPr>
              <a:t>Common  web  server  software includes Apache, Nginx, and IIS (Internet Information Services).</a:t>
            </a:r>
            <a:endParaRPr sz="2600" b="0" i="0" u="none" strike="noStrike" cap="none">
              <a:solidFill>
                <a:srgbClr val="1B73BA"/>
              </a:solidFill>
              <a:latin typeface="Times New Roman"/>
              <a:ea typeface="Times New Roman"/>
              <a:cs typeface="Times New Roman"/>
              <a:sym typeface="Times New Roman"/>
            </a:endParaRPr>
          </a:p>
          <a:p>
            <a:pPr marL="457200" marR="5080" lvl="0" indent="-393700" algn="just" rtl="0">
              <a:lnSpc>
                <a:spcPct val="112692"/>
              </a:lnSpc>
              <a:spcBef>
                <a:spcPts val="0"/>
              </a:spcBef>
              <a:spcAft>
                <a:spcPts val="0"/>
              </a:spcAft>
              <a:buClr>
                <a:srgbClr val="1B73BA"/>
              </a:buClr>
              <a:buSzPts val="2600"/>
              <a:buFont typeface="Times New Roman"/>
              <a:buChar char="●"/>
            </a:pPr>
            <a:r>
              <a:rPr lang="en-US" sz="2600" b="0" i="0" u="none" strike="noStrike" cap="none">
                <a:solidFill>
                  <a:srgbClr val="1B73BA"/>
                </a:solidFill>
                <a:latin typeface="Times New Roman"/>
                <a:ea typeface="Times New Roman"/>
                <a:cs typeface="Times New Roman"/>
                <a:sym typeface="Times New Roman"/>
              </a:rPr>
              <a:t>Servers process requests and return the appropriate response.</a:t>
            </a:r>
            <a:endParaRPr sz="2600" b="0" i="0" u="none" strike="noStrike" cap="none">
              <a:solidFill>
                <a:srgbClr val="000000"/>
              </a:solidFill>
              <a:latin typeface="Times New Roman"/>
              <a:ea typeface="Times New Roman"/>
              <a:cs typeface="Times New Roman"/>
              <a:sym typeface="Times New Roman"/>
            </a:endParaRPr>
          </a:p>
        </p:txBody>
      </p:sp>
      <p:sp>
        <p:nvSpPr>
          <p:cNvPr id="195" name="Google Shape;195;p15"/>
          <p:cNvSpPr/>
          <p:nvPr/>
        </p:nvSpPr>
        <p:spPr>
          <a:xfrm>
            <a:off x="9237875" y="3626925"/>
            <a:ext cx="650081" cy="637250"/>
          </a:xfrm>
          <a:custGeom>
            <a:avLst/>
            <a:gdLst/>
            <a:ahLst/>
            <a:cxnLst/>
            <a:rect l="l" t="t" r="r" b="b"/>
            <a:pathLst>
              <a:path w="952500" h="976629" extrusionOk="0">
                <a:moveTo>
                  <a:pt x="952207" y="488264"/>
                </a:moveTo>
                <a:lnTo>
                  <a:pt x="260324" y="0"/>
                </a:lnTo>
                <a:lnTo>
                  <a:pt x="260324" y="183718"/>
                </a:lnTo>
                <a:lnTo>
                  <a:pt x="0" y="0"/>
                </a:lnTo>
                <a:lnTo>
                  <a:pt x="0" y="976515"/>
                </a:lnTo>
                <a:lnTo>
                  <a:pt x="260324" y="792810"/>
                </a:lnTo>
                <a:lnTo>
                  <a:pt x="260324" y="976515"/>
                </a:lnTo>
                <a:lnTo>
                  <a:pt x="952207" y="488264"/>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 name="Google Shape;196;p15"/>
          <p:cNvSpPr txBox="1"/>
          <p:nvPr/>
        </p:nvSpPr>
        <p:spPr>
          <a:xfrm>
            <a:off x="4002075" y="2314575"/>
            <a:ext cx="10426200" cy="976500"/>
          </a:xfrm>
          <a:prstGeom prst="rect">
            <a:avLst/>
          </a:prstGeom>
          <a:noFill/>
          <a:ln>
            <a:noFill/>
          </a:ln>
        </p:spPr>
        <p:txBody>
          <a:bodyPr spcFirstLastPara="1" wrap="square" lIns="91425" tIns="91425" rIns="91425" bIns="91425" anchor="t" anchorCtr="0">
            <a:noAutofit/>
          </a:bodyPr>
          <a:lstStyle/>
          <a:p>
            <a:pPr marL="12700" marR="5080" lvl="0" indent="0" algn="just" rtl="0">
              <a:lnSpc>
                <a:spcPct val="112692"/>
              </a:lnSpc>
              <a:spcBef>
                <a:spcPts val="0"/>
              </a:spcBef>
              <a:spcAft>
                <a:spcPts val="0"/>
              </a:spcAft>
              <a:buClr>
                <a:srgbClr val="000000"/>
              </a:buClr>
              <a:buSzPts val="2600"/>
              <a:buFont typeface="Arial"/>
              <a:buNone/>
            </a:pPr>
            <a:r>
              <a:rPr lang="en-US" sz="2600" b="0" i="0" u="none" strike="noStrike" cap="none">
                <a:solidFill>
                  <a:srgbClr val="1B73BA"/>
                </a:solidFill>
                <a:latin typeface="Times New Roman"/>
                <a:ea typeface="Times New Roman"/>
                <a:cs typeface="Times New Roman"/>
                <a:sym typeface="Times New Roman"/>
              </a:rPr>
              <a:t>The Client-Server Model is a network architecture in which two main components, the client and the server, communicate with each other. </a:t>
            </a:r>
            <a:endParaRPr sz="2600" b="0" i="0" u="none" strike="noStrike" cap="none">
              <a:solidFill>
                <a:srgbClr val="1B73BA"/>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fac6ad607f_0_0"/>
          <p:cNvSpPr txBox="1">
            <a:spLocks noGrp="1"/>
          </p:cNvSpPr>
          <p:nvPr>
            <p:ph type="title"/>
          </p:nvPr>
        </p:nvSpPr>
        <p:spPr>
          <a:xfrm>
            <a:off x="6690200" y="744075"/>
            <a:ext cx="9138600" cy="661800"/>
          </a:xfrm>
          <a:prstGeom prst="rect">
            <a:avLst/>
          </a:prstGeom>
          <a:noFill/>
          <a:ln>
            <a:noFill/>
          </a:ln>
        </p:spPr>
        <p:txBody>
          <a:bodyPr spcFirstLastPara="1" wrap="square" lIns="0" tIns="0" rIns="0" bIns="0" anchor="t" anchorCtr="0">
            <a:spAutoFit/>
          </a:bodyPr>
          <a:lstStyle/>
          <a:p>
            <a:pPr marL="12700" lvl="0" indent="0" algn="l" rtl="0">
              <a:lnSpc>
                <a:spcPct val="100000"/>
              </a:lnSpc>
              <a:spcBef>
                <a:spcPts val="0"/>
              </a:spcBef>
              <a:spcAft>
                <a:spcPts val="0"/>
              </a:spcAft>
              <a:buSzPts val="1400"/>
              <a:buNone/>
            </a:pPr>
            <a:r>
              <a:rPr lang="en-US" sz="4300">
                <a:solidFill>
                  <a:schemeClr val="hlink"/>
                </a:solidFill>
                <a:latin typeface="Times New Roman"/>
                <a:ea typeface="Times New Roman"/>
                <a:cs typeface="Times New Roman"/>
                <a:sym typeface="Times New Roman"/>
              </a:rPr>
              <a:t>CLIENT-SERVER ARCHITECTURE</a:t>
            </a:r>
            <a:endParaRPr sz="4300">
              <a:latin typeface="Times New Roman"/>
              <a:ea typeface="Times New Roman"/>
              <a:cs typeface="Times New Roman"/>
              <a:sym typeface="Times New Roman"/>
            </a:endParaRPr>
          </a:p>
        </p:txBody>
      </p:sp>
      <p:sp>
        <p:nvSpPr>
          <p:cNvPr id="202" name="Google Shape;202;g3fac6ad607f_0_0"/>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pic>
        <p:nvPicPr>
          <p:cNvPr id="203" name="Google Shape;203;g3fac6ad607f_0_0"/>
          <p:cNvPicPr preferRelativeResize="0"/>
          <p:nvPr/>
        </p:nvPicPr>
        <p:blipFill rotWithShape="1">
          <a:blip r:embed="rId3">
            <a:alphaModFix/>
          </a:blip>
          <a:srcRect/>
          <a:stretch/>
        </p:blipFill>
        <p:spPr>
          <a:xfrm>
            <a:off x="610375" y="2671225"/>
            <a:ext cx="7253350" cy="5026550"/>
          </a:xfrm>
          <a:prstGeom prst="rect">
            <a:avLst/>
          </a:prstGeom>
          <a:noFill/>
          <a:ln>
            <a:noFill/>
          </a:ln>
        </p:spPr>
      </p:pic>
      <p:sp>
        <p:nvSpPr>
          <p:cNvPr id="204" name="Google Shape;204;g3fac6ad607f_0_0"/>
          <p:cNvSpPr txBox="1"/>
          <p:nvPr/>
        </p:nvSpPr>
        <p:spPr>
          <a:xfrm>
            <a:off x="9349350" y="2454400"/>
            <a:ext cx="7165800" cy="63825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15000"/>
              </a:lnSpc>
              <a:spcBef>
                <a:spcPts val="1200"/>
              </a:spcBef>
              <a:spcAft>
                <a:spcPts val="0"/>
              </a:spcAft>
              <a:buClr>
                <a:schemeClr val="dk1"/>
              </a:buClr>
              <a:buSzPts val="1100"/>
              <a:buFont typeface="Arial"/>
              <a:buChar char="●"/>
            </a:pPr>
            <a:r>
              <a:rPr lang="en-US" sz="2600" b="1" i="0" u="none" strike="noStrike" cap="none">
                <a:solidFill>
                  <a:srgbClr val="1B73BA"/>
                </a:solidFill>
                <a:latin typeface="Times New Roman"/>
                <a:ea typeface="Times New Roman"/>
                <a:cs typeface="Times New Roman"/>
                <a:sym typeface="Times New Roman"/>
              </a:rPr>
              <a:t>Client:</a:t>
            </a:r>
            <a:r>
              <a:rPr lang="en-US" sz="2600" b="0" i="0" u="none" strike="noStrike" cap="none">
                <a:solidFill>
                  <a:srgbClr val="1B73BA"/>
                </a:solidFill>
                <a:latin typeface="Times New Roman"/>
                <a:ea typeface="Times New Roman"/>
                <a:cs typeface="Times New Roman"/>
                <a:sym typeface="Times New Roman"/>
              </a:rPr>
              <a:t> User’s device/browser sends a request &amp; displays the webpage</a:t>
            </a:r>
            <a:endParaRPr sz="2600" b="0" i="0" u="none" strike="noStrike" cap="none">
              <a:solidFill>
                <a:srgbClr val="1B73BA"/>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600" b="1" i="0" u="none" strike="noStrike" cap="none">
                <a:solidFill>
                  <a:srgbClr val="1B73BA"/>
                </a:solidFill>
                <a:latin typeface="Times New Roman"/>
                <a:ea typeface="Times New Roman"/>
                <a:cs typeface="Times New Roman"/>
                <a:sym typeface="Times New Roman"/>
              </a:rPr>
              <a:t>Internet:</a:t>
            </a:r>
            <a:r>
              <a:rPr lang="en-US" sz="2600" b="0" i="0" u="none" strike="noStrike" cap="none">
                <a:solidFill>
                  <a:srgbClr val="1B73BA"/>
                </a:solidFill>
                <a:latin typeface="Times New Roman"/>
                <a:ea typeface="Times New Roman"/>
                <a:cs typeface="Times New Roman"/>
                <a:sym typeface="Times New Roman"/>
              </a:rPr>
              <a:t> Transfers the request between client and server.</a:t>
            </a:r>
            <a:endParaRPr sz="2600" b="0" i="0" u="none" strike="noStrike" cap="none">
              <a:solidFill>
                <a:srgbClr val="1B73BA"/>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600" b="1" i="0" u="none" strike="noStrike" cap="none">
                <a:solidFill>
                  <a:srgbClr val="1B73BA"/>
                </a:solidFill>
                <a:latin typeface="Times New Roman"/>
                <a:ea typeface="Times New Roman"/>
                <a:cs typeface="Times New Roman"/>
                <a:sym typeface="Times New Roman"/>
              </a:rPr>
              <a:t>Web Server: </a:t>
            </a:r>
            <a:r>
              <a:rPr lang="en-US" sz="2600" b="0" i="0" u="none" strike="noStrike" cap="none">
                <a:solidFill>
                  <a:srgbClr val="1B73BA"/>
                </a:solidFill>
                <a:latin typeface="Times New Roman"/>
                <a:ea typeface="Times New Roman"/>
                <a:cs typeface="Times New Roman"/>
                <a:sym typeface="Times New Roman"/>
              </a:rPr>
              <a:t>Receives the request and forwards it for processing.</a:t>
            </a:r>
            <a:endParaRPr sz="2600" b="0" i="0" u="none" strike="noStrike" cap="none">
              <a:solidFill>
                <a:srgbClr val="1B73BA"/>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600" b="1" i="0" u="none" strike="noStrike" cap="none">
                <a:solidFill>
                  <a:srgbClr val="1B73BA"/>
                </a:solidFill>
                <a:latin typeface="Times New Roman"/>
                <a:ea typeface="Times New Roman"/>
                <a:cs typeface="Times New Roman"/>
                <a:sym typeface="Times New Roman"/>
              </a:rPr>
              <a:t>Application Server:</a:t>
            </a:r>
            <a:r>
              <a:rPr lang="en-US" sz="2600" b="0" i="0" u="none" strike="noStrike" cap="none">
                <a:solidFill>
                  <a:srgbClr val="1B73BA"/>
                </a:solidFill>
                <a:latin typeface="Times New Roman"/>
                <a:ea typeface="Times New Roman"/>
                <a:cs typeface="Times New Roman"/>
                <a:sym typeface="Times New Roman"/>
              </a:rPr>
              <a:t> Processes the request and applies business logic.</a:t>
            </a:r>
            <a:endParaRPr sz="2600" b="0" i="0" u="none" strike="noStrike" cap="none">
              <a:solidFill>
                <a:srgbClr val="1B73BA"/>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600" b="1" i="0" u="none" strike="noStrike" cap="none">
                <a:solidFill>
                  <a:srgbClr val="1B73BA"/>
                </a:solidFill>
                <a:latin typeface="Times New Roman"/>
                <a:ea typeface="Times New Roman"/>
                <a:cs typeface="Times New Roman"/>
                <a:sym typeface="Times New Roman"/>
              </a:rPr>
              <a:t>Database:</a:t>
            </a:r>
            <a:r>
              <a:rPr lang="en-US" sz="2600" b="0" i="0" u="none" strike="noStrike" cap="none">
                <a:solidFill>
                  <a:srgbClr val="1B73BA"/>
                </a:solidFill>
                <a:latin typeface="Times New Roman"/>
                <a:ea typeface="Times New Roman"/>
                <a:cs typeface="Times New Roman"/>
                <a:sym typeface="Times New Roman"/>
              </a:rPr>
              <a:t> Stores and retrieves the required data.</a:t>
            </a:r>
            <a:endParaRPr sz="2600" b="0" i="0" u="none" strike="noStrike" cap="none">
              <a:solidFill>
                <a:srgbClr val="1B73BA"/>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600" b="1" i="0" u="none" strike="noStrike" cap="none">
                <a:solidFill>
                  <a:srgbClr val="1B73BA"/>
                </a:solidFill>
                <a:latin typeface="Times New Roman"/>
                <a:ea typeface="Times New Roman"/>
                <a:cs typeface="Times New Roman"/>
                <a:sym typeface="Times New Roman"/>
              </a:rPr>
              <a:t>Response: </a:t>
            </a:r>
            <a:r>
              <a:rPr lang="en-US" sz="2600" b="0" i="0" u="none" strike="noStrike" cap="none">
                <a:solidFill>
                  <a:srgbClr val="1B73BA"/>
                </a:solidFill>
                <a:latin typeface="Times New Roman"/>
                <a:ea typeface="Times New Roman"/>
                <a:cs typeface="Times New Roman"/>
                <a:sym typeface="Times New Roman"/>
              </a:rPr>
              <a:t>The processed result is sent back to the client through the Internet.</a:t>
            </a:r>
            <a:endParaRPr sz="2600" b="0"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chemeClr val="dk1"/>
              </a:buClr>
              <a:buSzPts val="1100"/>
              <a:buFont typeface="Arial"/>
              <a:buNone/>
            </a:pPr>
            <a:r>
              <a:rPr lang="en-US" sz="2600" b="1" i="0" u="none" strike="noStrike" cap="none">
                <a:solidFill>
                  <a:srgbClr val="1B73BA"/>
                </a:solidFill>
                <a:latin typeface="Times New Roman"/>
                <a:ea typeface="Times New Roman"/>
                <a:cs typeface="Times New Roman"/>
                <a:sym typeface="Times New Roman"/>
              </a:rPr>
              <a:t>Flow:</a:t>
            </a:r>
            <a:br>
              <a:rPr lang="en-US" sz="2600" b="1" i="0" u="none" strike="noStrike" cap="none">
                <a:solidFill>
                  <a:srgbClr val="1B73BA"/>
                </a:solidFill>
                <a:latin typeface="Times New Roman"/>
                <a:ea typeface="Times New Roman"/>
                <a:cs typeface="Times New Roman"/>
                <a:sym typeface="Times New Roman"/>
              </a:rPr>
            </a:br>
            <a:r>
              <a:rPr lang="en-US" sz="2600" b="0" i="0" u="none" strike="noStrike" cap="none">
                <a:solidFill>
                  <a:srgbClr val="1B73BA"/>
                </a:solidFill>
                <a:latin typeface="Times New Roman"/>
                <a:ea typeface="Times New Roman"/>
                <a:cs typeface="Times New Roman"/>
                <a:sym typeface="Times New Roman"/>
              </a:rPr>
              <a:t> Client → Internet → Web Server → Application Server → Database → Response → Client</a:t>
            </a:r>
            <a:endParaRPr sz="1100" b="1"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950"/>
              <a:buFont typeface="Arial"/>
              <a:buNone/>
            </a:pPr>
            <a:endParaRPr sz="1950" b="0" i="0" u="none" strike="noStrike" cap="none">
              <a:solidFill>
                <a:srgbClr val="1B73BA"/>
              </a:solidFill>
              <a:latin typeface="Lucida Sans"/>
              <a:ea typeface="Lucida Sans"/>
              <a:cs typeface="Lucida Sans"/>
              <a:sym typeface="Lucida Sans"/>
            </a:endParaRPr>
          </a:p>
        </p:txBody>
      </p:sp>
      <p:sp>
        <p:nvSpPr>
          <p:cNvPr id="205" name="Google Shape;205;g3fac6ad607f_0_0"/>
          <p:cNvSpPr txBox="1"/>
          <p:nvPr/>
        </p:nvSpPr>
        <p:spPr>
          <a:xfrm>
            <a:off x="1059125" y="8293250"/>
            <a:ext cx="1113600" cy="103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5150"/>
              <a:buFont typeface="Arial"/>
              <a:buNone/>
            </a:pPr>
            <a:r>
              <a:rPr lang="en-US" sz="5150" b="1" i="0" u="none" strike="noStrike" cap="none">
                <a:solidFill>
                  <a:srgbClr val="1B73BA"/>
                </a:solidFill>
                <a:latin typeface="Trebuchet MS"/>
                <a:ea typeface="Trebuchet MS"/>
                <a:cs typeface="Trebuchet MS"/>
                <a:sym typeface="Trebuchet MS"/>
              </a:rPr>
              <a:t>14</a:t>
            </a:r>
            <a:endParaRPr sz="1950" b="0" i="0" u="none" strike="noStrike" cap="none">
              <a:solidFill>
                <a:srgbClr val="1B73BA"/>
              </a:solidFill>
              <a:latin typeface="Lucida Sans"/>
              <a:ea typeface="Lucida Sans"/>
              <a:cs typeface="Lucida Sans"/>
              <a:sym typeface="Lucid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8" descr="$PPTXTitle"/>
          <p:cNvSpPr txBox="1">
            <a:spLocks noGrp="1"/>
          </p:cNvSpPr>
          <p:nvPr>
            <p:ph type="title"/>
          </p:nvPr>
        </p:nvSpPr>
        <p:spPr>
          <a:xfrm>
            <a:off x="3561450" y="2208950"/>
            <a:ext cx="11523000" cy="12936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SzPts val="1400"/>
              <a:buNone/>
            </a:pPr>
            <a:r>
              <a:rPr lang="en-US" sz="4150">
                <a:latin typeface="Times New Roman"/>
                <a:ea typeface="Times New Roman"/>
                <a:cs typeface="Times New Roman"/>
                <a:sym typeface="Times New Roman"/>
              </a:rPr>
              <a:t>ADVANTAGES OF CLIENT- </a:t>
            </a:r>
            <a:r>
              <a:rPr lang="en-US" sz="4150">
                <a:solidFill>
                  <a:schemeClr val="hlink"/>
                </a:solidFill>
                <a:latin typeface="Times New Roman"/>
                <a:ea typeface="Times New Roman"/>
                <a:cs typeface="Times New Roman"/>
                <a:sym typeface="Times New Roman"/>
              </a:rPr>
              <a:t>SERVER MODEL</a:t>
            </a:r>
            <a:endParaRPr sz="4150" b="0">
              <a:solidFill>
                <a:schemeClr val="dk1"/>
              </a:solidFill>
              <a:latin typeface="Times New Roman"/>
              <a:ea typeface="Times New Roman"/>
              <a:cs typeface="Times New Roman"/>
              <a:sym typeface="Times New Roman"/>
            </a:endParaRPr>
          </a:p>
          <a:p>
            <a:pPr marL="12700" lvl="0" indent="0" algn="l" rtl="0">
              <a:lnSpc>
                <a:spcPct val="100000"/>
              </a:lnSpc>
              <a:spcBef>
                <a:spcPts val="0"/>
              </a:spcBef>
              <a:spcAft>
                <a:spcPts val="0"/>
              </a:spcAft>
              <a:buSzPts val="1400"/>
              <a:buNone/>
            </a:pPr>
            <a:endParaRPr sz="4150">
              <a:latin typeface="Times New Roman"/>
              <a:ea typeface="Times New Roman"/>
              <a:cs typeface="Times New Roman"/>
              <a:sym typeface="Times New Roman"/>
            </a:endParaRPr>
          </a:p>
        </p:txBody>
      </p:sp>
      <p:sp>
        <p:nvSpPr>
          <p:cNvPr id="211" name="Google Shape;211;p18"/>
          <p:cNvSpPr txBox="1"/>
          <p:nvPr/>
        </p:nvSpPr>
        <p:spPr>
          <a:xfrm>
            <a:off x="1197825" y="8386025"/>
            <a:ext cx="935100" cy="8241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5250"/>
              <a:buFont typeface="Arial"/>
              <a:buNone/>
            </a:pPr>
            <a:r>
              <a:rPr lang="en-US" sz="5250" b="1" i="0" u="none" strike="noStrike" cap="none">
                <a:solidFill>
                  <a:srgbClr val="1B73BA"/>
                </a:solidFill>
                <a:latin typeface="Trebuchet MS"/>
                <a:ea typeface="Trebuchet MS"/>
                <a:cs typeface="Trebuchet MS"/>
                <a:sym typeface="Trebuchet MS"/>
              </a:rPr>
              <a:t>15</a:t>
            </a:r>
            <a:endParaRPr sz="5250" b="0" i="0" u="none" strike="noStrike" cap="none">
              <a:solidFill>
                <a:srgbClr val="000000"/>
              </a:solidFill>
              <a:latin typeface="Trebuchet MS"/>
              <a:ea typeface="Trebuchet MS"/>
              <a:cs typeface="Trebuchet MS"/>
              <a:sym typeface="Trebuchet MS"/>
            </a:endParaRPr>
          </a:p>
        </p:txBody>
      </p:sp>
      <p:sp>
        <p:nvSpPr>
          <p:cNvPr id="212" name="Google Shape;212;p18"/>
          <p:cNvSpPr txBox="1"/>
          <p:nvPr/>
        </p:nvSpPr>
        <p:spPr>
          <a:xfrm>
            <a:off x="2751750" y="3229274"/>
            <a:ext cx="12562800" cy="431700"/>
          </a:xfrm>
          <a:prstGeom prst="rect">
            <a:avLst/>
          </a:prstGeom>
          <a:noFill/>
          <a:ln>
            <a:noFill/>
          </a:ln>
        </p:spPr>
        <p:txBody>
          <a:bodyPr spcFirstLastPara="1" wrap="square" lIns="0" tIns="15875" rIns="0" bIns="0" anchor="t" anchorCtr="0">
            <a:spAutoFit/>
          </a:bodyPr>
          <a:lstStyle/>
          <a:p>
            <a:pPr marL="1330325" marR="5080" lvl="0" indent="0" algn="just" rtl="0">
              <a:lnSpc>
                <a:spcPct val="113703"/>
              </a:lnSpc>
              <a:spcBef>
                <a:spcPts val="2715"/>
              </a:spcBef>
              <a:spcAft>
                <a:spcPts val="0"/>
              </a:spcAft>
              <a:buClr>
                <a:srgbClr val="000000"/>
              </a:buClr>
              <a:buSzPts val="2700"/>
              <a:buFont typeface="Arial"/>
              <a:buNone/>
            </a:pPr>
            <a:endParaRPr sz="2700" b="0" i="0" u="none" strike="noStrike" cap="none">
              <a:solidFill>
                <a:srgbClr val="000000"/>
              </a:solidFill>
              <a:latin typeface="Lucida Sans"/>
              <a:ea typeface="Lucida Sans"/>
              <a:cs typeface="Lucida Sans"/>
              <a:sym typeface="Lucida Sans"/>
            </a:endParaRPr>
          </a:p>
        </p:txBody>
      </p:sp>
      <p:sp>
        <p:nvSpPr>
          <p:cNvPr id="213" name="Google Shape;213;p18"/>
          <p:cNvSpPr txBox="1"/>
          <p:nvPr/>
        </p:nvSpPr>
        <p:spPr>
          <a:xfrm>
            <a:off x="3456775" y="3553025"/>
            <a:ext cx="11523000" cy="5056200"/>
          </a:xfrm>
          <a:prstGeom prst="rect">
            <a:avLst/>
          </a:prstGeom>
          <a:noFill/>
          <a:ln>
            <a:noFill/>
          </a:ln>
        </p:spPr>
        <p:txBody>
          <a:bodyPr spcFirstLastPara="1" wrap="square" lIns="91425" tIns="91425" rIns="91425" bIns="91425" anchor="t" anchorCtr="0">
            <a:noAutofit/>
          </a:bodyPr>
          <a:lstStyle/>
          <a:p>
            <a:pPr marL="457200" marR="0" lvl="0" indent="-393700" algn="l" rtl="0">
              <a:lnSpc>
                <a:spcPct val="100000"/>
              </a:lnSpc>
              <a:spcBef>
                <a:spcPts val="0"/>
              </a:spcBef>
              <a:spcAft>
                <a:spcPts val="0"/>
              </a:spcAft>
              <a:buClr>
                <a:srgbClr val="1B73BA"/>
              </a:buClr>
              <a:buSzPts val="2600"/>
              <a:buFont typeface="Times New Roman"/>
              <a:buAutoNum type="arabicPeriod"/>
            </a:pPr>
            <a:r>
              <a:rPr lang="en-US" sz="2600" b="1" i="0" u="none" strike="noStrike" cap="none">
                <a:solidFill>
                  <a:srgbClr val="1B73BA"/>
                </a:solidFill>
                <a:latin typeface="Times New Roman"/>
                <a:ea typeface="Times New Roman"/>
                <a:cs typeface="Times New Roman"/>
                <a:sym typeface="Times New Roman"/>
              </a:rPr>
              <a:t>Centralized Data Management – </a:t>
            </a:r>
            <a:r>
              <a:rPr lang="en-US" sz="2600" b="0" i="0" u="none" strike="noStrike" cap="none">
                <a:solidFill>
                  <a:srgbClr val="1B73BA"/>
                </a:solidFill>
                <a:latin typeface="Times New Roman"/>
                <a:ea typeface="Times New Roman"/>
                <a:cs typeface="Times New Roman"/>
                <a:sym typeface="Times New Roman"/>
              </a:rPr>
              <a:t>Data is stored and managed centrally on the server.</a:t>
            </a:r>
            <a:endParaRPr sz="2600" b="0" i="0" u="none" strike="noStrike" cap="none">
              <a:solidFill>
                <a:srgbClr val="1B73BA"/>
              </a:solidFill>
              <a:latin typeface="Times New Roman"/>
              <a:ea typeface="Times New Roman"/>
              <a:cs typeface="Times New Roman"/>
              <a:sym typeface="Times New Roman"/>
            </a:endParaRPr>
          </a:p>
          <a:p>
            <a:pPr marL="457200" marR="0" lvl="0" indent="-393700" algn="l" rtl="0">
              <a:lnSpc>
                <a:spcPct val="100000"/>
              </a:lnSpc>
              <a:spcBef>
                <a:spcPts val="0"/>
              </a:spcBef>
              <a:spcAft>
                <a:spcPts val="0"/>
              </a:spcAft>
              <a:buClr>
                <a:srgbClr val="1B73BA"/>
              </a:buClr>
              <a:buSzPts val="2600"/>
              <a:buFont typeface="Times New Roman"/>
              <a:buAutoNum type="arabicPeriod"/>
            </a:pPr>
            <a:r>
              <a:rPr lang="en-US" sz="2600" b="1" i="0" u="none" strike="noStrike" cap="none">
                <a:solidFill>
                  <a:srgbClr val="1B73BA"/>
                </a:solidFill>
                <a:latin typeface="Times New Roman"/>
                <a:ea typeface="Times New Roman"/>
                <a:cs typeface="Times New Roman"/>
                <a:sym typeface="Times New Roman"/>
              </a:rPr>
              <a:t>Easy Maintenance</a:t>
            </a:r>
            <a:r>
              <a:rPr lang="en-US" sz="2600" b="0" i="0" u="none" strike="noStrike" cap="none">
                <a:solidFill>
                  <a:srgbClr val="1B73BA"/>
                </a:solidFill>
                <a:latin typeface="Times New Roman"/>
                <a:ea typeface="Times New Roman"/>
                <a:cs typeface="Times New Roman"/>
                <a:sym typeface="Times New Roman"/>
              </a:rPr>
              <a:t> – Updates and maintenance can be performed mainly on the server.</a:t>
            </a:r>
            <a:endParaRPr sz="2600" b="0" i="0" u="none" strike="noStrike" cap="none">
              <a:solidFill>
                <a:srgbClr val="1B73BA"/>
              </a:solidFill>
              <a:latin typeface="Times New Roman"/>
              <a:ea typeface="Times New Roman"/>
              <a:cs typeface="Times New Roman"/>
              <a:sym typeface="Times New Roman"/>
            </a:endParaRPr>
          </a:p>
          <a:p>
            <a:pPr marL="457200" marR="0" lvl="0" indent="-393700" algn="l" rtl="0">
              <a:lnSpc>
                <a:spcPct val="100000"/>
              </a:lnSpc>
              <a:spcBef>
                <a:spcPts val="0"/>
              </a:spcBef>
              <a:spcAft>
                <a:spcPts val="0"/>
              </a:spcAft>
              <a:buClr>
                <a:srgbClr val="1B73BA"/>
              </a:buClr>
              <a:buSzPts val="2600"/>
              <a:buFont typeface="Times New Roman"/>
              <a:buAutoNum type="arabicPeriod"/>
            </a:pPr>
            <a:r>
              <a:rPr lang="en-US" sz="2600" b="1" i="0" u="none" strike="noStrike" cap="none">
                <a:solidFill>
                  <a:srgbClr val="1B73BA"/>
                </a:solidFill>
                <a:latin typeface="Times New Roman"/>
                <a:ea typeface="Times New Roman"/>
                <a:cs typeface="Times New Roman"/>
                <a:sym typeface="Times New Roman"/>
              </a:rPr>
              <a:t>Better Security</a:t>
            </a:r>
            <a:r>
              <a:rPr lang="en-US" sz="2600" b="0" i="0" u="none" strike="noStrike" cap="none">
                <a:solidFill>
                  <a:srgbClr val="1B73BA"/>
                </a:solidFill>
                <a:latin typeface="Times New Roman"/>
                <a:ea typeface="Times New Roman"/>
                <a:cs typeface="Times New Roman"/>
                <a:sym typeface="Times New Roman"/>
              </a:rPr>
              <a:t> – Access to data and resources can be controlled by the server.</a:t>
            </a:r>
            <a:endParaRPr sz="2600" b="0" i="0" u="none" strike="noStrike" cap="none">
              <a:solidFill>
                <a:srgbClr val="1B73BA"/>
              </a:solidFill>
              <a:latin typeface="Times New Roman"/>
              <a:ea typeface="Times New Roman"/>
              <a:cs typeface="Times New Roman"/>
              <a:sym typeface="Times New Roman"/>
            </a:endParaRPr>
          </a:p>
          <a:p>
            <a:pPr marL="457200" marR="0" lvl="0" indent="-393700" algn="l" rtl="0">
              <a:lnSpc>
                <a:spcPct val="100000"/>
              </a:lnSpc>
              <a:spcBef>
                <a:spcPts val="0"/>
              </a:spcBef>
              <a:spcAft>
                <a:spcPts val="0"/>
              </a:spcAft>
              <a:buClr>
                <a:srgbClr val="1B73BA"/>
              </a:buClr>
              <a:buSzPts val="2600"/>
              <a:buFont typeface="Times New Roman"/>
              <a:buAutoNum type="arabicPeriod"/>
            </a:pPr>
            <a:r>
              <a:rPr lang="en-US" sz="2600" b="1" i="0" u="none" strike="noStrike" cap="none">
                <a:solidFill>
                  <a:srgbClr val="1B73BA"/>
                </a:solidFill>
                <a:latin typeface="Times New Roman"/>
                <a:ea typeface="Times New Roman"/>
                <a:cs typeface="Times New Roman"/>
                <a:sym typeface="Times New Roman"/>
              </a:rPr>
              <a:t>Resource Sharing</a:t>
            </a:r>
            <a:r>
              <a:rPr lang="en-US" sz="2600" b="0" i="0" u="none" strike="noStrike" cap="none">
                <a:solidFill>
                  <a:srgbClr val="1B73BA"/>
                </a:solidFill>
                <a:latin typeface="Times New Roman"/>
                <a:ea typeface="Times New Roman"/>
                <a:cs typeface="Times New Roman"/>
                <a:sym typeface="Times New Roman"/>
              </a:rPr>
              <a:t> – Multiple clients can share common resources and services.</a:t>
            </a:r>
            <a:endParaRPr sz="2600" b="0" i="0" u="none" strike="noStrike" cap="none">
              <a:solidFill>
                <a:srgbClr val="1B73BA"/>
              </a:solidFill>
              <a:latin typeface="Times New Roman"/>
              <a:ea typeface="Times New Roman"/>
              <a:cs typeface="Times New Roman"/>
              <a:sym typeface="Times New Roman"/>
            </a:endParaRPr>
          </a:p>
          <a:p>
            <a:pPr marL="457200" marR="0" lvl="0" indent="-393700" algn="l" rtl="0">
              <a:lnSpc>
                <a:spcPct val="100000"/>
              </a:lnSpc>
              <a:spcBef>
                <a:spcPts val="0"/>
              </a:spcBef>
              <a:spcAft>
                <a:spcPts val="0"/>
              </a:spcAft>
              <a:buClr>
                <a:srgbClr val="1B73BA"/>
              </a:buClr>
              <a:buSzPts val="2600"/>
              <a:buFont typeface="Times New Roman"/>
              <a:buAutoNum type="arabicPeriod"/>
            </a:pPr>
            <a:r>
              <a:rPr lang="en-US" sz="2600" b="1" i="0" u="none" strike="noStrike" cap="none">
                <a:solidFill>
                  <a:srgbClr val="1B73BA"/>
                </a:solidFill>
                <a:latin typeface="Times New Roman"/>
                <a:ea typeface="Times New Roman"/>
                <a:cs typeface="Times New Roman"/>
                <a:sym typeface="Times New Roman"/>
              </a:rPr>
              <a:t>Scalability</a:t>
            </a:r>
            <a:r>
              <a:rPr lang="en-US" sz="2600" b="0" i="0" u="none" strike="noStrike" cap="none">
                <a:solidFill>
                  <a:srgbClr val="1B73BA"/>
                </a:solidFill>
                <a:latin typeface="Times New Roman"/>
                <a:ea typeface="Times New Roman"/>
                <a:cs typeface="Times New Roman"/>
                <a:sym typeface="Times New Roman"/>
              </a:rPr>
              <a:t> – More clients can be added as the system grows.</a:t>
            </a:r>
            <a:endParaRPr sz="2600" b="0" i="0" u="none" strike="noStrike" cap="none">
              <a:solidFill>
                <a:srgbClr val="1B73BA"/>
              </a:solidFill>
              <a:latin typeface="Times New Roman"/>
              <a:ea typeface="Times New Roman"/>
              <a:cs typeface="Times New Roman"/>
              <a:sym typeface="Times New Roman"/>
            </a:endParaRPr>
          </a:p>
          <a:p>
            <a:pPr marL="457200" marR="0" lvl="0" indent="-393700" algn="l" rtl="0">
              <a:lnSpc>
                <a:spcPct val="100000"/>
              </a:lnSpc>
              <a:spcBef>
                <a:spcPts val="0"/>
              </a:spcBef>
              <a:spcAft>
                <a:spcPts val="0"/>
              </a:spcAft>
              <a:buClr>
                <a:srgbClr val="1B73BA"/>
              </a:buClr>
              <a:buSzPts val="2600"/>
              <a:buFont typeface="Times New Roman"/>
              <a:buAutoNum type="arabicPeriod"/>
            </a:pPr>
            <a:r>
              <a:rPr lang="en-US" sz="2600" b="1" i="0" u="none" strike="noStrike" cap="none">
                <a:solidFill>
                  <a:srgbClr val="1B73BA"/>
                </a:solidFill>
                <a:latin typeface="Times New Roman"/>
                <a:ea typeface="Times New Roman"/>
                <a:cs typeface="Times New Roman"/>
                <a:sym typeface="Times New Roman"/>
              </a:rPr>
              <a:t>Data Backup</a:t>
            </a:r>
            <a:r>
              <a:rPr lang="en-US" sz="2600" b="0" i="0" u="none" strike="noStrike" cap="none">
                <a:solidFill>
                  <a:srgbClr val="1B73BA"/>
                </a:solidFill>
                <a:latin typeface="Times New Roman"/>
                <a:ea typeface="Times New Roman"/>
                <a:cs typeface="Times New Roman"/>
                <a:sym typeface="Times New Roman"/>
              </a:rPr>
              <a:t> – Centralized data makes backup and recovery easier.</a:t>
            </a:r>
            <a:endParaRPr sz="2600" b="0" i="0" u="none" strike="noStrike" cap="none">
              <a:solidFill>
                <a:srgbClr val="1B73BA"/>
              </a:solidFill>
              <a:latin typeface="Times New Roman"/>
              <a:ea typeface="Times New Roman"/>
              <a:cs typeface="Times New Roman"/>
              <a:sym typeface="Times New Roman"/>
            </a:endParaRPr>
          </a:p>
          <a:p>
            <a:pPr marL="457200" marR="0" lvl="0" indent="-393700" algn="l" rtl="0">
              <a:lnSpc>
                <a:spcPct val="100000"/>
              </a:lnSpc>
              <a:spcBef>
                <a:spcPts val="0"/>
              </a:spcBef>
              <a:spcAft>
                <a:spcPts val="0"/>
              </a:spcAft>
              <a:buClr>
                <a:srgbClr val="1B73BA"/>
              </a:buClr>
              <a:buSzPts val="2600"/>
              <a:buFont typeface="Times New Roman"/>
              <a:buAutoNum type="arabicPeriod"/>
            </a:pPr>
            <a:r>
              <a:rPr lang="en-US" sz="2600" b="1" i="0" u="none" strike="noStrike" cap="none">
                <a:solidFill>
                  <a:srgbClr val="1B73BA"/>
                </a:solidFill>
                <a:latin typeface="Times New Roman"/>
                <a:ea typeface="Times New Roman"/>
                <a:cs typeface="Times New Roman"/>
                <a:sym typeface="Times New Roman"/>
              </a:rPr>
              <a:t>Efficient Management</a:t>
            </a:r>
            <a:r>
              <a:rPr lang="en-US" sz="2600" b="0" i="0" u="none" strike="noStrike" cap="none">
                <a:solidFill>
                  <a:srgbClr val="1B73BA"/>
                </a:solidFill>
                <a:latin typeface="Times New Roman"/>
                <a:ea typeface="Times New Roman"/>
                <a:cs typeface="Times New Roman"/>
                <a:sym typeface="Times New Roman"/>
              </a:rPr>
              <a:t> – The server manages requests and resources for multiple clients.</a:t>
            </a:r>
            <a:endParaRPr sz="2600" b="0" i="0" u="none" strike="noStrike" cap="none">
              <a:solidFill>
                <a:srgbClr val="1B73BA"/>
              </a:solidFill>
              <a:latin typeface="Times New Roman"/>
              <a:ea typeface="Times New Roman"/>
              <a:cs typeface="Times New Roman"/>
              <a:sym typeface="Times New Roman"/>
            </a:endParaRPr>
          </a:p>
          <a:p>
            <a:pPr marL="457200" marR="0" lvl="0" indent="-393700" algn="l" rtl="0">
              <a:lnSpc>
                <a:spcPct val="100000"/>
              </a:lnSpc>
              <a:spcBef>
                <a:spcPts val="0"/>
              </a:spcBef>
              <a:spcAft>
                <a:spcPts val="0"/>
              </a:spcAft>
              <a:buClr>
                <a:srgbClr val="1B73BA"/>
              </a:buClr>
              <a:buSzPts val="2600"/>
              <a:buFont typeface="Times New Roman"/>
              <a:buAutoNum type="arabicPeriod"/>
            </a:pPr>
            <a:r>
              <a:rPr lang="en-US" sz="2600" b="1" i="0" u="none" strike="noStrike" cap="none">
                <a:solidFill>
                  <a:srgbClr val="1B73BA"/>
                </a:solidFill>
                <a:latin typeface="Times New Roman"/>
                <a:ea typeface="Times New Roman"/>
                <a:cs typeface="Times New Roman"/>
                <a:sym typeface="Times New Roman"/>
              </a:rPr>
              <a:t>Cost Effective </a:t>
            </a:r>
            <a:r>
              <a:rPr lang="en-US" sz="2600" b="0" i="0" u="none" strike="noStrike" cap="none">
                <a:solidFill>
                  <a:srgbClr val="1B73BA"/>
                </a:solidFill>
                <a:latin typeface="Times New Roman"/>
                <a:ea typeface="Times New Roman"/>
                <a:cs typeface="Times New Roman"/>
                <a:sym typeface="Times New Roman"/>
              </a:rPr>
              <a:t>– Clients do not need to store or process all data locally.</a:t>
            </a: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rgbClr val="1B73BA"/>
              </a:solidFill>
              <a:latin typeface="Lucida Sans"/>
              <a:ea typeface="Lucida Sans"/>
              <a:cs typeface="Lucida Sans"/>
              <a:sym typeface="Lucid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0"/>
          <p:cNvSpPr/>
          <p:nvPr/>
        </p:nvSpPr>
        <p:spPr>
          <a:xfrm>
            <a:off x="2764450" y="3348525"/>
            <a:ext cx="12595225" cy="2719540"/>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40"/>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1" y="18713"/>
                </a:lnTo>
                <a:lnTo>
                  <a:pt x="12490600" y="40668"/>
                </a:lnTo>
                <a:lnTo>
                  <a:pt x="12525842" y="69745"/>
                </a:lnTo>
                <a:lnTo>
                  <a:pt x="12554919" y="104987"/>
                </a:lnTo>
                <a:lnTo>
                  <a:pt x="12576874" y="145436"/>
                </a:lnTo>
                <a:lnTo>
                  <a:pt x="12590750" y="190134"/>
                </a:lnTo>
                <a:lnTo>
                  <a:pt x="12594970" y="232001"/>
                </a:lnTo>
                <a:lnTo>
                  <a:pt x="12594970" y="1926173"/>
                </a:lnTo>
                <a:lnTo>
                  <a:pt x="12590750" y="1968040"/>
                </a:lnTo>
                <a:lnTo>
                  <a:pt x="12576874" y="2012738"/>
                </a:lnTo>
                <a:lnTo>
                  <a:pt x="12554919" y="2053187"/>
                </a:lnTo>
                <a:lnTo>
                  <a:pt x="12525842" y="2088429"/>
                </a:lnTo>
                <a:lnTo>
                  <a:pt x="12490600" y="2117506"/>
                </a:lnTo>
                <a:lnTo>
                  <a:pt x="12450151"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 name="Google Shape;219;p20"/>
          <p:cNvSpPr/>
          <p:nvPr/>
        </p:nvSpPr>
        <p:spPr>
          <a:xfrm>
            <a:off x="2846205" y="6491236"/>
            <a:ext cx="12595225" cy="2158365"/>
          </a:xfrm>
          <a:custGeom>
            <a:avLst/>
            <a:gdLst/>
            <a:ahLst/>
            <a:cxnLst/>
            <a:rect l="l" t="t" r="r" b="b"/>
            <a:pathLst>
              <a:path w="12595225" h="2158365" extrusionOk="0">
                <a:moveTo>
                  <a:pt x="12357463" y="2158174"/>
                </a:moveTo>
                <a:lnTo>
                  <a:pt x="238125" y="2158174"/>
                </a:lnTo>
                <a:lnTo>
                  <a:pt x="190134" y="2153336"/>
                </a:lnTo>
                <a:lnTo>
                  <a:pt x="145436" y="2139461"/>
                </a:lnTo>
                <a:lnTo>
                  <a:pt x="104987" y="2117506"/>
                </a:lnTo>
                <a:lnTo>
                  <a:pt x="69745" y="2088429"/>
                </a:lnTo>
                <a:lnTo>
                  <a:pt x="40668" y="2053187"/>
                </a:lnTo>
                <a:lnTo>
                  <a:pt x="18713" y="2012738"/>
                </a:lnTo>
                <a:lnTo>
                  <a:pt x="4837" y="1968039"/>
                </a:lnTo>
                <a:lnTo>
                  <a:pt x="0" y="1920049"/>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2357463" y="0"/>
                </a:lnTo>
                <a:lnTo>
                  <a:pt x="12405453" y="4837"/>
                </a:lnTo>
                <a:lnTo>
                  <a:pt x="12450152" y="18713"/>
                </a:lnTo>
                <a:lnTo>
                  <a:pt x="12490600" y="40668"/>
                </a:lnTo>
                <a:lnTo>
                  <a:pt x="12525842" y="69745"/>
                </a:lnTo>
                <a:lnTo>
                  <a:pt x="12554920" y="104987"/>
                </a:lnTo>
                <a:lnTo>
                  <a:pt x="12576875" y="145436"/>
                </a:lnTo>
                <a:lnTo>
                  <a:pt x="12590750" y="190134"/>
                </a:lnTo>
                <a:lnTo>
                  <a:pt x="12594970" y="231997"/>
                </a:lnTo>
                <a:lnTo>
                  <a:pt x="12594970" y="1926176"/>
                </a:lnTo>
                <a:lnTo>
                  <a:pt x="12590750" y="1968039"/>
                </a:lnTo>
                <a:lnTo>
                  <a:pt x="12576875" y="2012738"/>
                </a:lnTo>
                <a:lnTo>
                  <a:pt x="12554920" y="2053187"/>
                </a:lnTo>
                <a:lnTo>
                  <a:pt x="12525842" y="2088429"/>
                </a:lnTo>
                <a:lnTo>
                  <a:pt x="12490600" y="2117506"/>
                </a:lnTo>
                <a:lnTo>
                  <a:pt x="12450152" y="2139461"/>
                </a:lnTo>
                <a:lnTo>
                  <a:pt x="12405453" y="2153336"/>
                </a:lnTo>
                <a:lnTo>
                  <a:pt x="12357463" y="2158174"/>
                </a:lnTo>
                <a:close/>
              </a:path>
            </a:pathLst>
          </a:custGeom>
          <a:solidFill>
            <a:srgbClr val="D0E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p:txBody>
      </p:sp>
      <p:sp>
        <p:nvSpPr>
          <p:cNvPr id="220" name="Google Shape;220;p20"/>
          <p:cNvSpPr/>
          <p:nvPr/>
        </p:nvSpPr>
        <p:spPr>
          <a:xfrm>
            <a:off x="3249257" y="3939397"/>
            <a:ext cx="952500" cy="976629"/>
          </a:xfrm>
          <a:custGeom>
            <a:avLst/>
            <a:gdLst/>
            <a:ahLst/>
            <a:cxnLst/>
            <a:rect l="l" t="t" r="r" b="b"/>
            <a:pathLst>
              <a:path w="952500" h="976629" extrusionOk="0">
                <a:moveTo>
                  <a:pt x="952207" y="488251"/>
                </a:moveTo>
                <a:lnTo>
                  <a:pt x="260324" y="0"/>
                </a:lnTo>
                <a:lnTo>
                  <a:pt x="260324" y="183718"/>
                </a:lnTo>
                <a:lnTo>
                  <a:pt x="0" y="0"/>
                </a:lnTo>
                <a:lnTo>
                  <a:pt x="0" y="976503"/>
                </a:lnTo>
                <a:lnTo>
                  <a:pt x="260324" y="792797"/>
                </a:lnTo>
                <a:lnTo>
                  <a:pt x="260324" y="976503"/>
                </a:lnTo>
                <a:lnTo>
                  <a:pt x="952207" y="488251"/>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 name="Google Shape;221;p20" descr="$PPTXTitle"/>
          <p:cNvSpPr txBox="1">
            <a:spLocks noGrp="1"/>
          </p:cNvSpPr>
          <p:nvPr>
            <p:ph type="title"/>
          </p:nvPr>
        </p:nvSpPr>
        <p:spPr>
          <a:xfrm>
            <a:off x="4201750" y="988950"/>
            <a:ext cx="12075900" cy="7671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900">
                <a:latin typeface="Times New Roman"/>
                <a:ea typeface="Times New Roman"/>
                <a:cs typeface="Times New Roman"/>
                <a:sym typeface="Times New Roman"/>
              </a:rPr>
              <a:t>Browser &amp; Server Communication</a:t>
            </a:r>
            <a:endParaRPr sz="4900">
              <a:latin typeface="Times New Roman"/>
              <a:ea typeface="Times New Roman"/>
              <a:cs typeface="Times New Roman"/>
              <a:sym typeface="Times New Roman"/>
            </a:endParaRPr>
          </a:p>
        </p:txBody>
      </p:sp>
      <p:sp>
        <p:nvSpPr>
          <p:cNvPr id="222" name="Google Shape;222;p20"/>
          <p:cNvSpPr txBox="1"/>
          <p:nvPr/>
        </p:nvSpPr>
        <p:spPr>
          <a:xfrm>
            <a:off x="767500" y="8428875"/>
            <a:ext cx="1166400" cy="10677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6850"/>
              <a:buFont typeface="Arial"/>
              <a:buNone/>
            </a:pPr>
            <a:r>
              <a:rPr lang="en-US" sz="6850" b="1" i="0" u="none" strike="noStrike" cap="none">
                <a:solidFill>
                  <a:srgbClr val="1B73BA"/>
                </a:solidFill>
                <a:latin typeface="Trebuchet MS"/>
                <a:ea typeface="Trebuchet MS"/>
                <a:cs typeface="Trebuchet MS"/>
                <a:sym typeface="Trebuchet MS"/>
              </a:rPr>
              <a:t>16</a:t>
            </a:r>
            <a:endParaRPr sz="6850" b="0" i="0" u="none" strike="noStrike" cap="none">
              <a:solidFill>
                <a:srgbClr val="000000"/>
              </a:solidFill>
              <a:latin typeface="Trebuchet MS"/>
              <a:ea typeface="Trebuchet MS"/>
              <a:cs typeface="Trebuchet MS"/>
              <a:sym typeface="Trebuchet MS"/>
            </a:endParaRPr>
          </a:p>
        </p:txBody>
      </p:sp>
      <p:sp>
        <p:nvSpPr>
          <p:cNvPr id="223" name="Google Shape;223;p20"/>
          <p:cNvSpPr txBox="1"/>
          <p:nvPr/>
        </p:nvSpPr>
        <p:spPr>
          <a:xfrm>
            <a:off x="4573575" y="3588900"/>
            <a:ext cx="10508100" cy="4528800"/>
          </a:xfrm>
          <a:prstGeom prst="rect">
            <a:avLst/>
          </a:prstGeom>
          <a:noFill/>
          <a:ln>
            <a:noFill/>
          </a:ln>
        </p:spPr>
        <p:txBody>
          <a:bodyPr spcFirstLastPara="1" wrap="square" lIns="0" tIns="41900" rIns="0" bIns="0" anchor="t" anchorCtr="0">
            <a:spAutoFit/>
          </a:bodyPr>
          <a:lstStyle/>
          <a:p>
            <a:pPr marL="457200" marR="86360" lvl="0" indent="-400050" algn="just" rtl="0">
              <a:lnSpc>
                <a:spcPct val="114074"/>
              </a:lnSpc>
              <a:spcBef>
                <a:spcPts val="0"/>
              </a:spcBef>
              <a:spcAft>
                <a:spcPts val="0"/>
              </a:spcAft>
              <a:buClr>
                <a:srgbClr val="1B73BA"/>
              </a:buClr>
              <a:buSzPts val="2700"/>
              <a:buFont typeface="Times New Roman"/>
              <a:buChar char="●"/>
            </a:pPr>
            <a:r>
              <a:rPr lang="en-US" sz="2700" b="1" i="0" u="none" strike="noStrike" cap="none">
                <a:solidFill>
                  <a:srgbClr val="1B73BA"/>
                </a:solidFill>
                <a:latin typeface="Times New Roman"/>
                <a:ea typeface="Times New Roman"/>
                <a:cs typeface="Times New Roman"/>
                <a:sym typeface="Times New Roman"/>
              </a:rPr>
              <a:t>Web Browsers </a:t>
            </a:r>
            <a:r>
              <a:rPr lang="en-US" sz="2700" b="0" i="0" u="none" strike="noStrike" cap="none">
                <a:solidFill>
                  <a:srgbClr val="1B73BA"/>
                </a:solidFill>
                <a:latin typeface="Times New Roman"/>
                <a:ea typeface="Times New Roman"/>
                <a:cs typeface="Times New Roman"/>
                <a:sym typeface="Times New Roman"/>
              </a:rPr>
              <a:t>are client applications used to access web content. </a:t>
            </a:r>
            <a:endParaRPr sz="2700" b="0" i="0" u="none" strike="noStrike" cap="none">
              <a:solidFill>
                <a:srgbClr val="1B73BA"/>
              </a:solidFill>
              <a:latin typeface="Times New Roman"/>
              <a:ea typeface="Times New Roman"/>
              <a:cs typeface="Times New Roman"/>
              <a:sym typeface="Times New Roman"/>
            </a:endParaRPr>
          </a:p>
          <a:p>
            <a:pPr marL="457200" marR="86360" lvl="0" indent="-400050" algn="just" rtl="0">
              <a:lnSpc>
                <a:spcPct val="114074"/>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Popular browsers include Google Chrome, Mozilla Firefox, Microsoft Edge, and Safari. </a:t>
            </a:r>
            <a:endParaRPr sz="2700" b="0" i="0" u="none" strike="noStrike" cap="none">
              <a:solidFill>
                <a:srgbClr val="1B73BA"/>
              </a:solidFill>
              <a:latin typeface="Times New Roman"/>
              <a:ea typeface="Times New Roman"/>
              <a:cs typeface="Times New Roman"/>
              <a:sym typeface="Times New Roman"/>
            </a:endParaRPr>
          </a:p>
          <a:p>
            <a:pPr marL="457200" marR="86360" lvl="0" indent="-400050" algn="just" rtl="0">
              <a:lnSpc>
                <a:spcPct val="114074"/>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They interpret and render HTML, CSS, and JavaScript to display web pages.</a:t>
            </a:r>
            <a:endParaRPr sz="2700" b="0" i="0" u="none" strike="noStrike" cap="none">
              <a:solidFill>
                <a:srgbClr val="1B73BA"/>
              </a:solidFill>
              <a:latin typeface="Times New Roman"/>
              <a:ea typeface="Times New Roman"/>
              <a:cs typeface="Times New Roman"/>
              <a:sym typeface="Times New Roman"/>
            </a:endParaRPr>
          </a:p>
          <a:p>
            <a:pPr marL="0" marR="0" lvl="0" indent="0" algn="l" rtl="0">
              <a:lnSpc>
                <a:spcPct val="100000"/>
              </a:lnSpc>
              <a:spcBef>
                <a:spcPts val="265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a:p>
            <a:pPr marL="457200" marR="5080" lvl="0" indent="-400050" algn="just" rtl="0">
              <a:lnSpc>
                <a:spcPct val="113703"/>
              </a:lnSpc>
              <a:spcBef>
                <a:spcPts val="0"/>
              </a:spcBef>
              <a:spcAft>
                <a:spcPts val="0"/>
              </a:spcAft>
              <a:buClr>
                <a:srgbClr val="1B73BA"/>
              </a:buClr>
              <a:buSzPts val="2700"/>
              <a:buFont typeface="Times New Roman"/>
              <a:buChar char="●"/>
            </a:pPr>
            <a:r>
              <a:rPr lang="en-US" sz="2700" b="1" i="0" u="none" strike="noStrike" cap="none">
                <a:solidFill>
                  <a:srgbClr val="1B73BA"/>
                </a:solidFill>
                <a:latin typeface="Times New Roman"/>
                <a:ea typeface="Times New Roman"/>
                <a:cs typeface="Times New Roman"/>
                <a:sym typeface="Times New Roman"/>
              </a:rPr>
              <a:t>Web Servers</a:t>
            </a:r>
            <a:r>
              <a:rPr lang="en-US" sz="2700" b="0" i="0" u="none" strike="noStrike" cap="none">
                <a:solidFill>
                  <a:srgbClr val="1B73BA"/>
                </a:solidFill>
                <a:latin typeface="Times New Roman"/>
                <a:ea typeface="Times New Roman"/>
                <a:cs typeface="Times New Roman"/>
                <a:sym typeface="Times New Roman"/>
              </a:rPr>
              <a:t> store and serve all resources needed to display a  website.</a:t>
            </a:r>
            <a:endParaRPr sz="2700" b="0" i="0" u="none" strike="noStrike" cap="none">
              <a:solidFill>
                <a:srgbClr val="1B73BA"/>
              </a:solidFill>
              <a:latin typeface="Times New Roman"/>
              <a:ea typeface="Times New Roman"/>
              <a:cs typeface="Times New Roman"/>
              <a:sym typeface="Times New Roman"/>
            </a:endParaRPr>
          </a:p>
          <a:p>
            <a:pPr marL="457200" marR="5080" lvl="0" indent="-400050" algn="just" rtl="0">
              <a:lnSpc>
                <a:spcPct val="113703"/>
              </a:lnSpc>
              <a:spcBef>
                <a:spcPts val="0"/>
              </a:spcBef>
              <a:spcAft>
                <a:spcPts val="0"/>
              </a:spcAft>
              <a:buClr>
                <a:srgbClr val="1B73BA"/>
              </a:buClr>
              <a:buSzPts val="2700"/>
              <a:buFont typeface="Times New Roman"/>
              <a:buChar char="●"/>
            </a:pPr>
            <a:r>
              <a:rPr lang="en-US" sz="2700" b="0" i="0" u="none" strike="noStrike" cap="none">
                <a:solidFill>
                  <a:srgbClr val="1B73BA"/>
                </a:solidFill>
                <a:latin typeface="Times New Roman"/>
                <a:ea typeface="Times New Roman"/>
                <a:cs typeface="Times New Roman"/>
                <a:sym typeface="Times New Roman"/>
              </a:rPr>
              <a:t>This  includes  HTML  files,  CSS  stylesheets, JavaScript scripts, images and media files, and database-connected dynamic content.</a:t>
            </a:r>
            <a:endParaRPr sz="2700" b="0" i="0" u="none" strike="noStrike" cap="none">
              <a:solidFill>
                <a:srgbClr val="1B73BA"/>
              </a:solidFill>
              <a:latin typeface="Times New Roman"/>
              <a:ea typeface="Times New Roman"/>
              <a:cs typeface="Times New Roman"/>
              <a:sym typeface="Times New Roman"/>
            </a:endParaRPr>
          </a:p>
        </p:txBody>
      </p:sp>
      <p:sp>
        <p:nvSpPr>
          <p:cNvPr id="224" name="Google Shape;224;p20"/>
          <p:cNvSpPr txBox="1"/>
          <p:nvPr/>
        </p:nvSpPr>
        <p:spPr>
          <a:xfrm>
            <a:off x="4655325" y="7903754"/>
            <a:ext cx="10426200" cy="457800"/>
          </a:xfrm>
          <a:prstGeom prst="rect">
            <a:avLst/>
          </a:prstGeom>
          <a:noFill/>
          <a:ln>
            <a:noFill/>
          </a:ln>
        </p:spPr>
        <p:txBody>
          <a:bodyPr spcFirstLastPara="1" wrap="square" lIns="0" tIns="41900" rIns="0" bIns="0" anchor="t" anchorCtr="0">
            <a:spAutoFit/>
          </a:bodyPr>
          <a:lstStyle/>
          <a:p>
            <a:pPr marL="12700" marR="5080" lvl="0" indent="0" algn="l" rtl="0">
              <a:lnSpc>
                <a:spcPct val="114074"/>
              </a:lnSpc>
              <a:spcBef>
                <a:spcPts val="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p:txBody>
      </p:sp>
      <p:sp>
        <p:nvSpPr>
          <p:cNvPr id="225" name="Google Shape;225;p20"/>
          <p:cNvSpPr/>
          <p:nvPr/>
        </p:nvSpPr>
        <p:spPr>
          <a:xfrm>
            <a:off x="3249257" y="7082040"/>
            <a:ext cx="952500" cy="976630"/>
          </a:xfrm>
          <a:custGeom>
            <a:avLst/>
            <a:gdLst/>
            <a:ahLst/>
            <a:cxnLst/>
            <a:rect l="l" t="t" r="r" b="b"/>
            <a:pathLst>
              <a:path w="952500" h="976629" extrusionOk="0">
                <a:moveTo>
                  <a:pt x="952207" y="488264"/>
                </a:moveTo>
                <a:lnTo>
                  <a:pt x="260324" y="0"/>
                </a:lnTo>
                <a:lnTo>
                  <a:pt x="260324" y="183718"/>
                </a:lnTo>
                <a:lnTo>
                  <a:pt x="0" y="0"/>
                </a:lnTo>
                <a:lnTo>
                  <a:pt x="0" y="976515"/>
                </a:lnTo>
                <a:lnTo>
                  <a:pt x="260324" y="792810"/>
                </a:lnTo>
                <a:lnTo>
                  <a:pt x="260324" y="976515"/>
                </a:lnTo>
                <a:lnTo>
                  <a:pt x="952207" y="488264"/>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6" name="Google Shape;226;p20"/>
          <p:cNvSpPr txBox="1"/>
          <p:nvPr/>
        </p:nvSpPr>
        <p:spPr>
          <a:xfrm>
            <a:off x="3949050" y="1996425"/>
            <a:ext cx="11586000" cy="1352100"/>
          </a:xfrm>
          <a:prstGeom prst="rect">
            <a:avLst/>
          </a:prstGeom>
          <a:noFill/>
          <a:ln>
            <a:noFill/>
          </a:ln>
        </p:spPr>
        <p:txBody>
          <a:bodyPr spcFirstLastPara="1" wrap="square" lIns="91425" tIns="91425" rIns="91425" bIns="91425" anchor="t" anchorCtr="0">
            <a:noAutofit/>
          </a:bodyPr>
          <a:lstStyle/>
          <a:p>
            <a:pPr marL="12700" marR="86360" lvl="0" indent="0" algn="just" rtl="0">
              <a:lnSpc>
                <a:spcPct val="114074"/>
              </a:lnSpc>
              <a:spcBef>
                <a:spcPts val="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It is a specific example of the Client–Server Model, where the client is a browser. </a:t>
            </a:r>
            <a:endParaRPr sz="2700" b="0" i="0" u="none" strike="noStrike" cap="none">
              <a:solidFill>
                <a:srgbClr val="1B73BA"/>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3fac6ad607f_0_16"/>
          <p:cNvSpPr txBox="1">
            <a:spLocks noGrp="1"/>
          </p:cNvSpPr>
          <p:nvPr>
            <p:ph type="title"/>
          </p:nvPr>
        </p:nvSpPr>
        <p:spPr>
          <a:xfrm>
            <a:off x="2751755" y="2188774"/>
            <a:ext cx="13085400" cy="908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
        <p:nvSpPr>
          <p:cNvPr id="232" name="Google Shape;232;g3fac6ad607f_0_16"/>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pic>
        <p:nvPicPr>
          <p:cNvPr id="233" name="Google Shape;233;g3fac6ad607f_0_16"/>
          <p:cNvPicPr preferRelativeResize="0"/>
          <p:nvPr/>
        </p:nvPicPr>
        <p:blipFill rotWithShape="1">
          <a:blip r:embed="rId3">
            <a:alphaModFix/>
          </a:blip>
          <a:srcRect/>
          <a:stretch/>
        </p:blipFill>
        <p:spPr>
          <a:xfrm>
            <a:off x="2570400" y="1006225"/>
            <a:ext cx="13757626" cy="8114749"/>
          </a:xfrm>
          <a:prstGeom prst="rect">
            <a:avLst/>
          </a:prstGeom>
          <a:noFill/>
          <a:ln>
            <a:noFill/>
          </a:ln>
        </p:spPr>
      </p:pic>
      <p:sp>
        <p:nvSpPr>
          <p:cNvPr id="234" name="Google Shape;234;g3fac6ad607f_0_16"/>
          <p:cNvSpPr txBox="1"/>
          <p:nvPr/>
        </p:nvSpPr>
        <p:spPr>
          <a:xfrm>
            <a:off x="1097275" y="8400075"/>
            <a:ext cx="849000" cy="90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250"/>
              <a:buFont typeface="Arial"/>
              <a:buNone/>
            </a:pPr>
            <a:r>
              <a:rPr lang="en-US" sz="4250" b="1" i="0" u="none" strike="noStrike" cap="none">
                <a:solidFill>
                  <a:srgbClr val="1B73BA"/>
                </a:solidFill>
                <a:latin typeface="Trebuchet MS"/>
                <a:ea typeface="Trebuchet MS"/>
                <a:cs typeface="Trebuchet MS"/>
                <a:sym typeface="Trebuchet MS"/>
              </a:rPr>
              <a:t>17</a:t>
            </a:r>
            <a:endParaRPr sz="100" b="0" i="0" u="none" strike="noStrike" cap="none">
              <a:solidFill>
                <a:srgbClr val="1B73BA"/>
              </a:solidFill>
              <a:latin typeface="Lucida Sans"/>
              <a:ea typeface="Lucida Sans"/>
              <a:cs typeface="Lucida Sans"/>
              <a:sym typeface="Lucid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3fac6ad607f_0_22"/>
          <p:cNvSpPr txBox="1">
            <a:spLocks noGrp="1"/>
          </p:cNvSpPr>
          <p:nvPr>
            <p:ph type="title"/>
          </p:nvPr>
        </p:nvSpPr>
        <p:spPr>
          <a:xfrm>
            <a:off x="5054775" y="644200"/>
            <a:ext cx="9013500" cy="831300"/>
          </a:xfrm>
          <a:prstGeom prst="rect">
            <a:avLst/>
          </a:prstGeom>
          <a:noFill/>
          <a:ln>
            <a:noFill/>
          </a:ln>
        </p:spPr>
        <p:txBody>
          <a:bodyPr spcFirstLastPara="1" wrap="square" lIns="0" tIns="0" rIns="0" bIns="0" anchor="t" anchorCtr="0">
            <a:spAutoFit/>
          </a:bodyPr>
          <a:lstStyle/>
          <a:p>
            <a:pPr marL="457200" lvl="0" indent="-457200" algn="ctr" rtl="0">
              <a:lnSpc>
                <a:spcPct val="100000"/>
              </a:lnSpc>
              <a:spcBef>
                <a:spcPts val="0"/>
              </a:spcBef>
              <a:spcAft>
                <a:spcPts val="0"/>
              </a:spcAft>
              <a:buClr>
                <a:schemeClr val="accent1"/>
              </a:buClr>
              <a:buSzPts val="5400"/>
              <a:buFont typeface="Times New Roman"/>
              <a:buChar char="❖"/>
            </a:pPr>
            <a:r>
              <a:rPr lang="en-US" sz="5400">
                <a:latin typeface="Times New Roman"/>
                <a:ea typeface="Times New Roman"/>
                <a:cs typeface="Times New Roman"/>
                <a:sym typeface="Times New Roman"/>
              </a:rPr>
              <a:t>Domain Name </a:t>
            </a:r>
            <a:endParaRPr sz="5400">
              <a:latin typeface="Times New Roman"/>
              <a:ea typeface="Times New Roman"/>
              <a:cs typeface="Times New Roman"/>
              <a:sym typeface="Times New Roman"/>
            </a:endParaRPr>
          </a:p>
        </p:txBody>
      </p:sp>
      <p:sp>
        <p:nvSpPr>
          <p:cNvPr id="240" name="Google Shape;240;g3fac6ad607f_0_22"/>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pic>
        <p:nvPicPr>
          <p:cNvPr id="241" name="Google Shape;241;g3fac6ad607f_0_22"/>
          <p:cNvPicPr preferRelativeResize="0"/>
          <p:nvPr/>
        </p:nvPicPr>
        <p:blipFill rotWithShape="1">
          <a:blip r:embed="rId3">
            <a:alphaModFix/>
          </a:blip>
          <a:srcRect/>
          <a:stretch/>
        </p:blipFill>
        <p:spPr>
          <a:xfrm>
            <a:off x="3219550" y="2083121"/>
            <a:ext cx="12434300" cy="6699050"/>
          </a:xfrm>
          <a:prstGeom prst="rect">
            <a:avLst/>
          </a:prstGeom>
          <a:noFill/>
          <a:ln>
            <a:noFill/>
          </a:ln>
        </p:spPr>
      </p:pic>
      <p:sp>
        <p:nvSpPr>
          <p:cNvPr id="242" name="Google Shape;242;g3fac6ad607f_0_22"/>
          <p:cNvSpPr txBox="1"/>
          <p:nvPr/>
        </p:nvSpPr>
        <p:spPr>
          <a:xfrm>
            <a:off x="1022350" y="8459325"/>
            <a:ext cx="948900" cy="82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250"/>
              <a:buFont typeface="Arial"/>
              <a:buNone/>
            </a:pPr>
            <a:r>
              <a:rPr lang="en-US" sz="4250" b="1" i="0" u="none" strike="noStrike" cap="none">
                <a:solidFill>
                  <a:srgbClr val="1B73BA"/>
                </a:solidFill>
                <a:latin typeface="Trebuchet MS"/>
                <a:ea typeface="Trebuchet MS"/>
                <a:cs typeface="Trebuchet MS"/>
                <a:sym typeface="Trebuchet MS"/>
              </a:rPr>
              <a:t>18</a:t>
            </a:r>
            <a:endParaRPr sz="1950" b="0" i="0" u="none" strike="noStrike" cap="none">
              <a:solidFill>
                <a:srgbClr val="1B73BA"/>
              </a:solidFill>
              <a:latin typeface="Lucida Sans"/>
              <a:ea typeface="Lucida Sans"/>
              <a:cs typeface="Lucida Sans"/>
              <a:sym typeface="Lucid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fac6ad607f_0_31"/>
          <p:cNvSpPr txBox="1">
            <a:spLocks noGrp="1"/>
          </p:cNvSpPr>
          <p:nvPr>
            <p:ph type="title"/>
          </p:nvPr>
        </p:nvSpPr>
        <p:spPr>
          <a:xfrm>
            <a:off x="3935775" y="445425"/>
            <a:ext cx="12341700" cy="2001000"/>
          </a:xfrm>
          <a:prstGeom prst="rect">
            <a:avLst/>
          </a:prstGeom>
          <a:noFill/>
          <a:ln>
            <a:noFill/>
          </a:ln>
        </p:spPr>
        <p:txBody>
          <a:bodyPr spcFirstLastPara="1" wrap="square" lIns="0" tIns="0" rIns="0" bIns="0" anchor="t" anchorCtr="0">
            <a:spAutoFit/>
          </a:bodyPr>
          <a:lstStyle/>
          <a:p>
            <a:pPr marL="457200" lvl="0" indent="-457200" algn="ctr" rtl="0">
              <a:lnSpc>
                <a:spcPct val="100000"/>
              </a:lnSpc>
              <a:spcBef>
                <a:spcPts val="0"/>
              </a:spcBef>
              <a:spcAft>
                <a:spcPts val="0"/>
              </a:spcAft>
              <a:buClr>
                <a:schemeClr val="accent1"/>
              </a:buClr>
              <a:buSzPts val="4100"/>
              <a:buFont typeface="Times New Roman"/>
              <a:buChar char="❖"/>
            </a:pPr>
            <a:r>
              <a:rPr lang="en-US" sz="4100">
                <a:latin typeface="Times New Roman"/>
                <a:ea typeface="Times New Roman"/>
                <a:cs typeface="Times New Roman"/>
                <a:sym typeface="Times New Roman"/>
              </a:rPr>
              <a:t>Domain Name System</a:t>
            </a:r>
            <a:endParaRPr sz="4100">
              <a:latin typeface="Times New Roman"/>
              <a:ea typeface="Times New Roman"/>
              <a:cs typeface="Times New Roman"/>
              <a:sym typeface="Times New Roman"/>
            </a:endParaRPr>
          </a:p>
          <a:p>
            <a:pPr marL="457200" lvl="0" indent="0" algn="ctr" rtl="0">
              <a:lnSpc>
                <a:spcPct val="100000"/>
              </a:lnSpc>
              <a:spcBef>
                <a:spcPts val="0"/>
              </a:spcBef>
              <a:spcAft>
                <a:spcPts val="0"/>
              </a:spcAft>
              <a:buSzPts val="1400"/>
              <a:buNone/>
            </a:pPr>
            <a:endParaRPr sz="4100">
              <a:latin typeface="Times New Roman"/>
              <a:ea typeface="Times New Roman"/>
              <a:cs typeface="Times New Roman"/>
              <a:sym typeface="Times New Roman"/>
            </a:endParaRPr>
          </a:p>
          <a:p>
            <a:pPr marL="0" lvl="0" indent="0" algn="just" rtl="0">
              <a:lnSpc>
                <a:spcPct val="100000"/>
              </a:lnSpc>
              <a:spcBef>
                <a:spcPts val="0"/>
              </a:spcBef>
              <a:spcAft>
                <a:spcPts val="0"/>
              </a:spcAft>
              <a:buSzPts val="1400"/>
              <a:buNone/>
            </a:pPr>
            <a:r>
              <a:rPr lang="en-US" sz="2400">
                <a:latin typeface="Times New Roman"/>
                <a:ea typeface="Times New Roman"/>
                <a:cs typeface="Times New Roman"/>
                <a:sym typeface="Times New Roman"/>
              </a:rPr>
              <a:t>DNS stands for Domain Name System. It is a distributed naming system that translates human-readable domain names into IP addresses </a:t>
            </a:r>
            <a:endParaRPr sz="2400">
              <a:latin typeface="Times New Roman"/>
              <a:ea typeface="Times New Roman"/>
              <a:cs typeface="Times New Roman"/>
              <a:sym typeface="Times New Roman"/>
            </a:endParaRPr>
          </a:p>
        </p:txBody>
      </p:sp>
      <p:sp>
        <p:nvSpPr>
          <p:cNvPr id="254" name="Google Shape;254;g3fac6ad607f_0_31"/>
          <p:cNvSpPr txBox="1">
            <a:spLocks noGrp="1"/>
          </p:cNvSpPr>
          <p:nvPr>
            <p:ph type="body" idx="1"/>
          </p:nvPr>
        </p:nvSpPr>
        <p:spPr>
          <a:xfrm>
            <a:off x="2424750" y="2924375"/>
            <a:ext cx="12341700" cy="6340800"/>
          </a:xfrm>
          <a:prstGeom prst="rect">
            <a:avLst/>
          </a:prstGeom>
          <a:noFill/>
          <a:ln>
            <a:noFill/>
          </a:ln>
        </p:spPr>
        <p:txBody>
          <a:bodyPr spcFirstLastPara="1" wrap="square" lIns="0" tIns="0" rIns="0" bIns="0" anchor="t" anchorCtr="0">
            <a:spAutoFit/>
          </a:bodyPr>
          <a:lstStyle/>
          <a:p>
            <a:pPr marL="457200" lvl="0" indent="-387350" algn="l" rtl="0">
              <a:lnSpc>
                <a:spcPct val="115000"/>
              </a:lnSpc>
              <a:spcBef>
                <a:spcPts val="1800"/>
              </a:spcBef>
              <a:spcAft>
                <a:spcPts val="0"/>
              </a:spcAft>
              <a:buClr>
                <a:schemeClr val="accent1"/>
              </a:buClr>
              <a:buSzPts val="2500"/>
              <a:buFont typeface="Times New Roman"/>
              <a:buChar char="●"/>
            </a:pPr>
            <a:r>
              <a:rPr lang="en-US" sz="2500" b="1">
                <a:latin typeface="Times New Roman"/>
                <a:ea typeface="Times New Roman"/>
                <a:cs typeface="Times New Roman"/>
                <a:sym typeface="Times New Roman"/>
              </a:rPr>
              <a:t>Why Do We Need DNS?</a:t>
            </a:r>
            <a:endParaRPr sz="25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Every server reachable on the Internet has an IP address, but remembering IP addresses for every website would be difficult.</a:t>
            </a:r>
            <a:endParaRPr sz="24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For example:</a:t>
            </a:r>
            <a:endParaRPr sz="2400" b="1">
              <a:latin typeface="Times New Roman"/>
              <a:ea typeface="Times New Roman"/>
              <a:cs typeface="Times New Roman"/>
              <a:sym typeface="Times New Roman"/>
            </a:endParaRPr>
          </a:p>
          <a:p>
            <a:pPr marL="0" lvl="0" indent="0" algn="l" rtl="0">
              <a:lnSpc>
                <a:spcPct val="100000"/>
              </a:lnSpc>
              <a:spcBef>
                <a:spcPts val="1200"/>
              </a:spcBef>
              <a:spcAft>
                <a:spcPts val="0"/>
              </a:spcAft>
              <a:buSzPts val="1400"/>
              <a:buNone/>
            </a:pPr>
            <a:r>
              <a:rPr lang="en-US" sz="2400">
                <a:latin typeface="Times New Roman"/>
                <a:ea typeface="Times New Roman"/>
                <a:cs typeface="Times New Roman"/>
                <a:sym typeface="Times New Roman"/>
              </a:rPr>
              <a:t>Human-friendly:</a:t>
            </a:r>
            <a:endParaRPr sz="2400">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r>
              <a:rPr lang="en-US" sz="2400">
                <a:latin typeface="Times New Roman"/>
                <a:ea typeface="Times New Roman"/>
                <a:cs typeface="Times New Roman"/>
                <a:sym typeface="Times New Roman"/>
              </a:rPr>
              <a:t>www.example.com</a:t>
            </a:r>
            <a:endParaRPr sz="2400">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endParaRPr sz="2400" b="1">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r>
              <a:rPr lang="en-US" sz="2400">
                <a:latin typeface="Times New Roman"/>
                <a:ea typeface="Times New Roman"/>
                <a:cs typeface="Times New Roman"/>
                <a:sym typeface="Times New Roman"/>
              </a:rPr>
              <a:t>Computer/network-friendly:</a:t>
            </a:r>
            <a:endParaRPr sz="2400">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400">
                <a:latin typeface="Times New Roman"/>
                <a:ea typeface="Times New Roman"/>
                <a:cs typeface="Times New Roman"/>
                <a:sym typeface="Times New Roman"/>
              </a:rPr>
              <a:t>93.184.216.34</a:t>
            </a:r>
            <a:endParaRPr sz="24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Instead of asking users to remember numbers, DNS lets them use meaningful names.</a:t>
            </a:r>
            <a:endParaRPr sz="24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So:</a:t>
            </a:r>
            <a:endParaRPr sz="24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400" b="1">
                <a:latin typeface="Times New Roman"/>
                <a:ea typeface="Times New Roman"/>
                <a:cs typeface="Times New Roman"/>
                <a:sym typeface="Times New Roman"/>
              </a:rPr>
              <a:t>Domain Name → </a:t>
            </a:r>
            <a:r>
              <a:rPr lang="en-US" sz="2400">
                <a:latin typeface="Times New Roman"/>
                <a:ea typeface="Times New Roman"/>
                <a:cs typeface="Times New Roman"/>
                <a:sym typeface="Times New Roman"/>
              </a:rPr>
              <a:t>easy for humans</a:t>
            </a:r>
            <a:endParaRPr sz="240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US" sz="2400" b="1">
                <a:latin typeface="Times New Roman"/>
                <a:ea typeface="Times New Roman"/>
                <a:cs typeface="Times New Roman"/>
                <a:sym typeface="Times New Roman"/>
              </a:rPr>
              <a:t>IP Address → </a:t>
            </a:r>
            <a:r>
              <a:rPr lang="en-US" sz="2400">
                <a:latin typeface="Times New Roman"/>
                <a:ea typeface="Times New Roman"/>
                <a:cs typeface="Times New Roman"/>
                <a:sym typeface="Times New Roman"/>
              </a:rPr>
              <a:t>used for network communication</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fac6ad607f_0_39"/>
          <p:cNvSpPr txBox="1">
            <a:spLocks noGrp="1"/>
          </p:cNvSpPr>
          <p:nvPr>
            <p:ph type="title"/>
          </p:nvPr>
        </p:nvSpPr>
        <p:spPr>
          <a:xfrm>
            <a:off x="2751755" y="2188774"/>
            <a:ext cx="13085400" cy="908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
        <p:nvSpPr>
          <p:cNvPr id="260" name="Google Shape;260;g3fac6ad607f_0_39"/>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pic>
        <p:nvPicPr>
          <p:cNvPr id="261" name="Google Shape;261;g3fac6ad607f_0_39"/>
          <p:cNvPicPr preferRelativeResize="0"/>
          <p:nvPr/>
        </p:nvPicPr>
        <p:blipFill rotWithShape="1">
          <a:blip r:embed="rId3">
            <a:alphaModFix/>
          </a:blip>
          <a:srcRect l="4790" t="9910" r="-4790" b="-9910"/>
          <a:stretch/>
        </p:blipFill>
        <p:spPr>
          <a:xfrm>
            <a:off x="2208500" y="758550"/>
            <a:ext cx="15249301" cy="8615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g3f845a74ca5_0_0"/>
          <p:cNvSpPr txBox="1">
            <a:spLocks noGrp="1"/>
          </p:cNvSpPr>
          <p:nvPr>
            <p:ph type="title"/>
          </p:nvPr>
        </p:nvSpPr>
        <p:spPr>
          <a:xfrm>
            <a:off x="4161150" y="1585475"/>
            <a:ext cx="11676000" cy="631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400"/>
              </a:spcAft>
              <a:buClr>
                <a:schemeClr val="dk1"/>
              </a:buClr>
              <a:buSzPts val="1100"/>
              <a:buFont typeface="Arial"/>
              <a:buNone/>
            </a:pPr>
            <a:r>
              <a:rPr lang="en-US" sz="4100">
                <a:latin typeface="Times New Roman"/>
                <a:ea typeface="Times New Roman"/>
                <a:cs typeface="Times New Roman"/>
                <a:sym typeface="Times New Roman"/>
              </a:rPr>
              <a:t>What is a Web Protocol?</a:t>
            </a:r>
            <a:endParaRPr/>
          </a:p>
        </p:txBody>
      </p:sp>
      <p:sp>
        <p:nvSpPr>
          <p:cNvPr id="267" name="Google Shape;267;g3f845a74ca5_0_0"/>
          <p:cNvSpPr txBox="1">
            <a:spLocks noGrp="1"/>
          </p:cNvSpPr>
          <p:nvPr>
            <p:ph type="body" idx="1"/>
          </p:nvPr>
        </p:nvSpPr>
        <p:spPr>
          <a:xfrm>
            <a:off x="2751750" y="3123225"/>
            <a:ext cx="13499400" cy="43215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a:buNone/>
            </a:pPr>
            <a:endParaRPr sz="1300" b="1">
              <a:solidFill>
                <a:schemeClr val="dk1"/>
              </a:solidFill>
              <a:latin typeface="Arial"/>
              <a:ea typeface="Arial"/>
              <a:cs typeface="Arial"/>
              <a:sym typeface="Arial"/>
            </a:endParaRPr>
          </a:p>
          <a:p>
            <a:pPr marL="0" lvl="0" indent="0" algn="l" rtl="0">
              <a:lnSpc>
                <a:spcPct val="115000"/>
              </a:lnSpc>
              <a:spcBef>
                <a:spcPts val="1200"/>
              </a:spcBef>
              <a:spcAft>
                <a:spcPts val="0"/>
              </a:spcAft>
              <a:buSzPts val="1400"/>
              <a:buNone/>
            </a:pPr>
            <a:r>
              <a:rPr lang="en-US" sz="2700">
                <a:latin typeface="Times New Roman"/>
                <a:ea typeface="Times New Roman"/>
                <a:cs typeface="Times New Roman"/>
                <a:sym typeface="Times New Roman"/>
              </a:rPr>
              <a:t>A web protocol is a set of rules that defines how a web browser and a web server communicate with each other over the internet.</a:t>
            </a:r>
            <a:endParaRPr sz="27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27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700">
                <a:latin typeface="Times New Roman"/>
                <a:ea typeface="Times New Roman"/>
                <a:cs typeface="Times New Roman"/>
                <a:sym typeface="Times New Roman"/>
              </a:rPr>
              <a:t>The two important web protocols are:</a:t>
            </a:r>
            <a:endParaRPr sz="2700">
              <a:latin typeface="Times New Roman"/>
              <a:ea typeface="Times New Roman"/>
              <a:cs typeface="Times New Roman"/>
              <a:sym typeface="Times New Roman"/>
            </a:endParaRPr>
          </a:p>
          <a:p>
            <a:pPr marL="457200" lvl="0" indent="0" algn="l" rtl="0">
              <a:lnSpc>
                <a:spcPct val="115000"/>
              </a:lnSpc>
              <a:spcBef>
                <a:spcPts val="1200"/>
              </a:spcBef>
              <a:spcAft>
                <a:spcPts val="0"/>
              </a:spcAft>
              <a:buSzPts val="1400"/>
              <a:buNone/>
            </a:pPr>
            <a:r>
              <a:rPr lang="en-US" sz="2700">
                <a:latin typeface="Times New Roman"/>
                <a:ea typeface="Times New Roman"/>
                <a:cs typeface="Times New Roman"/>
                <a:sym typeface="Times New Roman"/>
              </a:rPr>
              <a:t>1) HTTP – HyperText Transfer Protocol</a:t>
            </a:r>
            <a:endParaRPr sz="2700">
              <a:latin typeface="Times New Roman"/>
              <a:ea typeface="Times New Roman"/>
              <a:cs typeface="Times New Roman"/>
              <a:sym typeface="Times New Roman"/>
            </a:endParaRPr>
          </a:p>
          <a:p>
            <a:pPr marL="457200" lvl="0" indent="0" algn="l" rtl="0">
              <a:lnSpc>
                <a:spcPct val="115000"/>
              </a:lnSpc>
              <a:spcBef>
                <a:spcPts val="1200"/>
              </a:spcBef>
              <a:spcAft>
                <a:spcPts val="0"/>
              </a:spcAft>
              <a:buSzPts val="1400"/>
              <a:buNone/>
            </a:pPr>
            <a:r>
              <a:rPr lang="en-US" sz="2700">
                <a:latin typeface="Times New Roman"/>
                <a:ea typeface="Times New Roman"/>
                <a:cs typeface="Times New Roman"/>
                <a:sym typeface="Times New Roman"/>
              </a:rPr>
              <a:t>2) HTTPS – HyperText Transfer Protocol Secure</a:t>
            </a:r>
            <a:endParaRPr sz="1100">
              <a:solidFill>
                <a:schemeClr val="dk1"/>
              </a:solidFill>
              <a:latin typeface="Arial"/>
              <a:ea typeface="Arial"/>
              <a:cs typeface="Arial"/>
              <a:sym typeface="Arial"/>
            </a:endParaRPr>
          </a:p>
          <a:p>
            <a:pPr marL="0" lvl="0" indent="0" algn="l" rtl="0">
              <a:lnSpc>
                <a:spcPct val="100000"/>
              </a:lnSpc>
              <a:spcBef>
                <a:spcPts val="1200"/>
              </a:spcBef>
              <a:spcAft>
                <a:spcPts val="0"/>
              </a:spcAft>
              <a:buSzPts val="14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45a74ca5_0_6"/>
          <p:cNvSpPr txBox="1">
            <a:spLocks noGrp="1"/>
          </p:cNvSpPr>
          <p:nvPr>
            <p:ph type="title"/>
          </p:nvPr>
        </p:nvSpPr>
        <p:spPr>
          <a:xfrm>
            <a:off x="2751755" y="2188774"/>
            <a:ext cx="13085400" cy="908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
        <p:nvSpPr>
          <p:cNvPr id="273" name="Google Shape;273;g3f845a74ca5_0_6"/>
          <p:cNvSpPr txBox="1">
            <a:spLocks noGrp="1"/>
          </p:cNvSpPr>
          <p:nvPr>
            <p:ph type="body" idx="1"/>
          </p:nvPr>
        </p:nvSpPr>
        <p:spPr>
          <a:xfrm>
            <a:off x="1059125" y="2884600"/>
            <a:ext cx="4401300" cy="5063400"/>
          </a:xfrm>
          <a:prstGeom prst="rect">
            <a:avLst/>
          </a:prstGeom>
          <a:noFill/>
          <a:ln>
            <a:noFill/>
          </a:ln>
        </p:spPr>
        <p:txBody>
          <a:bodyPr spcFirstLastPara="1" wrap="square" lIns="0" tIns="0" rIns="0" bIns="0" anchor="t" anchorCtr="0">
            <a:spAutoFit/>
          </a:bodyPr>
          <a:lstStyle/>
          <a:p>
            <a:pPr marL="457200" lvl="0" indent="-400050" algn="just" rtl="0">
              <a:lnSpc>
                <a:spcPct val="115000"/>
              </a:lnSpc>
              <a:spcBef>
                <a:spcPts val="1200"/>
              </a:spcBef>
              <a:spcAft>
                <a:spcPts val="0"/>
              </a:spcAft>
              <a:buClr>
                <a:schemeClr val="accent1"/>
              </a:buClr>
              <a:buSzPts val="2700"/>
              <a:buFont typeface="Times New Roman"/>
              <a:buChar char="●"/>
            </a:pPr>
            <a:r>
              <a:rPr lang="en-US" sz="2700">
                <a:latin typeface="Times New Roman"/>
                <a:ea typeface="Times New Roman"/>
                <a:cs typeface="Times New Roman"/>
                <a:sym typeface="Times New Roman"/>
              </a:rPr>
              <a:t>HTTP stands for HyperText Transfer Protocol.</a:t>
            </a:r>
            <a:endParaRPr sz="2700">
              <a:latin typeface="Times New Roman"/>
              <a:ea typeface="Times New Roman"/>
              <a:cs typeface="Times New Roman"/>
              <a:sym typeface="Times New Roman"/>
            </a:endParaRPr>
          </a:p>
          <a:p>
            <a:pPr marL="457200" lvl="0" indent="0" algn="just" rtl="0">
              <a:lnSpc>
                <a:spcPct val="115000"/>
              </a:lnSpc>
              <a:spcBef>
                <a:spcPts val="1200"/>
              </a:spcBef>
              <a:spcAft>
                <a:spcPts val="0"/>
              </a:spcAft>
              <a:buSzPts val="1400"/>
              <a:buNone/>
            </a:pPr>
            <a:endParaRPr sz="2700">
              <a:latin typeface="Times New Roman"/>
              <a:ea typeface="Times New Roman"/>
              <a:cs typeface="Times New Roman"/>
              <a:sym typeface="Times New Roman"/>
            </a:endParaRPr>
          </a:p>
          <a:p>
            <a:pPr marL="457200" lvl="0" indent="-400050" algn="just" rtl="0">
              <a:lnSpc>
                <a:spcPct val="115000"/>
              </a:lnSpc>
              <a:spcBef>
                <a:spcPts val="1200"/>
              </a:spcBef>
              <a:spcAft>
                <a:spcPts val="0"/>
              </a:spcAft>
              <a:buClr>
                <a:schemeClr val="accent1"/>
              </a:buClr>
              <a:buSzPts val="2700"/>
              <a:buFont typeface="Times New Roman"/>
              <a:buChar char="●"/>
            </a:pPr>
            <a:r>
              <a:rPr lang="en-US" sz="2700">
                <a:latin typeface="Times New Roman"/>
                <a:ea typeface="Times New Roman"/>
                <a:cs typeface="Times New Roman"/>
                <a:sym typeface="Times New Roman"/>
              </a:rPr>
              <a:t>It is used to transfer web resources such as HTML pages, images, videos, CSS files, and JavaScript files between a client (browser) and a web server.</a:t>
            </a:r>
            <a:endParaRPr sz="1100">
              <a:solidFill>
                <a:schemeClr val="dk1"/>
              </a:solidFill>
              <a:latin typeface="Arial"/>
              <a:ea typeface="Arial"/>
              <a:cs typeface="Arial"/>
              <a:sym typeface="Arial"/>
            </a:endParaRPr>
          </a:p>
          <a:p>
            <a:pPr marL="0" lvl="0" indent="0" algn="l" rtl="0">
              <a:lnSpc>
                <a:spcPct val="100000"/>
              </a:lnSpc>
              <a:spcBef>
                <a:spcPts val="1200"/>
              </a:spcBef>
              <a:spcAft>
                <a:spcPts val="0"/>
              </a:spcAft>
              <a:buSzPts val="1400"/>
              <a:buNone/>
            </a:pPr>
            <a:endParaRPr/>
          </a:p>
        </p:txBody>
      </p:sp>
      <p:sp>
        <p:nvSpPr>
          <p:cNvPr id="274" name="Google Shape;274;g3f845a74ca5_0_6"/>
          <p:cNvSpPr txBox="1"/>
          <p:nvPr/>
        </p:nvSpPr>
        <p:spPr>
          <a:xfrm>
            <a:off x="7210125" y="365875"/>
            <a:ext cx="6389700" cy="11532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1800"/>
              </a:spcBef>
              <a:spcAft>
                <a:spcPts val="400"/>
              </a:spcAft>
              <a:buClr>
                <a:schemeClr val="dk1"/>
              </a:buClr>
              <a:buSzPts val="1100"/>
              <a:buFont typeface="Arial"/>
              <a:buNone/>
            </a:pPr>
            <a:r>
              <a:rPr lang="en-US" sz="3600" b="1" i="0" u="none" strike="noStrike" cap="none">
                <a:solidFill>
                  <a:schemeClr val="hlink"/>
                </a:solidFill>
                <a:latin typeface="Times New Roman"/>
                <a:ea typeface="Times New Roman"/>
                <a:cs typeface="Times New Roman"/>
                <a:sym typeface="Times New Roman"/>
              </a:rPr>
              <a:t>1. HTTP</a:t>
            </a:r>
            <a:endParaRPr sz="3600" b="0" i="0" u="none" strike="noStrike" cap="none">
              <a:solidFill>
                <a:srgbClr val="1B73BA"/>
              </a:solidFill>
              <a:latin typeface="Times New Roman"/>
              <a:ea typeface="Times New Roman"/>
              <a:cs typeface="Times New Roman"/>
              <a:sym typeface="Times New Roman"/>
            </a:endParaRPr>
          </a:p>
        </p:txBody>
      </p:sp>
      <p:pic>
        <p:nvPicPr>
          <p:cNvPr id="275" name="Google Shape;275;g3f845a74ca5_0_6"/>
          <p:cNvPicPr preferRelativeResize="0"/>
          <p:nvPr/>
        </p:nvPicPr>
        <p:blipFill rotWithShape="1">
          <a:blip r:embed="rId3">
            <a:alphaModFix/>
          </a:blip>
          <a:srcRect/>
          <a:stretch/>
        </p:blipFill>
        <p:spPr>
          <a:xfrm>
            <a:off x="6133325" y="1804300"/>
            <a:ext cx="11841051" cy="6885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g3f845a74ca5_0_12"/>
          <p:cNvSpPr txBox="1">
            <a:spLocks noGrp="1"/>
          </p:cNvSpPr>
          <p:nvPr>
            <p:ph type="title"/>
          </p:nvPr>
        </p:nvSpPr>
        <p:spPr>
          <a:xfrm>
            <a:off x="2751750" y="2447150"/>
            <a:ext cx="13085400" cy="36087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2800">
                <a:latin typeface="Times New Roman"/>
                <a:ea typeface="Times New Roman"/>
                <a:cs typeface="Times New Roman"/>
                <a:sym typeface="Times New Roman"/>
              </a:rPr>
              <a:t>Important features of HTTP:</a:t>
            </a:r>
            <a:endParaRPr sz="2800">
              <a:latin typeface="Times New Roman"/>
              <a:ea typeface="Times New Roman"/>
              <a:cs typeface="Times New Roman"/>
              <a:sym typeface="Times New Roman"/>
            </a:endParaRPr>
          </a:p>
          <a:p>
            <a:pPr marL="457200" lvl="0" indent="-298450" algn="l" rtl="0">
              <a:lnSpc>
                <a:spcPct val="115000"/>
              </a:lnSpc>
              <a:spcBef>
                <a:spcPts val="1200"/>
              </a:spcBef>
              <a:spcAft>
                <a:spcPts val="0"/>
              </a:spcAft>
              <a:buClr>
                <a:schemeClr val="dk1"/>
              </a:buClr>
              <a:buSzPts val="1100"/>
              <a:buChar char="●"/>
            </a:pPr>
            <a:r>
              <a:rPr lang="en-US" sz="2700" b="0">
                <a:latin typeface="Times New Roman"/>
                <a:ea typeface="Times New Roman"/>
                <a:cs typeface="Times New Roman"/>
                <a:sym typeface="Times New Roman"/>
              </a:rPr>
              <a:t>Used for communication between browser and server.</a:t>
            </a:r>
            <a:endParaRPr sz="2700" b="0">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It follows a request-response model.</a:t>
            </a:r>
            <a:endParaRPr sz="2700" b="0">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HTTP itself does not encrypt the data.</a:t>
            </a:r>
            <a:endParaRPr sz="2700" b="0">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Usually uses port 80.</a:t>
            </a:r>
            <a:endParaRPr sz="2700" b="0">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Data can potentially be intercepted while traveling across the network.</a:t>
            </a:r>
            <a:endParaRPr sz="2700" b="0">
              <a:latin typeface="Times New Roman"/>
              <a:ea typeface="Times New Roman"/>
              <a:cs typeface="Times New Roman"/>
              <a:sym typeface="Times New Roman"/>
            </a:endParaRPr>
          </a:p>
          <a:p>
            <a:pPr marL="0" lvl="0" indent="0" algn="l" rtl="0">
              <a:lnSpc>
                <a:spcPct val="100000"/>
              </a:lnSpc>
              <a:spcBef>
                <a:spcPts val="1200"/>
              </a:spcBef>
              <a:spcAft>
                <a:spcPts val="0"/>
              </a:spcAft>
              <a:buSzPts val="1400"/>
              <a:buNone/>
            </a:pPr>
            <a:endParaRPr sz="2700" b="0">
              <a:latin typeface="Times New Roman"/>
              <a:ea typeface="Times New Roman"/>
              <a:cs typeface="Times New Roman"/>
              <a:sym typeface="Times New Roman"/>
            </a:endParaRPr>
          </a:p>
        </p:txBody>
      </p:sp>
      <p:sp>
        <p:nvSpPr>
          <p:cNvPr id="281" name="Google Shape;281;g3f845a74ca5_0_12"/>
          <p:cNvSpPr txBox="1">
            <a:spLocks noGrp="1"/>
          </p:cNvSpPr>
          <p:nvPr>
            <p:ph type="body" idx="1"/>
          </p:nvPr>
        </p:nvSpPr>
        <p:spPr>
          <a:xfrm>
            <a:off x="2685455" y="4781000"/>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3f845a74ca5_0_18"/>
          <p:cNvSpPr txBox="1">
            <a:spLocks noGrp="1"/>
          </p:cNvSpPr>
          <p:nvPr>
            <p:ph type="title"/>
          </p:nvPr>
        </p:nvSpPr>
        <p:spPr>
          <a:xfrm>
            <a:off x="1602650" y="2592975"/>
            <a:ext cx="5077200" cy="5311800"/>
          </a:xfrm>
          <a:prstGeom prst="rect">
            <a:avLst/>
          </a:prstGeom>
          <a:noFill/>
          <a:ln>
            <a:noFill/>
          </a:ln>
        </p:spPr>
        <p:txBody>
          <a:bodyPr spcFirstLastPara="1" wrap="square" lIns="0" tIns="0" rIns="0" bIns="0" anchor="t" anchorCtr="0">
            <a:spAutoFit/>
          </a:bodyPr>
          <a:lstStyle/>
          <a:p>
            <a:pPr marL="457200" lvl="0" indent="-393700" algn="just" rtl="0">
              <a:lnSpc>
                <a:spcPct val="115000"/>
              </a:lnSpc>
              <a:spcBef>
                <a:spcPts val="1200"/>
              </a:spcBef>
              <a:spcAft>
                <a:spcPts val="0"/>
              </a:spcAft>
              <a:buClr>
                <a:schemeClr val="accent1"/>
              </a:buClr>
              <a:buSzPts val="2600"/>
              <a:buFont typeface="Times New Roman"/>
              <a:buChar char="●"/>
            </a:pPr>
            <a:r>
              <a:rPr lang="en-US" sz="2600" b="0">
                <a:latin typeface="Times New Roman"/>
                <a:ea typeface="Times New Roman"/>
                <a:cs typeface="Times New Roman"/>
                <a:sym typeface="Times New Roman"/>
              </a:rPr>
              <a:t>HTTPS stands for HyperText Transfer Protocol Secure.</a:t>
            </a:r>
            <a:endParaRPr sz="2600" b="0">
              <a:latin typeface="Times New Roman"/>
              <a:ea typeface="Times New Roman"/>
              <a:cs typeface="Times New Roman"/>
              <a:sym typeface="Times New Roman"/>
            </a:endParaRPr>
          </a:p>
          <a:p>
            <a:pPr marL="457200" lvl="0" indent="0" algn="just" rtl="0">
              <a:lnSpc>
                <a:spcPct val="115000"/>
              </a:lnSpc>
              <a:spcBef>
                <a:spcPts val="1200"/>
              </a:spcBef>
              <a:spcAft>
                <a:spcPts val="0"/>
              </a:spcAft>
              <a:buSzPts val="1400"/>
              <a:buNone/>
            </a:pPr>
            <a:endParaRPr sz="2600" b="0">
              <a:latin typeface="Times New Roman"/>
              <a:ea typeface="Times New Roman"/>
              <a:cs typeface="Times New Roman"/>
              <a:sym typeface="Times New Roman"/>
            </a:endParaRPr>
          </a:p>
          <a:p>
            <a:pPr marL="457200" lvl="0" indent="-393700" algn="just" rtl="0">
              <a:lnSpc>
                <a:spcPct val="115000"/>
              </a:lnSpc>
              <a:spcBef>
                <a:spcPts val="1200"/>
              </a:spcBef>
              <a:spcAft>
                <a:spcPts val="0"/>
              </a:spcAft>
              <a:buClr>
                <a:schemeClr val="accent1"/>
              </a:buClr>
              <a:buSzPts val="2600"/>
              <a:buFont typeface="Times New Roman"/>
              <a:buChar char="●"/>
            </a:pPr>
            <a:r>
              <a:rPr lang="en-US" sz="2600" b="0">
                <a:latin typeface="Times New Roman"/>
                <a:ea typeface="Times New Roman"/>
                <a:cs typeface="Times New Roman"/>
                <a:sym typeface="Times New Roman"/>
              </a:rPr>
              <a:t>It is the secure version of HTTP.</a:t>
            </a:r>
            <a:endParaRPr sz="2600" b="0">
              <a:latin typeface="Times New Roman"/>
              <a:ea typeface="Times New Roman"/>
              <a:cs typeface="Times New Roman"/>
              <a:sym typeface="Times New Roman"/>
            </a:endParaRPr>
          </a:p>
          <a:p>
            <a:pPr marL="457200" lvl="0" indent="0" algn="just" rtl="0">
              <a:lnSpc>
                <a:spcPct val="115000"/>
              </a:lnSpc>
              <a:spcBef>
                <a:spcPts val="1200"/>
              </a:spcBef>
              <a:spcAft>
                <a:spcPts val="0"/>
              </a:spcAft>
              <a:buSzPts val="1400"/>
              <a:buNone/>
            </a:pPr>
            <a:endParaRPr sz="2600" b="0">
              <a:latin typeface="Times New Roman"/>
              <a:ea typeface="Times New Roman"/>
              <a:cs typeface="Times New Roman"/>
              <a:sym typeface="Times New Roman"/>
            </a:endParaRPr>
          </a:p>
          <a:p>
            <a:pPr marL="457200" lvl="0" indent="-393700" algn="just" rtl="0">
              <a:lnSpc>
                <a:spcPct val="115000"/>
              </a:lnSpc>
              <a:spcBef>
                <a:spcPts val="1200"/>
              </a:spcBef>
              <a:spcAft>
                <a:spcPts val="0"/>
              </a:spcAft>
              <a:buClr>
                <a:schemeClr val="accent1"/>
              </a:buClr>
              <a:buSzPts val="2600"/>
              <a:buFont typeface="Times New Roman"/>
              <a:buChar char="●"/>
            </a:pPr>
            <a:r>
              <a:rPr lang="en-US" sz="2600" b="0">
                <a:latin typeface="Times New Roman"/>
                <a:ea typeface="Times New Roman"/>
                <a:cs typeface="Times New Roman"/>
                <a:sym typeface="Times New Roman"/>
              </a:rPr>
              <a:t>HTTPS uses TLS (Transport Layer Security) to encrypt communication between the browser and the server.</a:t>
            </a:r>
            <a:endParaRPr sz="2600" b="0">
              <a:solidFill>
                <a:schemeClr val="dk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SzPts val="1400"/>
              <a:buNone/>
            </a:pPr>
            <a:endParaRPr sz="2600">
              <a:latin typeface="Times New Roman"/>
              <a:ea typeface="Times New Roman"/>
              <a:cs typeface="Times New Roman"/>
              <a:sym typeface="Times New Roman"/>
            </a:endParaRPr>
          </a:p>
        </p:txBody>
      </p:sp>
      <p:sp>
        <p:nvSpPr>
          <p:cNvPr id="287" name="Google Shape;287;g3f845a74ca5_0_18"/>
          <p:cNvSpPr txBox="1"/>
          <p:nvPr/>
        </p:nvSpPr>
        <p:spPr>
          <a:xfrm>
            <a:off x="7196875" y="458675"/>
            <a:ext cx="6588300" cy="10473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400"/>
              </a:spcBef>
              <a:spcAft>
                <a:spcPts val="0"/>
              </a:spcAft>
              <a:buClr>
                <a:schemeClr val="dk1"/>
              </a:buClr>
              <a:buSzPts val="1100"/>
              <a:buFont typeface="Arial"/>
              <a:buNone/>
            </a:pPr>
            <a:r>
              <a:rPr lang="en-US" sz="3200" b="1" i="0" u="none" strike="noStrike" cap="none">
                <a:solidFill>
                  <a:schemeClr val="hlink"/>
                </a:solidFill>
                <a:latin typeface="Times New Roman"/>
                <a:ea typeface="Times New Roman"/>
                <a:cs typeface="Times New Roman"/>
                <a:sym typeface="Times New Roman"/>
              </a:rPr>
              <a:t>2. HTTPS</a:t>
            </a:r>
            <a:endParaRPr sz="3200" b="1" i="0" u="none" strike="noStrike" cap="none">
              <a:solidFill>
                <a:schemeClr val="hlink"/>
              </a:solidFill>
              <a:latin typeface="Times New Roman"/>
              <a:ea typeface="Times New Roman"/>
              <a:cs typeface="Times New Roman"/>
              <a:sym typeface="Times New Roman"/>
            </a:endParaRPr>
          </a:p>
          <a:p>
            <a:pPr marL="0" marR="0" lvl="0" indent="0" algn="l" rtl="0">
              <a:lnSpc>
                <a:spcPct val="100000"/>
              </a:lnSpc>
              <a:spcBef>
                <a:spcPts val="600"/>
              </a:spcBef>
              <a:spcAft>
                <a:spcPts val="0"/>
              </a:spcAft>
              <a:buClr>
                <a:srgbClr val="000000"/>
              </a:buClr>
              <a:buSzPts val="3200"/>
              <a:buFont typeface="Arial"/>
              <a:buNone/>
            </a:pPr>
            <a:endParaRPr sz="3200" b="0" i="0" u="none" strike="noStrike" cap="none">
              <a:solidFill>
                <a:srgbClr val="1B73BA"/>
              </a:solidFill>
              <a:latin typeface="Times New Roman"/>
              <a:ea typeface="Times New Roman"/>
              <a:cs typeface="Times New Roman"/>
              <a:sym typeface="Times New Roman"/>
            </a:endParaRPr>
          </a:p>
        </p:txBody>
      </p:sp>
      <p:pic>
        <p:nvPicPr>
          <p:cNvPr id="288" name="Google Shape;288;g3f845a74ca5_0_18"/>
          <p:cNvPicPr preferRelativeResize="0"/>
          <p:nvPr/>
        </p:nvPicPr>
        <p:blipFill rotWithShape="1">
          <a:blip r:embed="rId3">
            <a:alphaModFix/>
          </a:blip>
          <a:srcRect/>
          <a:stretch/>
        </p:blipFill>
        <p:spPr>
          <a:xfrm>
            <a:off x="7952475" y="1505975"/>
            <a:ext cx="10035126" cy="7556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3f845a74ca5_0_24"/>
          <p:cNvSpPr txBox="1">
            <a:spLocks noGrp="1"/>
          </p:cNvSpPr>
          <p:nvPr>
            <p:ph type="title"/>
          </p:nvPr>
        </p:nvSpPr>
        <p:spPr>
          <a:xfrm>
            <a:off x="2751755" y="2188774"/>
            <a:ext cx="13085400" cy="4036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800">
                <a:latin typeface="Times New Roman"/>
                <a:ea typeface="Times New Roman"/>
                <a:cs typeface="Times New Roman"/>
                <a:sym typeface="Times New Roman"/>
              </a:rPr>
              <a:t> Important features of HTTPS</a:t>
            </a:r>
            <a:endParaRPr sz="2800">
              <a:latin typeface="Times New Roman"/>
              <a:ea typeface="Times New Roman"/>
              <a:cs typeface="Times New Roman"/>
              <a:sym typeface="Times New Roman"/>
            </a:endParaRPr>
          </a:p>
          <a:p>
            <a:pPr marL="457200" lvl="0" indent="-298450" algn="just" rtl="0">
              <a:lnSpc>
                <a:spcPct val="115000"/>
              </a:lnSpc>
              <a:spcBef>
                <a:spcPts val="1200"/>
              </a:spcBef>
              <a:spcAft>
                <a:spcPts val="0"/>
              </a:spcAft>
              <a:buClr>
                <a:schemeClr val="dk1"/>
              </a:buClr>
              <a:buSzPts val="1100"/>
              <a:buChar char="●"/>
            </a:pPr>
            <a:r>
              <a:rPr lang="en-US" sz="2700" b="0">
                <a:latin typeface="Times New Roman"/>
                <a:ea typeface="Times New Roman"/>
                <a:cs typeface="Times New Roman"/>
                <a:sym typeface="Times New Roman"/>
              </a:rPr>
              <a:t>Encrypts communication between client and server.</a:t>
            </a:r>
            <a:endParaRPr sz="2700" b="0">
              <a:latin typeface="Times New Roman"/>
              <a:ea typeface="Times New Roman"/>
              <a:cs typeface="Times New Roman"/>
              <a:sym typeface="Times New Roman"/>
            </a:endParaRPr>
          </a:p>
          <a:p>
            <a:pPr marL="457200" lvl="0" indent="-298450" algn="just"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Helps protect passwords, payment information, and other sensitive data.</a:t>
            </a:r>
            <a:endParaRPr sz="2700" b="0">
              <a:latin typeface="Times New Roman"/>
              <a:ea typeface="Times New Roman"/>
              <a:cs typeface="Times New Roman"/>
              <a:sym typeface="Times New Roman"/>
            </a:endParaRPr>
          </a:p>
          <a:p>
            <a:pPr marL="457200" lvl="0" indent="-298450" algn="just"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Uses TLS certificates to authenticate the server and establish secure communication.</a:t>
            </a:r>
            <a:endParaRPr sz="2700" b="0">
              <a:latin typeface="Times New Roman"/>
              <a:ea typeface="Times New Roman"/>
              <a:cs typeface="Times New Roman"/>
              <a:sym typeface="Times New Roman"/>
            </a:endParaRPr>
          </a:p>
          <a:p>
            <a:pPr marL="457200" lvl="0" indent="-298450" algn="just"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Usually uses port 443.</a:t>
            </a:r>
            <a:endParaRPr sz="2700" b="0">
              <a:latin typeface="Times New Roman"/>
              <a:ea typeface="Times New Roman"/>
              <a:cs typeface="Times New Roman"/>
              <a:sym typeface="Times New Roman"/>
            </a:endParaRPr>
          </a:p>
          <a:p>
            <a:pPr marL="457200" lvl="0" indent="-298450" algn="just"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Helps protect against attackers reading or modifying data in transit.</a:t>
            </a:r>
            <a:endParaRPr sz="1100" b="0">
              <a:solidFill>
                <a:schemeClr val="dk1"/>
              </a:solidFill>
              <a:latin typeface="Arial"/>
              <a:ea typeface="Arial"/>
              <a:cs typeface="Arial"/>
              <a:sym typeface="Arial"/>
            </a:endParaRPr>
          </a:p>
          <a:p>
            <a:pPr marL="0" lvl="0" indent="0" algn="l" rtl="0">
              <a:lnSpc>
                <a:spcPct val="100000"/>
              </a:lnSpc>
              <a:spcBef>
                <a:spcPts val="1200"/>
              </a:spcBef>
              <a:spcAft>
                <a:spcPts val="0"/>
              </a:spcAft>
              <a:buSzPts val="1400"/>
              <a:buNone/>
            </a:pPr>
            <a:endParaRPr/>
          </a:p>
        </p:txBody>
      </p:sp>
      <p:sp>
        <p:nvSpPr>
          <p:cNvPr id="294" name="Google Shape;294;g3f845a74ca5_0_24"/>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fad8d27abe_0_5"/>
          <p:cNvSpPr txBox="1">
            <a:spLocks noGrp="1"/>
          </p:cNvSpPr>
          <p:nvPr>
            <p:ph type="title"/>
          </p:nvPr>
        </p:nvSpPr>
        <p:spPr>
          <a:xfrm>
            <a:off x="5154650" y="806500"/>
            <a:ext cx="10682400" cy="785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5100">
                <a:latin typeface="Times New Roman"/>
                <a:ea typeface="Times New Roman"/>
                <a:cs typeface="Times New Roman"/>
                <a:sym typeface="Times New Roman"/>
              </a:rPr>
              <a:t>HTTP Request Response Cycle</a:t>
            </a:r>
            <a:endParaRPr sz="5100">
              <a:latin typeface="Times New Roman"/>
              <a:ea typeface="Times New Roman"/>
              <a:cs typeface="Times New Roman"/>
              <a:sym typeface="Times New Roman"/>
            </a:endParaRPr>
          </a:p>
        </p:txBody>
      </p:sp>
      <p:sp>
        <p:nvSpPr>
          <p:cNvPr id="300" name="Google Shape;300;g3fad8d27abe_0_5"/>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pic>
        <p:nvPicPr>
          <p:cNvPr id="301" name="Google Shape;301;g3fad8d27abe_0_5"/>
          <p:cNvPicPr preferRelativeResize="0"/>
          <p:nvPr/>
        </p:nvPicPr>
        <p:blipFill rotWithShape="1">
          <a:blip r:embed="rId3">
            <a:alphaModFix/>
          </a:blip>
          <a:srcRect/>
          <a:stretch/>
        </p:blipFill>
        <p:spPr>
          <a:xfrm>
            <a:off x="3429000" y="2271725"/>
            <a:ext cx="13220801" cy="64622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grpSp>
        <p:nvGrpSpPr>
          <p:cNvPr id="306" name="Google Shape;306;p28"/>
          <p:cNvGrpSpPr/>
          <p:nvPr/>
        </p:nvGrpSpPr>
        <p:grpSpPr>
          <a:xfrm>
            <a:off x="12830723" y="3799998"/>
            <a:ext cx="4266091" cy="3724274"/>
            <a:chOff x="11677002" y="4210939"/>
            <a:chExt cx="4505324" cy="3724274"/>
          </a:xfrm>
        </p:grpSpPr>
        <p:pic>
          <p:nvPicPr>
            <p:cNvPr id="307" name="Google Shape;307;p28"/>
            <p:cNvPicPr preferRelativeResize="0"/>
            <p:nvPr/>
          </p:nvPicPr>
          <p:blipFill rotWithShape="1">
            <a:blip r:embed="rId3">
              <a:alphaModFix/>
            </a:blip>
            <a:srcRect/>
            <a:stretch/>
          </p:blipFill>
          <p:spPr>
            <a:xfrm>
              <a:off x="11677002" y="4210939"/>
              <a:ext cx="4505324" cy="3724274"/>
            </a:xfrm>
            <a:prstGeom prst="rect">
              <a:avLst/>
            </a:prstGeom>
            <a:noFill/>
            <a:ln>
              <a:noFill/>
            </a:ln>
          </p:spPr>
        </p:pic>
        <p:sp>
          <p:nvSpPr>
            <p:cNvPr id="308" name="Google Shape;308;p28"/>
            <p:cNvSpPr/>
            <p:nvPr/>
          </p:nvSpPr>
          <p:spPr>
            <a:xfrm>
              <a:off x="14071394" y="4779171"/>
              <a:ext cx="690244" cy="229870"/>
            </a:xfrm>
            <a:custGeom>
              <a:avLst/>
              <a:gdLst/>
              <a:ahLst/>
              <a:cxnLst/>
              <a:rect l="l" t="t" r="r" b="b"/>
              <a:pathLst>
                <a:path w="690244" h="229870" extrusionOk="0">
                  <a:moveTo>
                    <a:pt x="575104" y="229690"/>
                  </a:moveTo>
                  <a:lnTo>
                    <a:pt x="114844" y="229690"/>
                  </a:lnTo>
                  <a:lnTo>
                    <a:pt x="92335" y="227463"/>
                  </a:lnTo>
                  <a:lnTo>
                    <a:pt x="51129" y="210395"/>
                  </a:lnTo>
                  <a:lnTo>
                    <a:pt x="19295" y="178561"/>
                  </a:lnTo>
                  <a:lnTo>
                    <a:pt x="2227" y="137355"/>
                  </a:lnTo>
                  <a:lnTo>
                    <a:pt x="0" y="114845"/>
                  </a:lnTo>
                  <a:lnTo>
                    <a:pt x="2227" y="92335"/>
                  </a:lnTo>
                  <a:lnTo>
                    <a:pt x="19295" y="51129"/>
                  </a:lnTo>
                  <a:lnTo>
                    <a:pt x="51129" y="19295"/>
                  </a:lnTo>
                  <a:lnTo>
                    <a:pt x="92335" y="2227"/>
                  </a:lnTo>
                  <a:lnTo>
                    <a:pt x="114844" y="0"/>
                  </a:lnTo>
                  <a:lnTo>
                    <a:pt x="575104" y="0"/>
                  </a:lnTo>
                  <a:lnTo>
                    <a:pt x="619054" y="8742"/>
                  </a:lnTo>
                  <a:lnTo>
                    <a:pt x="656312" y="33637"/>
                  </a:lnTo>
                  <a:lnTo>
                    <a:pt x="681207" y="70895"/>
                  </a:lnTo>
                  <a:lnTo>
                    <a:pt x="689949" y="114845"/>
                  </a:lnTo>
                  <a:lnTo>
                    <a:pt x="687722" y="137355"/>
                  </a:lnTo>
                  <a:lnTo>
                    <a:pt x="670654" y="178561"/>
                  </a:lnTo>
                  <a:lnTo>
                    <a:pt x="638821" y="210395"/>
                  </a:lnTo>
                  <a:lnTo>
                    <a:pt x="597614" y="227463"/>
                  </a:lnTo>
                  <a:lnTo>
                    <a:pt x="575104" y="229690"/>
                  </a:lnTo>
                  <a:close/>
                </a:path>
              </a:pathLst>
            </a:custGeom>
            <a:solidFill>
              <a:srgbClr val="FFCA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309" name="Google Shape;309;p28" descr="$PPTXTitle"/>
          <p:cNvSpPr txBox="1">
            <a:spLocks noGrp="1"/>
          </p:cNvSpPr>
          <p:nvPr>
            <p:ph type="title"/>
          </p:nvPr>
        </p:nvSpPr>
        <p:spPr>
          <a:xfrm>
            <a:off x="6105630" y="1247574"/>
            <a:ext cx="13085400" cy="96960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SzPts val="1400"/>
              <a:buNone/>
            </a:pPr>
            <a:r>
              <a:rPr lang="en-US" sz="6200"/>
              <a:t>COOKIES</a:t>
            </a:r>
            <a:endParaRPr sz="6200"/>
          </a:p>
        </p:txBody>
      </p:sp>
      <p:sp>
        <p:nvSpPr>
          <p:cNvPr id="310" name="Google Shape;310;p28"/>
          <p:cNvSpPr txBox="1">
            <a:spLocks noGrp="1"/>
          </p:cNvSpPr>
          <p:nvPr>
            <p:ph type="body" idx="1"/>
          </p:nvPr>
        </p:nvSpPr>
        <p:spPr>
          <a:xfrm>
            <a:off x="2146175" y="2690175"/>
            <a:ext cx="9717000" cy="1385100"/>
          </a:xfrm>
          <a:prstGeom prst="rect">
            <a:avLst/>
          </a:prstGeom>
          <a:noFill/>
          <a:ln>
            <a:noFill/>
          </a:ln>
        </p:spPr>
        <p:txBody>
          <a:bodyPr spcFirstLastPara="1" wrap="square" lIns="0" tIns="41275" rIns="0" bIns="0" anchor="t" anchorCtr="0">
            <a:spAutoFit/>
          </a:bodyPr>
          <a:lstStyle/>
          <a:p>
            <a:pPr marL="12700" marR="5080" lvl="0" indent="0" algn="just" rtl="0">
              <a:lnSpc>
                <a:spcPct val="111627"/>
              </a:lnSpc>
              <a:spcBef>
                <a:spcPts val="140"/>
              </a:spcBef>
              <a:spcAft>
                <a:spcPts val="0"/>
              </a:spcAft>
              <a:buSzPts val="1400"/>
              <a:buNone/>
            </a:pPr>
            <a:r>
              <a:rPr lang="en-US" sz="2700">
                <a:latin typeface="Times New Roman"/>
                <a:ea typeface="Times New Roman"/>
                <a:cs typeface="Times New Roman"/>
                <a:sym typeface="Times New Roman"/>
              </a:rPr>
              <a:t>A cookie is a small piece of data that a website stores in the user's web browser. It helps the website remember information about the user, such as login status, preferences, or shopping-cart items. </a:t>
            </a:r>
            <a:endParaRPr sz="2150"/>
          </a:p>
        </p:txBody>
      </p:sp>
      <p:sp>
        <p:nvSpPr>
          <p:cNvPr id="311" name="Google Shape;311;p28"/>
          <p:cNvSpPr txBox="1"/>
          <p:nvPr/>
        </p:nvSpPr>
        <p:spPr>
          <a:xfrm>
            <a:off x="1197822" y="8126108"/>
            <a:ext cx="1089600" cy="1073100"/>
          </a:xfrm>
          <a:prstGeom prst="rect">
            <a:avLst/>
          </a:prstGeom>
          <a:noFill/>
          <a:ln>
            <a:noFill/>
          </a:ln>
        </p:spPr>
        <p:txBody>
          <a:bodyPr spcFirstLastPara="1" wrap="square" lIns="0" tIns="15225" rIns="0" bIns="0" anchor="t" anchorCtr="0">
            <a:spAutoFit/>
          </a:bodyPr>
          <a:lstStyle/>
          <a:p>
            <a:pPr marL="12700" marR="0" lvl="0" indent="0" algn="l" rtl="0">
              <a:lnSpc>
                <a:spcPct val="100000"/>
              </a:lnSpc>
              <a:spcBef>
                <a:spcPts val="0"/>
              </a:spcBef>
              <a:spcAft>
                <a:spcPts val="0"/>
              </a:spcAft>
              <a:buClr>
                <a:srgbClr val="000000"/>
              </a:buClr>
              <a:buSzPts val="6850"/>
              <a:buFont typeface="Arial"/>
              <a:buNone/>
            </a:pPr>
            <a:r>
              <a:rPr lang="en-US" sz="6850" b="1" i="0" u="none" strike="noStrike" cap="none">
                <a:solidFill>
                  <a:srgbClr val="1B73BA"/>
                </a:solidFill>
                <a:latin typeface="Trebuchet MS"/>
                <a:ea typeface="Trebuchet MS"/>
                <a:cs typeface="Trebuchet MS"/>
                <a:sym typeface="Trebuchet MS"/>
              </a:rPr>
              <a:t>28</a:t>
            </a:r>
            <a:endParaRPr sz="6850" b="0" i="0" u="none" strike="noStrike" cap="none">
              <a:solidFill>
                <a:srgbClr val="000000"/>
              </a:solidFill>
              <a:latin typeface="Trebuchet MS"/>
              <a:ea typeface="Trebuchet MS"/>
              <a:cs typeface="Trebuchet MS"/>
              <a:sym typeface="Trebuchet MS"/>
            </a:endParaRPr>
          </a:p>
        </p:txBody>
      </p:sp>
      <p:sp>
        <p:nvSpPr>
          <p:cNvPr id="312" name="Google Shape;312;p28"/>
          <p:cNvSpPr txBox="1"/>
          <p:nvPr/>
        </p:nvSpPr>
        <p:spPr>
          <a:xfrm>
            <a:off x="2287425" y="4784700"/>
            <a:ext cx="9960300" cy="4083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2700"/>
              <a:buFont typeface="Arial"/>
              <a:buNone/>
            </a:pPr>
            <a:r>
              <a:rPr lang="en-US" sz="2700" b="1" i="0" u="none" strike="noStrike" cap="none">
                <a:solidFill>
                  <a:srgbClr val="1B73BA"/>
                </a:solidFill>
                <a:latin typeface="Times New Roman"/>
                <a:ea typeface="Times New Roman"/>
                <a:cs typeface="Times New Roman"/>
                <a:sym typeface="Times New Roman"/>
              </a:rPr>
              <a:t>Example</a:t>
            </a:r>
            <a:endParaRPr sz="2700" b="1"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Suppose you log in to a shopping website.</a:t>
            </a:r>
            <a:endParaRPr sz="2700" b="0"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The server may send a cookie containing an identifier such as:</a:t>
            </a:r>
            <a:endParaRPr sz="2700" b="0"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user_id = 12345</a:t>
            </a:r>
            <a:endParaRPr sz="2700" b="0"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120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Your browser stores it. When you visit the website again, the browser can send that cookie with the request, allowing the website to recognize the relevant session or preferences.</a:t>
            </a:r>
            <a:endParaRPr sz="1100" b="0" i="0" u="none" strike="noStrike" cap="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fad8d27abe_0_16"/>
          <p:cNvSpPr txBox="1">
            <a:spLocks noGrp="1"/>
          </p:cNvSpPr>
          <p:nvPr>
            <p:ph type="title"/>
          </p:nvPr>
        </p:nvSpPr>
        <p:spPr>
          <a:xfrm>
            <a:off x="2751755" y="2188774"/>
            <a:ext cx="13085400" cy="908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
        <p:nvSpPr>
          <p:cNvPr id="318" name="Google Shape;318;g3fad8d27abe_0_16"/>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pic>
        <p:nvPicPr>
          <p:cNvPr id="319" name="Google Shape;319;g3fad8d27abe_0_16"/>
          <p:cNvPicPr preferRelativeResize="0"/>
          <p:nvPr/>
        </p:nvPicPr>
        <p:blipFill rotWithShape="1">
          <a:blip r:embed="rId3">
            <a:alphaModFix/>
          </a:blip>
          <a:srcRect/>
          <a:stretch/>
        </p:blipFill>
        <p:spPr>
          <a:xfrm>
            <a:off x="3319450" y="1905100"/>
            <a:ext cx="12197100" cy="58051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fad8d27abe_0_28"/>
          <p:cNvSpPr txBox="1">
            <a:spLocks noGrp="1"/>
          </p:cNvSpPr>
          <p:nvPr>
            <p:ph type="title"/>
          </p:nvPr>
        </p:nvSpPr>
        <p:spPr>
          <a:xfrm>
            <a:off x="2751755" y="2188774"/>
            <a:ext cx="13085400" cy="4390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2700">
                <a:latin typeface="Times New Roman"/>
                <a:ea typeface="Times New Roman"/>
                <a:cs typeface="Times New Roman"/>
                <a:sym typeface="Times New Roman"/>
              </a:rPr>
              <a:t>Common uses of cookies</a:t>
            </a:r>
            <a:endParaRPr sz="2700">
              <a:latin typeface="Times New Roman"/>
              <a:ea typeface="Times New Roman"/>
              <a:cs typeface="Times New Roman"/>
              <a:sym typeface="Times New Roman"/>
            </a:endParaRPr>
          </a:p>
          <a:p>
            <a:pPr marL="457200" lvl="0" indent="-298450" algn="l" rtl="0">
              <a:lnSpc>
                <a:spcPct val="115000"/>
              </a:lnSpc>
              <a:spcBef>
                <a:spcPts val="1200"/>
              </a:spcBef>
              <a:spcAft>
                <a:spcPts val="0"/>
              </a:spcAft>
              <a:buClr>
                <a:schemeClr val="dk1"/>
              </a:buClr>
              <a:buSzPts val="1100"/>
              <a:buChar char="●"/>
            </a:pPr>
            <a:r>
              <a:rPr lang="en-US" sz="2700" b="0">
                <a:latin typeface="Times New Roman"/>
                <a:ea typeface="Times New Roman"/>
                <a:cs typeface="Times New Roman"/>
                <a:sym typeface="Times New Roman"/>
              </a:rPr>
              <a:t>🔐 Session management – keeping you logged in</a:t>
            </a:r>
            <a:endParaRPr sz="2700" b="0">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 Preferences – remembering language or theme</a:t>
            </a:r>
            <a:endParaRPr sz="2700" b="0">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 Shopping carts – remembering items</a:t>
            </a:r>
            <a:endParaRPr sz="2700" b="0">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 Analytics – understanding website usage</a:t>
            </a:r>
            <a:endParaRPr sz="2700" b="0">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Char char="●"/>
            </a:pPr>
            <a:r>
              <a:rPr lang="en-US" sz="2700" b="0">
                <a:latin typeface="Times New Roman"/>
                <a:ea typeface="Times New Roman"/>
                <a:cs typeface="Times New Roman"/>
                <a:sym typeface="Times New Roman"/>
              </a:rPr>
              <a:t>🎯 Personalization – showing relevant content</a:t>
            </a:r>
            <a:endParaRPr sz="1100" b="0">
              <a:solidFill>
                <a:schemeClr val="dk1"/>
              </a:solidFill>
              <a:latin typeface="Arial"/>
              <a:ea typeface="Arial"/>
              <a:cs typeface="Arial"/>
              <a:sym typeface="Arial"/>
            </a:endParaRPr>
          </a:p>
          <a:p>
            <a:pPr marL="0" lvl="0" indent="0" algn="l" rtl="0">
              <a:lnSpc>
                <a:spcPct val="115000"/>
              </a:lnSpc>
              <a:spcBef>
                <a:spcPts val="1400"/>
              </a:spcBef>
              <a:spcAft>
                <a:spcPts val="0"/>
              </a:spcAft>
              <a:buClr>
                <a:schemeClr val="dk1"/>
              </a:buClr>
              <a:buSzPts val="1100"/>
              <a:buFont typeface="Arial"/>
              <a:buNone/>
            </a:pPr>
            <a:endParaRPr sz="1300">
              <a:solidFill>
                <a:schemeClr val="dk1"/>
              </a:solidFill>
              <a:latin typeface="Arial"/>
              <a:ea typeface="Arial"/>
              <a:cs typeface="Arial"/>
              <a:sym typeface="Arial"/>
            </a:endParaRPr>
          </a:p>
          <a:p>
            <a:pPr marL="0" lvl="0" indent="0" algn="l" rtl="0">
              <a:lnSpc>
                <a:spcPct val="100000"/>
              </a:lnSpc>
              <a:spcBef>
                <a:spcPts val="400"/>
              </a:spcBef>
              <a:spcAft>
                <a:spcPts val="0"/>
              </a:spcAft>
              <a:buSzPts val="1400"/>
              <a:buNone/>
            </a:pPr>
            <a:endParaRPr/>
          </a:p>
        </p:txBody>
      </p:sp>
      <p:sp>
        <p:nvSpPr>
          <p:cNvPr id="325" name="Google Shape;325;g3fad8d27abe_0_28"/>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3fad8d27abe_0_22"/>
          <p:cNvSpPr txBox="1">
            <a:spLocks noGrp="1"/>
          </p:cNvSpPr>
          <p:nvPr>
            <p:ph type="title"/>
          </p:nvPr>
        </p:nvSpPr>
        <p:spPr>
          <a:xfrm>
            <a:off x="5751925" y="445425"/>
            <a:ext cx="10085400" cy="908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Types of Cookies </a:t>
            </a:r>
            <a:endParaRPr>
              <a:latin typeface="Times New Roman"/>
              <a:ea typeface="Times New Roman"/>
              <a:cs typeface="Times New Roman"/>
              <a:sym typeface="Times New Roman"/>
            </a:endParaRPr>
          </a:p>
        </p:txBody>
      </p:sp>
      <p:sp>
        <p:nvSpPr>
          <p:cNvPr id="331" name="Google Shape;331;g3fad8d27abe_0_22"/>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
        <p:nvSpPr>
          <p:cNvPr id="332" name="Google Shape;332;g3fad8d27abe_0_22"/>
          <p:cNvSpPr txBox="1"/>
          <p:nvPr/>
        </p:nvSpPr>
        <p:spPr>
          <a:xfrm>
            <a:off x="1032625" y="2195275"/>
            <a:ext cx="7635600" cy="6381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2700"/>
              <a:buFont typeface="Arial"/>
              <a:buNone/>
            </a:pPr>
            <a:r>
              <a:rPr lang="en-US" sz="2700" b="1" i="0" u="none" strike="noStrike" cap="none">
                <a:solidFill>
                  <a:srgbClr val="1B73BA"/>
                </a:solidFill>
                <a:latin typeface="Times New Roman"/>
                <a:ea typeface="Times New Roman"/>
                <a:cs typeface="Times New Roman"/>
                <a:sym typeface="Times New Roman"/>
              </a:rPr>
              <a:t>1. Session Cookies</a:t>
            </a:r>
            <a:endParaRPr sz="2700" b="1"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700"/>
              <a:buFont typeface="Arial"/>
              <a:buNone/>
            </a:pPr>
            <a:r>
              <a:rPr lang="en-US" sz="2700" b="0" i="0" u="none" strike="noStrike" cap="none">
                <a:solidFill>
                  <a:srgbClr val="1B73BA"/>
                </a:solidFill>
                <a:latin typeface="Times New Roman"/>
                <a:ea typeface="Times New Roman"/>
                <a:cs typeface="Times New Roman"/>
                <a:sym typeface="Times New Roman"/>
              </a:rPr>
              <a:t>Session cookies are temporary cookies used only during a browsing session.</a:t>
            </a:r>
            <a:endParaRPr sz="2700" b="0" i="0" u="none" strike="noStrike" cap="none">
              <a:solidFill>
                <a:srgbClr val="1B73BA"/>
              </a:solidFill>
              <a:latin typeface="Times New Roman"/>
              <a:ea typeface="Times New Roman"/>
              <a:cs typeface="Times New Roman"/>
              <a:sym typeface="Times New Roman"/>
            </a:endParaRPr>
          </a:p>
          <a:p>
            <a:pPr marL="457200" marR="0" lvl="0" indent="-298450" algn="l" rtl="0">
              <a:lnSpc>
                <a:spcPct val="115000"/>
              </a:lnSpc>
              <a:spcBef>
                <a:spcPts val="1200"/>
              </a:spcBef>
              <a:spcAft>
                <a:spcPts val="0"/>
              </a:spcAft>
              <a:buClr>
                <a:schemeClr val="dk1"/>
              </a:buClr>
              <a:buSzPts val="1100"/>
              <a:buFont typeface="Arial"/>
              <a:buChar char="●"/>
            </a:pPr>
            <a:r>
              <a:rPr lang="en-US" sz="2700" b="0" i="0" u="none" strike="noStrike" cap="none">
                <a:solidFill>
                  <a:srgbClr val="1B73BA"/>
                </a:solidFill>
                <a:latin typeface="Times New Roman"/>
                <a:ea typeface="Times New Roman"/>
                <a:cs typeface="Times New Roman"/>
                <a:sym typeface="Times New Roman"/>
              </a:rPr>
              <a:t>Stored temporarily in the browser.</a:t>
            </a:r>
            <a:endParaRPr sz="2700" b="0" i="0" u="none" strike="noStrike" cap="none">
              <a:solidFill>
                <a:srgbClr val="1B73BA"/>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700" b="0" i="0" u="none" strike="noStrike" cap="none">
                <a:solidFill>
                  <a:srgbClr val="1B73BA"/>
                </a:solidFill>
                <a:latin typeface="Times New Roman"/>
                <a:ea typeface="Times New Roman"/>
                <a:cs typeface="Times New Roman"/>
                <a:sym typeface="Times New Roman"/>
              </a:rPr>
              <a:t>Usually deleted when the browsing session ends.</a:t>
            </a:r>
            <a:endParaRPr sz="2700" b="0" i="0" u="none" strike="noStrike" cap="none">
              <a:solidFill>
                <a:srgbClr val="1B73BA"/>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700" b="0" i="0" u="none" strike="noStrike" cap="none">
                <a:solidFill>
                  <a:srgbClr val="1B73BA"/>
                </a:solidFill>
                <a:latin typeface="Times New Roman"/>
                <a:ea typeface="Times New Roman"/>
                <a:cs typeface="Times New Roman"/>
                <a:sym typeface="Times New Roman"/>
              </a:rPr>
              <a:t>Commonly used for login sessions and shopping carts.</a:t>
            </a:r>
            <a:endParaRPr sz="2700" b="0"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700"/>
              <a:buFont typeface="Arial"/>
              <a:buNone/>
            </a:pPr>
            <a:r>
              <a:rPr lang="en-US" sz="2700" b="1" i="0" u="none" strike="noStrike" cap="none">
                <a:solidFill>
                  <a:srgbClr val="1B73BA"/>
                </a:solidFill>
                <a:latin typeface="Times New Roman"/>
                <a:ea typeface="Times New Roman"/>
                <a:cs typeface="Times New Roman"/>
                <a:sym typeface="Times New Roman"/>
              </a:rPr>
              <a:t>Example:</a:t>
            </a:r>
            <a:br>
              <a:rPr lang="en-US" sz="2700" b="0" i="0" u="none" strike="noStrike" cap="none">
                <a:solidFill>
                  <a:srgbClr val="1B73BA"/>
                </a:solidFill>
                <a:latin typeface="Times New Roman"/>
                <a:ea typeface="Times New Roman"/>
                <a:cs typeface="Times New Roman"/>
                <a:sym typeface="Times New Roman"/>
              </a:rPr>
            </a:br>
            <a:r>
              <a:rPr lang="en-US" sz="2700" b="0" i="0" u="none" strike="noStrike" cap="none">
                <a:solidFill>
                  <a:srgbClr val="1B73BA"/>
                </a:solidFill>
                <a:latin typeface="Times New Roman"/>
                <a:ea typeface="Times New Roman"/>
                <a:cs typeface="Times New Roman"/>
                <a:sym typeface="Times New Roman"/>
              </a:rPr>
              <a:t> You log in to a website → a session cookie keeps you logged in while you browse.</a:t>
            </a:r>
            <a:endParaRPr sz="2700" b="0"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rgbClr val="000000"/>
              </a:buClr>
              <a:buSzPts val="2700"/>
              <a:buFont typeface="Arial"/>
              <a:buNone/>
            </a:pPr>
            <a:endParaRPr sz="2700" b="0" i="0" u="none" strike="noStrike" cap="none">
              <a:solidFill>
                <a:srgbClr val="1B73BA"/>
              </a:solidFill>
              <a:latin typeface="Times New Roman"/>
              <a:ea typeface="Times New Roman"/>
              <a:cs typeface="Times New Roman"/>
              <a:sym typeface="Times New Roman"/>
            </a:endParaRPr>
          </a:p>
          <a:p>
            <a:pPr marL="0" marR="0" lvl="0" indent="0" algn="l" rtl="0">
              <a:lnSpc>
                <a:spcPct val="115000"/>
              </a:lnSpc>
              <a:spcBef>
                <a:spcPts val="1200"/>
              </a:spcBef>
              <a:spcAft>
                <a:spcPts val="120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p:txBody>
      </p:sp>
      <p:sp>
        <p:nvSpPr>
          <p:cNvPr id="333" name="Google Shape;333;g3fad8d27abe_0_22"/>
          <p:cNvSpPr txBox="1"/>
          <p:nvPr/>
        </p:nvSpPr>
        <p:spPr>
          <a:xfrm>
            <a:off x="9543250" y="2195275"/>
            <a:ext cx="7861200" cy="642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400"/>
              </a:spcBef>
              <a:spcAft>
                <a:spcPts val="0"/>
              </a:spcAft>
              <a:buClr>
                <a:schemeClr val="dk1"/>
              </a:buClr>
              <a:buSzPts val="1100"/>
              <a:buFont typeface="Arial"/>
              <a:buNone/>
            </a:pPr>
            <a:r>
              <a:rPr lang="en-US" sz="2700" b="1" i="0" u="none" strike="noStrike" cap="none">
                <a:solidFill>
                  <a:schemeClr val="hlink"/>
                </a:solidFill>
                <a:latin typeface="Times New Roman"/>
                <a:ea typeface="Times New Roman"/>
                <a:cs typeface="Times New Roman"/>
                <a:sym typeface="Times New Roman"/>
              </a:rPr>
              <a:t>2. Persistent Cookies</a:t>
            </a:r>
            <a:endParaRPr sz="2700" b="1" i="0" u="none" strike="noStrike" cap="none">
              <a:solidFill>
                <a:schemeClr val="hlink"/>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chemeClr val="dk1"/>
              </a:buClr>
              <a:buSzPts val="1100"/>
              <a:buFont typeface="Arial"/>
              <a:buNone/>
            </a:pPr>
            <a:r>
              <a:rPr lang="en-US" sz="2700" b="0" i="0" u="none" strike="noStrike" cap="none">
                <a:solidFill>
                  <a:schemeClr val="hlink"/>
                </a:solidFill>
                <a:latin typeface="Times New Roman"/>
                <a:ea typeface="Times New Roman"/>
                <a:cs typeface="Times New Roman"/>
                <a:sym typeface="Times New Roman"/>
              </a:rPr>
              <a:t>Persistent cookies remain stored in the browser for a specified period, even after the browser is closed.</a:t>
            </a:r>
            <a:endParaRPr sz="2700" b="0" i="0" u="none" strike="noStrike" cap="none">
              <a:solidFill>
                <a:schemeClr val="hlink"/>
              </a:solidFill>
              <a:latin typeface="Times New Roman"/>
              <a:ea typeface="Times New Roman"/>
              <a:cs typeface="Times New Roman"/>
              <a:sym typeface="Times New Roman"/>
            </a:endParaRPr>
          </a:p>
          <a:p>
            <a:pPr marL="457200" marR="0" lvl="0" indent="-298450" algn="l" rtl="0">
              <a:lnSpc>
                <a:spcPct val="115000"/>
              </a:lnSpc>
              <a:spcBef>
                <a:spcPts val="1200"/>
              </a:spcBef>
              <a:spcAft>
                <a:spcPts val="0"/>
              </a:spcAft>
              <a:buClr>
                <a:schemeClr val="dk1"/>
              </a:buClr>
              <a:buSzPts val="1100"/>
              <a:buFont typeface="Arial"/>
              <a:buChar char="●"/>
            </a:pPr>
            <a:r>
              <a:rPr lang="en-US" sz="2700" b="0" i="0" u="none" strike="noStrike" cap="none">
                <a:solidFill>
                  <a:schemeClr val="hlink"/>
                </a:solidFill>
                <a:latin typeface="Times New Roman"/>
                <a:ea typeface="Times New Roman"/>
                <a:cs typeface="Times New Roman"/>
                <a:sym typeface="Times New Roman"/>
              </a:rPr>
              <a:t>Have an expiration date.</a:t>
            </a:r>
            <a:endParaRPr sz="2700" b="0" i="0" u="none" strike="noStrike" cap="none">
              <a:solidFill>
                <a:schemeClr val="hlink"/>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700" b="0" i="0" u="none" strike="noStrike" cap="none">
                <a:solidFill>
                  <a:schemeClr val="hlink"/>
                </a:solidFill>
                <a:latin typeface="Times New Roman"/>
                <a:ea typeface="Times New Roman"/>
                <a:cs typeface="Times New Roman"/>
                <a:sym typeface="Times New Roman"/>
              </a:rPr>
              <a:t>Used to remember preferences and settings.</a:t>
            </a:r>
            <a:endParaRPr sz="2700" b="0" i="0" u="none" strike="noStrike" cap="none">
              <a:solidFill>
                <a:schemeClr val="hlink"/>
              </a:solidFill>
              <a:latin typeface="Times New Roman"/>
              <a:ea typeface="Times New Roman"/>
              <a:cs typeface="Times New Roman"/>
              <a:sym typeface="Times New Roman"/>
            </a:endParaRPr>
          </a:p>
          <a:p>
            <a:pPr marL="457200" marR="0" lvl="0" indent="-298450" algn="l" rtl="0">
              <a:lnSpc>
                <a:spcPct val="115000"/>
              </a:lnSpc>
              <a:spcBef>
                <a:spcPts val="0"/>
              </a:spcBef>
              <a:spcAft>
                <a:spcPts val="0"/>
              </a:spcAft>
              <a:buClr>
                <a:schemeClr val="dk1"/>
              </a:buClr>
              <a:buSzPts val="1100"/>
              <a:buFont typeface="Arial"/>
              <a:buChar char="●"/>
            </a:pPr>
            <a:r>
              <a:rPr lang="en-US" sz="2700" b="0" i="0" u="none" strike="noStrike" cap="none">
                <a:solidFill>
                  <a:schemeClr val="hlink"/>
                </a:solidFill>
                <a:latin typeface="Times New Roman"/>
                <a:ea typeface="Times New Roman"/>
                <a:cs typeface="Times New Roman"/>
                <a:sym typeface="Times New Roman"/>
              </a:rPr>
              <a:t>Can keep information for days, months, or longer depending on the website's settings.</a:t>
            </a:r>
            <a:endParaRPr sz="2700" b="0" i="0" u="none" strike="noStrike" cap="none">
              <a:solidFill>
                <a:schemeClr val="hlink"/>
              </a:solidFill>
              <a:latin typeface="Times New Roman"/>
              <a:ea typeface="Times New Roman"/>
              <a:cs typeface="Times New Roman"/>
              <a:sym typeface="Times New Roman"/>
            </a:endParaRPr>
          </a:p>
          <a:p>
            <a:pPr marL="0" marR="0" lvl="0" indent="0" algn="l" rtl="0">
              <a:lnSpc>
                <a:spcPct val="115000"/>
              </a:lnSpc>
              <a:spcBef>
                <a:spcPts val="1200"/>
              </a:spcBef>
              <a:spcAft>
                <a:spcPts val="0"/>
              </a:spcAft>
              <a:buClr>
                <a:schemeClr val="dk1"/>
              </a:buClr>
              <a:buSzPts val="1100"/>
              <a:buFont typeface="Arial"/>
              <a:buNone/>
            </a:pPr>
            <a:r>
              <a:rPr lang="en-US" sz="2700" b="1" i="0" u="none" strike="noStrike" cap="none">
                <a:solidFill>
                  <a:schemeClr val="hlink"/>
                </a:solidFill>
                <a:latin typeface="Times New Roman"/>
                <a:ea typeface="Times New Roman"/>
                <a:cs typeface="Times New Roman"/>
                <a:sym typeface="Times New Roman"/>
              </a:rPr>
              <a:t>Example:</a:t>
            </a:r>
            <a:br>
              <a:rPr lang="en-US" sz="2700" b="0" i="0" u="none" strike="noStrike" cap="none">
                <a:solidFill>
                  <a:schemeClr val="hlink"/>
                </a:solidFill>
                <a:latin typeface="Times New Roman"/>
                <a:ea typeface="Times New Roman"/>
                <a:cs typeface="Times New Roman"/>
                <a:sym typeface="Times New Roman"/>
              </a:rPr>
            </a:br>
            <a:r>
              <a:rPr lang="en-US" sz="2700" b="0" i="0" u="none" strike="noStrike" cap="none">
                <a:solidFill>
                  <a:schemeClr val="hlink"/>
                </a:solidFill>
                <a:latin typeface="Times New Roman"/>
                <a:ea typeface="Times New Roman"/>
                <a:cs typeface="Times New Roman"/>
                <a:sym typeface="Times New Roman"/>
              </a:rPr>
              <a:t> A website remembers your selected language or theme when you return later.</a:t>
            </a: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950"/>
              <a:buFont typeface="Arial"/>
              <a:buNone/>
            </a:pPr>
            <a:endParaRPr sz="1950" b="0" i="0" u="none" strike="noStrike" cap="none">
              <a:solidFill>
                <a:srgbClr val="1B73BA"/>
              </a:solidFill>
              <a:latin typeface="Lucida Sans"/>
              <a:ea typeface="Lucida Sans"/>
              <a:cs typeface="Lucida Sans"/>
              <a:sym typeface="Lucida Sans"/>
            </a:endParaRPr>
          </a:p>
        </p:txBody>
      </p:sp>
      <p:cxnSp>
        <p:nvCxnSpPr>
          <p:cNvPr id="334" name="Google Shape;334;g3fad8d27abe_0_22"/>
          <p:cNvCxnSpPr/>
          <p:nvPr/>
        </p:nvCxnSpPr>
        <p:spPr>
          <a:xfrm>
            <a:off x="8959975" y="2168775"/>
            <a:ext cx="106200" cy="677400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grpSp>
        <p:nvGrpSpPr>
          <p:cNvPr id="339" name="Google Shape;339;p29"/>
          <p:cNvGrpSpPr/>
          <p:nvPr/>
        </p:nvGrpSpPr>
        <p:grpSpPr>
          <a:xfrm>
            <a:off x="11632088" y="4219207"/>
            <a:ext cx="4591049" cy="4133849"/>
            <a:chOff x="11632088" y="4193164"/>
            <a:chExt cx="4591049" cy="4133849"/>
          </a:xfrm>
        </p:grpSpPr>
        <p:pic>
          <p:nvPicPr>
            <p:cNvPr id="340" name="Google Shape;340;p29"/>
            <p:cNvPicPr preferRelativeResize="0"/>
            <p:nvPr/>
          </p:nvPicPr>
          <p:blipFill rotWithShape="1">
            <a:blip r:embed="rId3">
              <a:alphaModFix/>
            </a:blip>
            <a:srcRect/>
            <a:stretch/>
          </p:blipFill>
          <p:spPr>
            <a:xfrm>
              <a:off x="11632088" y="4193164"/>
              <a:ext cx="4591049" cy="4133849"/>
            </a:xfrm>
            <a:prstGeom prst="rect">
              <a:avLst/>
            </a:prstGeom>
            <a:noFill/>
            <a:ln>
              <a:noFill/>
            </a:ln>
          </p:spPr>
        </p:pic>
        <p:sp>
          <p:nvSpPr>
            <p:cNvPr id="341" name="Google Shape;341;p29"/>
            <p:cNvSpPr/>
            <p:nvPr/>
          </p:nvSpPr>
          <p:spPr>
            <a:xfrm>
              <a:off x="14071395" y="4779171"/>
              <a:ext cx="690245" cy="229870"/>
            </a:xfrm>
            <a:custGeom>
              <a:avLst/>
              <a:gdLst/>
              <a:ahLst/>
              <a:cxnLst/>
              <a:rect l="l" t="t" r="r" b="b"/>
              <a:pathLst>
                <a:path w="690244" h="229870" extrusionOk="0">
                  <a:moveTo>
                    <a:pt x="575104" y="229690"/>
                  </a:moveTo>
                  <a:lnTo>
                    <a:pt x="114844" y="229690"/>
                  </a:lnTo>
                  <a:lnTo>
                    <a:pt x="92335" y="227463"/>
                  </a:lnTo>
                  <a:lnTo>
                    <a:pt x="51129" y="210395"/>
                  </a:lnTo>
                  <a:lnTo>
                    <a:pt x="19295" y="178561"/>
                  </a:lnTo>
                  <a:lnTo>
                    <a:pt x="2227" y="137355"/>
                  </a:lnTo>
                  <a:lnTo>
                    <a:pt x="0" y="114845"/>
                  </a:lnTo>
                  <a:lnTo>
                    <a:pt x="2227" y="92335"/>
                  </a:lnTo>
                  <a:lnTo>
                    <a:pt x="19295" y="51129"/>
                  </a:lnTo>
                  <a:lnTo>
                    <a:pt x="51129" y="19295"/>
                  </a:lnTo>
                  <a:lnTo>
                    <a:pt x="92335" y="2227"/>
                  </a:lnTo>
                  <a:lnTo>
                    <a:pt x="114844" y="0"/>
                  </a:lnTo>
                  <a:lnTo>
                    <a:pt x="575104" y="0"/>
                  </a:lnTo>
                  <a:lnTo>
                    <a:pt x="619054" y="8742"/>
                  </a:lnTo>
                  <a:lnTo>
                    <a:pt x="656312" y="33637"/>
                  </a:lnTo>
                  <a:lnTo>
                    <a:pt x="681207" y="70895"/>
                  </a:lnTo>
                  <a:lnTo>
                    <a:pt x="689949" y="114845"/>
                  </a:lnTo>
                  <a:lnTo>
                    <a:pt x="687722" y="137355"/>
                  </a:lnTo>
                  <a:lnTo>
                    <a:pt x="670654" y="178561"/>
                  </a:lnTo>
                  <a:lnTo>
                    <a:pt x="638821" y="210395"/>
                  </a:lnTo>
                  <a:lnTo>
                    <a:pt x="597614" y="227463"/>
                  </a:lnTo>
                  <a:lnTo>
                    <a:pt x="575104" y="229690"/>
                  </a:lnTo>
                  <a:close/>
                </a:path>
              </a:pathLst>
            </a:custGeom>
            <a:solidFill>
              <a:srgbClr val="FFCA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342" name="Google Shape;342;p29" descr="$PPTXTitle"/>
          <p:cNvSpPr txBox="1">
            <a:spLocks noGrp="1"/>
          </p:cNvSpPr>
          <p:nvPr>
            <p:ph type="title"/>
          </p:nvPr>
        </p:nvSpPr>
        <p:spPr>
          <a:xfrm>
            <a:off x="5791676" y="2188775"/>
            <a:ext cx="10045500" cy="99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6400">
                <a:latin typeface="Times New Roman"/>
                <a:ea typeface="Times New Roman"/>
                <a:cs typeface="Times New Roman"/>
                <a:sym typeface="Times New Roman"/>
              </a:rPr>
              <a:t>SESSIONS </a:t>
            </a:r>
            <a:endParaRPr sz="6400">
              <a:latin typeface="Times New Roman"/>
              <a:ea typeface="Times New Roman"/>
              <a:cs typeface="Times New Roman"/>
              <a:sym typeface="Times New Roman"/>
            </a:endParaRPr>
          </a:p>
        </p:txBody>
      </p:sp>
      <p:sp>
        <p:nvSpPr>
          <p:cNvPr id="343" name="Google Shape;343;p29"/>
          <p:cNvSpPr txBox="1">
            <a:spLocks noGrp="1"/>
          </p:cNvSpPr>
          <p:nvPr>
            <p:ph type="body" idx="1"/>
          </p:nvPr>
        </p:nvSpPr>
        <p:spPr>
          <a:xfrm>
            <a:off x="2751750" y="4011400"/>
            <a:ext cx="7799100" cy="1210800"/>
          </a:xfrm>
          <a:prstGeom prst="rect">
            <a:avLst/>
          </a:prstGeom>
          <a:noFill/>
          <a:ln>
            <a:noFill/>
          </a:ln>
        </p:spPr>
        <p:txBody>
          <a:bodyPr spcFirstLastPara="1" wrap="square" lIns="0" tIns="38725" rIns="0" bIns="0" anchor="t" anchorCtr="0">
            <a:spAutoFit/>
          </a:bodyPr>
          <a:lstStyle/>
          <a:p>
            <a:pPr marL="0" marR="5080" lvl="0" indent="0" algn="l" rtl="0">
              <a:lnSpc>
                <a:spcPct val="114736"/>
              </a:lnSpc>
              <a:spcBef>
                <a:spcPts val="120"/>
              </a:spcBef>
              <a:spcAft>
                <a:spcPts val="0"/>
              </a:spcAft>
              <a:buSzPts val="1400"/>
              <a:buNone/>
            </a:pPr>
            <a:r>
              <a:rPr lang="en-US">
                <a:latin typeface="Times New Roman"/>
                <a:ea typeface="Times New Roman"/>
                <a:cs typeface="Times New Roman"/>
                <a:sym typeface="Times New Roman"/>
              </a:rPr>
              <a:t>A session is a temporary connection or interaction between a client and a web server that helps the server maintain information about a user across multiple requests. </a:t>
            </a:r>
            <a:endParaRPr>
              <a:latin typeface="Times New Roman"/>
              <a:ea typeface="Times New Roman"/>
              <a:cs typeface="Times New Roman"/>
              <a:sym typeface="Times New Roman"/>
            </a:endParaRPr>
          </a:p>
          <a:p>
            <a:pPr marL="0" lvl="0" indent="0" algn="l" rtl="0">
              <a:lnSpc>
                <a:spcPct val="118947"/>
              </a:lnSpc>
              <a:spcBef>
                <a:spcPts val="0"/>
              </a:spcBef>
              <a:spcAft>
                <a:spcPts val="0"/>
              </a:spcAft>
              <a:buSzPts val="1400"/>
              <a:buNone/>
            </a:pPr>
            <a:endParaRPr sz="900">
              <a:latin typeface="Times New Roman"/>
              <a:ea typeface="Times New Roman"/>
              <a:cs typeface="Times New Roman"/>
              <a:sym typeface="Times New Roman"/>
            </a:endParaRPr>
          </a:p>
        </p:txBody>
      </p:sp>
      <p:sp>
        <p:nvSpPr>
          <p:cNvPr id="344" name="Google Shape;344;p29"/>
          <p:cNvSpPr txBox="1"/>
          <p:nvPr/>
        </p:nvSpPr>
        <p:spPr>
          <a:xfrm>
            <a:off x="1197822" y="8119413"/>
            <a:ext cx="1090930" cy="1103630"/>
          </a:xfrm>
          <a:prstGeom prst="rect">
            <a:avLst/>
          </a:prstGeom>
          <a:noFill/>
          <a:ln>
            <a:noFill/>
          </a:ln>
        </p:spPr>
        <p:txBody>
          <a:bodyPr spcFirstLastPara="1" wrap="square" lIns="0" tIns="15225" rIns="0" bIns="0" anchor="t" anchorCtr="0">
            <a:spAutoFit/>
          </a:bodyPr>
          <a:lstStyle/>
          <a:p>
            <a:pPr marL="12700" marR="0" lvl="0" indent="0" algn="l" rtl="0">
              <a:lnSpc>
                <a:spcPct val="100000"/>
              </a:lnSpc>
              <a:spcBef>
                <a:spcPts val="0"/>
              </a:spcBef>
              <a:spcAft>
                <a:spcPts val="0"/>
              </a:spcAft>
              <a:buClr>
                <a:srgbClr val="000000"/>
              </a:buClr>
              <a:buSzPts val="7050"/>
              <a:buFont typeface="Arial"/>
              <a:buNone/>
            </a:pPr>
            <a:r>
              <a:rPr lang="en-US" sz="7050" b="1" i="0" u="none" strike="noStrike" cap="none">
                <a:solidFill>
                  <a:srgbClr val="1B73BA"/>
                </a:solidFill>
                <a:latin typeface="Trebuchet MS"/>
                <a:ea typeface="Trebuchet MS"/>
                <a:cs typeface="Trebuchet MS"/>
                <a:sym typeface="Trebuchet MS"/>
              </a:rPr>
              <a:t>29</a:t>
            </a:r>
            <a:endParaRPr sz="7050" b="0" i="0" u="none" strike="noStrike" cap="none">
              <a:solidFill>
                <a:srgbClr val="000000"/>
              </a:solidFill>
              <a:latin typeface="Trebuchet MS"/>
              <a:ea typeface="Trebuchet MS"/>
              <a:cs typeface="Trebuchet MS"/>
              <a:sym typeface="Trebuchet M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3fad9e4a4cc_0_7"/>
          <p:cNvSpPr txBox="1">
            <a:spLocks noGrp="1"/>
          </p:cNvSpPr>
          <p:nvPr>
            <p:ph type="title"/>
          </p:nvPr>
        </p:nvSpPr>
        <p:spPr>
          <a:xfrm>
            <a:off x="2751755" y="2188774"/>
            <a:ext cx="13085400" cy="908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sp>
        <p:nvSpPr>
          <p:cNvPr id="350" name="Google Shape;350;g3fad9e4a4cc_0_7"/>
          <p:cNvSpPr txBox="1">
            <a:spLocks noGrp="1"/>
          </p:cNvSpPr>
          <p:nvPr>
            <p:ph type="body" idx="1"/>
          </p:nvPr>
        </p:nvSpPr>
        <p:spPr>
          <a:xfrm>
            <a:off x="2751755" y="4940075"/>
            <a:ext cx="8945100" cy="300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endParaRPr/>
          </a:p>
        </p:txBody>
      </p:sp>
      <p:pic>
        <p:nvPicPr>
          <p:cNvPr id="351" name="Google Shape;351;g3fad9e4a4cc_0_7"/>
          <p:cNvPicPr preferRelativeResize="0"/>
          <p:nvPr/>
        </p:nvPicPr>
        <p:blipFill rotWithShape="1">
          <a:blip r:embed="rId3">
            <a:alphaModFix/>
          </a:blip>
          <a:srcRect/>
          <a:stretch/>
        </p:blipFill>
        <p:spPr>
          <a:xfrm>
            <a:off x="3207100" y="1880125"/>
            <a:ext cx="13270725" cy="6054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grpSp>
        <p:nvGrpSpPr>
          <p:cNvPr id="356" name="Google Shape;356;p30"/>
          <p:cNvGrpSpPr/>
          <p:nvPr/>
        </p:nvGrpSpPr>
        <p:grpSpPr>
          <a:xfrm>
            <a:off x="2487847" y="3869873"/>
            <a:ext cx="4801870" cy="4801870"/>
            <a:chOff x="2487847" y="3869873"/>
            <a:chExt cx="4801870" cy="4801870"/>
          </a:xfrm>
        </p:grpSpPr>
        <p:sp>
          <p:nvSpPr>
            <p:cNvPr id="357" name="Google Shape;357;p30"/>
            <p:cNvSpPr/>
            <p:nvPr/>
          </p:nvSpPr>
          <p:spPr>
            <a:xfrm>
              <a:off x="2487847" y="3869873"/>
              <a:ext cx="4801870" cy="4801870"/>
            </a:xfrm>
            <a:custGeom>
              <a:avLst/>
              <a:gdLst/>
              <a:ahLst/>
              <a:cxnLst/>
              <a:rect l="l" t="t" r="r" b="b"/>
              <a:pathLst>
                <a:path w="4801870" h="4801870" extrusionOk="0">
                  <a:moveTo>
                    <a:pt x="4801501" y="4801501"/>
                  </a:moveTo>
                  <a:lnTo>
                    <a:pt x="2400750" y="4801501"/>
                  </a:lnTo>
                  <a:lnTo>
                    <a:pt x="2352345" y="4801023"/>
                  </a:lnTo>
                  <a:lnTo>
                    <a:pt x="2304174" y="4799595"/>
                  </a:lnTo>
                  <a:lnTo>
                    <a:pt x="2256245" y="4797227"/>
                  </a:lnTo>
                  <a:lnTo>
                    <a:pt x="2208567" y="4793926"/>
                  </a:lnTo>
                  <a:lnTo>
                    <a:pt x="2161150" y="4789702"/>
                  </a:lnTo>
                  <a:lnTo>
                    <a:pt x="2114002" y="4784564"/>
                  </a:lnTo>
                  <a:lnTo>
                    <a:pt x="2067133" y="4778521"/>
                  </a:lnTo>
                  <a:lnTo>
                    <a:pt x="2020550" y="4771582"/>
                  </a:lnTo>
                  <a:lnTo>
                    <a:pt x="1974264" y="4763755"/>
                  </a:lnTo>
                  <a:lnTo>
                    <a:pt x="1928282" y="4755050"/>
                  </a:lnTo>
                  <a:lnTo>
                    <a:pt x="1882615" y="4745476"/>
                  </a:lnTo>
                  <a:lnTo>
                    <a:pt x="1837271" y="4735042"/>
                  </a:lnTo>
                  <a:lnTo>
                    <a:pt x="1792259" y="4723756"/>
                  </a:lnTo>
                  <a:lnTo>
                    <a:pt x="1747588" y="4711628"/>
                  </a:lnTo>
                  <a:lnTo>
                    <a:pt x="1703266" y="4698666"/>
                  </a:lnTo>
                  <a:lnTo>
                    <a:pt x="1659304" y="4684879"/>
                  </a:lnTo>
                  <a:lnTo>
                    <a:pt x="1615709" y="4670278"/>
                  </a:lnTo>
                  <a:lnTo>
                    <a:pt x="1572491" y="4654869"/>
                  </a:lnTo>
                  <a:lnTo>
                    <a:pt x="1529659" y="4638663"/>
                  </a:lnTo>
                  <a:lnTo>
                    <a:pt x="1487221" y="4621668"/>
                  </a:lnTo>
                  <a:lnTo>
                    <a:pt x="1445187" y="4603893"/>
                  </a:lnTo>
                  <a:lnTo>
                    <a:pt x="1403566" y="4585348"/>
                  </a:lnTo>
                  <a:lnTo>
                    <a:pt x="1362366" y="4566040"/>
                  </a:lnTo>
                  <a:lnTo>
                    <a:pt x="1321596" y="4545980"/>
                  </a:lnTo>
                  <a:lnTo>
                    <a:pt x="1281266" y="4525176"/>
                  </a:lnTo>
                  <a:lnTo>
                    <a:pt x="1241385" y="4503637"/>
                  </a:lnTo>
                  <a:lnTo>
                    <a:pt x="1201961" y="4481372"/>
                  </a:lnTo>
                  <a:lnTo>
                    <a:pt x="1163003" y="4458389"/>
                  </a:lnTo>
                  <a:lnTo>
                    <a:pt x="1124520" y="4434699"/>
                  </a:lnTo>
                  <a:lnTo>
                    <a:pt x="1086522" y="4410309"/>
                  </a:lnTo>
                  <a:lnTo>
                    <a:pt x="1049016" y="4385230"/>
                  </a:lnTo>
                  <a:lnTo>
                    <a:pt x="1012013" y="4359469"/>
                  </a:lnTo>
                  <a:lnTo>
                    <a:pt x="975521" y="4333035"/>
                  </a:lnTo>
                  <a:lnTo>
                    <a:pt x="939549" y="4305939"/>
                  </a:lnTo>
                  <a:lnTo>
                    <a:pt x="904106" y="4278188"/>
                  </a:lnTo>
                  <a:lnTo>
                    <a:pt x="869202" y="4249792"/>
                  </a:lnTo>
                  <a:lnTo>
                    <a:pt x="834843" y="4220759"/>
                  </a:lnTo>
                  <a:lnTo>
                    <a:pt x="801041" y="4191098"/>
                  </a:lnTo>
                  <a:lnTo>
                    <a:pt x="767804" y="4160819"/>
                  </a:lnTo>
                  <a:lnTo>
                    <a:pt x="735140" y="4129931"/>
                  </a:lnTo>
                  <a:lnTo>
                    <a:pt x="703059" y="4098442"/>
                  </a:lnTo>
                  <a:lnTo>
                    <a:pt x="671570" y="4066361"/>
                  </a:lnTo>
                  <a:lnTo>
                    <a:pt x="640682" y="4033697"/>
                  </a:lnTo>
                  <a:lnTo>
                    <a:pt x="610403" y="4000460"/>
                  </a:lnTo>
                  <a:lnTo>
                    <a:pt x="580742" y="3966658"/>
                  </a:lnTo>
                  <a:lnTo>
                    <a:pt x="551709" y="3932299"/>
                  </a:lnTo>
                  <a:lnTo>
                    <a:pt x="523313" y="3897394"/>
                  </a:lnTo>
                  <a:lnTo>
                    <a:pt x="495562" y="3861951"/>
                  </a:lnTo>
                  <a:lnTo>
                    <a:pt x="468465" y="3825980"/>
                  </a:lnTo>
                  <a:lnTo>
                    <a:pt x="442032" y="3789488"/>
                  </a:lnTo>
                  <a:lnTo>
                    <a:pt x="416271" y="3752484"/>
                  </a:lnTo>
                  <a:lnTo>
                    <a:pt x="391191" y="3714979"/>
                  </a:lnTo>
                  <a:lnTo>
                    <a:pt x="366802" y="3676981"/>
                  </a:lnTo>
                  <a:lnTo>
                    <a:pt x="343112" y="3638498"/>
                  </a:lnTo>
                  <a:lnTo>
                    <a:pt x="320129" y="3599540"/>
                  </a:lnTo>
                  <a:lnTo>
                    <a:pt x="297864" y="3560116"/>
                  </a:lnTo>
                  <a:lnTo>
                    <a:pt x="276325" y="3520235"/>
                  </a:lnTo>
                  <a:lnTo>
                    <a:pt x="255521" y="3479905"/>
                  </a:lnTo>
                  <a:lnTo>
                    <a:pt x="235461" y="3439135"/>
                  </a:lnTo>
                  <a:lnTo>
                    <a:pt x="216153" y="3397935"/>
                  </a:lnTo>
                  <a:lnTo>
                    <a:pt x="197608" y="3356314"/>
                  </a:lnTo>
                  <a:lnTo>
                    <a:pt x="179833" y="3314280"/>
                  </a:lnTo>
                  <a:lnTo>
                    <a:pt x="162838" y="3271842"/>
                  </a:lnTo>
                  <a:lnTo>
                    <a:pt x="146632" y="3229010"/>
                  </a:lnTo>
                  <a:lnTo>
                    <a:pt x="131223" y="3185792"/>
                  </a:lnTo>
                  <a:lnTo>
                    <a:pt x="116621" y="3142197"/>
                  </a:lnTo>
                  <a:lnTo>
                    <a:pt x="102835" y="3098235"/>
                  </a:lnTo>
                  <a:lnTo>
                    <a:pt x="89873" y="3053913"/>
                  </a:lnTo>
                  <a:lnTo>
                    <a:pt x="77745" y="3009242"/>
                  </a:lnTo>
                  <a:lnTo>
                    <a:pt x="66459" y="2964230"/>
                  </a:lnTo>
                  <a:lnTo>
                    <a:pt x="56025" y="2918886"/>
                  </a:lnTo>
                  <a:lnTo>
                    <a:pt x="46450" y="2873218"/>
                  </a:lnTo>
                  <a:lnTo>
                    <a:pt x="37746" y="2827237"/>
                  </a:lnTo>
                  <a:lnTo>
                    <a:pt x="29919" y="2780951"/>
                  </a:lnTo>
                  <a:lnTo>
                    <a:pt x="22980" y="2734368"/>
                  </a:lnTo>
                  <a:lnTo>
                    <a:pt x="16937" y="2687498"/>
                  </a:lnTo>
                  <a:lnTo>
                    <a:pt x="11799" y="2640350"/>
                  </a:lnTo>
                  <a:lnTo>
                    <a:pt x="7575" y="2592933"/>
                  </a:lnTo>
                  <a:lnTo>
                    <a:pt x="4274" y="2545256"/>
                  </a:lnTo>
                  <a:lnTo>
                    <a:pt x="1905" y="2497327"/>
                  </a:lnTo>
                  <a:lnTo>
                    <a:pt x="477" y="2449155"/>
                  </a:lnTo>
                  <a:lnTo>
                    <a:pt x="0" y="2400750"/>
                  </a:lnTo>
                  <a:lnTo>
                    <a:pt x="477" y="2352345"/>
                  </a:lnTo>
                  <a:lnTo>
                    <a:pt x="1905" y="2304174"/>
                  </a:lnTo>
                  <a:lnTo>
                    <a:pt x="4274" y="2256245"/>
                  </a:lnTo>
                  <a:lnTo>
                    <a:pt x="7575" y="2208568"/>
                  </a:lnTo>
                  <a:lnTo>
                    <a:pt x="11799" y="2161150"/>
                  </a:lnTo>
                  <a:lnTo>
                    <a:pt x="16937" y="2114002"/>
                  </a:lnTo>
                  <a:lnTo>
                    <a:pt x="22980" y="2067133"/>
                  </a:lnTo>
                  <a:lnTo>
                    <a:pt x="29919" y="2020550"/>
                  </a:lnTo>
                  <a:lnTo>
                    <a:pt x="37746" y="1974264"/>
                  </a:lnTo>
                  <a:lnTo>
                    <a:pt x="46450" y="1928282"/>
                  </a:lnTo>
                  <a:lnTo>
                    <a:pt x="56025" y="1882615"/>
                  </a:lnTo>
                  <a:lnTo>
                    <a:pt x="66459" y="1837271"/>
                  </a:lnTo>
                  <a:lnTo>
                    <a:pt x="77745" y="1792259"/>
                  </a:lnTo>
                  <a:lnTo>
                    <a:pt x="89873" y="1747588"/>
                  </a:lnTo>
                  <a:lnTo>
                    <a:pt x="102835" y="1703266"/>
                  </a:lnTo>
                  <a:lnTo>
                    <a:pt x="116621" y="1659304"/>
                  </a:lnTo>
                  <a:lnTo>
                    <a:pt x="131223" y="1615709"/>
                  </a:lnTo>
                  <a:lnTo>
                    <a:pt x="146632" y="1572491"/>
                  </a:lnTo>
                  <a:lnTo>
                    <a:pt x="162838" y="1529659"/>
                  </a:lnTo>
                  <a:lnTo>
                    <a:pt x="179833" y="1487221"/>
                  </a:lnTo>
                  <a:lnTo>
                    <a:pt x="197608" y="1445187"/>
                  </a:lnTo>
                  <a:lnTo>
                    <a:pt x="216153" y="1403566"/>
                  </a:lnTo>
                  <a:lnTo>
                    <a:pt x="235461" y="1362366"/>
                  </a:lnTo>
                  <a:lnTo>
                    <a:pt x="255521" y="1321596"/>
                  </a:lnTo>
                  <a:lnTo>
                    <a:pt x="276325" y="1281266"/>
                  </a:lnTo>
                  <a:lnTo>
                    <a:pt x="297864" y="1241385"/>
                  </a:lnTo>
                  <a:lnTo>
                    <a:pt x="320129" y="1201961"/>
                  </a:lnTo>
                  <a:lnTo>
                    <a:pt x="343112" y="1163003"/>
                  </a:lnTo>
                  <a:lnTo>
                    <a:pt x="366802" y="1124520"/>
                  </a:lnTo>
                  <a:lnTo>
                    <a:pt x="391191" y="1086522"/>
                  </a:lnTo>
                  <a:lnTo>
                    <a:pt x="416271" y="1049016"/>
                  </a:lnTo>
                  <a:lnTo>
                    <a:pt x="442032" y="1012013"/>
                  </a:lnTo>
                  <a:lnTo>
                    <a:pt x="468465" y="975521"/>
                  </a:lnTo>
                  <a:lnTo>
                    <a:pt x="495562" y="939549"/>
                  </a:lnTo>
                  <a:lnTo>
                    <a:pt x="523313" y="904107"/>
                  </a:lnTo>
                  <a:lnTo>
                    <a:pt x="551709" y="869202"/>
                  </a:lnTo>
                  <a:lnTo>
                    <a:pt x="580742" y="834843"/>
                  </a:lnTo>
                  <a:lnTo>
                    <a:pt x="610403" y="801041"/>
                  </a:lnTo>
                  <a:lnTo>
                    <a:pt x="640682" y="767804"/>
                  </a:lnTo>
                  <a:lnTo>
                    <a:pt x="671570" y="735140"/>
                  </a:lnTo>
                  <a:lnTo>
                    <a:pt x="703059" y="703059"/>
                  </a:lnTo>
                  <a:lnTo>
                    <a:pt x="735140" y="671570"/>
                  </a:lnTo>
                  <a:lnTo>
                    <a:pt x="767804" y="640682"/>
                  </a:lnTo>
                  <a:lnTo>
                    <a:pt x="801041" y="610403"/>
                  </a:lnTo>
                  <a:lnTo>
                    <a:pt x="834843" y="580742"/>
                  </a:lnTo>
                  <a:lnTo>
                    <a:pt x="869202" y="551709"/>
                  </a:lnTo>
                  <a:lnTo>
                    <a:pt x="904106" y="523313"/>
                  </a:lnTo>
                  <a:lnTo>
                    <a:pt x="939549" y="495562"/>
                  </a:lnTo>
                  <a:lnTo>
                    <a:pt x="975521" y="468465"/>
                  </a:lnTo>
                  <a:lnTo>
                    <a:pt x="1012013" y="442032"/>
                  </a:lnTo>
                  <a:lnTo>
                    <a:pt x="1049016" y="416271"/>
                  </a:lnTo>
                  <a:lnTo>
                    <a:pt x="1086522" y="391191"/>
                  </a:lnTo>
                  <a:lnTo>
                    <a:pt x="1124520" y="366802"/>
                  </a:lnTo>
                  <a:lnTo>
                    <a:pt x="1163003" y="343112"/>
                  </a:lnTo>
                  <a:lnTo>
                    <a:pt x="1201961" y="320129"/>
                  </a:lnTo>
                  <a:lnTo>
                    <a:pt x="1241385" y="297864"/>
                  </a:lnTo>
                  <a:lnTo>
                    <a:pt x="1281266" y="276325"/>
                  </a:lnTo>
                  <a:lnTo>
                    <a:pt x="1321596" y="255521"/>
                  </a:lnTo>
                  <a:lnTo>
                    <a:pt x="1362366" y="235461"/>
                  </a:lnTo>
                  <a:lnTo>
                    <a:pt x="1403566" y="216153"/>
                  </a:lnTo>
                  <a:lnTo>
                    <a:pt x="1445187" y="197608"/>
                  </a:lnTo>
                  <a:lnTo>
                    <a:pt x="1487221" y="179833"/>
                  </a:lnTo>
                  <a:lnTo>
                    <a:pt x="1529659" y="162838"/>
                  </a:lnTo>
                  <a:lnTo>
                    <a:pt x="1572491" y="146632"/>
                  </a:lnTo>
                  <a:lnTo>
                    <a:pt x="1615709" y="131223"/>
                  </a:lnTo>
                  <a:lnTo>
                    <a:pt x="1659304" y="116621"/>
                  </a:lnTo>
                  <a:lnTo>
                    <a:pt x="1703266" y="102835"/>
                  </a:lnTo>
                  <a:lnTo>
                    <a:pt x="1747588" y="89873"/>
                  </a:lnTo>
                  <a:lnTo>
                    <a:pt x="1792259" y="77745"/>
                  </a:lnTo>
                  <a:lnTo>
                    <a:pt x="1837271" y="66459"/>
                  </a:lnTo>
                  <a:lnTo>
                    <a:pt x="1882615" y="56025"/>
                  </a:lnTo>
                  <a:lnTo>
                    <a:pt x="1928282" y="46450"/>
                  </a:lnTo>
                  <a:lnTo>
                    <a:pt x="1974264" y="37746"/>
                  </a:lnTo>
                  <a:lnTo>
                    <a:pt x="2020550" y="29919"/>
                  </a:lnTo>
                  <a:lnTo>
                    <a:pt x="2067133" y="22980"/>
                  </a:lnTo>
                  <a:lnTo>
                    <a:pt x="2114002" y="16937"/>
                  </a:lnTo>
                  <a:lnTo>
                    <a:pt x="2161150" y="11799"/>
                  </a:lnTo>
                  <a:lnTo>
                    <a:pt x="2208567" y="7575"/>
                  </a:lnTo>
                  <a:lnTo>
                    <a:pt x="2256245" y="4274"/>
                  </a:lnTo>
                  <a:lnTo>
                    <a:pt x="2304174" y="1905"/>
                  </a:lnTo>
                  <a:lnTo>
                    <a:pt x="2352345" y="477"/>
                  </a:lnTo>
                  <a:lnTo>
                    <a:pt x="2400750" y="0"/>
                  </a:lnTo>
                  <a:lnTo>
                    <a:pt x="2449155" y="477"/>
                  </a:lnTo>
                  <a:lnTo>
                    <a:pt x="2497326" y="1905"/>
                  </a:lnTo>
                  <a:lnTo>
                    <a:pt x="2545255" y="4274"/>
                  </a:lnTo>
                  <a:lnTo>
                    <a:pt x="2592933" y="7575"/>
                  </a:lnTo>
                  <a:lnTo>
                    <a:pt x="2640350" y="11799"/>
                  </a:lnTo>
                  <a:lnTo>
                    <a:pt x="2687498" y="16937"/>
                  </a:lnTo>
                  <a:lnTo>
                    <a:pt x="2734368" y="22980"/>
                  </a:lnTo>
                  <a:lnTo>
                    <a:pt x="2780951" y="29919"/>
                  </a:lnTo>
                  <a:lnTo>
                    <a:pt x="2827237" y="37746"/>
                  </a:lnTo>
                  <a:lnTo>
                    <a:pt x="2873218" y="46450"/>
                  </a:lnTo>
                  <a:lnTo>
                    <a:pt x="2918885" y="56025"/>
                  </a:lnTo>
                  <a:lnTo>
                    <a:pt x="2964230" y="66459"/>
                  </a:lnTo>
                  <a:lnTo>
                    <a:pt x="3009242" y="77745"/>
                  </a:lnTo>
                  <a:lnTo>
                    <a:pt x="3053913" y="89873"/>
                  </a:lnTo>
                  <a:lnTo>
                    <a:pt x="3098234" y="102835"/>
                  </a:lnTo>
                  <a:lnTo>
                    <a:pt x="3142197" y="116621"/>
                  </a:lnTo>
                  <a:lnTo>
                    <a:pt x="3185792" y="131223"/>
                  </a:lnTo>
                  <a:lnTo>
                    <a:pt x="3229010" y="146632"/>
                  </a:lnTo>
                  <a:lnTo>
                    <a:pt x="3271842" y="162838"/>
                  </a:lnTo>
                  <a:lnTo>
                    <a:pt x="3314280" y="179833"/>
                  </a:lnTo>
                  <a:lnTo>
                    <a:pt x="3356314" y="197608"/>
                  </a:lnTo>
                  <a:lnTo>
                    <a:pt x="3397935" y="216153"/>
                  </a:lnTo>
                  <a:lnTo>
                    <a:pt x="3439135" y="235461"/>
                  </a:lnTo>
                  <a:lnTo>
                    <a:pt x="3479904" y="255521"/>
                  </a:lnTo>
                  <a:lnTo>
                    <a:pt x="3520234" y="276325"/>
                  </a:lnTo>
                  <a:lnTo>
                    <a:pt x="3560116" y="297864"/>
                  </a:lnTo>
                  <a:lnTo>
                    <a:pt x="3599540" y="320129"/>
                  </a:lnTo>
                  <a:lnTo>
                    <a:pt x="3638498" y="343112"/>
                  </a:lnTo>
                  <a:lnTo>
                    <a:pt x="3676981" y="366802"/>
                  </a:lnTo>
                  <a:lnTo>
                    <a:pt x="3714979" y="391191"/>
                  </a:lnTo>
                  <a:lnTo>
                    <a:pt x="3752484" y="416271"/>
                  </a:lnTo>
                  <a:lnTo>
                    <a:pt x="3789487" y="442032"/>
                  </a:lnTo>
                  <a:lnTo>
                    <a:pt x="3825979" y="468465"/>
                  </a:lnTo>
                  <a:lnTo>
                    <a:pt x="3861951" y="495562"/>
                  </a:lnTo>
                  <a:lnTo>
                    <a:pt x="3897394" y="523313"/>
                  </a:lnTo>
                  <a:lnTo>
                    <a:pt x="3932299" y="551709"/>
                  </a:lnTo>
                  <a:lnTo>
                    <a:pt x="3966657" y="580742"/>
                  </a:lnTo>
                  <a:lnTo>
                    <a:pt x="4000460" y="610403"/>
                  </a:lnTo>
                  <a:lnTo>
                    <a:pt x="4033697" y="640682"/>
                  </a:lnTo>
                  <a:lnTo>
                    <a:pt x="4066361" y="671570"/>
                  </a:lnTo>
                  <a:lnTo>
                    <a:pt x="4098441" y="703059"/>
                  </a:lnTo>
                  <a:lnTo>
                    <a:pt x="4129931" y="735140"/>
                  </a:lnTo>
                  <a:lnTo>
                    <a:pt x="4160819" y="767804"/>
                  </a:lnTo>
                  <a:lnTo>
                    <a:pt x="4191098" y="801041"/>
                  </a:lnTo>
                  <a:lnTo>
                    <a:pt x="4220759" y="834843"/>
                  </a:lnTo>
                  <a:lnTo>
                    <a:pt x="4249791" y="869202"/>
                  </a:lnTo>
                  <a:lnTo>
                    <a:pt x="4278188" y="904107"/>
                  </a:lnTo>
                  <a:lnTo>
                    <a:pt x="4305939" y="939549"/>
                  </a:lnTo>
                  <a:lnTo>
                    <a:pt x="4333035" y="975521"/>
                  </a:lnTo>
                  <a:lnTo>
                    <a:pt x="4359469" y="1012013"/>
                  </a:lnTo>
                  <a:lnTo>
                    <a:pt x="4385230" y="1049016"/>
                  </a:lnTo>
                  <a:lnTo>
                    <a:pt x="4410309" y="1086522"/>
                  </a:lnTo>
                  <a:lnTo>
                    <a:pt x="4434699" y="1124520"/>
                  </a:lnTo>
                  <a:lnTo>
                    <a:pt x="4458389" y="1163003"/>
                  </a:lnTo>
                  <a:lnTo>
                    <a:pt x="4481372" y="1201961"/>
                  </a:lnTo>
                  <a:lnTo>
                    <a:pt x="4503637" y="1241385"/>
                  </a:lnTo>
                  <a:lnTo>
                    <a:pt x="4525176" y="1281266"/>
                  </a:lnTo>
                  <a:lnTo>
                    <a:pt x="4545980" y="1321596"/>
                  </a:lnTo>
                  <a:lnTo>
                    <a:pt x="4566040" y="1362366"/>
                  </a:lnTo>
                  <a:lnTo>
                    <a:pt x="4585348" y="1403566"/>
                  </a:lnTo>
                  <a:lnTo>
                    <a:pt x="4603893" y="1445187"/>
                  </a:lnTo>
                  <a:lnTo>
                    <a:pt x="4621668" y="1487221"/>
                  </a:lnTo>
                  <a:lnTo>
                    <a:pt x="4638663" y="1529659"/>
                  </a:lnTo>
                  <a:lnTo>
                    <a:pt x="4654869" y="1572491"/>
                  </a:lnTo>
                  <a:lnTo>
                    <a:pt x="4670278" y="1615709"/>
                  </a:lnTo>
                  <a:lnTo>
                    <a:pt x="4684880" y="1659304"/>
                  </a:lnTo>
                  <a:lnTo>
                    <a:pt x="4698666" y="1703266"/>
                  </a:lnTo>
                  <a:lnTo>
                    <a:pt x="4711628" y="1747588"/>
                  </a:lnTo>
                  <a:lnTo>
                    <a:pt x="4723756" y="1792259"/>
                  </a:lnTo>
                  <a:lnTo>
                    <a:pt x="4735042" y="1837271"/>
                  </a:lnTo>
                  <a:lnTo>
                    <a:pt x="4745476" y="1882615"/>
                  </a:lnTo>
                  <a:lnTo>
                    <a:pt x="4755050" y="1928282"/>
                  </a:lnTo>
                  <a:lnTo>
                    <a:pt x="4763755" y="1974264"/>
                  </a:lnTo>
                  <a:lnTo>
                    <a:pt x="4771582" y="2020550"/>
                  </a:lnTo>
                  <a:lnTo>
                    <a:pt x="4778521" y="2067133"/>
                  </a:lnTo>
                  <a:lnTo>
                    <a:pt x="4784564" y="2114002"/>
                  </a:lnTo>
                  <a:lnTo>
                    <a:pt x="4789702" y="2161150"/>
                  </a:lnTo>
                  <a:lnTo>
                    <a:pt x="4793926" y="2208568"/>
                  </a:lnTo>
                  <a:lnTo>
                    <a:pt x="4797227" y="2256245"/>
                  </a:lnTo>
                  <a:lnTo>
                    <a:pt x="4799596" y="2304174"/>
                  </a:lnTo>
                  <a:lnTo>
                    <a:pt x="4801023" y="2352345"/>
                  </a:lnTo>
                  <a:lnTo>
                    <a:pt x="4801501" y="2400750"/>
                  </a:lnTo>
                  <a:lnTo>
                    <a:pt x="4801501" y="4801501"/>
                  </a:lnTo>
                  <a:close/>
                </a:path>
              </a:pathLst>
            </a:custGeom>
            <a:solidFill>
              <a:srgbClr val="81C1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58" name="Google Shape;358;p30"/>
            <p:cNvPicPr preferRelativeResize="0"/>
            <p:nvPr/>
          </p:nvPicPr>
          <p:blipFill rotWithShape="1">
            <a:blip r:embed="rId3">
              <a:alphaModFix/>
            </a:blip>
            <a:srcRect/>
            <a:stretch/>
          </p:blipFill>
          <p:spPr>
            <a:xfrm>
              <a:off x="2783619" y="4153968"/>
              <a:ext cx="4249328" cy="4241800"/>
            </a:xfrm>
            <a:prstGeom prst="rect">
              <a:avLst/>
            </a:prstGeom>
            <a:noFill/>
            <a:ln>
              <a:noFill/>
            </a:ln>
          </p:spPr>
        </p:pic>
      </p:grpSp>
      <p:sp>
        <p:nvSpPr>
          <p:cNvPr id="359" name="Google Shape;359;p30" descr="$PPTXTitle"/>
          <p:cNvSpPr txBox="1">
            <a:spLocks noGrp="1"/>
          </p:cNvSpPr>
          <p:nvPr>
            <p:ph type="title"/>
          </p:nvPr>
        </p:nvSpPr>
        <p:spPr>
          <a:xfrm>
            <a:off x="5791675" y="1612000"/>
            <a:ext cx="10045500" cy="941400"/>
          </a:xfrm>
          <a:prstGeom prst="rect">
            <a:avLst/>
          </a:prstGeom>
          <a:noFill/>
          <a:ln>
            <a:noFill/>
          </a:ln>
        </p:spPr>
        <p:txBody>
          <a:bodyPr spcFirstLastPara="1" wrap="square" lIns="0" tIns="17775" rIns="0" bIns="0" anchor="t" anchorCtr="0">
            <a:spAutoFit/>
          </a:bodyPr>
          <a:lstStyle/>
          <a:p>
            <a:pPr marL="12700" lvl="0" indent="0" algn="l" rtl="0">
              <a:lnSpc>
                <a:spcPct val="100000"/>
              </a:lnSpc>
              <a:spcBef>
                <a:spcPts val="0"/>
              </a:spcBef>
              <a:spcAft>
                <a:spcPts val="0"/>
              </a:spcAft>
              <a:buSzPts val="1400"/>
              <a:buNone/>
            </a:pPr>
            <a:r>
              <a:rPr lang="en-US" sz="6000">
                <a:latin typeface="Times New Roman"/>
                <a:ea typeface="Times New Roman"/>
                <a:cs typeface="Times New Roman"/>
                <a:sym typeface="Times New Roman"/>
              </a:rPr>
              <a:t>COOKIES VS SESSIONS</a:t>
            </a:r>
            <a:endParaRPr sz="6000">
              <a:latin typeface="Times New Roman"/>
              <a:ea typeface="Times New Roman"/>
              <a:cs typeface="Times New Roman"/>
              <a:sym typeface="Times New Roman"/>
            </a:endParaRPr>
          </a:p>
        </p:txBody>
      </p:sp>
      <p:sp>
        <p:nvSpPr>
          <p:cNvPr id="360" name="Google Shape;360;p30"/>
          <p:cNvSpPr txBox="1"/>
          <p:nvPr/>
        </p:nvSpPr>
        <p:spPr>
          <a:xfrm>
            <a:off x="1197822" y="8125374"/>
            <a:ext cx="1090930" cy="1042669"/>
          </a:xfrm>
          <a:prstGeom prst="rect">
            <a:avLst/>
          </a:prstGeom>
          <a:noFill/>
          <a:ln>
            <a:noFill/>
          </a:ln>
        </p:spPr>
        <p:txBody>
          <a:bodyPr spcFirstLastPara="1" wrap="square" lIns="0" tIns="15225" rIns="0" bIns="0" anchor="t" anchorCtr="0">
            <a:spAutoFit/>
          </a:bodyPr>
          <a:lstStyle/>
          <a:p>
            <a:pPr marL="12700" marR="0" lvl="0" indent="0" algn="l" rtl="0">
              <a:lnSpc>
                <a:spcPct val="100000"/>
              </a:lnSpc>
              <a:spcBef>
                <a:spcPts val="0"/>
              </a:spcBef>
              <a:spcAft>
                <a:spcPts val="0"/>
              </a:spcAft>
              <a:buClr>
                <a:srgbClr val="000000"/>
              </a:buClr>
              <a:buSzPts val="6650"/>
              <a:buFont typeface="Arial"/>
              <a:buNone/>
            </a:pPr>
            <a:r>
              <a:rPr lang="en-US" sz="6650" b="1" i="0" u="none" strike="noStrike" cap="none">
                <a:solidFill>
                  <a:srgbClr val="1B73BA"/>
                </a:solidFill>
                <a:latin typeface="Trebuchet MS"/>
                <a:ea typeface="Trebuchet MS"/>
                <a:cs typeface="Trebuchet MS"/>
                <a:sym typeface="Trebuchet MS"/>
              </a:rPr>
              <a:t>30</a:t>
            </a:r>
            <a:endParaRPr sz="6650" b="0" i="0" u="none" strike="noStrike" cap="none">
              <a:solidFill>
                <a:srgbClr val="000000"/>
              </a:solidFill>
              <a:latin typeface="Trebuchet MS"/>
              <a:ea typeface="Trebuchet MS"/>
              <a:cs typeface="Trebuchet MS"/>
              <a:sym typeface="Trebuchet MS"/>
            </a:endParaRPr>
          </a:p>
        </p:txBody>
      </p:sp>
      <p:sp>
        <p:nvSpPr>
          <p:cNvPr id="361" name="Google Shape;361;p30"/>
          <p:cNvSpPr txBox="1"/>
          <p:nvPr/>
        </p:nvSpPr>
        <p:spPr>
          <a:xfrm>
            <a:off x="7486198" y="4044185"/>
            <a:ext cx="8376300" cy="4656900"/>
          </a:xfrm>
          <a:prstGeom prst="rect">
            <a:avLst/>
          </a:prstGeom>
          <a:noFill/>
          <a:ln>
            <a:noFill/>
          </a:ln>
        </p:spPr>
        <p:txBody>
          <a:bodyPr spcFirstLastPara="1" wrap="square" lIns="0" tIns="13325" rIns="0" bIns="0" anchor="t" anchorCtr="0">
            <a:spAutoFit/>
          </a:bodyPr>
          <a:lstStyle/>
          <a:p>
            <a:pPr marL="12700" marR="0" lvl="0" indent="0" algn="l" rtl="0">
              <a:lnSpc>
                <a:spcPct val="116346"/>
              </a:lnSpc>
              <a:spcBef>
                <a:spcPts val="0"/>
              </a:spcBef>
              <a:spcAft>
                <a:spcPts val="0"/>
              </a:spcAft>
              <a:buClr>
                <a:srgbClr val="000000"/>
              </a:buClr>
              <a:buSzPts val="2600"/>
              <a:buFont typeface="Arial"/>
              <a:buNone/>
            </a:pPr>
            <a:r>
              <a:rPr lang="en-US" sz="2600" b="1" i="0" u="none" strike="noStrike" cap="none">
                <a:solidFill>
                  <a:srgbClr val="1B73BA"/>
                </a:solidFill>
                <a:latin typeface="Times New Roman"/>
                <a:ea typeface="Times New Roman"/>
                <a:cs typeface="Times New Roman"/>
                <a:sym typeface="Times New Roman"/>
              </a:rPr>
              <a:t>🍪 </a:t>
            </a:r>
            <a:r>
              <a:rPr lang="en-US" sz="2300" b="1" i="0" u="none" strike="noStrike" cap="none">
                <a:solidFill>
                  <a:srgbClr val="1B73BA"/>
                </a:solidFill>
                <a:latin typeface="Times New Roman"/>
                <a:ea typeface="Times New Roman"/>
                <a:cs typeface="Times New Roman"/>
                <a:sym typeface="Times New Roman"/>
              </a:rPr>
              <a:t>Cookies</a:t>
            </a:r>
            <a:endParaRPr sz="2300" b="1" i="0" u="none" strike="noStrike" cap="none">
              <a:solidFill>
                <a:srgbClr val="000000"/>
              </a:solidFill>
              <a:latin typeface="Times New Roman"/>
              <a:ea typeface="Times New Roman"/>
              <a:cs typeface="Times New Roman"/>
              <a:sym typeface="Times New Roman"/>
            </a:endParaRPr>
          </a:p>
          <a:p>
            <a:pPr marL="211454" marR="0" lvl="0" indent="-198755" algn="l" rtl="0">
              <a:lnSpc>
                <a:spcPct val="112826"/>
              </a:lnSpc>
              <a:spcBef>
                <a:spcPts val="0"/>
              </a:spcBef>
              <a:spcAft>
                <a:spcPts val="0"/>
              </a:spcAft>
              <a:buClr>
                <a:srgbClr val="1B73BA"/>
              </a:buClr>
              <a:buSzPts val="2300"/>
              <a:buFont typeface="Times New Roman"/>
              <a:buChar char="•"/>
            </a:pPr>
            <a:r>
              <a:rPr lang="en-US" sz="2300" b="0" i="0" u="none" strike="noStrike" cap="none">
                <a:solidFill>
                  <a:srgbClr val="1B73BA"/>
                </a:solidFill>
                <a:latin typeface="Times New Roman"/>
                <a:ea typeface="Times New Roman"/>
                <a:cs typeface="Times New Roman"/>
                <a:sym typeface="Times New Roman"/>
              </a:rPr>
              <a:t>Storage: Browser (client-side)</a:t>
            </a:r>
            <a:endParaRPr sz="2300" b="0" i="0" u="none" strike="noStrike" cap="none">
              <a:solidFill>
                <a:srgbClr val="000000"/>
              </a:solidFill>
              <a:latin typeface="Times New Roman"/>
              <a:ea typeface="Times New Roman"/>
              <a:cs typeface="Times New Roman"/>
              <a:sym typeface="Times New Roman"/>
            </a:endParaRPr>
          </a:p>
          <a:p>
            <a:pPr marL="211454" marR="0" lvl="0" indent="-198755" algn="l" rtl="0">
              <a:lnSpc>
                <a:spcPct val="114130"/>
              </a:lnSpc>
              <a:spcBef>
                <a:spcPts val="0"/>
              </a:spcBef>
              <a:spcAft>
                <a:spcPts val="0"/>
              </a:spcAft>
              <a:buClr>
                <a:srgbClr val="1B73BA"/>
              </a:buClr>
              <a:buSzPts val="2300"/>
              <a:buFont typeface="Times New Roman"/>
              <a:buChar char="•"/>
            </a:pPr>
            <a:r>
              <a:rPr lang="en-US" sz="2300" b="0" i="0" u="none" strike="noStrike" cap="none">
                <a:solidFill>
                  <a:srgbClr val="1B73BA"/>
                </a:solidFill>
                <a:latin typeface="Times New Roman"/>
                <a:ea typeface="Times New Roman"/>
                <a:cs typeface="Times New Roman"/>
                <a:sym typeface="Times New Roman"/>
              </a:rPr>
              <a:t>Security: Less secure, visible to client</a:t>
            </a:r>
            <a:endParaRPr sz="2300" b="0" i="0" u="none" strike="noStrike" cap="none">
              <a:solidFill>
                <a:srgbClr val="000000"/>
              </a:solidFill>
              <a:latin typeface="Times New Roman"/>
              <a:ea typeface="Times New Roman"/>
              <a:cs typeface="Times New Roman"/>
              <a:sym typeface="Times New Roman"/>
            </a:endParaRPr>
          </a:p>
          <a:p>
            <a:pPr marL="211454" marR="0" lvl="0" indent="-198755" algn="l" rtl="0">
              <a:lnSpc>
                <a:spcPct val="114130"/>
              </a:lnSpc>
              <a:spcBef>
                <a:spcPts val="0"/>
              </a:spcBef>
              <a:spcAft>
                <a:spcPts val="0"/>
              </a:spcAft>
              <a:buClr>
                <a:srgbClr val="1B73BA"/>
              </a:buClr>
              <a:buSzPts val="2300"/>
              <a:buFont typeface="Times New Roman"/>
              <a:buChar char="•"/>
            </a:pPr>
            <a:r>
              <a:rPr lang="en-US" sz="2300" b="0" i="0" u="none" strike="noStrike" cap="none">
                <a:solidFill>
                  <a:srgbClr val="1B73BA"/>
                </a:solidFill>
                <a:latin typeface="Times New Roman"/>
                <a:ea typeface="Times New Roman"/>
                <a:cs typeface="Times New Roman"/>
                <a:sym typeface="Times New Roman"/>
              </a:rPr>
              <a:t>Lifespan: Persistent (set expiry date)</a:t>
            </a:r>
            <a:endParaRPr sz="2300" b="0" i="0" u="none" strike="noStrike" cap="none">
              <a:solidFill>
                <a:srgbClr val="000000"/>
              </a:solidFill>
              <a:latin typeface="Times New Roman"/>
              <a:ea typeface="Times New Roman"/>
              <a:cs typeface="Times New Roman"/>
              <a:sym typeface="Times New Roman"/>
            </a:endParaRPr>
          </a:p>
          <a:p>
            <a:pPr marL="211454" marR="0" lvl="0" indent="-198755" algn="l" rtl="0">
              <a:lnSpc>
                <a:spcPct val="117173"/>
              </a:lnSpc>
              <a:spcBef>
                <a:spcPts val="0"/>
              </a:spcBef>
              <a:spcAft>
                <a:spcPts val="0"/>
              </a:spcAft>
              <a:buClr>
                <a:srgbClr val="1B73BA"/>
              </a:buClr>
              <a:buSzPts val="2300"/>
              <a:buFont typeface="Times New Roman"/>
              <a:buChar char="•"/>
            </a:pPr>
            <a:r>
              <a:rPr lang="en-US" sz="2300" b="0" i="0" u="none" strike="noStrike" cap="none">
                <a:solidFill>
                  <a:srgbClr val="1B73BA"/>
                </a:solidFill>
                <a:latin typeface="Times New Roman"/>
                <a:ea typeface="Times New Roman"/>
                <a:cs typeface="Times New Roman"/>
                <a:sym typeface="Times New Roman"/>
              </a:rPr>
              <a:t>Use Cases: Login memory, preferences, shopping cart</a:t>
            </a:r>
            <a:endParaRPr sz="23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1305"/>
              </a:spcBef>
              <a:spcAft>
                <a:spcPts val="0"/>
              </a:spcAft>
              <a:buClr>
                <a:srgbClr val="1B73BA"/>
              </a:buClr>
              <a:buSzPts val="2300"/>
              <a:buFont typeface="Lucida Sans"/>
              <a:buNone/>
            </a:pPr>
            <a:endParaRPr sz="2300" b="0" i="0" u="none" strike="noStrike" cap="none">
              <a:solidFill>
                <a:srgbClr val="000000"/>
              </a:solidFill>
              <a:latin typeface="Times New Roman"/>
              <a:ea typeface="Times New Roman"/>
              <a:cs typeface="Times New Roman"/>
              <a:sym typeface="Times New Roman"/>
            </a:endParaRPr>
          </a:p>
          <a:p>
            <a:pPr marL="56515" marR="0" lvl="0" indent="0" algn="l" rtl="0">
              <a:lnSpc>
                <a:spcPct val="116037"/>
              </a:lnSpc>
              <a:spcBef>
                <a:spcPts val="0"/>
              </a:spcBef>
              <a:spcAft>
                <a:spcPts val="0"/>
              </a:spcAft>
              <a:buClr>
                <a:srgbClr val="000000"/>
              </a:buClr>
              <a:buSzPts val="2650"/>
              <a:buFont typeface="Arial"/>
              <a:buNone/>
            </a:pPr>
            <a:r>
              <a:rPr lang="en-US" sz="2650" b="0" i="0" u="none" strike="noStrike" cap="none">
                <a:solidFill>
                  <a:srgbClr val="1B73BA"/>
                </a:solidFill>
                <a:latin typeface="Times New Roman"/>
                <a:ea typeface="Times New Roman"/>
                <a:cs typeface="Times New Roman"/>
                <a:sym typeface="Times New Roman"/>
              </a:rPr>
              <a:t>🖥 </a:t>
            </a:r>
            <a:r>
              <a:rPr lang="en-US" sz="2300" b="1" i="0" u="none" strike="noStrike" cap="none">
                <a:solidFill>
                  <a:srgbClr val="1B73BA"/>
                </a:solidFill>
                <a:latin typeface="Times New Roman"/>
                <a:ea typeface="Times New Roman"/>
                <a:cs typeface="Times New Roman"/>
                <a:sym typeface="Times New Roman"/>
              </a:rPr>
              <a:t>Sessions</a:t>
            </a:r>
            <a:endParaRPr sz="2300" b="1" i="0" u="none" strike="noStrike" cap="none">
              <a:solidFill>
                <a:srgbClr val="000000"/>
              </a:solidFill>
              <a:latin typeface="Times New Roman"/>
              <a:ea typeface="Times New Roman"/>
              <a:cs typeface="Times New Roman"/>
              <a:sym typeface="Times New Roman"/>
            </a:endParaRPr>
          </a:p>
          <a:p>
            <a:pPr marL="255270" marR="0" lvl="0" indent="-198755" algn="l" rtl="0">
              <a:lnSpc>
                <a:spcPct val="112608"/>
              </a:lnSpc>
              <a:spcBef>
                <a:spcPts val="0"/>
              </a:spcBef>
              <a:spcAft>
                <a:spcPts val="0"/>
              </a:spcAft>
              <a:buClr>
                <a:srgbClr val="1B73BA"/>
              </a:buClr>
              <a:buSzPts val="2300"/>
              <a:buFont typeface="Times New Roman"/>
              <a:buChar char="•"/>
            </a:pPr>
            <a:r>
              <a:rPr lang="en-US" sz="2300" b="0" i="0" u="none" strike="noStrike" cap="none">
                <a:solidFill>
                  <a:srgbClr val="1B73BA"/>
                </a:solidFill>
                <a:latin typeface="Times New Roman"/>
                <a:ea typeface="Times New Roman"/>
                <a:cs typeface="Times New Roman"/>
                <a:sym typeface="Times New Roman"/>
              </a:rPr>
              <a:t>Storage: Server (server-side)</a:t>
            </a:r>
            <a:endParaRPr sz="2300" b="0" i="0" u="none" strike="noStrike" cap="none">
              <a:solidFill>
                <a:srgbClr val="000000"/>
              </a:solidFill>
              <a:latin typeface="Times New Roman"/>
              <a:ea typeface="Times New Roman"/>
              <a:cs typeface="Times New Roman"/>
              <a:sym typeface="Times New Roman"/>
            </a:endParaRPr>
          </a:p>
          <a:p>
            <a:pPr marL="255270" marR="0" lvl="0" indent="-198755" algn="l" rtl="0">
              <a:lnSpc>
                <a:spcPct val="114130"/>
              </a:lnSpc>
              <a:spcBef>
                <a:spcPts val="0"/>
              </a:spcBef>
              <a:spcAft>
                <a:spcPts val="0"/>
              </a:spcAft>
              <a:buClr>
                <a:srgbClr val="1B73BA"/>
              </a:buClr>
              <a:buSzPts val="2300"/>
              <a:buFont typeface="Times New Roman"/>
              <a:buChar char="•"/>
            </a:pPr>
            <a:r>
              <a:rPr lang="en-US" sz="2300" b="0" i="0" u="none" strike="noStrike" cap="none">
                <a:solidFill>
                  <a:srgbClr val="1B73BA"/>
                </a:solidFill>
                <a:latin typeface="Times New Roman"/>
                <a:ea typeface="Times New Roman"/>
                <a:cs typeface="Times New Roman"/>
                <a:sym typeface="Times New Roman"/>
              </a:rPr>
              <a:t>Security: More secure, hidden from client</a:t>
            </a:r>
            <a:endParaRPr sz="2300" b="0" i="0" u="none" strike="noStrike" cap="none">
              <a:solidFill>
                <a:srgbClr val="000000"/>
              </a:solidFill>
              <a:latin typeface="Times New Roman"/>
              <a:ea typeface="Times New Roman"/>
              <a:cs typeface="Times New Roman"/>
              <a:sym typeface="Times New Roman"/>
            </a:endParaRPr>
          </a:p>
          <a:p>
            <a:pPr marL="255270" marR="0" lvl="0" indent="-198755" algn="l" rtl="0">
              <a:lnSpc>
                <a:spcPct val="114130"/>
              </a:lnSpc>
              <a:spcBef>
                <a:spcPts val="0"/>
              </a:spcBef>
              <a:spcAft>
                <a:spcPts val="0"/>
              </a:spcAft>
              <a:buClr>
                <a:srgbClr val="1B73BA"/>
              </a:buClr>
              <a:buSzPts val="2300"/>
              <a:buFont typeface="Times New Roman"/>
              <a:buChar char="•"/>
            </a:pPr>
            <a:r>
              <a:rPr lang="en-US" sz="2300" b="0" i="0" u="none" strike="noStrike" cap="none">
                <a:solidFill>
                  <a:srgbClr val="1B73BA"/>
                </a:solidFill>
                <a:latin typeface="Times New Roman"/>
                <a:ea typeface="Times New Roman"/>
                <a:cs typeface="Times New Roman"/>
                <a:sym typeface="Times New Roman"/>
              </a:rPr>
              <a:t>Lifespan: Temporary (ends when browser closes)</a:t>
            </a:r>
            <a:endParaRPr sz="2300" b="0" i="0" u="none" strike="noStrike" cap="none">
              <a:solidFill>
                <a:srgbClr val="000000"/>
              </a:solidFill>
              <a:latin typeface="Times New Roman"/>
              <a:ea typeface="Times New Roman"/>
              <a:cs typeface="Times New Roman"/>
              <a:sym typeface="Times New Roman"/>
            </a:endParaRPr>
          </a:p>
          <a:p>
            <a:pPr marL="255270" marR="0" lvl="0" indent="-198755" algn="l" rtl="0">
              <a:lnSpc>
                <a:spcPct val="116956"/>
              </a:lnSpc>
              <a:spcBef>
                <a:spcPts val="0"/>
              </a:spcBef>
              <a:spcAft>
                <a:spcPts val="0"/>
              </a:spcAft>
              <a:buClr>
                <a:srgbClr val="1B73BA"/>
              </a:buClr>
              <a:buSzPts val="2300"/>
              <a:buFont typeface="Times New Roman"/>
              <a:buChar char="•"/>
            </a:pPr>
            <a:r>
              <a:rPr lang="en-US" sz="2300" b="0" i="0" u="none" strike="noStrike" cap="none">
                <a:solidFill>
                  <a:srgbClr val="1B73BA"/>
                </a:solidFill>
                <a:latin typeface="Times New Roman"/>
                <a:ea typeface="Times New Roman"/>
                <a:cs typeface="Times New Roman"/>
                <a:sym typeface="Times New Roman"/>
              </a:rPr>
              <a:t>Use Cases: Login authentication, banking, online exams</a:t>
            </a:r>
            <a:endParaRPr sz="23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g3fb0e9563c7_0_0"/>
          <p:cNvSpPr txBox="1"/>
          <p:nvPr/>
        </p:nvSpPr>
        <p:spPr>
          <a:xfrm>
            <a:off x="1280160" y="3063240"/>
            <a:ext cx="15727800" cy="8127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4800" b="0" i="0" u="none" strike="noStrike" cap="none">
                <a:solidFill>
                  <a:srgbClr val="000000"/>
                </a:solidFill>
                <a:latin typeface="Times New Roman"/>
                <a:ea typeface="Times New Roman"/>
                <a:cs typeface="Times New Roman"/>
                <a:sym typeface="Times New Roman"/>
              </a:rPr>
              <a:t>4: INDUSTRY TRENDS</a:t>
            </a:r>
            <a:endParaRPr/>
          </a:p>
        </p:txBody>
      </p:sp>
      <p:sp>
        <p:nvSpPr>
          <p:cNvPr id="367" name="Google Shape;367;g3fb0e9563c7_0_0"/>
          <p:cNvSpPr txBox="1"/>
          <p:nvPr/>
        </p:nvSpPr>
        <p:spPr>
          <a:xfrm>
            <a:off x="2011680" y="4160520"/>
            <a:ext cx="14264700" cy="4434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400" b="0" i="0" u="none" strike="noStrike" cap="none">
                <a:solidFill>
                  <a:srgbClr val="5A5A5A"/>
                </a:solidFill>
                <a:latin typeface="Times New Roman"/>
                <a:ea typeface="Times New Roman"/>
                <a:cs typeface="Times New Roman"/>
                <a:sym typeface="Times New Roman"/>
              </a:rPr>
              <a:t>Cloud-Native Applications • Semantic Web • Web 3.0 • Blockchain Basics</a:t>
            </a:r>
            <a:endParaRPr/>
          </a:p>
        </p:txBody>
      </p:sp>
      <p:sp>
        <p:nvSpPr>
          <p:cNvPr id="368" name="Google Shape;368;g3fb0e9563c7_0_0"/>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31</a:t>
            </a:r>
            <a:endParaRPr/>
          </a:p>
        </p:txBody>
      </p:sp>
      <p:sp>
        <p:nvSpPr>
          <p:cNvPr id="369" name="Google Shape;369;g3fb0e9563c7_0_0"/>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g3fb0e9563c7_0_7"/>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INDUSTRY TRENDS IN WEB TECHNOLOGY</a:t>
            </a:r>
            <a:endParaRPr/>
          </a:p>
        </p:txBody>
      </p:sp>
      <p:sp>
        <p:nvSpPr>
          <p:cNvPr id="375" name="Google Shape;375;g3fb0e9563c7_0_7"/>
          <p:cNvSpPr txBox="1"/>
          <p:nvPr/>
        </p:nvSpPr>
        <p:spPr>
          <a:xfrm>
            <a:off x="1653775" y="2147550"/>
            <a:ext cx="15108300" cy="60255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500" b="0" i="0" u="none" strike="noStrike" cap="none">
                <a:solidFill>
                  <a:srgbClr val="000000"/>
                </a:solidFill>
                <a:latin typeface="Times New Roman"/>
                <a:ea typeface="Times New Roman"/>
                <a:cs typeface="Times New Roman"/>
                <a:sym typeface="Times New Roman"/>
              </a:rPr>
              <a:t>Modern web applications are moving beyond traditional client-server systems toward scalable, intelligent and distributed architectures.</a:t>
            </a:r>
            <a:endParaRPr sz="1800"/>
          </a:p>
          <a:p>
            <a:pPr marL="0" marR="0" lvl="0" indent="0" algn="l" rtl="0">
              <a:lnSpc>
                <a:spcPct val="105000"/>
              </a:lnSpc>
              <a:spcBef>
                <a:spcPts val="700"/>
              </a:spcBef>
              <a:spcAft>
                <a:spcPts val="0"/>
              </a:spcAft>
              <a:buNone/>
            </a:pPr>
            <a:r>
              <a:rPr lang="en-US" sz="2500" b="1" i="0" u="none" strike="noStrike" cap="none">
                <a:solidFill>
                  <a:srgbClr val="000000"/>
                </a:solidFill>
                <a:latin typeface="Times New Roman"/>
                <a:ea typeface="Times New Roman"/>
                <a:cs typeface="Times New Roman"/>
                <a:sym typeface="Times New Roman"/>
              </a:rPr>
              <a:t>1. Cloud-Native Applications</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Applications designed to exploit cloud capabilities such as scalability, resilience, automation and distributed deployment.</a:t>
            </a:r>
            <a:endParaRPr sz="1800"/>
          </a:p>
          <a:p>
            <a:pPr marL="0" marR="0" lvl="0" indent="0" algn="l" rtl="0">
              <a:lnSpc>
                <a:spcPct val="105000"/>
              </a:lnSpc>
              <a:spcBef>
                <a:spcPts val="700"/>
              </a:spcBef>
              <a:spcAft>
                <a:spcPts val="0"/>
              </a:spcAft>
              <a:buNone/>
            </a:pPr>
            <a:r>
              <a:rPr lang="en-US" sz="2500" b="1" i="0" u="none" strike="noStrike" cap="none">
                <a:solidFill>
                  <a:srgbClr val="000000"/>
                </a:solidFill>
                <a:latin typeface="Times New Roman"/>
                <a:ea typeface="Times New Roman"/>
                <a:cs typeface="Times New Roman"/>
                <a:sym typeface="Times New Roman"/>
              </a:rPr>
              <a:t>2. Semantic Web</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Web data is represented with explicit meaning and relationships so that software can process and integrate it more effectively.</a:t>
            </a:r>
            <a:endParaRPr sz="1800"/>
          </a:p>
          <a:p>
            <a:pPr marL="0" marR="0" lvl="0" indent="0" algn="l" rtl="0">
              <a:lnSpc>
                <a:spcPct val="105000"/>
              </a:lnSpc>
              <a:spcBef>
                <a:spcPts val="700"/>
              </a:spcBef>
              <a:spcAft>
                <a:spcPts val="0"/>
              </a:spcAft>
              <a:buNone/>
            </a:pPr>
            <a:r>
              <a:rPr lang="en-US" sz="2500" b="1" i="0" u="none" strike="noStrike" cap="none">
                <a:solidFill>
                  <a:srgbClr val="000000"/>
                </a:solidFill>
                <a:latin typeface="Times New Roman"/>
                <a:ea typeface="Times New Roman"/>
                <a:cs typeface="Times New Roman"/>
                <a:sym typeface="Times New Roman"/>
              </a:rPr>
              <a:t>3. Web 3.0 / Web3</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A modern vision of a more decentralized, user-oriented web, commonly associated with blockchain, smart contracts and dApps.</a:t>
            </a:r>
            <a:endParaRPr sz="1800"/>
          </a:p>
          <a:p>
            <a:pPr marL="0" marR="0" lvl="0" indent="0" algn="l" rtl="0">
              <a:lnSpc>
                <a:spcPct val="105000"/>
              </a:lnSpc>
              <a:spcBef>
                <a:spcPts val="700"/>
              </a:spcBef>
              <a:spcAft>
                <a:spcPts val="0"/>
              </a:spcAft>
              <a:buNone/>
            </a:pPr>
            <a:r>
              <a:rPr lang="en-US" sz="2500" b="1" i="0" u="none" strike="noStrike" cap="none">
                <a:solidFill>
                  <a:srgbClr val="000000"/>
                </a:solidFill>
                <a:latin typeface="Times New Roman"/>
                <a:ea typeface="Times New Roman"/>
                <a:cs typeface="Times New Roman"/>
                <a:sym typeface="Times New Roman"/>
              </a:rPr>
              <a:t>4. Blockchain</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A distributed ledger technology for recording transactions or other data in linked blocks across a network.</a:t>
            </a:r>
            <a:endParaRPr sz="1800"/>
          </a:p>
        </p:txBody>
      </p:sp>
      <p:sp>
        <p:nvSpPr>
          <p:cNvPr id="376" name="Google Shape;376;g3fb0e9563c7_0_7"/>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32</a:t>
            </a:r>
            <a:endParaRPr/>
          </a:p>
        </p:txBody>
      </p:sp>
      <p:sp>
        <p:nvSpPr>
          <p:cNvPr id="377" name="Google Shape;377;g3fb0e9563c7_0_7"/>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3fb0e9563c7_0_14"/>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1. CLOUD-NATIVE APPLICATIONS</a:t>
            </a:r>
            <a:endParaRPr/>
          </a:p>
        </p:txBody>
      </p:sp>
      <p:sp>
        <p:nvSpPr>
          <p:cNvPr id="383" name="Google Shape;383;g3fb0e9563c7_0_14"/>
          <p:cNvSpPr txBox="1"/>
          <p:nvPr/>
        </p:nvSpPr>
        <p:spPr>
          <a:xfrm>
            <a:off x="1990125" y="2349650"/>
            <a:ext cx="14687700" cy="56889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3100" b="1" i="0" u="none" strike="noStrike" cap="none">
                <a:solidFill>
                  <a:srgbClr val="000000"/>
                </a:solidFill>
                <a:latin typeface="Times New Roman"/>
                <a:ea typeface="Times New Roman"/>
                <a:cs typeface="Times New Roman"/>
                <a:sym typeface="Times New Roman"/>
              </a:rPr>
              <a:t>Definition</a:t>
            </a:r>
            <a:endParaRPr sz="2200"/>
          </a:p>
          <a:p>
            <a:pPr marL="0" marR="0" lvl="0" indent="0" algn="l" rtl="0">
              <a:lnSpc>
                <a:spcPct val="105000"/>
              </a:lnSpc>
              <a:spcBef>
                <a:spcPts val="700"/>
              </a:spcBef>
              <a:spcAft>
                <a:spcPts val="0"/>
              </a:spcAft>
              <a:buNone/>
            </a:pPr>
            <a:r>
              <a:rPr lang="en-US" sz="3100" b="0" i="0" u="none" strike="noStrike" cap="none">
                <a:solidFill>
                  <a:srgbClr val="000000"/>
                </a:solidFill>
                <a:latin typeface="Times New Roman"/>
                <a:ea typeface="Times New Roman"/>
                <a:cs typeface="Times New Roman"/>
                <a:sym typeface="Times New Roman"/>
              </a:rPr>
              <a:t>A cloud-native application is designed from the beginning to run effectively in dynamic cloud environments and to use cloud capabilities for scalability, resilience (Fault Tolerance) and automation.</a:t>
            </a:r>
            <a:endParaRPr sz="2200"/>
          </a:p>
          <a:p>
            <a:pPr marL="0" marR="0" lvl="0" indent="0" algn="l" rtl="0">
              <a:lnSpc>
                <a:spcPct val="105000"/>
              </a:lnSpc>
              <a:spcBef>
                <a:spcPts val="700"/>
              </a:spcBef>
              <a:spcAft>
                <a:spcPts val="0"/>
              </a:spcAft>
              <a:buNone/>
            </a:pPr>
            <a:r>
              <a:rPr lang="en-US" sz="3100" b="1" i="0" u="none" strike="noStrike" cap="none">
                <a:solidFill>
                  <a:srgbClr val="000000"/>
                </a:solidFill>
                <a:latin typeface="Times New Roman"/>
                <a:ea typeface="Times New Roman"/>
                <a:cs typeface="Times New Roman"/>
                <a:sym typeface="Times New Roman"/>
              </a:rPr>
              <a:t>Typical characteristics</a:t>
            </a:r>
            <a:endParaRPr sz="2200"/>
          </a:p>
          <a:p>
            <a:pPr marL="0" marR="0" lvl="0" indent="0" algn="l" rtl="0">
              <a:lnSpc>
                <a:spcPct val="105000"/>
              </a:lnSpc>
              <a:spcBef>
                <a:spcPts val="700"/>
              </a:spcBef>
              <a:spcAft>
                <a:spcPts val="0"/>
              </a:spcAft>
              <a:buNone/>
            </a:pPr>
            <a:r>
              <a:rPr lang="en-US" sz="3100" b="0" i="0" u="none" strike="noStrike" cap="none">
                <a:solidFill>
                  <a:srgbClr val="000000"/>
                </a:solidFill>
                <a:latin typeface="Times New Roman"/>
                <a:ea typeface="Times New Roman"/>
                <a:cs typeface="Times New Roman"/>
                <a:sym typeface="Times New Roman"/>
              </a:rPr>
              <a:t>• Loosely coupled services</a:t>
            </a:r>
            <a:endParaRPr sz="2200"/>
          </a:p>
          <a:p>
            <a:pPr marL="0" marR="0" lvl="0" indent="0" algn="l" rtl="0">
              <a:lnSpc>
                <a:spcPct val="105000"/>
              </a:lnSpc>
              <a:spcBef>
                <a:spcPts val="700"/>
              </a:spcBef>
              <a:spcAft>
                <a:spcPts val="0"/>
              </a:spcAft>
              <a:buNone/>
            </a:pPr>
            <a:r>
              <a:rPr lang="en-US" sz="3100" b="0" i="0" u="none" strike="noStrike" cap="none">
                <a:solidFill>
                  <a:srgbClr val="000000"/>
                </a:solidFill>
                <a:latin typeface="Times New Roman"/>
                <a:ea typeface="Times New Roman"/>
                <a:cs typeface="Times New Roman"/>
                <a:sym typeface="Times New Roman"/>
              </a:rPr>
              <a:t>• Containers and automated deployment</a:t>
            </a:r>
            <a:endParaRPr sz="2200"/>
          </a:p>
          <a:p>
            <a:pPr marL="0" marR="0" lvl="0" indent="0" algn="l" rtl="0">
              <a:lnSpc>
                <a:spcPct val="105000"/>
              </a:lnSpc>
              <a:spcBef>
                <a:spcPts val="700"/>
              </a:spcBef>
              <a:spcAft>
                <a:spcPts val="0"/>
              </a:spcAft>
              <a:buNone/>
            </a:pPr>
            <a:r>
              <a:rPr lang="en-US" sz="3100" b="0" i="0" u="none" strike="noStrike" cap="none">
                <a:solidFill>
                  <a:srgbClr val="000000"/>
                </a:solidFill>
                <a:latin typeface="Times New Roman"/>
                <a:ea typeface="Times New Roman"/>
                <a:cs typeface="Times New Roman"/>
                <a:sym typeface="Times New Roman"/>
              </a:rPr>
              <a:t>• Independent scaling of components</a:t>
            </a:r>
            <a:endParaRPr sz="2200"/>
          </a:p>
          <a:p>
            <a:pPr marL="0" marR="0" lvl="0" indent="0" algn="l" rtl="0">
              <a:lnSpc>
                <a:spcPct val="105000"/>
              </a:lnSpc>
              <a:spcBef>
                <a:spcPts val="700"/>
              </a:spcBef>
              <a:spcAft>
                <a:spcPts val="0"/>
              </a:spcAft>
              <a:buNone/>
            </a:pPr>
            <a:r>
              <a:rPr lang="en-US" sz="3100" b="0" i="0" u="none" strike="noStrike" cap="none">
                <a:solidFill>
                  <a:srgbClr val="000000"/>
                </a:solidFill>
                <a:latin typeface="Times New Roman"/>
                <a:ea typeface="Times New Roman"/>
                <a:cs typeface="Times New Roman"/>
                <a:sym typeface="Times New Roman"/>
              </a:rPr>
              <a:t>• Resilience, observability and fault tolerance</a:t>
            </a:r>
            <a:endParaRPr sz="2200"/>
          </a:p>
          <a:p>
            <a:pPr marL="0" marR="0" lvl="0" indent="0" algn="l" rtl="0">
              <a:lnSpc>
                <a:spcPct val="105000"/>
              </a:lnSpc>
              <a:spcBef>
                <a:spcPts val="700"/>
              </a:spcBef>
              <a:spcAft>
                <a:spcPts val="0"/>
              </a:spcAft>
              <a:buNone/>
            </a:pPr>
            <a:r>
              <a:rPr lang="en-US" sz="3100" b="0" i="0" u="none" strike="noStrike" cap="none">
                <a:solidFill>
                  <a:srgbClr val="000000"/>
                </a:solidFill>
                <a:latin typeface="Times New Roman"/>
                <a:ea typeface="Times New Roman"/>
                <a:cs typeface="Times New Roman"/>
                <a:sym typeface="Times New Roman"/>
              </a:rPr>
              <a:t>• Infrastructure and deployment managed through automation</a:t>
            </a:r>
            <a:endParaRPr sz="2200"/>
          </a:p>
        </p:txBody>
      </p:sp>
      <p:sp>
        <p:nvSpPr>
          <p:cNvPr id="384" name="Google Shape;384;g3fb0e9563c7_0_14"/>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33</a:t>
            </a:r>
            <a:endParaRPr/>
          </a:p>
        </p:txBody>
      </p:sp>
      <p:sp>
        <p:nvSpPr>
          <p:cNvPr id="385" name="Google Shape;385;g3fb0e9563c7_0_14"/>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g3fb0e9563c7_0_21"/>
          <p:cNvSpPr txBox="1"/>
          <p:nvPr/>
        </p:nvSpPr>
        <p:spPr>
          <a:xfrm>
            <a:off x="2939425" y="1526030"/>
            <a:ext cx="13167300" cy="1243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TRADITIONAL APPLICATION vs CLOUD-NATIVE APPLICATION</a:t>
            </a:r>
            <a:endParaRPr/>
          </a:p>
        </p:txBody>
      </p:sp>
      <p:sp>
        <p:nvSpPr>
          <p:cNvPr id="391" name="Google Shape;391;g3fb0e9563c7_0_21"/>
          <p:cNvSpPr/>
          <p:nvPr/>
        </p:nvSpPr>
        <p:spPr>
          <a:xfrm>
            <a:off x="1384945" y="2943350"/>
            <a:ext cx="6583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500" b="1" i="0" u="none" strike="noStrike" cap="none">
                <a:solidFill>
                  <a:srgbClr val="000000"/>
                </a:solidFill>
                <a:latin typeface="Times New Roman"/>
                <a:ea typeface="Times New Roman"/>
                <a:cs typeface="Times New Roman"/>
                <a:sym typeface="Times New Roman"/>
              </a:rPr>
              <a:t>Traditional / Monolithic</a:t>
            </a:r>
            <a:endParaRPr/>
          </a:p>
        </p:txBody>
      </p:sp>
      <p:sp>
        <p:nvSpPr>
          <p:cNvPr id="392" name="Google Shape;392;g3fb0e9563c7_0_21"/>
          <p:cNvSpPr/>
          <p:nvPr/>
        </p:nvSpPr>
        <p:spPr>
          <a:xfrm>
            <a:off x="1659265" y="3949190"/>
            <a:ext cx="60351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One large application</a:t>
            </a:r>
            <a:endParaRPr/>
          </a:p>
        </p:txBody>
      </p:sp>
      <p:sp>
        <p:nvSpPr>
          <p:cNvPr id="393" name="Google Shape;393;g3fb0e9563c7_0_21"/>
          <p:cNvSpPr/>
          <p:nvPr/>
        </p:nvSpPr>
        <p:spPr>
          <a:xfrm>
            <a:off x="1659265" y="5000750"/>
            <a:ext cx="60351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Single deployment unit</a:t>
            </a:r>
            <a:endParaRPr/>
          </a:p>
        </p:txBody>
      </p:sp>
      <p:sp>
        <p:nvSpPr>
          <p:cNvPr id="394" name="Google Shape;394;g3fb0e9563c7_0_21"/>
          <p:cNvSpPr/>
          <p:nvPr/>
        </p:nvSpPr>
        <p:spPr>
          <a:xfrm>
            <a:off x="1659265" y="6052310"/>
            <a:ext cx="60351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Scale the application as a whole</a:t>
            </a:r>
            <a:endParaRPr/>
          </a:p>
        </p:txBody>
      </p:sp>
      <p:sp>
        <p:nvSpPr>
          <p:cNvPr id="395" name="Google Shape;395;g3fb0e9563c7_0_21"/>
          <p:cNvSpPr/>
          <p:nvPr/>
        </p:nvSpPr>
        <p:spPr>
          <a:xfrm>
            <a:off x="1659265" y="7103870"/>
            <a:ext cx="60351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Failure can affect many functions</a:t>
            </a:r>
            <a:endParaRPr/>
          </a:p>
        </p:txBody>
      </p:sp>
      <p:sp>
        <p:nvSpPr>
          <p:cNvPr id="396" name="Google Shape;396;g3fb0e9563c7_0_21"/>
          <p:cNvSpPr/>
          <p:nvPr/>
        </p:nvSpPr>
        <p:spPr>
          <a:xfrm>
            <a:off x="9340225" y="2943350"/>
            <a:ext cx="6583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500" b="1" i="0" u="none" strike="noStrike" cap="none">
                <a:solidFill>
                  <a:srgbClr val="000000"/>
                </a:solidFill>
                <a:latin typeface="Times New Roman"/>
                <a:ea typeface="Times New Roman"/>
                <a:cs typeface="Times New Roman"/>
                <a:sym typeface="Times New Roman"/>
              </a:rPr>
              <a:t>Cloud-Native</a:t>
            </a:r>
            <a:endParaRPr/>
          </a:p>
        </p:txBody>
      </p:sp>
      <p:sp>
        <p:nvSpPr>
          <p:cNvPr id="397" name="Google Shape;397;g3fb0e9563c7_0_21"/>
          <p:cNvSpPr/>
          <p:nvPr/>
        </p:nvSpPr>
        <p:spPr>
          <a:xfrm>
            <a:off x="9614545" y="3949190"/>
            <a:ext cx="60351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Small, loosely coupled services (minim</a:t>
            </a:r>
            <a:r>
              <a:rPr lang="en-US" sz="2200">
                <a:latin typeface="Times New Roman"/>
                <a:ea typeface="Times New Roman"/>
                <a:cs typeface="Times New Roman"/>
                <a:sym typeface="Times New Roman"/>
              </a:rPr>
              <a:t>um dependency)</a:t>
            </a:r>
            <a:endParaRPr/>
          </a:p>
        </p:txBody>
      </p:sp>
      <p:sp>
        <p:nvSpPr>
          <p:cNvPr id="398" name="Google Shape;398;g3fb0e9563c7_0_21"/>
          <p:cNvSpPr/>
          <p:nvPr/>
        </p:nvSpPr>
        <p:spPr>
          <a:xfrm>
            <a:off x="9614545" y="5000750"/>
            <a:ext cx="60351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Independent deployment</a:t>
            </a:r>
            <a:endParaRPr/>
          </a:p>
        </p:txBody>
      </p:sp>
      <p:sp>
        <p:nvSpPr>
          <p:cNvPr id="399" name="Google Shape;399;g3fb0e9563c7_0_21"/>
          <p:cNvSpPr/>
          <p:nvPr/>
        </p:nvSpPr>
        <p:spPr>
          <a:xfrm>
            <a:off x="9614545" y="6052310"/>
            <a:ext cx="60351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Scale individual services</a:t>
            </a:r>
            <a:endParaRPr/>
          </a:p>
        </p:txBody>
      </p:sp>
      <p:sp>
        <p:nvSpPr>
          <p:cNvPr id="400" name="Google Shape;400;g3fb0e9563c7_0_21"/>
          <p:cNvSpPr/>
          <p:nvPr/>
        </p:nvSpPr>
        <p:spPr>
          <a:xfrm>
            <a:off x="9614545" y="7103870"/>
            <a:ext cx="60351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Designed for resilience and recovery</a:t>
            </a:r>
            <a:endParaRPr/>
          </a:p>
        </p:txBody>
      </p:sp>
      <p:sp>
        <p:nvSpPr>
          <p:cNvPr id="401" name="Google Shape;401;g3fb0e9563c7_0_21"/>
          <p:cNvSpPr txBox="1"/>
          <p:nvPr/>
        </p:nvSpPr>
        <p:spPr>
          <a:xfrm>
            <a:off x="2939425" y="8475470"/>
            <a:ext cx="13167300" cy="4125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5A5A5A"/>
                </a:solidFill>
                <a:latin typeface="Times New Roman"/>
                <a:ea typeface="Times New Roman"/>
                <a:cs typeface="Times New Roman"/>
                <a:sym typeface="Times New Roman"/>
              </a:rPr>
              <a:t>Goal: build systems that are scalable, resilient, manageable and observable.</a:t>
            </a:r>
            <a:endParaRPr/>
          </a:p>
        </p:txBody>
      </p:sp>
      <p:sp>
        <p:nvSpPr>
          <p:cNvPr id="402" name="Google Shape;402;g3fb0e9563c7_0_21"/>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34</a:t>
            </a:r>
            <a:endParaRPr/>
          </a:p>
        </p:txBody>
      </p:sp>
      <p:sp>
        <p:nvSpPr>
          <p:cNvPr id="403" name="Google Shape;403;g3fb0e9563c7_0_21"/>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3fb0e9563c7_0_38"/>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CLOUD-NATIVE ARCHITECTURE</a:t>
            </a:r>
            <a:endParaRPr/>
          </a:p>
        </p:txBody>
      </p:sp>
      <p:sp>
        <p:nvSpPr>
          <p:cNvPr id="409" name="Google Shape;409;g3fb0e9563c7_0_38"/>
          <p:cNvSpPr/>
          <p:nvPr/>
        </p:nvSpPr>
        <p:spPr>
          <a:xfrm>
            <a:off x="6400800" y="1417320"/>
            <a:ext cx="54864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Users / Web / Mobile</a:t>
            </a:r>
            <a:endParaRPr/>
          </a:p>
        </p:txBody>
      </p:sp>
      <p:cxnSp>
        <p:nvCxnSpPr>
          <p:cNvPr id="410" name="Google Shape;410;g3fb0e9563c7_0_38"/>
          <p:cNvCxnSpPr/>
          <p:nvPr/>
        </p:nvCxnSpPr>
        <p:spPr>
          <a:xfrm>
            <a:off x="9144000" y="2103120"/>
            <a:ext cx="0" cy="5028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411" name="Google Shape;411;g3fb0e9563c7_0_38"/>
          <p:cNvSpPr/>
          <p:nvPr/>
        </p:nvSpPr>
        <p:spPr>
          <a:xfrm>
            <a:off x="5669280" y="2651760"/>
            <a:ext cx="69495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API Gateway / Load Balancer</a:t>
            </a:r>
            <a:endParaRPr/>
          </a:p>
        </p:txBody>
      </p:sp>
      <p:cxnSp>
        <p:nvCxnSpPr>
          <p:cNvPr id="412" name="Google Shape;412;g3fb0e9563c7_0_38"/>
          <p:cNvCxnSpPr/>
          <p:nvPr/>
        </p:nvCxnSpPr>
        <p:spPr>
          <a:xfrm>
            <a:off x="9144000" y="3337560"/>
            <a:ext cx="0" cy="4572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413" name="Google Shape;413;g3fb0e9563c7_0_38"/>
          <p:cNvSpPr/>
          <p:nvPr/>
        </p:nvSpPr>
        <p:spPr>
          <a:xfrm>
            <a:off x="1371600" y="3886200"/>
            <a:ext cx="3108900" cy="7314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User Service</a:t>
            </a:r>
            <a:endParaRPr/>
          </a:p>
        </p:txBody>
      </p:sp>
      <p:sp>
        <p:nvSpPr>
          <p:cNvPr id="414" name="Google Shape;414;g3fb0e9563c7_0_38"/>
          <p:cNvSpPr/>
          <p:nvPr/>
        </p:nvSpPr>
        <p:spPr>
          <a:xfrm>
            <a:off x="5212080" y="3886200"/>
            <a:ext cx="3108900" cy="7314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Product Service</a:t>
            </a:r>
            <a:endParaRPr/>
          </a:p>
        </p:txBody>
      </p:sp>
      <p:sp>
        <p:nvSpPr>
          <p:cNvPr id="415" name="Google Shape;415;g3fb0e9563c7_0_38"/>
          <p:cNvSpPr/>
          <p:nvPr/>
        </p:nvSpPr>
        <p:spPr>
          <a:xfrm>
            <a:off x="9052560" y="3886200"/>
            <a:ext cx="3108900" cy="7314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Order Service</a:t>
            </a:r>
            <a:endParaRPr/>
          </a:p>
        </p:txBody>
      </p:sp>
      <p:sp>
        <p:nvSpPr>
          <p:cNvPr id="416" name="Google Shape;416;g3fb0e9563c7_0_38"/>
          <p:cNvSpPr/>
          <p:nvPr/>
        </p:nvSpPr>
        <p:spPr>
          <a:xfrm>
            <a:off x="12893040" y="3886200"/>
            <a:ext cx="3108900" cy="7314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Payment Service</a:t>
            </a:r>
            <a:endParaRPr/>
          </a:p>
        </p:txBody>
      </p:sp>
      <p:sp>
        <p:nvSpPr>
          <p:cNvPr id="417" name="Google Shape;417;g3fb0e9563c7_0_38"/>
          <p:cNvSpPr txBox="1"/>
          <p:nvPr/>
        </p:nvSpPr>
        <p:spPr>
          <a:xfrm>
            <a:off x="7315200" y="4754880"/>
            <a:ext cx="3657600" cy="3816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5A5A5A"/>
                </a:solidFill>
                <a:latin typeface="Times New Roman"/>
                <a:ea typeface="Times New Roman"/>
                <a:cs typeface="Times New Roman"/>
                <a:sym typeface="Times New Roman"/>
              </a:rPr>
              <a:t>Microservices</a:t>
            </a:r>
            <a:endParaRPr/>
          </a:p>
        </p:txBody>
      </p:sp>
      <p:cxnSp>
        <p:nvCxnSpPr>
          <p:cNvPr id="418" name="Google Shape;418;g3fb0e9563c7_0_38"/>
          <p:cNvCxnSpPr>
            <a:endCxn id="419" idx="1"/>
          </p:cNvCxnSpPr>
          <p:nvPr/>
        </p:nvCxnSpPr>
        <p:spPr>
          <a:xfrm>
            <a:off x="2926200" y="4617840"/>
            <a:ext cx="1188600" cy="13257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cxnSp>
        <p:nvCxnSpPr>
          <p:cNvPr id="420" name="Google Shape;420;g3fb0e9563c7_0_38"/>
          <p:cNvCxnSpPr/>
          <p:nvPr/>
        </p:nvCxnSpPr>
        <p:spPr>
          <a:xfrm>
            <a:off x="6766560" y="4617720"/>
            <a:ext cx="0" cy="8688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cxnSp>
        <p:nvCxnSpPr>
          <p:cNvPr id="421" name="Google Shape;421;g3fb0e9563c7_0_38"/>
          <p:cNvCxnSpPr/>
          <p:nvPr/>
        </p:nvCxnSpPr>
        <p:spPr>
          <a:xfrm>
            <a:off x="10607040" y="4617720"/>
            <a:ext cx="0" cy="8688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cxnSp>
        <p:nvCxnSpPr>
          <p:cNvPr id="422" name="Google Shape;422;g3fb0e9563c7_0_38"/>
          <p:cNvCxnSpPr>
            <a:endCxn id="419" idx="3"/>
          </p:cNvCxnSpPr>
          <p:nvPr/>
        </p:nvCxnSpPr>
        <p:spPr>
          <a:xfrm flipH="1">
            <a:off x="14173200" y="4617840"/>
            <a:ext cx="274200" cy="13257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419" name="Google Shape;419;g3fb0e9563c7_0_38"/>
          <p:cNvSpPr/>
          <p:nvPr/>
        </p:nvSpPr>
        <p:spPr>
          <a:xfrm>
            <a:off x="4114800" y="5577840"/>
            <a:ext cx="10058400" cy="7314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0" i="0" u="none" strike="noStrike" cap="none">
                <a:solidFill>
                  <a:srgbClr val="000000"/>
                </a:solidFill>
                <a:latin typeface="Times New Roman"/>
                <a:ea typeface="Times New Roman"/>
                <a:cs typeface="Times New Roman"/>
                <a:sym typeface="Times New Roman"/>
              </a:rPr>
              <a:t>Databases / Message Queues / Object Storage</a:t>
            </a:r>
            <a:endParaRPr/>
          </a:p>
        </p:txBody>
      </p:sp>
      <p:cxnSp>
        <p:nvCxnSpPr>
          <p:cNvPr id="423" name="Google Shape;423;g3fb0e9563c7_0_38"/>
          <p:cNvCxnSpPr/>
          <p:nvPr/>
        </p:nvCxnSpPr>
        <p:spPr>
          <a:xfrm>
            <a:off x="9144000" y="6309360"/>
            <a:ext cx="0" cy="5487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424" name="Google Shape;424;g3fb0e9563c7_0_38"/>
          <p:cNvSpPr/>
          <p:nvPr/>
        </p:nvSpPr>
        <p:spPr>
          <a:xfrm>
            <a:off x="3657600" y="6949440"/>
            <a:ext cx="10972800" cy="777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Containers + Orchestration + Monitoring + CI/CD</a:t>
            </a:r>
            <a:endParaRPr/>
          </a:p>
        </p:txBody>
      </p:sp>
      <p:sp>
        <p:nvSpPr>
          <p:cNvPr id="425" name="Google Shape;425;g3fb0e9563c7_0_38"/>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35</a:t>
            </a:r>
            <a:endParaRPr/>
          </a:p>
        </p:txBody>
      </p:sp>
      <p:sp>
        <p:nvSpPr>
          <p:cNvPr id="426" name="Google Shape;426;g3fb0e9563c7_0_38"/>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g3fb0e9563c7_0_60"/>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CORE CLOUD-NATIVE TECHNOLOGIES</a:t>
            </a:r>
            <a:endParaRPr/>
          </a:p>
        </p:txBody>
      </p:sp>
      <p:sp>
        <p:nvSpPr>
          <p:cNvPr id="432" name="Google Shape;432;g3fb0e9563c7_0_60"/>
          <p:cNvSpPr/>
          <p:nvPr/>
        </p:nvSpPr>
        <p:spPr>
          <a:xfrm>
            <a:off x="1462930" y="2674908"/>
            <a:ext cx="42063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Microservices</a:t>
            </a:r>
            <a:endParaRPr/>
          </a:p>
        </p:txBody>
      </p:sp>
      <p:sp>
        <p:nvSpPr>
          <p:cNvPr id="433" name="Google Shape;433;g3fb0e9563c7_0_60"/>
          <p:cNvSpPr txBox="1"/>
          <p:nvPr/>
        </p:nvSpPr>
        <p:spPr>
          <a:xfrm>
            <a:off x="1600089" y="3452148"/>
            <a:ext cx="3931800" cy="1089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Break a large application into smaller services with focused responsibilities.</a:t>
            </a:r>
            <a:endParaRPr sz="1800"/>
          </a:p>
        </p:txBody>
      </p:sp>
      <p:sp>
        <p:nvSpPr>
          <p:cNvPr id="434" name="Google Shape;434;g3fb0e9563c7_0_60"/>
          <p:cNvSpPr/>
          <p:nvPr/>
        </p:nvSpPr>
        <p:spPr>
          <a:xfrm>
            <a:off x="6583570" y="2674908"/>
            <a:ext cx="42063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Containers</a:t>
            </a:r>
            <a:endParaRPr/>
          </a:p>
        </p:txBody>
      </p:sp>
      <p:sp>
        <p:nvSpPr>
          <p:cNvPr id="435" name="Google Shape;435;g3fb0e9563c7_0_60"/>
          <p:cNvSpPr txBox="1"/>
          <p:nvPr/>
        </p:nvSpPr>
        <p:spPr>
          <a:xfrm>
            <a:off x="6720730" y="3452148"/>
            <a:ext cx="3931800" cy="1089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Package an application and its dependencies into a portable, isolated unit.</a:t>
            </a:r>
            <a:endParaRPr sz="1800"/>
          </a:p>
        </p:txBody>
      </p:sp>
      <p:sp>
        <p:nvSpPr>
          <p:cNvPr id="436" name="Google Shape;436;g3fb0e9563c7_0_60"/>
          <p:cNvSpPr/>
          <p:nvPr/>
        </p:nvSpPr>
        <p:spPr>
          <a:xfrm>
            <a:off x="11704210" y="2674908"/>
            <a:ext cx="42063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Orchestration</a:t>
            </a:r>
            <a:endParaRPr/>
          </a:p>
        </p:txBody>
      </p:sp>
      <p:sp>
        <p:nvSpPr>
          <p:cNvPr id="437" name="Google Shape;437;g3fb0e9563c7_0_60"/>
          <p:cNvSpPr txBox="1"/>
          <p:nvPr/>
        </p:nvSpPr>
        <p:spPr>
          <a:xfrm>
            <a:off x="11841370" y="3452148"/>
            <a:ext cx="3931800" cy="1089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Automate deployment, scaling, networking and recovery of containers.</a:t>
            </a:r>
            <a:endParaRPr sz="1800"/>
          </a:p>
        </p:txBody>
      </p:sp>
      <p:sp>
        <p:nvSpPr>
          <p:cNvPr id="438" name="Google Shape;438;g3fb0e9563c7_0_60"/>
          <p:cNvSpPr/>
          <p:nvPr/>
        </p:nvSpPr>
        <p:spPr>
          <a:xfrm>
            <a:off x="1462930" y="5600988"/>
            <a:ext cx="42063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CI/CD</a:t>
            </a:r>
            <a:endParaRPr/>
          </a:p>
        </p:txBody>
      </p:sp>
      <p:sp>
        <p:nvSpPr>
          <p:cNvPr id="439" name="Google Shape;439;g3fb0e9563c7_0_60"/>
          <p:cNvSpPr txBox="1"/>
          <p:nvPr/>
        </p:nvSpPr>
        <p:spPr>
          <a:xfrm>
            <a:off x="1600089" y="6378227"/>
            <a:ext cx="3931800" cy="1089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Automate build, test and delivery so software can be released frequently.</a:t>
            </a:r>
            <a:endParaRPr sz="1800"/>
          </a:p>
        </p:txBody>
      </p:sp>
      <p:sp>
        <p:nvSpPr>
          <p:cNvPr id="440" name="Google Shape;440;g3fb0e9563c7_0_60"/>
          <p:cNvSpPr/>
          <p:nvPr/>
        </p:nvSpPr>
        <p:spPr>
          <a:xfrm>
            <a:off x="6583570" y="5600988"/>
            <a:ext cx="42063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Service Mesh</a:t>
            </a:r>
            <a:endParaRPr/>
          </a:p>
        </p:txBody>
      </p:sp>
      <p:sp>
        <p:nvSpPr>
          <p:cNvPr id="441" name="Google Shape;441;g3fb0e9563c7_0_60"/>
          <p:cNvSpPr txBox="1"/>
          <p:nvPr/>
        </p:nvSpPr>
        <p:spPr>
          <a:xfrm>
            <a:off x="6720730" y="6378227"/>
            <a:ext cx="3931800" cy="1089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Provides service-to-service communication, traffic control and observability.</a:t>
            </a:r>
            <a:endParaRPr sz="1800"/>
          </a:p>
        </p:txBody>
      </p:sp>
      <p:sp>
        <p:nvSpPr>
          <p:cNvPr id="442" name="Google Shape;442;g3fb0e9563c7_0_60"/>
          <p:cNvSpPr/>
          <p:nvPr/>
        </p:nvSpPr>
        <p:spPr>
          <a:xfrm>
            <a:off x="11704210" y="5600988"/>
            <a:ext cx="42063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Observability</a:t>
            </a:r>
            <a:endParaRPr/>
          </a:p>
        </p:txBody>
      </p:sp>
      <p:sp>
        <p:nvSpPr>
          <p:cNvPr id="443" name="Google Shape;443;g3fb0e9563c7_0_60"/>
          <p:cNvSpPr txBox="1"/>
          <p:nvPr/>
        </p:nvSpPr>
        <p:spPr>
          <a:xfrm>
            <a:off x="11841370" y="6378227"/>
            <a:ext cx="3931800" cy="7512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Uses logs, metrics and traces to understand system behaviour.</a:t>
            </a:r>
            <a:endParaRPr sz="1800"/>
          </a:p>
        </p:txBody>
      </p:sp>
      <p:sp>
        <p:nvSpPr>
          <p:cNvPr id="444" name="Google Shape;444;g3fb0e9563c7_0_60"/>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36</a:t>
            </a:r>
            <a:endParaRPr/>
          </a:p>
        </p:txBody>
      </p:sp>
      <p:sp>
        <p:nvSpPr>
          <p:cNvPr id="445" name="Google Shape;445;g3fb0e9563c7_0_60"/>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g3fb0e9563c7_0_78"/>
          <p:cNvSpPr txBox="1"/>
          <p:nvPr/>
        </p:nvSpPr>
        <p:spPr>
          <a:xfrm>
            <a:off x="2971875" y="20932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MICROSERVICES, CONTAINERS AND ORCHESTRATION</a:t>
            </a:r>
            <a:endParaRPr/>
          </a:p>
        </p:txBody>
      </p:sp>
      <p:sp>
        <p:nvSpPr>
          <p:cNvPr id="451" name="Google Shape;451;g3fb0e9563c7_0_78"/>
          <p:cNvSpPr/>
          <p:nvPr/>
        </p:nvSpPr>
        <p:spPr>
          <a:xfrm>
            <a:off x="1234443" y="3327720"/>
            <a:ext cx="45720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Microservices</a:t>
            </a:r>
            <a:endParaRPr/>
          </a:p>
        </p:txBody>
      </p:sp>
      <p:sp>
        <p:nvSpPr>
          <p:cNvPr id="452" name="Google Shape;452;g3fb0e9563c7_0_78"/>
          <p:cNvSpPr txBox="1"/>
          <p:nvPr/>
        </p:nvSpPr>
        <p:spPr>
          <a:xfrm>
            <a:off x="1371603" y="4196400"/>
            <a:ext cx="4297800" cy="25623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 Each service handles a well-defined function.</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Services can be developed and deployed independently.</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Different services may scale at different rates.</a:t>
            </a:r>
            <a:endParaRPr sz="1800"/>
          </a:p>
        </p:txBody>
      </p:sp>
      <p:sp>
        <p:nvSpPr>
          <p:cNvPr id="453" name="Google Shape;453;g3fb0e9563c7_0_78"/>
          <p:cNvSpPr/>
          <p:nvPr/>
        </p:nvSpPr>
        <p:spPr>
          <a:xfrm>
            <a:off x="6858002" y="3327720"/>
            <a:ext cx="45720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Containers</a:t>
            </a:r>
            <a:endParaRPr/>
          </a:p>
        </p:txBody>
      </p:sp>
      <p:sp>
        <p:nvSpPr>
          <p:cNvPr id="454" name="Google Shape;454;g3fb0e9563c7_0_78"/>
          <p:cNvSpPr txBox="1"/>
          <p:nvPr/>
        </p:nvSpPr>
        <p:spPr>
          <a:xfrm>
            <a:off x="6995163" y="4196400"/>
            <a:ext cx="4297800" cy="25623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 Package application + dependencies.</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Consistent across development and deployment environments.</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Lightweight and suitable for rapid deployment.</a:t>
            </a:r>
            <a:endParaRPr sz="1800"/>
          </a:p>
        </p:txBody>
      </p:sp>
      <p:sp>
        <p:nvSpPr>
          <p:cNvPr id="455" name="Google Shape;455;g3fb0e9563c7_0_78"/>
          <p:cNvSpPr/>
          <p:nvPr/>
        </p:nvSpPr>
        <p:spPr>
          <a:xfrm>
            <a:off x="12481563" y="3327720"/>
            <a:ext cx="45720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Orchestration</a:t>
            </a:r>
            <a:endParaRPr/>
          </a:p>
        </p:txBody>
      </p:sp>
      <p:sp>
        <p:nvSpPr>
          <p:cNvPr id="456" name="Google Shape;456;g3fb0e9563c7_0_78"/>
          <p:cNvSpPr txBox="1"/>
          <p:nvPr/>
        </p:nvSpPr>
        <p:spPr>
          <a:xfrm>
            <a:off x="12618723" y="4196400"/>
            <a:ext cx="4297800" cy="21744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 Manages many containers.</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Supports scaling and self-healing behaviour.</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Kubernetes is a widely used example.</a:t>
            </a:r>
            <a:endParaRPr sz="1800"/>
          </a:p>
        </p:txBody>
      </p:sp>
      <p:sp>
        <p:nvSpPr>
          <p:cNvPr id="457" name="Google Shape;457;g3fb0e9563c7_0_78"/>
          <p:cNvSpPr txBox="1"/>
          <p:nvPr/>
        </p:nvSpPr>
        <p:spPr>
          <a:xfrm>
            <a:off x="2423163" y="7396800"/>
            <a:ext cx="13716000" cy="781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300" b="0" i="0" u="none" strike="noStrike" cap="none">
                <a:solidFill>
                  <a:srgbClr val="5A5A5A"/>
                </a:solidFill>
                <a:latin typeface="Times New Roman"/>
                <a:ea typeface="Times New Roman"/>
                <a:cs typeface="Times New Roman"/>
                <a:sym typeface="Times New Roman"/>
              </a:rPr>
              <a:t>Together: microservices define the application structure; containers package services; orchestration manages them at scale.</a:t>
            </a:r>
            <a:endParaRPr/>
          </a:p>
        </p:txBody>
      </p:sp>
      <p:sp>
        <p:nvSpPr>
          <p:cNvPr id="458" name="Google Shape;458;g3fb0e9563c7_0_78"/>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37</a:t>
            </a:r>
            <a:endParaRPr/>
          </a:p>
        </p:txBody>
      </p:sp>
      <p:sp>
        <p:nvSpPr>
          <p:cNvPr id="459" name="Google Shape;459;g3fb0e9563c7_0_78"/>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g3fb0e9563c7_0_91"/>
          <p:cNvSpPr txBox="1"/>
          <p:nvPr/>
        </p:nvSpPr>
        <p:spPr>
          <a:xfrm>
            <a:off x="3163650" y="2485705"/>
            <a:ext cx="13167300" cy="6588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CLOUD-NATIVE: BENEFITS AND CHALLENGES</a:t>
            </a:r>
            <a:endParaRPr/>
          </a:p>
        </p:txBody>
      </p:sp>
      <p:sp>
        <p:nvSpPr>
          <p:cNvPr id="465" name="Google Shape;465;g3fb0e9563c7_0_91"/>
          <p:cNvSpPr/>
          <p:nvPr/>
        </p:nvSpPr>
        <p:spPr>
          <a:xfrm>
            <a:off x="1700610" y="3628705"/>
            <a:ext cx="6583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500" b="1" i="0" u="none" strike="noStrike" cap="none">
                <a:solidFill>
                  <a:srgbClr val="000000"/>
                </a:solidFill>
                <a:latin typeface="Times New Roman"/>
                <a:ea typeface="Times New Roman"/>
                <a:cs typeface="Times New Roman"/>
                <a:sym typeface="Times New Roman"/>
              </a:rPr>
              <a:t>Benefits</a:t>
            </a:r>
            <a:endParaRPr/>
          </a:p>
        </p:txBody>
      </p:sp>
      <p:sp>
        <p:nvSpPr>
          <p:cNvPr id="466" name="Google Shape;466;g3fb0e9563c7_0_91"/>
          <p:cNvSpPr txBox="1"/>
          <p:nvPr/>
        </p:nvSpPr>
        <p:spPr>
          <a:xfrm>
            <a:off x="1883490" y="4497385"/>
            <a:ext cx="6217800" cy="39057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Scalability – add capacity as demand changes.</a:t>
            </a:r>
            <a:endParaRPr sz="17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Resilience – isolate failures and recover components.</a:t>
            </a:r>
            <a:endParaRPr sz="17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Faster delivery – automate build, testing and deployment.</a:t>
            </a:r>
            <a:endParaRPr sz="17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Flexibility – update individual services independently.</a:t>
            </a:r>
            <a:endParaRPr sz="17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Better observability – monitor distributed workloads.</a:t>
            </a:r>
            <a:endParaRPr sz="1700"/>
          </a:p>
        </p:txBody>
      </p:sp>
      <p:sp>
        <p:nvSpPr>
          <p:cNvPr id="467" name="Google Shape;467;g3fb0e9563c7_0_91"/>
          <p:cNvSpPr/>
          <p:nvPr/>
        </p:nvSpPr>
        <p:spPr>
          <a:xfrm>
            <a:off x="9655890" y="3628705"/>
            <a:ext cx="6583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500" b="1" i="0" u="none" strike="noStrike" cap="none">
                <a:solidFill>
                  <a:srgbClr val="000000"/>
                </a:solidFill>
                <a:latin typeface="Times New Roman"/>
                <a:ea typeface="Times New Roman"/>
                <a:cs typeface="Times New Roman"/>
                <a:sym typeface="Times New Roman"/>
              </a:rPr>
              <a:t>Challenges</a:t>
            </a:r>
            <a:endParaRPr/>
          </a:p>
        </p:txBody>
      </p:sp>
      <p:sp>
        <p:nvSpPr>
          <p:cNvPr id="468" name="Google Shape;468;g3fb0e9563c7_0_91"/>
          <p:cNvSpPr txBox="1"/>
          <p:nvPr/>
        </p:nvSpPr>
        <p:spPr>
          <a:xfrm>
            <a:off x="9838770" y="4497385"/>
            <a:ext cx="6217800" cy="28380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500" b="0" i="0" u="none" strike="noStrike" cap="none">
                <a:solidFill>
                  <a:srgbClr val="000000"/>
                </a:solidFill>
                <a:latin typeface="Times New Roman"/>
                <a:ea typeface="Times New Roman"/>
                <a:cs typeface="Times New Roman"/>
                <a:sym typeface="Times New Roman"/>
              </a:rPr>
              <a:t>Distributed-system complexity.</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Security across many services and interfaces.</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Monitoring and debugging can be harder.</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Requires cloud, DevOps and automation skills.</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Operational cost and governance must be managed.</a:t>
            </a:r>
            <a:endParaRPr sz="1800"/>
          </a:p>
        </p:txBody>
      </p:sp>
      <p:sp>
        <p:nvSpPr>
          <p:cNvPr id="469" name="Google Shape;469;g3fb0e9563c7_0_91"/>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38</a:t>
            </a:r>
            <a:endParaRPr/>
          </a:p>
        </p:txBody>
      </p:sp>
      <p:sp>
        <p:nvSpPr>
          <p:cNvPr id="470" name="Google Shape;470;g3fb0e9563c7_0_91"/>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g3fb0e9563c7_0_101"/>
          <p:cNvSpPr txBox="1"/>
          <p:nvPr/>
        </p:nvSpPr>
        <p:spPr>
          <a:xfrm>
            <a:off x="2883350" y="2080568"/>
            <a:ext cx="13167300" cy="6588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2. SEMANTIC WEB</a:t>
            </a:r>
            <a:endParaRPr/>
          </a:p>
        </p:txBody>
      </p:sp>
      <p:sp>
        <p:nvSpPr>
          <p:cNvPr id="476" name="Google Shape;476;g3fb0e9563c7_0_101"/>
          <p:cNvSpPr txBox="1"/>
          <p:nvPr/>
        </p:nvSpPr>
        <p:spPr>
          <a:xfrm>
            <a:off x="2883350" y="3177847"/>
            <a:ext cx="13258800" cy="46089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700" b="1" i="0" u="none" strike="noStrike" cap="none">
                <a:solidFill>
                  <a:srgbClr val="000000"/>
                </a:solidFill>
                <a:latin typeface="Times New Roman"/>
                <a:ea typeface="Times New Roman"/>
                <a:cs typeface="Times New Roman"/>
                <a:sym typeface="Times New Roman"/>
              </a:rPr>
              <a:t>Meaning</a:t>
            </a:r>
            <a:endParaRPr sz="1900"/>
          </a:p>
          <a:p>
            <a:pPr marL="0" marR="0" lvl="0" indent="0" algn="l" rtl="0">
              <a:lnSpc>
                <a:spcPct val="105000"/>
              </a:lnSpc>
              <a:spcBef>
                <a:spcPts val="700"/>
              </a:spcBef>
              <a:spcAft>
                <a:spcPts val="0"/>
              </a:spcAft>
              <a:buNone/>
            </a:pPr>
            <a:r>
              <a:rPr lang="en-US" sz="2700" b="0" i="0" u="none" strike="noStrike" cap="none">
                <a:solidFill>
                  <a:srgbClr val="000000"/>
                </a:solidFill>
                <a:latin typeface="Times New Roman"/>
                <a:ea typeface="Times New Roman"/>
                <a:cs typeface="Times New Roman"/>
                <a:sym typeface="Times New Roman"/>
              </a:rPr>
              <a:t>The Semantic Web aims to represent web information with explicit meaning and relationships so that software can process, combine and reuse data more effectively.</a:t>
            </a:r>
            <a:endParaRPr sz="1900"/>
          </a:p>
          <a:p>
            <a:pPr marL="0" marR="0" lvl="0" indent="0" algn="l" rtl="0">
              <a:lnSpc>
                <a:spcPct val="105000"/>
              </a:lnSpc>
              <a:spcBef>
                <a:spcPts val="700"/>
              </a:spcBef>
              <a:spcAft>
                <a:spcPts val="0"/>
              </a:spcAft>
              <a:buNone/>
            </a:pPr>
            <a:r>
              <a:rPr lang="en-US" sz="2700" b="1" i="0" u="none" strike="noStrike" cap="none">
                <a:solidFill>
                  <a:srgbClr val="000000"/>
                </a:solidFill>
                <a:latin typeface="Times New Roman"/>
                <a:ea typeface="Times New Roman"/>
                <a:cs typeface="Times New Roman"/>
                <a:sym typeface="Times New Roman"/>
              </a:rPr>
              <a:t>Traditional Web</a:t>
            </a:r>
            <a:endParaRPr sz="1900"/>
          </a:p>
          <a:p>
            <a:pPr marL="0" marR="0" lvl="0" indent="0" algn="l" rtl="0">
              <a:lnSpc>
                <a:spcPct val="105000"/>
              </a:lnSpc>
              <a:spcBef>
                <a:spcPts val="700"/>
              </a:spcBef>
              <a:spcAft>
                <a:spcPts val="0"/>
              </a:spcAft>
              <a:buNone/>
            </a:pPr>
            <a:r>
              <a:rPr lang="en-US" sz="2700" b="0" i="0" u="none" strike="noStrike" cap="none">
                <a:solidFill>
                  <a:srgbClr val="000000"/>
                </a:solidFill>
                <a:latin typeface="Times New Roman"/>
                <a:ea typeface="Times New Roman"/>
                <a:cs typeface="Times New Roman"/>
                <a:sym typeface="Times New Roman"/>
              </a:rPr>
              <a:t>Primarily presents information for people to read and interpret.</a:t>
            </a:r>
            <a:endParaRPr sz="1900"/>
          </a:p>
          <a:p>
            <a:pPr marL="0" marR="0" lvl="0" indent="0" algn="l" rtl="0">
              <a:lnSpc>
                <a:spcPct val="105000"/>
              </a:lnSpc>
              <a:spcBef>
                <a:spcPts val="700"/>
              </a:spcBef>
              <a:spcAft>
                <a:spcPts val="0"/>
              </a:spcAft>
              <a:buNone/>
            </a:pPr>
            <a:r>
              <a:rPr lang="en-US" sz="2700" b="1" i="0" u="none" strike="noStrike" cap="none">
                <a:solidFill>
                  <a:srgbClr val="000000"/>
                </a:solidFill>
                <a:latin typeface="Times New Roman"/>
                <a:ea typeface="Times New Roman"/>
                <a:cs typeface="Times New Roman"/>
                <a:sym typeface="Times New Roman"/>
              </a:rPr>
              <a:t>Semantic Web</a:t>
            </a:r>
            <a:endParaRPr sz="1900"/>
          </a:p>
          <a:p>
            <a:pPr marL="0" marR="0" lvl="0" indent="0" algn="l" rtl="0">
              <a:lnSpc>
                <a:spcPct val="105000"/>
              </a:lnSpc>
              <a:spcBef>
                <a:spcPts val="700"/>
              </a:spcBef>
              <a:spcAft>
                <a:spcPts val="0"/>
              </a:spcAft>
              <a:buNone/>
            </a:pPr>
            <a:r>
              <a:rPr lang="en-US" sz="2700" b="0" i="0" u="none" strike="noStrike" cap="none">
                <a:solidFill>
                  <a:srgbClr val="000000"/>
                </a:solidFill>
                <a:latin typeface="Times New Roman"/>
                <a:ea typeface="Times New Roman"/>
                <a:cs typeface="Times New Roman"/>
                <a:sym typeface="Times New Roman"/>
              </a:rPr>
              <a:t>Adds machine-readable descriptions of entities, properties and relationships.</a:t>
            </a:r>
            <a:endParaRPr sz="1900"/>
          </a:p>
          <a:p>
            <a:pPr marL="0" marR="0" lvl="0" indent="0" algn="l" rtl="0">
              <a:lnSpc>
                <a:spcPct val="105000"/>
              </a:lnSpc>
              <a:spcBef>
                <a:spcPts val="700"/>
              </a:spcBef>
              <a:spcAft>
                <a:spcPts val="0"/>
              </a:spcAft>
              <a:buNone/>
            </a:pPr>
            <a:r>
              <a:rPr lang="en-US" sz="2700" b="1" i="0" u="none" strike="noStrike" cap="none">
                <a:solidFill>
                  <a:srgbClr val="000000"/>
                </a:solidFill>
                <a:latin typeface="Times New Roman"/>
                <a:ea typeface="Times New Roman"/>
                <a:cs typeface="Times New Roman"/>
                <a:sym typeface="Times New Roman"/>
              </a:rPr>
              <a:t>Key idea</a:t>
            </a:r>
            <a:endParaRPr sz="1900"/>
          </a:p>
          <a:p>
            <a:pPr marL="0" marR="0" lvl="0" indent="0" algn="l" rtl="0">
              <a:lnSpc>
                <a:spcPct val="105000"/>
              </a:lnSpc>
              <a:spcBef>
                <a:spcPts val="700"/>
              </a:spcBef>
              <a:spcAft>
                <a:spcPts val="0"/>
              </a:spcAft>
              <a:buNone/>
            </a:pPr>
            <a:r>
              <a:rPr lang="en-US" sz="2700" b="0" i="0" u="none" strike="noStrike" cap="none">
                <a:solidFill>
                  <a:srgbClr val="000000"/>
                </a:solidFill>
                <a:latin typeface="Times New Roman"/>
                <a:ea typeface="Times New Roman"/>
                <a:cs typeface="Times New Roman"/>
                <a:sym typeface="Times New Roman"/>
              </a:rPr>
              <a:t>Move from isolated documents and text toward connected, structured data and knowledge.</a:t>
            </a:r>
            <a:endParaRPr sz="1900"/>
          </a:p>
        </p:txBody>
      </p:sp>
      <p:sp>
        <p:nvSpPr>
          <p:cNvPr id="477" name="Google Shape;477;g3fb0e9563c7_0_101"/>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39</a:t>
            </a:r>
            <a:endParaRPr/>
          </a:p>
        </p:txBody>
      </p:sp>
      <p:sp>
        <p:nvSpPr>
          <p:cNvPr id="478" name="Google Shape;478;g3fb0e9563c7_0_101"/>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g3fb0e9563c7_0_108"/>
          <p:cNvSpPr txBox="1"/>
          <p:nvPr/>
        </p:nvSpPr>
        <p:spPr>
          <a:xfrm>
            <a:off x="3474850" y="2345530"/>
            <a:ext cx="13167300" cy="6588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SEMANTIC WEB: FROM TEXT TO RELATIONSHIPS</a:t>
            </a:r>
            <a:endParaRPr/>
          </a:p>
        </p:txBody>
      </p:sp>
      <p:sp>
        <p:nvSpPr>
          <p:cNvPr id="484" name="Google Shape;484;g3fb0e9563c7_0_108"/>
          <p:cNvSpPr/>
          <p:nvPr/>
        </p:nvSpPr>
        <p:spPr>
          <a:xfrm>
            <a:off x="2103250" y="3579970"/>
            <a:ext cx="45720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Traditional Web Page</a:t>
            </a:r>
            <a:endParaRPr/>
          </a:p>
        </p:txBody>
      </p:sp>
      <p:sp>
        <p:nvSpPr>
          <p:cNvPr id="485" name="Google Shape;485;g3fb0e9563c7_0_108"/>
          <p:cNvSpPr txBox="1"/>
          <p:nvPr/>
        </p:nvSpPr>
        <p:spPr>
          <a:xfrm>
            <a:off x="2240410" y="4677250"/>
            <a:ext cx="4297800" cy="7512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“Dr. Meera teaches Web Technology at ABC College.”</a:t>
            </a:r>
            <a:endParaRPr/>
          </a:p>
        </p:txBody>
      </p:sp>
      <p:cxnSp>
        <p:nvCxnSpPr>
          <p:cNvPr id="486" name="Google Shape;486;g3fb0e9563c7_0_108"/>
          <p:cNvCxnSpPr/>
          <p:nvPr/>
        </p:nvCxnSpPr>
        <p:spPr>
          <a:xfrm>
            <a:off x="6858130" y="5225890"/>
            <a:ext cx="21945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487" name="Google Shape;487;g3fb0e9563c7_0_108"/>
          <p:cNvSpPr/>
          <p:nvPr/>
        </p:nvSpPr>
        <p:spPr>
          <a:xfrm>
            <a:off x="9144130" y="3579970"/>
            <a:ext cx="45720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Structured Meaning</a:t>
            </a:r>
            <a:endParaRPr/>
          </a:p>
        </p:txBody>
      </p:sp>
      <p:sp>
        <p:nvSpPr>
          <p:cNvPr id="488" name="Google Shape;488;g3fb0e9563c7_0_108"/>
          <p:cNvSpPr/>
          <p:nvPr/>
        </p:nvSpPr>
        <p:spPr>
          <a:xfrm>
            <a:off x="8321170" y="4677250"/>
            <a:ext cx="27432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Dr. Meera</a:t>
            </a:r>
            <a:endParaRPr/>
          </a:p>
        </p:txBody>
      </p:sp>
      <p:sp>
        <p:nvSpPr>
          <p:cNvPr id="489" name="Google Shape;489;g3fb0e9563c7_0_108"/>
          <p:cNvSpPr/>
          <p:nvPr/>
        </p:nvSpPr>
        <p:spPr>
          <a:xfrm>
            <a:off x="11155810" y="4677250"/>
            <a:ext cx="20118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teaches</a:t>
            </a:r>
            <a:endParaRPr/>
          </a:p>
        </p:txBody>
      </p:sp>
      <p:sp>
        <p:nvSpPr>
          <p:cNvPr id="490" name="Google Shape;490;g3fb0e9563c7_0_108"/>
          <p:cNvSpPr/>
          <p:nvPr/>
        </p:nvSpPr>
        <p:spPr>
          <a:xfrm>
            <a:off x="13258930" y="4677250"/>
            <a:ext cx="30174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Web Technology</a:t>
            </a:r>
            <a:endParaRPr/>
          </a:p>
        </p:txBody>
      </p:sp>
      <p:cxnSp>
        <p:nvCxnSpPr>
          <p:cNvPr id="491" name="Google Shape;491;g3fb0e9563c7_0_108"/>
          <p:cNvCxnSpPr/>
          <p:nvPr/>
        </p:nvCxnSpPr>
        <p:spPr>
          <a:xfrm>
            <a:off x="11018650" y="4997290"/>
            <a:ext cx="915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492" name="Google Shape;492;g3fb0e9563c7_0_108"/>
          <p:cNvSpPr txBox="1"/>
          <p:nvPr/>
        </p:nvSpPr>
        <p:spPr>
          <a:xfrm>
            <a:off x="4389250" y="6688930"/>
            <a:ext cx="11704200" cy="4125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5A5A5A"/>
                </a:solidFill>
                <a:latin typeface="Times New Roman"/>
                <a:ea typeface="Times New Roman"/>
                <a:cs typeface="Times New Roman"/>
                <a:sym typeface="Times New Roman"/>
              </a:rPr>
              <a:t>Relationships can be represented as data that software can query and combine.</a:t>
            </a:r>
            <a:endParaRPr/>
          </a:p>
        </p:txBody>
      </p:sp>
      <p:sp>
        <p:nvSpPr>
          <p:cNvPr id="493" name="Google Shape;493;g3fb0e9563c7_0_108"/>
          <p:cNvSpPr/>
          <p:nvPr/>
        </p:nvSpPr>
        <p:spPr>
          <a:xfrm>
            <a:off x="3474850" y="8060530"/>
            <a:ext cx="27432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Person</a:t>
            </a:r>
            <a:endParaRPr/>
          </a:p>
        </p:txBody>
      </p:sp>
      <p:sp>
        <p:nvSpPr>
          <p:cNvPr id="494" name="Google Shape;494;g3fb0e9563c7_0_108"/>
          <p:cNvSpPr/>
          <p:nvPr/>
        </p:nvSpPr>
        <p:spPr>
          <a:xfrm>
            <a:off x="8229729" y="8060530"/>
            <a:ext cx="27432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Course</a:t>
            </a:r>
            <a:endParaRPr/>
          </a:p>
        </p:txBody>
      </p:sp>
      <p:sp>
        <p:nvSpPr>
          <p:cNvPr id="495" name="Google Shape;495;g3fb0e9563c7_0_108"/>
          <p:cNvSpPr/>
          <p:nvPr/>
        </p:nvSpPr>
        <p:spPr>
          <a:xfrm>
            <a:off x="12984610" y="8060530"/>
            <a:ext cx="27432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College</a:t>
            </a:r>
            <a:endParaRPr/>
          </a:p>
        </p:txBody>
      </p:sp>
      <p:cxnSp>
        <p:nvCxnSpPr>
          <p:cNvPr id="496" name="Google Shape;496;g3fb0e9563c7_0_108"/>
          <p:cNvCxnSpPr/>
          <p:nvPr/>
        </p:nvCxnSpPr>
        <p:spPr>
          <a:xfrm>
            <a:off x="6218050" y="8380570"/>
            <a:ext cx="19203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cxnSp>
        <p:nvCxnSpPr>
          <p:cNvPr id="497" name="Google Shape;497;g3fb0e9563c7_0_108"/>
          <p:cNvCxnSpPr/>
          <p:nvPr/>
        </p:nvCxnSpPr>
        <p:spPr>
          <a:xfrm>
            <a:off x="10972930" y="8380570"/>
            <a:ext cx="19203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498" name="Google Shape;498;g3fb0e9563c7_0_108"/>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40</a:t>
            </a:r>
            <a:endParaRPr/>
          </a:p>
        </p:txBody>
      </p:sp>
      <p:sp>
        <p:nvSpPr>
          <p:cNvPr id="499" name="Google Shape;499;g3fb0e9563c7_0_108"/>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g3fb0e9563c7_0_128"/>
          <p:cNvSpPr txBox="1"/>
          <p:nvPr/>
        </p:nvSpPr>
        <p:spPr>
          <a:xfrm>
            <a:off x="3275775" y="148593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SEMANTIC WEB TECHNOLOGIES</a:t>
            </a:r>
            <a:endParaRPr/>
          </a:p>
        </p:txBody>
      </p:sp>
      <p:sp>
        <p:nvSpPr>
          <p:cNvPr id="505" name="Google Shape;505;g3fb0e9563c7_0_128"/>
          <p:cNvSpPr/>
          <p:nvPr/>
        </p:nvSpPr>
        <p:spPr>
          <a:xfrm>
            <a:off x="2361375" y="2491770"/>
            <a:ext cx="2926200" cy="594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URI / IRI</a:t>
            </a:r>
            <a:endParaRPr/>
          </a:p>
        </p:txBody>
      </p:sp>
      <p:sp>
        <p:nvSpPr>
          <p:cNvPr id="506" name="Google Shape;506;g3fb0e9563c7_0_128"/>
          <p:cNvSpPr txBox="1"/>
          <p:nvPr/>
        </p:nvSpPr>
        <p:spPr>
          <a:xfrm>
            <a:off x="5607495" y="2473482"/>
            <a:ext cx="109728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Identifies resources and concepts on the Web.</a:t>
            </a:r>
            <a:endParaRPr/>
          </a:p>
        </p:txBody>
      </p:sp>
      <p:sp>
        <p:nvSpPr>
          <p:cNvPr id="507" name="Google Shape;507;g3fb0e9563c7_0_128"/>
          <p:cNvSpPr/>
          <p:nvPr/>
        </p:nvSpPr>
        <p:spPr>
          <a:xfrm>
            <a:off x="2361375" y="3634770"/>
            <a:ext cx="2926200" cy="594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RDF</a:t>
            </a:r>
            <a:endParaRPr/>
          </a:p>
        </p:txBody>
      </p:sp>
      <p:sp>
        <p:nvSpPr>
          <p:cNvPr id="508" name="Google Shape;508;g3fb0e9563c7_0_128"/>
          <p:cNvSpPr txBox="1"/>
          <p:nvPr/>
        </p:nvSpPr>
        <p:spPr>
          <a:xfrm>
            <a:off x="5607495" y="3616482"/>
            <a:ext cx="109728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Represents information as subject–predicate–object triples and graphs.</a:t>
            </a:r>
            <a:endParaRPr/>
          </a:p>
        </p:txBody>
      </p:sp>
      <p:sp>
        <p:nvSpPr>
          <p:cNvPr id="509" name="Google Shape;509;g3fb0e9563c7_0_128"/>
          <p:cNvSpPr/>
          <p:nvPr/>
        </p:nvSpPr>
        <p:spPr>
          <a:xfrm>
            <a:off x="2361375" y="4777770"/>
            <a:ext cx="2926200" cy="594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RDFS</a:t>
            </a:r>
            <a:endParaRPr/>
          </a:p>
        </p:txBody>
      </p:sp>
      <p:sp>
        <p:nvSpPr>
          <p:cNvPr id="510" name="Google Shape;510;g3fb0e9563c7_0_128"/>
          <p:cNvSpPr txBox="1"/>
          <p:nvPr/>
        </p:nvSpPr>
        <p:spPr>
          <a:xfrm>
            <a:off x="5607495" y="4759482"/>
            <a:ext cx="109728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Provides vocabulary constructs for describing RDF resources and classes.</a:t>
            </a:r>
            <a:endParaRPr/>
          </a:p>
        </p:txBody>
      </p:sp>
      <p:sp>
        <p:nvSpPr>
          <p:cNvPr id="511" name="Google Shape;511;g3fb0e9563c7_0_128"/>
          <p:cNvSpPr/>
          <p:nvPr/>
        </p:nvSpPr>
        <p:spPr>
          <a:xfrm>
            <a:off x="2361375" y="5920770"/>
            <a:ext cx="2926200" cy="594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OWL</a:t>
            </a:r>
            <a:endParaRPr/>
          </a:p>
        </p:txBody>
      </p:sp>
      <p:sp>
        <p:nvSpPr>
          <p:cNvPr id="512" name="Google Shape;512;g3fb0e9563c7_0_128"/>
          <p:cNvSpPr txBox="1"/>
          <p:nvPr/>
        </p:nvSpPr>
        <p:spPr>
          <a:xfrm>
            <a:off x="5607495" y="5902482"/>
            <a:ext cx="109728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Represents richer ontologies, classes, properties and logical relationships.</a:t>
            </a:r>
            <a:endParaRPr/>
          </a:p>
        </p:txBody>
      </p:sp>
      <p:sp>
        <p:nvSpPr>
          <p:cNvPr id="513" name="Google Shape;513;g3fb0e9563c7_0_128"/>
          <p:cNvSpPr/>
          <p:nvPr/>
        </p:nvSpPr>
        <p:spPr>
          <a:xfrm>
            <a:off x="2361375" y="7063770"/>
            <a:ext cx="2926200" cy="594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SPARQL</a:t>
            </a:r>
            <a:endParaRPr/>
          </a:p>
        </p:txBody>
      </p:sp>
      <p:sp>
        <p:nvSpPr>
          <p:cNvPr id="514" name="Google Shape;514;g3fb0e9563c7_0_128"/>
          <p:cNvSpPr txBox="1"/>
          <p:nvPr/>
        </p:nvSpPr>
        <p:spPr>
          <a:xfrm>
            <a:off x="5607495" y="7045482"/>
            <a:ext cx="109728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Queries and updates RDF datasets.</a:t>
            </a:r>
            <a:endParaRPr/>
          </a:p>
        </p:txBody>
      </p:sp>
      <p:sp>
        <p:nvSpPr>
          <p:cNvPr id="515" name="Google Shape;515;g3fb0e9563c7_0_128"/>
          <p:cNvSpPr/>
          <p:nvPr/>
        </p:nvSpPr>
        <p:spPr>
          <a:xfrm>
            <a:off x="2361375" y="8206770"/>
            <a:ext cx="2926200" cy="5943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JSON-LD</a:t>
            </a:r>
            <a:endParaRPr/>
          </a:p>
        </p:txBody>
      </p:sp>
      <p:sp>
        <p:nvSpPr>
          <p:cNvPr id="516" name="Google Shape;516;g3fb0e9563c7_0_128"/>
          <p:cNvSpPr txBox="1"/>
          <p:nvPr/>
        </p:nvSpPr>
        <p:spPr>
          <a:xfrm>
            <a:off x="5607495" y="8188482"/>
            <a:ext cx="109728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A JSON-based format for representing linked data.</a:t>
            </a:r>
            <a:endParaRPr/>
          </a:p>
        </p:txBody>
      </p:sp>
      <p:sp>
        <p:nvSpPr>
          <p:cNvPr id="517" name="Google Shape;517;g3fb0e9563c7_0_128"/>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41</a:t>
            </a:r>
            <a:endParaRPr/>
          </a:p>
        </p:txBody>
      </p:sp>
      <p:sp>
        <p:nvSpPr>
          <p:cNvPr id="518" name="Google Shape;518;g3fb0e9563c7_0_128"/>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g3fb0e9563c7_0_146"/>
          <p:cNvSpPr txBox="1"/>
          <p:nvPr/>
        </p:nvSpPr>
        <p:spPr>
          <a:xfrm>
            <a:off x="2743200" y="21559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RDF TRIPLES AND ONTOLOGIES</a:t>
            </a:r>
            <a:endParaRPr/>
          </a:p>
        </p:txBody>
      </p:sp>
      <p:sp>
        <p:nvSpPr>
          <p:cNvPr id="524" name="Google Shape;524;g3fb0e9563c7_0_146"/>
          <p:cNvSpPr txBox="1"/>
          <p:nvPr/>
        </p:nvSpPr>
        <p:spPr>
          <a:xfrm>
            <a:off x="1828800" y="3253260"/>
            <a:ext cx="14173200" cy="4434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RDF commonly represents a statement as:</a:t>
            </a:r>
            <a:endParaRPr/>
          </a:p>
        </p:txBody>
      </p:sp>
      <p:sp>
        <p:nvSpPr>
          <p:cNvPr id="525" name="Google Shape;525;g3fb0e9563c7_0_146"/>
          <p:cNvSpPr/>
          <p:nvPr/>
        </p:nvSpPr>
        <p:spPr>
          <a:xfrm>
            <a:off x="1828800" y="4076220"/>
            <a:ext cx="3657600" cy="7314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SUBJECT</a:t>
            </a:r>
            <a:endParaRPr/>
          </a:p>
        </p:txBody>
      </p:sp>
      <p:sp>
        <p:nvSpPr>
          <p:cNvPr id="526" name="Google Shape;526;g3fb0e9563c7_0_146"/>
          <p:cNvSpPr/>
          <p:nvPr/>
        </p:nvSpPr>
        <p:spPr>
          <a:xfrm>
            <a:off x="7315200" y="4076220"/>
            <a:ext cx="3657600" cy="7314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PREDICATE</a:t>
            </a:r>
            <a:endParaRPr/>
          </a:p>
        </p:txBody>
      </p:sp>
      <p:sp>
        <p:nvSpPr>
          <p:cNvPr id="527" name="Google Shape;527;g3fb0e9563c7_0_146"/>
          <p:cNvSpPr/>
          <p:nvPr/>
        </p:nvSpPr>
        <p:spPr>
          <a:xfrm>
            <a:off x="12801600" y="4076220"/>
            <a:ext cx="3657600" cy="7314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OBJECT</a:t>
            </a:r>
            <a:endParaRPr/>
          </a:p>
        </p:txBody>
      </p:sp>
      <p:cxnSp>
        <p:nvCxnSpPr>
          <p:cNvPr id="528" name="Google Shape;528;g3fb0e9563c7_0_146"/>
          <p:cNvCxnSpPr/>
          <p:nvPr/>
        </p:nvCxnSpPr>
        <p:spPr>
          <a:xfrm>
            <a:off x="5486400" y="4441980"/>
            <a:ext cx="16458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cxnSp>
        <p:nvCxnSpPr>
          <p:cNvPr id="529" name="Google Shape;529;g3fb0e9563c7_0_146"/>
          <p:cNvCxnSpPr/>
          <p:nvPr/>
        </p:nvCxnSpPr>
        <p:spPr>
          <a:xfrm>
            <a:off x="10972800" y="4441980"/>
            <a:ext cx="16458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530" name="Google Shape;530;g3fb0e9563c7_0_146"/>
          <p:cNvSpPr/>
          <p:nvPr/>
        </p:nvSpPr>
        <p:spPr>
          <a:xfrm>
            <a:off x="1828800" y="5493539"/>
            <a:ext cx="36576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Akash</a:t>
            </a:r>
            <a:endParaRPr/>
          </a:p>
        </p:txBody>
      </p:sp>
      <p:sp>
        <p:nvSpPr>
          <p:cNvPr id="531" name="Google Shape;531;g3fb0e9563c7_0_146"/>
          <p:cNvSpPr/>
          <p:nvPr/>
        </p:nvSpPr>
        <p:spPr>
          <a:xfrm>
            <a:off x="7315200" y="5493539"/>
            <a:ext cx="36576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enrolled in</a:t>
            </a:r>
            <a:endParaRPr/>
          </a:p>
        </p:txBody>
      </p:sp>
      <p:sp>
        <p:nvSpPr>
          <p:cNvPr id="532" name="Google Shape;532;g3fb0e9563c7_0_146"/>
          <p:cNvSpPr/>
          <p:nvPr/>
        </p:nvSpPr>
        <p:spPr>
          <a:xfrm>
            <a:off x="12801600" y="5493539"/>
            <a:ext cx="36576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B.Tech CSE</a:t>
            </a:r>
            <a:endParaRPr/>
          </a:p>
        </p:txBody>
      </p:sp>
      <p:cxnSp>
        <p:nvCxnSpPr>
          <p:cNvPr id="533" name="Google Shape;533;g3fb0e9563c7_0_146"/>
          <p:cNvCxnSpPr/>
          <p:nvPr/>
        </p:nvCxnSpPr>
        <p:spPr>
          <a:xfrm>
            <a:off x="5486400" y="5841012"/>
            <a:ext cx="16458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cxnSp>
        <p:nvCxnSpPr>
          <p:cNvPr id="534" name="Google Shape;534;g3fb0e9563c7_0_146"/>
          <p:cNvCxnSpPr/>
          <p:nvPr/>
        </p:nvCxnSpPr>
        <p:spPr>
          <a:xfrm>
            <a:off x="10972800" y="5841012"/>
            <a:ext cx="16458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535" name="Google Shape;535;g3fb0e9563c7_0_146"/>
          <p:cNvSpPr txBox="1"/>
          <p:nvPr/>
        </p:nvSpPr>
        <p:spPr>
          <a:xfrm>
            <a:off x="1828800" y="6956580"/>
            <a:ext cx="2926200" cy="4434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Ontology</a:t>
            </a:r>
            <a:endParaRPr/>
          </a:p>
        </p:txBody>
      </p:sp>
      <p:sp>
        <p:nvSpPr>
          <p:cNvPr id="536" name="Google Shape;536;g3fb0e9563c7_0_146"/>
          <p:cNvSpPr txBox="1"/>
          <p:nvPr/>
        </p:nvSpPr>
        <p:spPr>
          <a:xfrm>
            <a:off x="4572000" y="6956580"/>
            <a:ext cx="11887200" cy="4125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Defines concepts and relationships in a domain.</a:t>
            </a:r>
            <a:endParaRPr/>
          </a:p>
        </p:txBody>
      </p:sp>
      <p:sp>
        <p:nvSpPr>
          <p:cNvPr id="537" name="Google Shape;537;g3fb0e9563c7_0_146"/>
          <p:cNvSpPr txBox="1"/>
          <p:nvPr/>
        </p:nvSpPr>
        <p:spPr>
          <a:xfrm>
            <a:off x="1828800" y="7733820"/>
            <a:ext cx="14630400" cy="3972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100" b="0" i="0" u="none" strike="noStrike" cap="none">
                <a:solidFill>
                  <a:srgbClr val="5A5A5A"/>
                </a:solidFill>
                <a:latin typeface="Times New Roman"/>
                <a:ea typeface="Times New Roman"/>
                <a:cs typeface="Times New Roman"/>
                <a:sym typeface="Times New Roman"/>
              </a:rPr>
              <a:t>Example: Student → enrolled in → Course; Course → offered by → Department</a:t>
            </a:r>
            <a:endParaRPr/>
          </a:p>
        </p:txBody>
      </p:sp>
      <p:sp>
        <p:nvSpPr>
          <p:cNvPr id="538" name="Google Shape;538;g3fb0e9563c7_0_146"/>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42</a:t>
            </a:r>
            <a:endParaRPr/>
          </a:p>
        </p:txBody>
      </p:sp>
      <p:sp>
        <p:nvSpPr>
          <p:cNvPr id="539" name="Google Shape;539;g3fb0e9563c7_0_146"/>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g3fb0e9563c7_0_166"/>
          <p:cNvSpPr txBox="1"/>
          <p:nvPr/>
        </p:nvSpPr>
        <p:spPr>
          <a:xfrm>
            <a:off x="3246150" y="2532118"/>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SEMANTIC WEB: APPLICATIONS AND BENEFITS</a:t>
            </a:r>
            <a:endParaRPr/>
          </a:p>
        </p:txBody>
      </p:sp>
      <p:sp>
        <p:nvSpPr>
          <p:cNvPr id="545" name="Google Shape;545;g3fb0e9563c7_0_166"/>
          <p:cNvSpPr/>
          <p:nvPr/>
        </p:nvSpPr>
        <p:spPr>
          <a:xfrm>
            <a:off x="1874550" y="3629398"/>
            <a:ext cx="6400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Applications</a:t>
            </a:r>
            <a:endParaRPr/>
          </a:p>
        </p:txBody>
      </p:sp>
      <p:sp>
        <p:nvSpPr>
          <p:cNvPr id="546" name="Google Shape;546;g3fb0e9563c7_0_166"/>
          <p:cNvSpPr txBox="1"/>
          <p:nvPr/>
        </p:nvSpPr>
        <p:spPr>
          <a:xfrm>
            <a:off x="2057430" y="4498078"/>
            <a:ext cx="6035100" cy="29343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600" b="0" i="0" u="none" strike="noStrike" cap="none">
                <a:solidFill>
                  <a:srgbClr val="000000"/>
                </a:solidFill>
                <a:latin typeface="Times New Roman"/>
                <a:ea typeface="Times New Roman"/>
                <a:cs typeface="Times New Roman"/>
                <a:sym typeface="Times New Roman"/>
              </a:rPr>
              <a:t>Semantic search and knowledge graphs</a:t>
            </a:r>
            <a:endParaRPr sz="19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Data integration across different sources</a:t>
            </a:r>
            <a:endParaRPr sz="19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Digital libraries and research data</a:t>
            </a:r>
            <a:endParaRPr sz="19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E-commerce product metadata</a:t>
            </a:r>
            <a:endParaRPr sz="19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Healthcare and scientific knowledge representation</a:t>
            </a:r>
            <a:endParaRPr sz="1900"/>
          </a:p>
        </p:txBody>
      </p:sp>
      <p:sp>
        <p:nvSpPr>
          <p:cNvPr id="547" name="Google Shape;547;g3fb0e9563c7_0_166"/>
          <p:cNvSpPr/>
          <p:nvPr/>
        </p:nvSpPr>
        <p:spPr>
          <a:xfrm>
            <a:off x="9829830" y="3629398"/>
            <a:ext cx="6400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Benefits</a:t>
            </a:r>
            <a:endParaRPr/>
          </a:p>
        </p:txBody>
      </p:sp>
      <p:sp>
        <p:nvSpPr>
          <p:cNvPr id="548" name="Google Shape;548;g3fb0e9563c7_0_166"/>
          <p:cNvSpPr txBox="1"/>
          <p:nvPr/>
        </p:nvSpPr>
        <p:spPr>
          <a:xfrm>
            <a:off x="10012710" y="4498078"/>
            <a:ext cx="6035100" cy="25140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600" b="0" i="0" u="none" strike="noStrike" cap="none">
                <a:solidFill>
                  <a:srgbClr val="000000"/>
                </a:solidFill>
                <a:latin typeface="Times New Roman"/>
                <a:ea typeface="Times New Roman"/>
                <a:cs typeface="Times New Roman"/>
                <a:sym typeface="Times New Roman"/>
              </a:rPr>
              <a:t>Machine-readable meaning</a:t>
            </a:r>
            <a:endParaRPr sz="19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Better interoperability</a:t>
            </a:r>
            <a:endParaRPr sz="19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Data reuse and integration</a:t>
            </a:r>
            <a:endParaRPr sz="19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More precise queries</a:t>
            </a:r>
            <a:endParaRPr sz="19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Automated reasoning and discovery</a:t>
            </a:r>
            <a:endParaRPr sz="1900"/>
          </a:p>
        </p:txBody>
      </p:sp>
      <p:sp>
        <p:nvSpPr>
          <p:cNvPr id="549" name="Google Shape;549;g3fb0e9563c7_0_166"/>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43</a:t>
            </a:r>
            <a:endParaRPr/>
          </a:p>
        </p:txBody>
      </p:sp>
      <p:sp>
        <p:nvSpPr>
          <p:cNvPr id="550" name="Google Shape;550;g3fb0e9563c7_0_166"/>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g3fb0e9563c7_0_176"/>
          <p:cNvSpPr txBox="1"/>
          <p:nvPr/>
        </p:nvSpPr>
        <p:spPr>
          <a:xfrm>
            <a:off x="2715150" y="2623292"/>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3. WEB 3.0 / WEB3</a:t>
            </a:r>
            <a:endParaRPr/>
          </a:p>
        </p:txBody>
      </p:sp>
      <p:sp>
        <p:nvSpPr>
          <p:cNvPr id="556" name="Google Shape;556;g3fb0e9563c7_0_176"/>
          <p:cNvSpPr txBox="1"/>
          <p:nvPr/>
        </p:nvSpPr>
        <p:spPr>
          <a:xfrm>
            <a:off x="2532270" y="3583413"/>
            <a:ext cx="13533000" cy="51276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500" b="1" i="0" u="none" strike="noStrike" cap="none">
                <a:solidFill>
                  <a:srgbClr val="000000"/>
                </a:solidFill>
                <a:latin typeface="Times New Roman"/>
                <a:ea typeface="Times New Roman"/>
                <a:cs typeface="Times New Roman"/>
                <a:sym typeface="Times New Roman"/>
              </a:rPr>
              <a:t>Terminology</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“Web 3.0” has historically been used for the Semantic Web and other intelligent-web ideas. In current industry discussions, “Web3” commonly refers to a more decentralized, blockchain-enabled web.</a:t>
            </a:r>
            <a:endParaRPr sz="1800"/>
          </a:p>
          <a:p>
            <a:pPr marL="0" marR="0" lvl="0" indent="0" algn="l" rtl="0">
              <a:lnSpc>
                <a:spcPct val="105000"/>
              </a:lnSpc>
              <a:spcBef>
                <a:spcPts val="700"/>
              </a:spcBef>
              <a:spcAft>
                <a:spcPts val="0"/>
              </a:spcAft>
              <a:buNone/>
            </a:pPr>
            <a:r>
              <a:rPr lang="en-US" sz="2500" b="1" i="0" u="none" strike="noStrike" cap="none">
                <a:solidFill>
                  <a:srgbClr val="000000"/>
                </a:solidFill>
                <a:latin typeface="Times New Roman"/>
                <a:ea typeface="Times New Roman"/>
                <a:cs typeface="Times New Roman"/>
                <a:sym typeface="Times New Roman"/>
              </a:rPr>
              <a:t>Core vision</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Users interact with applications and decentralized networks rather than relying entirely on a single central platform.</a:t>
            </a:r>
            <a:endParaRPr sz="1800"/>
          </a:p>
          <a:p>
            <a:pPr marL="0" marR="0" lvl="0" indent="0" algn="l" rtl="0">
              <a:lnSpc>
                <a:spcPct val="105000"/>
              </a:lnSpc>
              <a:spcBef>
                <a:spcPts val="700"/>
              </a:spcBef>
              <a:spcAft>
                <a:spcPts val="0"/>
              </a:spcAft>
              <a:buNone/>
            </a:pPr>
            <a:r>
              <a:rPr lang="en-US" sz="2500" b="1" i="0" u="none" strike="noStrike" cap="none">
                <a:solidFill>
                  <a:srgbClr val="000000"/>
                </a:solidFill>
                <a:latin typeface="Times New Roman"/>
                <a:ea typeface="Times New Roman"/>
                <a:cs typeface="Times New Roman"/>
                <a:sym typeface="Times New Roman"/>
              </a:rPr>
              <a:t>Common technologies</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Blockchain • Smart contracts • Tokens • Decentralized applications (dApps) • Cryptographic wallets</a:t>
            </a:r>
            <a:endParaRPr sz="1800"/>
          </a:p>
          <a:p>
            <a:pPr marL="0" marR="0" lvl="0" indent="0" algn="l" rtl="0">
              <a:lnSpc>
                <a:spcPct val="105000"/>
              </a:lnSpc>
              <a:spcBef>
                <a:spcPts val="700"/>
              </a:spcBef>
              <a:spcAft>
                <a:spcPts val="0"/>
              </a:spcAft>
              <a:buNone/>
            </a:pPr>
            <a:r>
              <a:rPr lang="en-US" sz="2500" b="1" i="0" u="none" strike="noStrike" cap="none">
                <a:solidFill>
                  <a:srgbClr val="000000"/>
                </a:solidFill>
                <a:latin typeface="Times New Roman"/>
                <a:ea typeface="Times New Roman"/>
                <a:cs typeface="Times New Roman"/>
                <a:sym typeface="Times New Roman"/>
              </a:rPr>
              <a:t>Important distinction</a:t>
            </a:r>
            <a:endParaRPr sz="18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Web3 is not simply “the next version” of the Web; it is a broad and evolving design vision with technical, economic and governance trade-offs.</a:t>
            </a:r>
            <a:endParaRPr sz="1800"/>
          </a:p>
        </p:txBody>
      </p:sp>
      <p:sp>
        <p:nvSpPr>
          <p:cNvPr id="557" name="Google Shape;557;g3fb0e9563c7_0_176"/>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44</a:t>
            </a:r>
            <a:endParaRPr/>
          </a:p>
        </p:txBody>
      </p:sp>
      <p:sp>
        <p:nvSpPr>
          <p:cNvPr id="558" name="Google Shape;558;g3fb0e9563c7_0_176"/>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g3fb0e9563c7_0_183"/>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WEB 2.0 vs WEB3</a:t>
            </a:r>
            <a:endParaRPr/>
          </a:p>
        </p:txBody>
      </p:sp>
      <p:sp>
        <p:nvSpPr>
          <p:cNvPr id="564" name="Google Shape;564;g3fb0e9563c7_0_183"/>
          <p:cNvSpPr/>
          <p:nvPr/>
        </p:nvSpPr>
        <p:spPr>
          <a:xfrm>
            <a:off x="914400" y="1463040"/>
            <a:ext cx="32919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Aspect</a:t>
            </a:r>
            <a:endParaRPr/>
          </a:p>
        </p:txBody>
      </p:sp>
      <p:sp>
        <p:nvSpPr>
          <p:cNvPr id="565" name="Google Shape;565;g3fb0e9563c7_0_183"/>
          <p:cNvSpPr/>
          <p:nvPr/>
        </p:nvSpPr>
        <p:spPr>
          <a:xfrm>
            <a:off x="4754880" y="1463040"/>
            <a:ext cx="49377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Web 2.0</a:t>
            </a:r>
            <a:endParaRPr/>
          </a:p>
        </p:txBody>
      </p:sp>
      <p:sp>
        <p:nvSpPr>
          <p:cNvPr id="566" name="Google Shape;566;g3fb0e9563c7_0_183"/>
          <p:cNvSpPr/>
          <p:nvPr/>
        </p:nvSpPr>
        <p:spPr>
          <a:xfrm>
            <a:off x="10424160" y="1463040"/>
            <a:ext cx="64008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000000"/>
                </a:solidFill>
                <a:latin typeface="Times New Roman"/>
                <a:ea typeface="Times New Roman"/>
                <a:cs typeface="Times New Roman"/>
                <a:sym typeface="Times New Roman"/>
              </a:rPr>
              <a:t>Web3</a:t>
            </a:r>
            <a:endParaRPr/>
          </a:p>
        </p:txBody>
      </p:sp>
      <p:sp>
        <p:nvSpPr>
          <p:cNvPr id="567" name="Google Shape;567;g3fb0e9563c7_0_183"/>
          <p:cNvSpPr/>
          <p:nvPr/>
        </p:nvSpPr>
        <p:spPr>
          <a:xfrm>
            <a:off x="914400" y="2240280"/>
            <a:ext cx="32919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Architecture</a:t>
            </a:r>
            <a:endParaRPr/>
          </a:p>
        </p:txBody>
      </p:sp>
      <p:sp>
        <p:nvSpPr>
          <p:cNvPr id="568" name="Google Shape;568;g3fb0e9563c7_0_183"/>
          <p:cNvSpPr/>
          <p:nvPr/>
        </p:nvSpPr>
        <p:spPr>
          <a:xfrm>
            <a:off x="4754880" y="2240280"/>
            <a:ext cx="49377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Centralized platforms and servers</a:t>
            </a:r>
            <a:endParaRPr/>
          </a:p>
        </p:txBody>
      </p:sp>
      <p:sp>
        <p:nvSpPr>
          <p:cNvPr id="569" name="Google Shape;569;g3fb0e9563c7_0_183"/>
          <p:cNvSpPr/>
          <p:nvPr/>
        </p:nvSpPr>
        <p:spPr>
          <a:xfrm>
            <a:off x="10424160" y="2240280"/>
            <a:ext cx="64008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Decentralized networks and protocols</a:t>
            </a:r>
            <a:endParaRPr/>
          </a:p>
        </p:txBody>
      </p:sp>
      <p:sp>
        <p:nvSpPr>
          <p:cNvPr id="570" name="Google Shape;570;g3fb0e9563c7_0_183"/>
          <p:cNvSpPr/>
          <p:nvPr/>
        </p:nvSpPr>
        <p:spPr>
          <a:xfrm>
            <a:off x="914400" y="3154680"/>
            <a:ext cx="32919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Data / state</a:t>
            </a:r>
            <a:endParaRPr/>
          </a:p>
        </p:txBody>
      </p:sp>
      <p:sp>
        <p:nvSpPr>
          <p:cNvPr id="571" name="Google Shape;571;g3fb0e9563c7_0_183"/>
          <p:cNvSpPr/>
          <p:nvPr/>
        </p:nvSpPr>
        <p:spPr>
          <a:xfrm>
            <a:off x="4754880" y="3154680"/>
            <a:ext cx="49377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Often controlled by platform</a:t>
            </a:r>
            <a:endParaRPr/>
          </a:p>
        </p:txBody>
      </p:sp>
      <p:sp>
        <p:nvSpPr>
          <p:cNvPr id="572" name="Google Shape;572;g3fb0e9563c7_0_183"/>
          <p:cNvSpPr/>
          <p:nvPr/>
        </p:nvSpPr>
        <p:spPr>
          <a:xfrm>
            <a:off x="10424160" y="3154680"/>
            <a:ext cx="64008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Can be distributed across blockchain/network</a:t>
            </a:r>
            <a:endParaRPr/>
          </a:p>
        </p:txBody>
      </p:sp>
      <p:sp>
        <p:nvSpPr>
          <p:cNvPr id="573" name="Google Shape;573;g3fb0e9563c7_0_183"/>
          <p:cNvSpPr/>
          <p:nvPr/>
        </p:nvSpPr>
        <p:spPr>
          <a:xfrm>
            <a:off x="914400" y="4069080"/>
            <a:ext cx="32919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Identity</a:t>
            </a:r>
            <a:endParaRPr/>
          </a:p>
        </p:txBody>
      </p:sp>
      <p:sp>
        <p:nvSpPr>
          <p:cNvPr id="574" name="Google Shape;574;g3fb0e9563c7_0_183"/>
          <p:cNvSpPr/>
          <p:nvPr/>
        </p:nvSpPr>
        <p:spPr>
          <a:xfrm>
            <a:off x="4754880" y="4069080"/>
            <a:ext cx="49377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Platform accounts</a:t>
            </a:r>
            <a:endParaRPr/>
          </a:p>
        </p:txBody>
      </p:sp>
      <p:sp>
        <p:nvSpPr>
          <p:cNvPr id="575" name="Google Shape;575;g3fb0e9563c7_0_183"/>
          <p:cNvSpPr/>
          <p:nvPr/>
        </p:nvSpPr>
        <p:spPr>
          <a:xfrm>
            <a:off x="10424160" y="4069080"/>
            <a:ext cx="64008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Wallet / cryptographic identity may be used</a:t>
            </a:r>
            <a:endParaRPr/>
          </a:p>
        </p:txBody>
      </p:sp>
      <p:sp>
        <p:nvSpPr>
          <p:cNvPr id="576" name="Google Shape;576;g3fb0e9563c7_0_183"/>
          <p:cNvSpPr/>
          <p:nvPr/>
        </p:nvSpPr>
        <p:spPr>
          <a:xfrm>
            <a:off x="914400" y="4983480"/>
            <a:ext cx="32919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Applications</a:t>
            </a:r>
            <a:endParaRPr/>
          </a:p>
        </p:txBody>
      </p:sp>
      <p:sp>
        <p:nvSpPr>
          <p:cNvPr id="577" name="Google Shape;577;g3fb0e9563c7_0_183"/>
          <p:cNvSpPr/>
          <p:nvPr/>
        </p:nvSpPr>
        <p:spPr>
          <a:xfrm>
            <a:off x="4754880" y="4983480"/>
            <a:ext cx="49377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Web applications</a:t>
            </a:r>
            <a:endParaRPr/>
          </a:p>
        </p:txBody>
      </p:sp>
      <p:sp>
        <p:nvSpPr>
          <p:cNvPr id="578" name="Google Shape;578;g3fb0e9563c7_0_183"/>
          <p:cNvSpPr/>
          <p:nvPr/>
        </p:nvSpPr>
        <p:spPr>
          <a:xfrm>
            <a:off x="10424160" y="4983480"/>
            <a:ext cx="64008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dApps + conventional components</a:t>
            </a:r>
            <a:endParaRPr/>
          </a:p>
        </p:txBody>
      </p:sp>
      <p:sp>
        <p:nvSpPr>
          <p:cNvPr id="579" name="Google Shape;579;g3fb0e9563c7_0_183"/>
          <p:cNvSpPr/>
          <p:nvPr/>
        </p:nvSpPr>
        <p:spPr>
          <a:xfrm>
            <a:off x="914400" y="5897880"/>
            <a:ext cx="32919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Automation</a:t>
            </a:r>
            <a:endParaRPr/>
          </a:p>
        </p:txBody>
      </p:sp>
      <p:sp>
        <p:nvSpPr>
          <p:cNvPr id="580" name="Google Shape;580;g3fb0e9563c7_0_183"/>
          <p:cNvSpPr/>
          <p:nvPr/>
        </p:nvSpPr>
        <p:spPr>
          <a:xfrm>
            <a:off x="4754880" y="5897880"/>
            <a:ext cx="49377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Server-side application logic</a:t>
            </a:r>
            <a:endParaRPr/>
          </a:p>
        </p:txBody>
      </p:sp>
      <p:sp>
        <p:nvSpPr>
          <p:cNvPr id="581" name="Google Shape;581;g3fb0e9563c7_0_183"/>
          <p:cNvSpPr/>
          <p:nvPr/>
        </p:nvSpPr>
        <p:spPr>
          <a:xfrm>
            <a:off x="10424160" y="5897880"/>
            <a:ext cx="64008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Smart contracts can automate on-chain rules</a:t>
            </a:r>
            <a:endParaRPr/>
          </a:p>
        </p:txBody>
      </p:sp>
      <p:sp>
        <p:nvSpPr>
          <p:cNvPr id="582" name="Google Shape;582;g3fb0e9563c7_0_183"/>
          <p:cNvSpPr/>
          <p:nvPr/>
        </p:nvSpPr>
        <p:spPr>
          <a:xfrm>
            <a:off x="914400" y="6812280"/>
            <a:ext cx="32919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Trade-offs</a:t>
            </a:r>
            <a:endParaRPr/>
          </a:p>
        </p:txBody>
      </p:sp>
      <p:sp>
        <p:nvSpPr>
          <p:cNvPr id="583" name="Google Shape;583;g3fb0e9563c7_0_183"/>
          <p:cNvSpPr/>
          <p:nvPr/>
        </p:nvSpPr>
        <p:spPr>
          <a:xfrm>
            <a:off x="4754880" y="6812280"/>
            <a:ext cx="49377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Mature UX and high throughput</a:t>
            </a:r>
            <a:endParaRPr/>
          </a:p>
        </p:txBody>
      </p:sp>
      <p:sp>
        <p:nvSpPr>
          <p:cNvPr id="584" name="Google Shape;584;g3fb0e9563c7_0_183"/>
          <p:cNvSpPr/>
          <p:nvPr/>
        </p:nvSpPr>
        <p:spPr>
          <a:xfrm>
            <a:off x="10424160" y="6812280"/>
            <a:ext cx="6400800" cy="7131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New trust, cost, scalability and usability trade-offs</a:t>
            </a:r>
            <a:endParaRPr/>
          </a:p>
        </p:txBody>
      </p:sp>
      <p:sp>
        <p:nvSpPr>
          <p:cNvPr id="585" name="Google Shape;585;g3fb0e9563c7_0_183"/>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45</a:t>
            </a:r>
            <a:endParaRPr/>
          </a:p>
        </p:txBody>
      </p:sp>
      <p:sp>
        <p:nvSpPr>
          <p:cNvPr id="586" name="Google Shape;586;g3fb0e9563c7_0_183"/>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g3fb0e9563c7_0_210"/>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BASIC WEB3 / dApp ARCHITECTURE</a:t>
            </a:r>
            <a:endParaRPr/>
          </a:p>
        </p:txBody>
      </p:sp>
      <p:sp>
        <p:nvSpPr>
          <p:cNvPr id="592" name="Google Shape;592;g3fb0e9563c7_0_210"/>
          <p:cNvSpPr/>
          <p:nvPr/>
        </p:nvSpPr>
        <p:spPr>
          <a:xfrm>
            <a:off x="7315200" y="1280160"/>
            <a:ext cx="36576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User</a:t>
            </a:r>
            <a:endParaRPr/>
          </a:p>
        </p:txBody>
      </p:sp>
      <p:cxnSp>
        <p:nvCxnSpPr>
          <p:cNvPr id="593" name="Google Shape;593;g3fb0e9563c7_0_210"/>
          <p:cNvCxnSpPr/>
          <p:nvPr/>
        </p:nvCxnSpPr>
        <p:spPr>
          <a:xfrm>
            <a:off x="9144000" y="1965960"/>
            <a:ext cx="0" cy="4572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594" name="Google Shape;594;g3fb0e9563c7_0_210"/>
          <p:cNvSpPr/>
          <p:nvPr/>
        </p:nvSpPr>
        <p:spPr>
          <a:xfrm>
            <a:off x="5852160" y="2468880"/>
            <a:ext cx="6583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Web / Mobile Interface</a:t>
            </a:r>
            <a:endParaRPr/>
          </a:p>
        </p:txBody>
      </p:sp>
      <p:cxnSp>
        <p:nvCxnSpPr>
          <p:cNvPr id="595" name="Google Shape;595;g3fb0e9563c7_0_210"/>
          <p:cNvCxnSpPr/>
          <p:nvPr/>
        </p:nvCxnSpPr>
        <p:spPr>
          <a:xfrm>
            <a:off x="9144000" y="3154680"/>
            <a:ext cx="0" cy="4572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596" name="Google Shape;596;g3fb0e9563c7_0_210"/>
          <p:cNvSpPr/>
          <p:nvPr/>
        </p:nvSpPr>
        <p:spPr>
          <a:xfrm>
            <a:off x="5852160" y="3657600"/>
            <a:ext cx="6583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Wallet / Identity Layer</a:t>
            </a:r>
            <a:endParaRPr/>
          </a:p>
        </p:txBody>
      </p:sp>
      <p:cxnSp>
        <p:nvCxnSpPr>
          <p:cNvPr id="597" name="Google Shape;597;g3fb0e9563c7_0_210"/>
          <p:cNvCxnSpPr/>
          <p:nvPr/>
        </p:nvCxnSpPr>
        <p:spPr>
          <a:xfrm>
            <a:off x="9144000" y="4343400"/>
            <a:ext cx="0" cy="4116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598" name="Google Shape;598;g3fb0e9563c7_0_210"/>
          <p:cNvSpPr/>
          <p:nvPr/>
        </p:nvSpPr>
        <p:spPr>
          <a:xfrm>
            <a:off x="5852160" y="4800600"/>
            <a:ext cx="6583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Smart Contract</a:t>
            </a:r>
            <a:endParaRPr/>
          </a:p>
        </p:txBody>
      </p:sp>
      <p:cxnSp>
        <p:nvCxnSpPr>
          <p:cNvPr id="599" name="Google Shape;599;g3fb0e9563c7_0_210"/>
          <p:cNvCxnSpPr/>
          <p:nvPr/>
        </p:nvCxnSpPr>
        <p:spPr>
          <a:xfrm>
            <a:off x="9144000" y="5486400"/>
            <a:ext cx="0" cy="41160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600" name="Google Shape;600;g3fb0e9563c7_0_210"/>
          <p:cNvSpPr/>
          <p:nvPr/>
        </p:nvSpPr>
        <p:spPr>
          <a:xfrm>
            <a:off x="5852160" y="5943600"/>
            <a:ext cx="6583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000000"/>
                </a:solidFill>
                <a:latin typeface="Times New Roman"/>
                <a:ea typeface="Times New Roman"/>
                <a:cs typeface="Times New Roman"/>
                <a:sym typeface="Times New Roman"/>
              </a:rPr>
              <a:t>Blockchain Network</a:t>
            </a:r>
            <a:endParaRPr/>
          </a:p>
        </p:txBody>
      </p:sp>
      <p:sp>
        <p:nvSpPr>
          <p:cNvPr id="601" name="Google Shape;601;g3fb0e9563c7_0_210"/>
          <p:cNvSpPr txBox="1"/>
          <p:nvPr/>
        </p:nvSpPr>
        <p:spPr>
          <a:xfrm>
            <a:off x="2743200" y="7132320"/>
            <a:ext cx="13258800" cy="3816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5A5A5A"/>
                </a:solidFill>
                <a:latin typeface="Times New Roman"/>
                <a:ea typeface="Times New Roman"/>
                <a:cs typeface="Times New Roman"/>
                <a:sym typeface="Times New Roman"/>
              </a:rPr>
              <a:t>Conventional web services, APIs and off-chain storage may also be used alongside the blockchain.</a:t>
            </a:r>
            <a:endParaRPr/>
          </a:p>
        </p:txBody>
      </p:sp>
      <p:sp>
        <p:nvSpPr>
          <p:cNvPr id="602" name="Google Shape;602;g3fb0e9563c7_0_210"/>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46</a:t>
            </a:r>
            <a:endParaRPr/>
          </a:p>
        </p:txBody>
      </p:sp>
      <p:sp>
        <p:nvSpPr>
          <p:cNvPr id="603" name="Google Shape;603;g3fb0e9563c7_0_210"/>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g3fb0e9563c7_0_226"/>
          <p:cNvSpPr txBox="1"/>
          <p:nvPr/>
        </p:nvSpPr>
        <p:spPr>
          <a:xfrm>
            <a:off x="2834650" y="2205405"/>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4. BLOCKCHAIN BASICS</a:t>
            </a:r>
            <a:endParaRPr/>
          </a:p>
        </p:txBody>
      </p:sp>
      <p:sp>
        <p:nvSpPr>
          <p:cNvPr id="609" name="Google Shape;609;g3fb0e9563c7_0_226"/>
          <p:cNvSpPr txBox="1"/>
          <p:nvPr/>
        </p:nvSpPr>
        <p:spPr>
          <a:xfrm>
            <a:off x="2743210" y="3211245"/>
            <a:ext cx="13441800" cy="53046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600" b="1" i="0" u="none" strike="noStrike" cap="none">
                <a:solidFill>
                  <a:srgbClr val="000000"/>
                </a:solidFill>
                <a:latin typeface="Times New Roman"/>
                <a:ea typeface="Times New Roman"/>
                <a:cs typeface="Times New Roman"/>
                <a:sym typeface="Times New Roman"/>
              </a:rPr>
              <a:t>Definition</a:t>
            </a:r>
            <a:endParaRPr sz="18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Blockchain is a distributed digital ledger in which records are organized into blocks and linked using cryptographic techniques.</a:t>
            </a:r>
            <a:endParaRPr sz="1800"/>
          </a:p>
          <a:p>
            <a:pPr marL="0" marR="0" lvl="0" indent="0" algn="l" rtl="0">
              <a:lnSpc>
                <a:spcPct val="105000"/>
              </a:lnSpc>
              <a:spcBef>
                <a:spcPts val="700"/>
              </a:spcBef>
              <a:spcAft>
                <a:spcPts val="0"/>
              </a:spcAft>
              <a:buNone/>
            </a:pPr>
            <a:r>
              <a:rPr lang="en-US" sz="2600" b="1" i="0" u="none" strike="noStrike" cap="none">
                <a:solidFill>
                  <a:srgbClr val="000000"/>
                </a:solidFill>
                <a:latin typeface="Times New Roman"/>
                <a:ea typeface="Times New Roman"/>
                <a:cs typeface="Times New Roman"/>
                <a:sym typeface="Times New Roman"/>
              </a:rPr>
              <a:t>Core idea</a:t>
            </a:r>
            <a:endParaRPr sz="18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Instead of one central database being the only copy, participating nodes maintain and validate the ledger according to the network protocol.</a:t>
            </a:r>
            <a:endParaRPr sz="1800"/>
          </a:p>
          <a:p>
            <a:pPr marL="0" marR="0" lvl="0" indent="0" algn="l" rtl="0">
              <a:lnSpc>
                <a:spcPct val="105000"/>
              </a:lnSpc>
              <a:spcBef>
                <a:spcPts val="700"/>
              </a:spcBef>
              <a:spcAft>
                <a:spcPts val="0"/>
              </a:spcAft>
              <a:buNone/>
            </a:pPr>
            <a:r>
              <a:rPr lang="en-US" sz="2600" b="1" i="0" u="none" strike="noStrike" cap="none">
                <a:solidFill>
                  <a:srgbClr val="000000"/>
                </a:solidFill>
                <a:latin typeface="Times New Roman"/>
                <a:ea typeface="Times New Roman"/>
                <a:cs typeface="Times New Roman"/>
                <a:sym typeface="Times New Roman"/>
              </a:rPr>
              <a:t>Typical properties</a:t>
            </a:r>
            <a:endParaRPr sz="18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Distributed • Cryptographically linked records • Consensus • Traceability • Tamper-evident history</a:t>
            </a:r>
            <a:endParaRPr sz="1800"/>
          </a:p>
          <a:p>
            <a:pPr marL="0" marR="0" lvl="0" indent="0" algn="l" rtl="0">
              <a:lnSpc>
                <a:spcPct val="105000"/>
              </a:lnSpc>
              <a:spcBef>
                <a:spcPts val="700"/>
              </a:spcBef>
              <a:spcAft>
                <a:spcPts val="0"/>
              </a:spcAft>
              <a:buNone/>
            </a:pPr>
            <a:r>
              <a:rPr lang="en-US" sz="2600" b="1" i="0" u="none" strike="noStrike" cap="none">
                <a:solidFill>
                  <a:srgbClr val="000000"/>
                </a:solidFill>
                <a:latin typeface="Times New Roman"/>
                <a:ea typeface="Times New Roman"/>
                <a:cs typeface="Times New Roman"/>
                <a:sym typeface="Times New Roman"/>
              </a:rPr>
              <a:t>Important note</a:t>
            </a:r>
            <a:endParaRPr sz="1800"/>
          </a:p>
          <a:p>
            <a:pPr marL="0" marR="0" lvl="0" indent="0" algn="l" rtl="0">
              <a:lnSpc>
                <a:spcPct val="105000"/>
              </a:lnSpc>
              <a:spcBef>
                <a:spcPts val="700"/>
              </a:spcBef>
              <a:spcAft>
                <a:spcPts val="0"/>
              </a:spcAft>
              <a:buNone/>
            </a:pPr>
            <a:r>
              <a:rPr lang="en-US" sz="2600" b="0" i="0" u="none" strike="noStrike" cap="none">
                <a:solidFill>
                  <a:srgbClr val="000000"/>
                </a:solidFill>
                <a:latin typeface="Times New Roman"/>
                <a:ea typeface="Times New Roman"/>
                <a:cs typeface="Times New Roman"/>
                <a:sym typeface="Times New Roman"/>
              </a:rPr>
              <a:t>Blockchain is a technology; cryptocurrency is only one class of application built using blockchain networks.</a:t>
            </a:r>
            <a:endParaRPr sz="1800"/>
          </a:p>
        </p:txBody>
      </p:sp>
      <p:sp>
        <p:nvSpPr>
          <p:cNvPr id="610" name="Google Shape;610;g3fb0e9563c7_0_226"/>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47</a:t>
            </a:r>
            <a:endParaRPr/>
          </a:p>
        </p:txBody>
      </p:sp>
      <p:sp>
        <p:nvSpPr>
          <p:cNvPr id="611" name="Google Shape;611;g3fb0e9563c7_0_226"/>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g3fb0e9563c7_0_233"/>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BLOCK STRUCTURE AND HASHING</a:t>
            </a:r>
            <a:endParaRPr/>
          </a:p>
        </p:txBody>
      </p:sp>
      <p:sp>
        <p:nvSpPr>
          <p:cNvPr id="617" name="Google Shape;617;g3fb0e9563c7_0_233"/>
          <p:cNvSpPr/>
          <p:nvPr/>
        </p:nvSpPr>
        <p:spPr>
          <a:xfrm>
            <a:off x="1188720" y="1828800"/>
            <a:ext cx="4572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BLOCK 1</a:t>
            </a:r>
            <a:endParaRPr/>
          </a:p>
        </p:txBody>
      </p:sp>
      <p:sp>
        <p:nvSpPr>
          <p:cNvPr id="618" name="Google Shape;618;g3fb0e9563c7_0_233"/>
          <p:cNvSpPr txBox="1"/>
          <p:nvPr/>
        </p:nvSpPr>
        <p:spPr>
          <a:xfrm>
            <a:off x="1463040" y="2743200"/>
            <a:ext cx="4023300" cy="13053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Transactions / Data</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Timestamp</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Previous Hash: —</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Current Hash: ABC123</a:t>
            </a:r>
            <a:endParaRPr/>
          </a:p>
        </p:txBody>
      </p:sp>
      <p:sp>
        <p:nvSpPr>
          <p:cNvPr id="619" name="Google Shape;619;g3fb0e9563c7_0_233"/>
          <p:cNvSpPr/>
          <p:nvPr/>
        </p:nvSpPr>
        <p:spPr>
          <a:xfrm>
            <a:off x="6583680" y="1828800"/>
            <a:ext cx="4572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BLOCK 2</a:t>
            </a:r>
            <a:endParaRPr/>
          </a:p>
        </p:txBody>
      </p:sp>
      <p:sp>
        <p:nvSpPr>
          <p:cNvPr id="620" name="Google Shape;620;g3fb0e9563c7_0_233"/>
          <p:cNvSpPr txBox="1"/>
          <p:nvPr/>
        </p:nvSpPr>
        <p:spPr>
          <a:xfrm>
            <a:off x="6858000" y="2743200"/>
            <a:ext cx="4023300" cy="13053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Transactions / Data</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Timestamp</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Previous Hash: ABC123</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Current Hash: XYZ789</a:t>
            </a:r>
            <a:endParaRPr/>
          </a:p>
        </p:txBody>
      </p:sp>
      <p:sp>
        <p:nvSpPr>
          <p:cNvPr id="621" name="Google Shape;621;g3fb0e9563c7_0_233"/>
          <p:cNvSpPr/>
          <p:nvPr/>
        </p:nvSpPr>
        <p:spPr>
          <a:xfrm>
            <a:off x="11978640" y="1828800"/>
            <a:ext cx="4572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BLOCK 3</a:t>
            </a:r>
            <a:endParaRPr/>
          </a:p>
        </p:txBody>
      </p:sp>
      <p:sp>
        <p:nvSpPr>
          <p:cNvPr id="622" name="Google Shape;622;g3fb0e9563c7_0_233"/>
          <p:cNvSpPr txBox="1"/>
          <p:nvPr/>
        </p:nvSpPr>
        <p:spPr>
          <a:xfrm>
            <a:off x="12252960" y="2743200"/>
            <a:ext cx="4023300" cy="13053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Transactions / Data</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Timestamp</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Previous Hash: XYZ789</a:t>
            </a:r>
            <a:br>
              <a:rPr lang="en-US" sz="2000" b="0" i="0" u="none" strike="noStrike" cap="none">
                <a:solidFill>
                  <a:srgbClr val="000000"/>
                </a:solidFill>
                <a:latin typeface="Times New Roman"/>
                <a:ea typeface="Times New Roman"/>
                <a:cs typeface="Times New Roman"/>
                <a:sym typeface="Times New Roman"/>
              </a:rPr>
            </a:br>
            <a:r>
              <a:rPr lang="en-US" sz="2000" b="0" i="0" u="none" strike="noStrike" cap="none">
                <a:solidFill>
                  <a:srgbClr val="000000"/>
                </a:solidFill>
                <a:latin typeface="Times New Roman"/>
                <a:ea typeface="Times New Roman"/>
                <a:cs typeface="Times New Roman"/>
                <a:sym typeface="Times New Roman"/>
              </a:rPr>
              <a:t>Current Hash: LMN456</a:t>
            </a:r>
            <a:endParaRPr/>
          </a:p>
        </p:txBody>
      </p:sp>
      <p:cxnSp>
        <p:nvCxnSpPr>
          <p:cNvPr id="623" name="Google Shape;623;g3fb0e9563c7_0_233"/>
          <p:cNvCxnSpPr/>
          <p:nvPr/>
        </p:nvCxnSpPr>
        <p:spPr>
          <a:xfrm>
            <a:off x="5806440" y="3246120"/>
            <a:ext cx="6858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cxnSp>
        <p:nvCxnSpPr>
          <p:cNvPr id="624" name="Google Shape;624;g3fb0e9563c7_0_233"/>
          <p:cNvCxnSpPr/>
          <p:nvPr/>
        </p:nvCxnSpPr>
        <p:spPr>
          <a:xfrm>
            <a:off x="11201400" y="3246120"/>
            <a:ext cx="685800" cy="0"/>
          </a:xfrm>
          <a:prstGeom prst="straightConnector1">
            <a:avLst/>
          </a:prstGeom>
          <a:noFill/>
          <a:ln w="19050" cap="flat" cmpd="sng">
            <a:solidFill>
              <a:srgbClr val="5A5A5A"/>
            </a:solidFill>
            <a:prstDash val="solid"/>
            <a:round/>
            <a:headEnd type="none" w="sm" len="sm"/>
            <a:tailEnd type="none" w="sm" len="sm"/>
          </a:ln>
          <a:effectLst>
            <a:outerShdw blurRad="40000" dist="20000" dir="5400000" rotWithShape="0">
              <a:srgbClr val="000000">
                <a:alpha val="38040"/>
              </a:srgbClr>
            </a:outerShdw>
          </a:effectLst>
        </p:spPr>
      </p:cxnSp>
      <p:sp>
        <p:nvSpPr>
          <p:cNvPr id="625" name="Google Shape;625;g3fb0e9563c7_0_233"/>
          <p:cNvSpPr txBox="1"/>
          <p:nvPr/>
        </p:nvSpPr>
        <p:spPr>
          <a:xfrm>
            <a:off x="2103120" y="5623560"/>
            <a:ext cx="13899000" cy="4125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000000"/>
                </a:solidFill>
                <a:latin typeface="Times New Roman"/>
                <a:ea typeface="Times New Roman"/>
                <a:cs typeface="Times New Roman"/>
                <a:sym typeface="Times New Roman"/>
              </a:rPr>
              <a:t>Hashing converts input data into a fixed-size value. If stored data changes, its hash changes, making tampering detectable.</a:t>
            </a:r>
            <a:endParaRPr/>
          </a:p>
        </p:txBody>
      </p:sp>
      <p:sp>
        <p:nvSpPr>
          <p:cNvPr id="626" name="Google Shape;626;g3fb0e9563c7_0_233"/>
          <p:cNvSpPr txBox="1"/>
          <p:nvPr/>
        </p:nvSpPr>
        <p:spPr>
          <a:xfrm>
            <a:off x="2194560" y="6812280"/>
            <a:ext cx="13716000" cy="3663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1900" b="0" i="0" u="none" strike="noStrike" cap="none">
                <a:solidFill>
                  <a:srgbClr val="5A5A5A"/>
                </a:solidFill>
                <a:latin typeface="Times New Roman"/>
                <a:ea typeface="Times New Roman"/>
                <a:cs typeface="Times New Roman"/>
                <a:sym typeface="Times New Roman"/>
              </a:rPr>
              <a:t>Blockchain security also depends on consensus, cryptography, network design and implementation—not hashing alone.</a:t>
            </a:r>
            <a:endParaRPr/>
          </a:p>
        </p:txBody>
      </p:sp>
      <p:sp>
        <p:nvSpPr>
          <p:cNvPr id="627" name="Google Shape;627;g3fb0e9563c7_0_233"/>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48</a:t>
            </a:r>
            <a:endParaRPr/>
          </a:p>
        </p:txBody>
      </p:sp>
      <p:sp>
        <p:nvSpPr>
          <p:cNvPr id="628" name="Google Shape;628;g3fb0e9563c7_0_233"/>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g3fb0e9563c7_0_249"/>
          <p:cNvSpPr txBox="1"/>
          <p:nvPr/>
        </p:nvSpPr>
        <p:spPr>
          <a:xfrm>
            <a:off x="2834650" y="1644805"/>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BLOCKCHAIN TRANSACTION AND CONSENSUS</a:t>
            </a:r>
            <a:endParaRPr/>
          </a:p>
        </p:txBody>
      </p:sp>
      <p:sp>
        <p:nvSpPr>
          <p:cNvPr id="634" name="Google Shape;634;g3fb0e9563c7_0_249"/>
          <p:cNvSpPr/>
          <p:nvPr/>
        </p:nvSpPr>
        <p:spPr>
          <a:xfrm>
            <a:off x="1005850" y="2833525"/>
            <a:ext cx="4755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1. Create</a:t>
            </a:r>
            <a:endParaRPr/>
          </a:p>
        </p:txBody>
      </p:sp>
      <p:sp>
        <p:nvSpPr>
          <p:cNvPr id="635" name="Google Shape;635;g3fb0e9563c7_0_249"/>
          <p:cNvSpPr txBox="1"/>
          <p:nvPr/>
        </p:nvSpPr>
        <p:spPr>
          <a:xfrm>
            <a:off x="1143010" y="3583333"/>
            <a:ext cx="4480500" cy="627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A transaction is created and digitally authorized.</a:t>
            </a:r>
            <a:endParaRPr/>
          </a:p>
        </p:txBody>
      </p:sp>
      <p:sp>
        <p:nvSpPr>
          <p:cNvPr id="636" name="Google Shape;636;g3fb0e9563c7_0_249"/>
          <p:cNvSpPr/>
          <p:nvPr/>
        </p:nvSpPr>
        <p:spPr>
          <a:xfrm>
            <a:off x="6583690" y="2833525"/>
            <a:ext cx="4755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2. Broadcast</a:t>
            </a:r>
            <a:endParaRPr/>
          </a:p>
        </p:txBody>
      </p:sp>
      <p:sp>
        <p:nvSpPr>
          <p:cNvPr id="637" name="Google Shape;637;g3fb0e9563c7_0_249"/>
          <p:cNvSpPr txBox="1"/>
          <p:nvPr/>
        </p:nvSpPr>
        <p:spPr>
          <a:xfrm>
            <a:off x="6720850" y="3583333"/>
            <a:ext cx="4480500" cy="627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The transaction is shared with participating nodes.</a:t>
            </a:r>
            <a:endParaRPr/>
          </a:p>
        </p:txBody>
      </p:sp>
      <p:sp>
        <p:nvSpPr>
          <p:cNvPr id="638" name="Google Shape;638;g3fb0e9563c7_0_249"/>
          <p:cNvSpPr/>
          <p:nvPr/>
        </p:nvSpPr>
        <p:spPr>
          <a:xfrm>
            <a:off x="12161530" y="2833525"/>
            <a:ext cx="4755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3. Validate</a:t>
            </a:r>
            <a:endParaRPr/>
          </a:p>
        </p:txBody>
      </p:sp>
      <p:sp>
        <p:nvSpPr>
          <p:cNvPr id="639" name="Google Shape;639;g3fb0e9563c7_0_249"/>
          <p:cNvSpPr txBox="1"/>
          <p:nvPr/>
        </p:nvSpPr>
        <p:spPr>
          <a:xfrm>
            <a:off x="12298690" y="3583333"/>
            <a:ext cx="4480500" cy="627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The network checks whether the transaction satisfies protocol rules.</a:t>
            </a:r>
            <a:endParaRPr/>
          </a:p>
        </p:txBody>
      </p:sp>
      <p:sp>
        <p:nvSpPr>
          <p:cNvPr id="640" name="Google Shape;640;g3fb0e9563c7_0_249"/>
          <p:cNvSpPr/>
          <p:nvPr/>
        </p:nvSpPr>
        <p:spPr>
          <a:xfrm>
            <a:off x="1005850" y="5485285"/>
            <a:ext cx="4755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4. Include</a:t>
            </a:r>
            <a:endParaRPr/>
          </a:p>
        </p:txBody>
      </p:sp>
      <p:sp>
        <p:nvSpPr>
          <p:cNvPr id="641" name="Google Shape;641;g3fb0e9563c7_0_249"/>
          <p:cNvSpPr txBox="1"/>
          <p:nvPr/>
        </p:nvSpPr>
        <p:spPr>
          <a:xfrm>
            <a:off x="1143010" y="6235093"/>
            <a:ext cx="4480500" cy="3510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Valid transactions are grouped into a block.</a:t>
            </a:r>
            <a:endParaRPr/>
          </a:p>
        </p:txBody>
      </p:sp>
      <p:sp>
        <p:nvSpPr>
          <p:cNvPr id="642" name="Google Shape;642;g3fb0e9563c7_0_249"/>
          <p:cNvSpPr/>
          <p:nvPr/>
        </p:nvSpPr>
        <p:spPr>
          <a:xfrm>
            <a:off x="6583690" y="5485285"/>
            <a:ext cx="4755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5. Consensus</a:t>
            </a:r>
            <a:endParaRPr/>
          </a:p>
        </p:txBody>
      </p:sp>
      <p:sp>
        <p:nvSpPr>
          <p:cNvPr id="643" name="Google Shape;643;g3fb0e9563c7_0_249"/>
          <p:cNvSpPr txBox="1"/>
          <p:nvPr/>
        </p:nvSpPr>
        <p:spPr>
          <a:xfrm>
            <a:off x="6720850" y="6235093"/>
            <a:ext cx="4480500" cy="627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The network agrees on the accepted state according to its consensus mechanism.</a:t>
            </a:r>
            <a:endParaRPr/>
          </a:p>
        </p:txBody>
      </p:sp>
      <p:sp>
        <p:nvSpPr>
          <p:cNvPr id="644" name="Google Shape;644;g3fb0e9563c7_0_249"/>
          <p:cNvSpPr/>
          <p:nvPr/>
        </p:nvSpPr>
        <p:spPr>
          <a:xfrm>
            <a:off x="12161530" y="5485285"/>
            <a:ext cx="47550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6. Record</a:t>
            </a:r>
            <a:endParaRPr/>
          </a:p>
        </p:txBody>
      </p:sp>
      <p:sp>
        <p:nvSpPr>
          <p:cNvPr id="645" name="Google Shape;645;g3fb0e9563c7_0_249"/>
          <p:cNvSpPr txBox="1"/>
          <p:nvPr/>
        </p:nvSpPr>
        <p:spPr>
          <a:xfrm>
            <a:off x="12298690" y="6235093"/>
            <a:ext cx="4480500" cy="627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The block becomes part of the ledger and is propagated to nodes.</a:t>
            </a:r>
            <a:endParaRPr/>
          </a:p>
        </p:txBody>
      </p:sp>
      <p:sp>
        <p:nvSpPr>
          <p:cNvPr id="646" name="Google Shape;646;g3fb0e9563c7_0_249"/>
          <p:cNvSpPr txBox="1"/>
          <p:nvPr/>
        </p:nvSpPr>
        <p:spPr>
          <a:xfrm>
            <a:off x="2286000" y="7315200"/>
            <a:ext cx="13716000" cy="3816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5A5A5A"/>
                </a:solidFill>
                <a:latin typeface="Times New Roman"/>
                <a:ea typeface="Times New Roman"/>
                <a:cs typeface="Times New Roman"/>
                <a:sym typeface="Times New Roman"/>
              </a:rPr>
              <a:t>Consensus examples: Proof of Work (PoW) and Proof of Stake (PoS). Different networks use different mechanisms.</a:t>
            </a:r>
            <a:endParaRPr/>
          </a:p>
        </p:txBody>
      </p:sp>
      <p:sp>
        <p:nvSpPr>
          <p:cNvPr id="647" name="Google Shape;647;g3fb0e9563c7_0_249"/>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49</a:t>
            </a:r>
            <a:endParaRPr/>
          </a:p>
        </p:txBody>
      </p:sp>
      <p:sp>
        <p:nvSpPr>
          <p:cNvPr id="648" name="Google Shape;648;g3fb0e9563c7_0_249"/>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g3fb0e9563c7_0_268"/>
          <p:cNvSpPr txBox="1"/>
          <p:nvPr/>
        </p:nvSpPr>
        <p:spPr>
          <a:xfrm>
            <a:off x="3200400" y="22894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SMART CONTRACTS AND dApps</a:t>
            </a:r>
            <a:endParaRPr/>
          </a:p>
        </p:txBody>
      </p:sp>
      <p:sp>
        <p:nvSpPr>
          <p:cNvPr id="654" name="Google Shape;654;g3fb0e9563c7_0_268"/>
          <p:cNvSpPr/>
          <p:nvPr/>
        </p:nvSpPr>
        <p:spPr>
          <a:xfrm>
            <a:off x="1828800" y="3386760"/>
            <a:ext cx="54864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Smart Contract</a:t>
            </a:r>
            <a:endParaRPr/>
          </a:p>
        </p:txBody>
      </p:sp>
      <p:sp>
        <p:nvSpPr>
          <p:cNvPr id="655" name="Google Shape;655;g3fb0e9563c7_0_268"/>
          <p:cNvSpPr txBox="1"/>
          <p:nvPr/>
        </p:nvSpPr>
        <p:spPr>
          <a:xfrm>
            <a:off x="2011680" y="4301160"/>
            <a:ext cx="5120700" cy="34278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A program deployed on a blockchain that executes according to programmed rules.</a:t>
            </a:r>
            <a:endParaRPr sz="1800"/>
          </a:p>
          <a:p>
            <a:pPr marL="0" marR="0" lvl="0" indent="0" algn="l" rtl="0">
              <a:lnSpc>
                <a:spcPct val="105000"/>
              </a:lnSpc>
              <a:spcBef>
                <a:spcPts val="700"/>
              </a:spcBef>
              <a:spcAft>
                <a:spcPts val="0"/>
              </a:spcAft>
              <a:buNone/>
            </a:pPr>
            <a:r>
              <a:rPr lang="en-US" sz="2400" b="1" i="0" u="none" strike="noStrike" cap="none">
                <a:solidFill>
                  <a:srgbClr val="000000"/>
                </a:solidFill>
                <a:latin typeface="Times New Roman"/>
                <a:ea typeface="Times New Roman"/>
                <a:cs typeface="Times New Roman"/>
                <a:sym typeface="Times New Roman"/>
              </a:rPr>
              <a:t>Conceptual rule:</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IF condition is satisfied → execute programmed action</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Example: receive payment → record or transfer a digital asset.</a:t>
            </a:r>
            <a:endParaRPr sz="1800"/>
          </a:p>
        </p:txBody>
      </p:sp>
      <p:sp>
        <p:nvSpPr>
          <p:cNvPr id="656" name="Google Shape;656;g3fb0e9563c7_0_268"/>
          <p:cNvSpPr/>
          <p:nvPr/>
        </p:nvSpPr>
        <p:spPr>
          <a:xfrm>
            <a:off x="9692640" y="3386760"/>
            <a:ext cx="54864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dApp</a:t>
            </a:r>
            <a:endParaRPr/>
          </a:p>
        </p:txBody>
      </p:sp>
      <p:sp>
        <p:nvSpPr>
          <p:cNvPr id="657" name="Google Shape;657;g3fb0e9563c7_0_268"/>
          <p:cNvSpPr txBox="1"/>
          <p:nvPr/>
        </p:nvSpPr>
        <p:spPr>
          <a:xfrm>
            <a:off x="9875520" y="4301160"/>
            <a:ext cx="5120700" cy="26586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500" b="0" i="0" u="none" strike="noStrike" cap="none">
                <a:solidFill>
                  <a:srgbClr val="000000"/>
                </a:solidFill>
                <a:latin typeface="Times New Roman"/>
                <a:ea typeface="Times New Roman"/>
                <a:cs typeface="Times New Roman"/>
                <a:sym typeface="Times New Roman"/>
              </a:rPr>
              <a:t>A decentralized application that uses blockchain-based components.</a:t>
            </a:r>
            <a:endParaRPr sz="19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Frontend → wallet/user interaction → smart contract → blockchain</a:t>
            </a:r>
            <a:endParaRPr sz="1900"/>
          </a:p>
          <a:p>
            <a:pPr marL="0" marR="0" lvl="0" indent="0" algn="l" rtl="0">
              <a:lnSpc>
                <a:spcPct val="105000"/>
              </a:lnSpc>
              <a:spcBef>
                <a:spcPts val="700"/>
              </a:spcBef>
              <a:spcAft>
                <a:spcPts val="0"/>
              </a:spcAft>
              <a:buNone/>
            </a:pPr>
            <a:r>
              <a:rPr lang="en-US" sz="2500" b="0" i="0" u="none" strike="noStrike" cap="none">
                <a:solidFill>
                  <a:srgbClr val="000000"/>
                </a:solidFill>
                <a:latin typeface="Times New Roman"/>
                <a:ea typeface="Times New Roman"/>
                <a:cs typeface="Times New Roman"/>
                <a:sym typeface="Times New Roman"/>
              </a:rPr>
              <a:t>Smart contracts can serve as the on-chain application logic.</a:t>
            </a:r>
            <a:endParaRPr sz="1900"/>
          </a:p>
        </p:txBody>
      </p:sp>
      <p:sp>
        <p:nvSpPr>
          <p:cNvPr id="658" name="Google Shape;658;g3fb0e9563c7_0_268"/>
          <p:cNvSpPr txBox="1"/>
          <p:nvPr/>
        </p:nvSpPr>
        <p:spPr>
          <a:xfrm>
            <a:off x="2743200" y="7867320"/>
            <a:ext cx="13716000" cy="4125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5A5A5A"/>
                </a:solidFill>
                <a:latin typeface="Times New Roman"/>
                <a:ea typeface="Times New Roman"/>
                <a:cs typeface="Times New Roman"/>
                <a:sym typeface="Times New Roman"/>
              </a:rPr>
              <a:t>Smart contracts enable programmable rules; dApps combine user interfaces with decentralized backend logic.</a:t>
            </a:r>
            <a:endParaRPr/>
          </a:p>
        </p:txBody>
      </p:sp>
      <p:sp>
        <p:nvSpPr>
          <p:cNvPr id="659" name="Google Shape;659;g3fb0e9563c7_0_268"/>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50</a:t>
            </a:r>
            <a:endParaRPr/>
          </a:p>
        </p:txBody>
      </p:sp>
      <p:sp>
        <p:nvSpPr>
          <p:cNvPr id="660" name="Google Shape;660;g3fb0e9563c7_0_268"/>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g3fb0e9563c7_0_279"/>
          <p:cNvSpPr txBox="1"/>
          <p:nvPr/>
        </p:nvSpPr>
        <p:spPr>
          <a:xfrm>
            <a:off x="3010150" y="1917505"/>
            <a:ext cx="13167300" cy="1243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BLOCKCHAIN: APPLICATIONS, BENEFITS AND LIMITATIONS</a:t>
            </a:r>
            <a:endParaRPr/>
          </a:p>
        </p:txBody>
      </p:sp>
      <p:sp>
        <p:nvSpPr>
          <p:cNvPr id="666" name="Google Shape;666;g3fb0e9563c7_0_279"/>
          <p:cNvSpPr/>
          <p:nvPr/>
        </p:nvSpPr>
        <p:spPr>
          <a:xfrm>
            <a:off x="1097250" y="3389775"/>
            <a:ext cx="51207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Applications</a:t>
            </a:r>
            <a:endParaRPr/>
          </a:p>
        </p:txBody>
      </p:sp>
      <p:sp>
        <p:nvSpPr>
          <p:cNvPr id="667" name="Google Shape;667;g3fb0e9563c7_0_279"/>
          <p:cNvSpPr txBox="1"/>
          <p:nvPr/>
        </p:nvSpPr>
        <p:spPr>
          <a:xfrm>
            <a:off x="1280130" y="4258455"/>
            <a:ext cx="4755000" cy="1920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Cryptocurrency and payments</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Supply-chain traceability</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Digital credentials</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Tokenized assets</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Decentralized applications</a:t>
            </a:r>
            <a:endParaRPr sz="1800"/>
          </a:p>
        </p:txBody>
      </p:sp>
      <p:sp>
        <p:nvSpPr>
          <p:cNvPr id="668" name="Google Shape;668;g3fb0e9563c7_0_279"/>
          <p:cNvSpPr/>
          <p:nvPr/>
        </p:nvSpPr>
        <p:spPr>
          <a:xfrm>
            <a:off x="6583650" y="3389775"/>
            <a:ext cx="51207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Benefits</a:t>
            </a:r>
            <a:endParaRPr/>
          </a:p>
        </p:txBody>
      </p:sp>
      <p:sp>
        <p:nvSpPr>
          <p:cNvPr id="669" name="Google Shape;669;g3fb0e9563c7_0_279"/>
          <p:cNvSpPr txBox="1"/>
          <p:nvPr/>
        </p:nvSpPr>
        <p:spPr>
          <a:xfrm>
            <a:off x="6766530" y="4258455"/>
            <a:ext cx="4755000" cy="19209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Distributed record</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Cryptographic integrity</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Traceability</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Programmable transactions</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Shared verification</a:t>
            </a:r>
            <a:endParaRPr sz="1800"/>
          </a:p>
        </p:txBody>
      </p:sp>
      <p:sp>
        <p:nvSpPr>
          <p:cNvPr id="670" name="Google Shape;670;g3fb0e9563c7_0_279"/>
          <p:cNvSpPr/>
          <p:nvPr/>
        </p:nvSpPr>
        <p:spPr>
          <a:xfrm>
            <a:off x="12070050" y="3389775"/>
            <a:ext cx="5120700" cy="6402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300" b="1" i="0" u="none" strike="noStrike" cap="none">
                <a:solidFill>
                  <a:srgbClr val="000000"/>
                </a:solidFill>
                <a:latin typeface="Times New Roman"/>
                <a:ea typeface="Times New Roman"/>
                <a:cs typeface="Times New Roman"/>
                <a:sym typeface="Times New Roman"/>
              </a:rPr>
              <a:t>Limitations</a:t>
            </a:r>
            <a:endParaRPr/>
          </a:p>
        </p:txBody>
      </p:sp>
      <p:sp>
        <p:nvSpPr>
          <p:cNvPr id="671" name="Google Shape;671;g3fb0e9563c7_0_279"/>
          <p:cNvSpPr txBox="1"/>
          <p:nvPr/>
        </p:nvSpPr>
        <p:spPr>
          <a:xfrm>
            <a:off x="12252930" y="4258455"/>
            <a:ext cx="4755000" cy="21981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300" b="0" i="0" u="none" strike="noStrike" cap="none">
                <a:solidFill>
                  <a:srgbClr val="000000"/>
                </a:solidFill>
                <a:latin typeface="Times New Roman"/>
                <a:ea typeface="Times New Roman"/>
                <a:cs typeface="Times New Roman"/>
                <a:sym typeface="Times New Roman"/>
              </a:rPr>
              <a:t>Scalability</a:t>
            </a:r>
            <a:br>
              <a:rPr lang="en-US" sz="2300" b="0" i="0" u="none" strike="noStrike" cap="none">
                <a:solidFill>
                  <a:srgbClr val="000000"/>
                </a:solidFill>
                <a:latin typeface="Times New Roman"/>
                <a:ea typeface="Times New Roman"/>
                <a:cs typeface="Times New Roman"/>
                <a:sym typeface="Times New Roman"/>
              </a:rPr>
            </a:br>
            <a:r>
              <a:rPr lang="en-US" sz="2300" b="0" i="0" u="none" strike="noStrike" cap="none">
                <a:solidFill>
                  <a:srgbClr val="000000"/>
                </a:solidFill>
                <a:latin typeface="Times New Roman"/>
                <a:ea typeface="Times New Roman"/>
                <a:cs typeface="Times New Roman"/>
                <a:sym typeface="Times New Roman"/>
              </a:rPr>
              <a:t>Transaction cost</a:t>
            </a:r>
            <a:br>
              <a:rPr lang="en-US" sz="2300" b="0" i="0" u="none" strike="noStrike" cap="none">
                <a:solidFill>
                  <a:srgbClr val="000000"/>
                </a:solidFill>
                <a:latin typeface="Times New Roman"/>
                <a:ea typeface="Times New Roman"/>
                <a:cs typeface="Times New Roman"/>
                <a:sym typeface="Times New Roman"/>
              </a:rPr>
            </a:br>
            <a:r>
              <a:rPr lang="en-US" sz="2300" b="0" i="0" u="none" strike="noStrike" cap="none">
                <a:solidFill>
                  <a:srgbClr val="000000"/>
                </a:solidFill>
                <a:latin typeface="Times New Roman"/>
                <a:ea typeface="Times New Roman"/>
                <a:cs typeface="Times New Roman"/>
                <a:sym typeface="Times New Roman"/>
              </a:rPr>
              <a:t>Privacy considerations</a:t>
            </a:r>
            <a:br>
              <a:rPr lang="en-US" sz="2300" b="0" i="0" u="none" strike="noStrike" cap="none">
                <a:solidFill>
                  <a:srgbClr val="000000"/>
                </a:solidFill>
                <a:latin typeface="Times New Roman"/>
                <a:ea typeface="Times New Roman"/>
                <a:cs typeface="Times New Roman"/>
                <a:sym typeface="Times New Roman"/>
              </a:rPr>
            </a:br>
            <a:r>
              <a:rPr lang="en-US" sz="2300" b="0" i="0" u="none" strike="noStrike" cap="none">
                <a:solidFill>
                  <a:srgbClr val="000000"/>
                </a:solidFill>
                <a:latin typeface="Times New Roman"/>
                <a:ea typeface="Times New Roman"/>
                <a:cs typeface="Times New Roman"/>
                <a:sym typeface="Times New Roman"/>
              </a:rPr>
              <a:t>Key management</a:t>
            </a:r>
            <a:br>
              <a:rPr lang="en-US" sz="2300" b="0" i="0" u="none" strike="noStrike" cap="none">
                <a:solidFill>
                  <a:srgbClr val="000000"/>
                </a:solidFill>
                <a:latin typeface="Times New Roman"/>
                <a:ea typeface="Times New Roman"/>
                <a:cs typeface="Times New Roman"/>
                <a:sym typeface="Times New Roman"/>
              </a:rPr>
            </a:br>
            <a:r>
              <a:rPr lang="en-US" sz="2300" b="0" i="0" u="none" strike="noStrike" cap="none">
                <a:solidFill>
                  <a:srgbClr val="000000"/>
                </a:solidFill>
                <a:latin typeface="Times New Roman"/>
                <a:ea typeface="Times New Roman"/>
                <a:cs typeface="Times New Roman"/>
                <a:sym typeface="Times New Roman"/>
              </a:rPr>
              <a:t>Smart-contract vulnerabilities</a:t>
            </a:r>
            <a:br>
              <a:rPr lang="en-US" sz="2300" b="0" i="0" u="none" strike="noStrike" cap="none">
                <a:solidFill>
                  <a:srgbClr val="000000"/>
                </a:solidFill>
                <a:latin typeface="Times New Roman"/>
                <a:ea typeface="Times New Roman"/>
                <a:cs typeface="Times New Roman"/>
                <a:sym typeface="Times New Roman"/>
              </a:rPr>
            </a:br>
            <a:r>
              <a:rPr lang="en-US" sz="2300" b="0" i="0" u="none" strike="noStrike" cap="none">
                <a:solidFill>
                  <a:srgbClr val="000000"/>
                </a:solidFill>
                <a:latin typeface="Times New Roman"/>
                <a:ea typeface="Times New Roman"/>
                <a:cs typeface="Times New Roman"/>
                <a:sym typeface="Times New Roman"/>
              </a:rPr>
              <a:t>Governance / regulation</a:t>
            </a:r>
            <a:endParaRPr sz="1800"/>
          </a:p>
        </p:txBody>
      </p:sp>
      <p:sp>
        <p:nvSpPr>
          <p:cNvPr id="672" name="Google Shape;672;g3fb0e9563c7_0_279"/>
          <p:cNvSpPr txBox="1"/>
          <p:nvPr/>
        </p:nvSpPr>
        <p:spPr>
          <a:xfrm>
            <a:off x="1828800" y="6812280"/>
            <a:ext cx="14630400" cy="3972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2100" b="0" i="0" u="none" strike="noStrike" cap="none">
                <a:solidFill>
                  <a:srgbClr val="5A5A5A"/>
                </a:solidFill>
                <a:latin typeface="Times New Roman"/>
                <a:ea typeface="Times New Roman"/>
                <a:cs typeface="Times New Roman"/>
                <a:sym typeface="Times New Roman"/>
              </a:rPr>
              <a:t>Use blockchain when its properties solve a real problem; it is not a replacement for every conventional database.</a:t>
            </a:r>
            <a:endParaRPr/>
          </a:p>
        </p:txBody>
      </p:sp>
      <p:sp>
        <p:nvSpPr>
          <p:cNvPr id="673" name="Google Shape;673;g3fb0e9563c7_0_279"/>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51</a:t>
            </a:r>
            <a:endParaRPr/>
          </a:p>
        </p:txBody>
      </p:sp>
      <p:sp>
        <p:nvSpPr>
          <p:cNvPr id="674" name="Google Shape;674;g3fb0e9563c7_0_279"/>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g3fb0e9563c7_0_292"/>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INDUSTRY TRENDS: QUICK COMPARISON</a:t>
            </a:r>
            <a:endParaRPr/>
          </a:p>
        </p:txBody>
      </p:sp>
      <p:sp>
        <p:nvSpPr>
          <p:cNvPr id="680" name="Google Shape;680;g3fb0e9563c7_0_292"/>
          <p:cNvSpPr/>
          <p:nvPr/>
        </p:nvSpPr>
        <p:spPr>
          <a:xfrm>
            <a:off x="731520" y="1371600"/>
            <a:ext cx="30174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Trend</a:t>
            </a:r>
            <a:endParaRPr/>
          </a:p>
        </p:txBody>
      </p:sp>
      <p:sp>
        <p:nvSpPr>
          <p:cNvPr id="681" name="Google Shape;681;g3fb0e9563c7_0_292"/>
          <p:cNvSpPr/>
          <p:nvPr/>
        </p:nvSpPr>
        <p:spPr>
          <a:xfrm>
            <a:off x="4206240" y="1371600"/>
            <a:ext cx="38406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Primary Focus</a:t>
            </a:r>
            <a:endParaRPr/>
          </a:p>
        </p:txBody>
      </p:sp>
      <p:sp>
        <p:nvSpPr>
          <p:cNvPr id="682" name="Google Shape;682;g3fb0e9563c7_0_292"/>
          <p:cNvSpPr/>
          <p:nvPr/>
        </p:nvSpPr>
        <p:spPr>
          <a:xfrm>
            <a:off x="8321040" y="1371600"/>
            <a:ext cx="41148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Key Technologies</a:t>
            </a:r>
            <a:endParaRPr/>
          </a:p>
        </p:txBody>
      </p:sp>
      <p:sp>
        <p:nvSpPr>
          <p:cNvPr id="683" name="Google Shape;683;g3fb0e9563c7_0_292"/>
          <p:cNvSpPr/>
          <p:nvPr/>
        </p:nvSpPr>
        <p:spPr>
          <a:xfrm>
            <a:off x="12801600" y="1371600"/>
            <a:ext cx="4023300" cy="6858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Main Benefit</a:t>
            </a:r>
            <a:endParaRPr/>
          </a:p>
        </p:txBody>
      </p:sp>
      <p:sp>
        <p:nvSpPr>
          <p:cNvPr id="684" name="Google Shape;684;g3fb0e9563c7_0_292"/>
          <p:cNvSpPr/>
          <p:nvPr/>
        </p:nvSpPr>
        <p:spPr>
          <a:xfrm>
            <a:off x="731520" y="2240280"/>
            <a:ext cx="30174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Cloud-Native</a:t>
            </a:r>
            <a:endParaRPr/>
          </a:p>
        </p:txBody>
      </p:sp>
      <p:sp>
        <p:nvSpPr>
          <p:cNvPr id="685" name="Google Shape;685;g3fb0e9563c7_0_292"/>
          <p:cNvSpPr/>
          <p:nvPr/>
        </p:nvSpPr>
        <p:spPr>
          <a:xfrm>
            <a:off x="4206240" y="2240280"/>
            <a:ext cx="38406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How applications are built and operated</a:t>
            </a:r>
            <a:endParaRPr/>
          </a:p>
        </p:txBody>
      </p:sp>
      <p:sp>
        <p:nvSpPr>
          <p:cNvPr id="686" name="Google Shape;686;g3fb0e9563c7_0_292"/>
          <p:cNvSpPr/>
          <p:nvPr/>
        </p:nvSpPr>
        <p:spPr>
          <a:xfrm>
            <a:off x="8321040" y="2240280"/>
            <a:ext cx="41148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Containers, microservices, Kubernetes, CI/CD</a:t>
            </a:r>
            <a:endParaRPr/>
          </a:p>
        </p:txBody>
      </p:sp>
      <p:sp>
        <p:nvSpPr>
          <p:cNvPr id="687" name="Google Shape;687;g3fb0e9563c7_0_292"/>
          <p:cNvSpPr/>
          <p:nvPr/>
        </p:nvSpPr>
        <p:spPr>
          <a:xfrm>
            <a:off x="12801600" y="2240280"/>
            <a:ext cx="40233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Scalability and resilience</a:t>
            </a:r>
            <a:endParaRPr/>
          </a:p>
        </p:txBody>
      </p:sp>
      <p:sp>
        <p:nvSpPr>
          <p:cNvPr id="688" name="Google Shape;688;g3fb0e9563c7_0_292"/>
          <p:cNvSpPr/>
          <p:nvPr/>
        </p:nvSpPr>
        <p:spPr>
          <a:xfrm>
            <a:off x="731520" y="3474720"/>
            <a:ext cx="30174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Semantic Web</a:t>
            </a:r>
            <a:endParaRPr/>
          </a:p>
        </p:txBody>
      </p:sp>
      <p:sp>
        <p:nvSpPr>
          <p:cNvPr id="689" name="Google Shape;689;g3fb0e9563c7_0_292"/>
          <p:cNvSpPr/>
          <p:nvPr/>
        </p:nvSpPr>
        <p:spPr>
          <a:xfrm>
            <a:off x="4206240" y="3474720"/>
            <a:ext cx="38406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Meaning and relationships in data</a:t>
            </a:r>
            <a:endParaRPr/>
          </a:p>
        </p:txBody>
      </p:sp>
      <p:sp>
        <p:nvSpPr>
          <p:cNvPr id="690" name="Google Shape;690;g3fb0e9563c7_0_292"/>
          <p:cNvSpPr/>
          <p:nvPr/>
        </p:nvSpPr>
        <p:spPr>
          <a:xfrm>
            <a:off x="8321040" y="3474720"/>
            <a:ext cx="41148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RDF, OWL, SPARQL, linked data</a:t>
            </a:r>
            <a:endParaRPr/>
          </a:p>
        </p:txBody>
      </p:sp>
      <p:sp>
        <p:nvSpPr>
          <p:cNvPr id="691" name="Google Shape;691;g3fb0e9563c7_0_292"/>
          <p:cNvSpPr/>
          <p:nvPr/>
        </p:nvSpPr>
        <p:spPr>
          <a:xfrm>
            <a:off x="12801600" y="3474720"/>
            <a:ext cx="40233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Interoperability and machine processing</a:t>
            </a:r>
            <a:endParaRPr/>
          </a:p>
        </p:txBody>
      </p:sp>
      <p:sp>
        <p:nvSpPr>
          <p:cNvPr id="692" name="Google Shape;692;g3fb0e9563c7_0_292"/>
          <p:cNvSpPr/>
          <p:nvPr/>
        </p:nvSpPr>
        <p:spPr>
          <a:xfrm>
            <a:off x="731520" y="4709160"/>
            <a:ext cx="30174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Web3</a:t>
            </a:r>
            <a:endParaRPr/>
          </a:p>
        </p:txBody>
      </p:sp>
      <p:sp>
        <p:nvSpPr>
          <p:cNvPr id="693" name="Google Shape;693;g3fb0e9563c7_0_292"/>
          <p:cNvSpPr/>
          <p:nvPr/>
        </p:nvSpPr>
        <p:spPr>
          <a:xfrm>
            <a:off x="4206240" y="4709160"/>
            <a:ext cx="38406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Decentralized application model</a:t>
            </a:r>
            <a:endParaRPr/>
          </a:p>
        </p:txBody>
      </p:sp>
      <p:sp>
        <p:nvSpPr>
          <p:cNvPr id="694" name="Google Shape;694;g3fb0e9563c7_0_292"/>
          <p:cNvSpPr/>
          <p:nvPr/>
        </p:nvSpPr>
        <p:spPr>
          <a:xfrm>
            <a:off x="8321040" y="4709160"/>
            <a:ext cx="41148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Blockchain, wallets, smart contracts, dApps</a:t>
            </a:r>
            <a:endParaRPr/>
          </a:p>
        </p:txBody>
      </p:sp>
      <p:sp>
        <p:nvSpPr>
          <p:cNvPr id="695" name="Google Shape;695;g3fb0e9563c7_0_292"/>
          <p:cNvSpPr/>
          <p:nvPr/>
        </p:nvSpPr>
        <p:spPr>
          <a:xfrm>
            <a:off x="12801600" y="4709160"/>
            <a:ext cx="40233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Distributed ownership/control models</a:t>
            </a:r>
            <a:endParaRPr/>
          </a:p>
        </p:txBody>
      </p:sp>
      <p:sp>
        <p:nvSpPr>
          <p:cNvPr id="696" name="Google Shape;696;g3fb0e9563c7_0_292"/>
          <p:cNvSpPr/>
          <p:nvPr/>
        </p:nvSpPr>
        <p:spPr>
          <a:xfrm>
            <a:off x="731520" y="5943600"/>
            <a:ext cx="30174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Blockchain</a:t>
            </a:r>
            <a:endParaRPr/>
          </a:p>
        </p:txBody>
      </p:sp>
      <p:sp>
        <p:nvSpPr>
          <p:cNvPr id="697" name="Google Shape;697;g3fb0e9563c7_0_292"/>
          <p:cNvSpPr/>
          <p:nvPr/>
        </p:nvSpPr>
        <p:spPr>
          <a:xfrm>
            <a:off x="4206240" y="5943600"/>
            <a:ext cx="38406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Distributed ledger and shared state</a:t>
            </a:r>
            <a:endParaRPr/>
          </a:p>
        </p:txBody>
      </p:sp>
      <p:sp>
        <p:nvSpPr>
          <p:cNvPr id="698" name="Google Shape;698;g3fb0e9563c7_0_292"/>
          <p:cNvSpPr/>
          <p:nvPr/>
        </p:nvSpPr>
        <p:spPr>
          <a:xfrm>
            <a:off x="8321040" y="5943600"/>
            <a:ext cx="41148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Hashing, cryptography, consensus</a:t>
            </a:r>
            <a:endParaRPr/>
          </a:p>
        </p:txBody>
      </p:sp>
      <p:sp>
        <p:nvSpPr>
          <p:cNvPr id="699" name="Google Shape;699;g3fb0e9563c7_0_292"/>
          <p:cNvSpPr/>
          <p:nvPr/>
        </p:nvSpPr>
        <p:spPr>
          <a:xfrm>
            <a:off x="12801600" y="5943600"/>
            <a:ext cx="4023300" cy="1005900"/>
          </a:xfrm>
          <a:prstGeom prst="roundRect">
            <a:avLst>
              <a:gd name="adj" fmla="val 16667"/>
            </a:avLst>
          </a:prstGeom>
          <a:solidFill>
            <a:srgbClr val="F2F2F2"/>
          </a:solidFill>
          <a:ln w="12700" cap="flat" cmpd="sng">
            <a:solidFill>
              <a:srgbClr val="D2D2D2"/>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Tamper-evident shared records</a:t>
            </a:r>
            <a:endParaRPr/>
          </a:p>
        </p:txBody>
      </p:sp>
      <p:sp>
        <p:nvSpPr>
          <p:cNvPr id="700" name="Google Shape;700;g3fb0e9563c7_0_292"/>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52</a:t>
            </a:r>
            <a:endParaRPr/>
          </a:p>
        </p:txBody>
      </p:sp>
      <p:sp>
        <p:nvSpPr>
          <p:cNvPr id="701" name="Google Shape;701;g3fb0e9563c7_0_292"/>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3fb0e9563c7_0_318"/>
          <p:cNvSpPr txBox="1"/>
          <p:nvPr/>
        </p:nvSpPr>
        <p:spPr>
          <a:xfrm>
            <a:off x="2743200" y="411480"/>
            <a:ext cx="13167300" cy="658800"/>
          </a:xfrm>
          <a:prstGeom prst="rect">
            <a:avLst/>
          </a:prstGeom>
          <a:noFill/>
          <a:ln>
            <a:noFill/>
          </a:ln>
        </p:spPr>
        <p:txBody>
          <a:bodyPr spcFirstLastPara="1" wrap="square" lIns="36575" tIns="36575" rIns="36575" bIns="36575" anchor="t" anchorCtr="0">
            <a:spAutoFit/>
          </a:bodyPr>
          <a:lstStyle/>
          <a:p>
            <a:pPr marL="0" marR="0" lvl="0" indent="0" algn="ctr" rtl="0">
              <a:lnSpc>
                <a:spcPct val="100000"/>
              </a:lnSpc>
              <a:spcBef>
                <a:spcPts val="0"/>
              </a:spcBef>
              <a:spcAft>
                <a:spcPts val="0"/>
              </a:spcAft>
              <a:buNone/>
            </a:pPr>
            <a:r>
              <a:rPr lang="en-US" sz="3800" b="0" i="0" u="none" strike="noStrike" cap="none">
                <a:solidFill>
                  <a:srgbClr val="000000"/>
                </a:solidFill>
                <a:latin typeface="Times New Roman"/>
                <a:ea typeface="Times New Roman"/>
                <a:cs typeface="Times New Roman"/>
                <a:sym typeface="Times New Roman"/>
              </a:rPr>
              <a:t>KEY TAKEAWAYS AND REFERENCES</a:t>
            </a:r>
            <a:endParaRPr/>
          </a:p>
        </p:txBody>
      </p:sp>
      <p:sp>
        <p:nvSpPr>
          <p:cNvPr id="707" name="Google Shape;707;g3fb0e9563c7_0_318"/>
          <p:cNvSpPr txBox="1"/>
          <p:nvPr/>
        </p:nvSpPr>
        <p:spPr>
          <a:xfrm>
            <a:off x="2470730" y="2913250"/>
            <a:ext cx="7589400" cy="4771200"/>
          </a:xfrm>
          <a:prstGeom prst="rect">
            <a:avLst/>
          </a:prstGeom>
          <a:noFill/>
          <a:ln>
            <a:noFill/>
          </a:ln>
        </p:spPr>
        <p:txBody>
          <a:bodyPr spcFirstLastPara="1" wrap="square" lIns="54850" tIns="36575" rIns="54850" bIns="36575" anchor="t" anchorCtr="0">
            <a:spAutoFit/>
          </a:bodyPr>
          <a:lstStyle/>
          <a:p>
            <a:pPr marL="0" marR="0" lvl="0" indent="0" algn="l" rtl="0">
              <a:lnSpc>
                <a:spcPct val="105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Key takeaways</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Cloud-native applications emphasize scalable, resilient and automated operation.</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Semantic Web technologies give web data explicit, machine-processable meaning and relationships.</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Web3 is a broad, evolving vision of decentralized applications and user-oriented digital ownership/control.</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Blockchain provides a distributed ledger; smart contracts add programmable rules.</a:t>
            </a:r>
            <a:endParaRPr sz="1800"/>
          </a:p>
          <a:p>
            <a:pPr marL="0" marR="0" lvl="0" indent="0" algn="l" rtl="0">
              <a:lnSpc>
                <a:spcPct val="105000"/>
              </a:lnSpc>
              <a:spcBef>
                <a:spcPts val="700"/>
              </a:spcBef>
              <a:spcAft>
                <a:spcPts val="0"/>
              </a:spcAft>
              <a:buNone/>
            </a:pPr>
            <a:r>
              <a:rPr lang="en-US" sz="2400" b="0" i="0" u="none" strike="noStrike" cap="none">
                <a:solidFill>
                  <a:srgbClr val="000000"/>
                </a:solidFill>
                <a:latin typeface="Times New Roman"/>
                <a:ea typeface="Times New Roman"/>
                <a:cs typeface="Times New Roman"/>
                <a:sym typeface="Times New Roman"/>
              </a:rPr>
              <a:t>• Each technology has benefits and trade-offs; architecture should match the problem being solved.</a:t>
            </a:r>
            <a:endParaRPr sz="1800"/>
          </a:p>
        </p:txBody>
      </p:sp>
      <p:sp>
        <p:nvSpPr>
          <p:cNvPr id="708" name="Google Shape;708;g3fb0e9563c7_0_318"/>
          <p:cNvSpPr txBox="1"/>
          <p:nvPr/>
        </p:nvSpPr>
        <p:spPr>
          <a:xfrm>
            <a:off x="10517450" y="2913250"/>
            <a:ext cx="5943600" cy="4434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References</a:t>
            </a:r>
            <a:endParaRPr/>
          </a:p>
        </p:txBody>
      </p:sp>
      <p:sp>
        <p:nvSpPr>
          <p:cNvPr id="709" name="Google Shape;709;g3fb0e9563c7_0_318"/>
          <p:cNvSpPr txBox="1"/>
          <p:nvPr/>
        </p:nvSpPr>
        <p:spPr>
          <a:xfrm>
            <a:off x="10517450" y="3599050"/>
            <a:ext cx="6675000" cy="30291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Times New Roman"/>
                <a:ea typeface="Times New Roman"/>
                <a:cs typeface="Times New Roman"/>
                <a:sym typeface="Times New Roman"/>
              </a:rPr>
              <a:t>Cloud Native Computing Foundation (CNCF)</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www.cncf.io</a:t>
            </a:r>
            <a:br>
              <a:rPr lang="en-US" sz="2400" b="0" i="0" u="none" strike="noStrike" cap="none">
                <a:solidFill>
                  <a:srgbClr val="000000"/>
                </a:solidFill>
                <a:latin typeface="Times New Roman"/>
                <a:ea typeface="Times New Roman"/>
                <a:cs typeface="Times New Roman"/>
                <a:sym typeface="Times New Roman"/>
              </a:rPr>
            </a:b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World Wide Web Consortium (W3C)</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www.w3.org</a:t>
            </a:r>
            <a:br>
              <a:rPr lang="en-US" sz="2400" b="0" i="0" u="none" strike="noStrike" cap="none">
                <a:solidFill>
                  <a:srgbClr val="000000"/>
                </a:solidFill>
                <a:latin typeface="Times New Roman"/>
                <a:ea typeface="Times New Roman"/>
                <a:cs typeface="Times New Roman"/>
                <a:sym typeface="Times New Roman"/>
              </a:rPr>
            </a:b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Ethereum Developer Documentation</a:t>
            </a:r>
            <a:br>
              <a:rPr lang="en-US" sz="2400" b="0" i="0" u="none" strike="noStrike" cap="none">
                <a:solidFill>
                  <a:srgbClr val="000000"/>
                </a:solidFill>
                <a:latin typeface="Times New Roman"/>
                <a:ea typeface="Times New Roman"/>
                <a:cs typeface="Times New Roman"/>
                <a:sym typeface="Times New Roman"/>
              </a:rPr>
            </a:br>
            <a:r>
              <a:rPr lang="en-US" sz="2400" b="0" i="0" u="none" strike="noStrike" cap="none">
                <a:solidFill>
                  <a:srgbClr val="000000"/>
                </a:solidFill>
                <a:latin typeface="Times New Roman"/>
                <a:ea typeface="Times New Roman"/>
                <a:cs typeface="Times New Roman"/>
                <a:sym typeface="Times New Roman"/>
              </a:rPr>
              <a:t>ethereum.org/developers/docs</a:t>
            </a:r>
            <a:endParaRPr sz="1800"/>
          </a:p>
        </p:txBody>
      </p:sp>
      <p:sp>
        <p:nvSpPr>
          <p:cNvPr id="710" name="Google Shape;710;g3fb0e9563c7_0_318"/>
          <p:cNvSpPr txBox="1"/>
          <p:nvPr/>
        </p:nvSpPr>
        <p:spPr>
          <a:xfrm>
            <a:off x="1005840" y="8887968"/>
            <a:ext cx="1097400" cy="381600"/>
          </a:xfrm>
          <a:prstGeom prst="rect">
            <a:avLst/>
          </a:prstGeom>
          <a:noFill/>
          <a:ln>
            <a:noFill/>
          </a:ln>
        </p:spPr>
        <p:txBody>
          <a:bodyPr spcFirstLastPara="1" wrap="square" lIns="36575" tIns="36575" rIns="36575" bIns="36575"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53</a:t>
            </a:r>
            <a:endParaRPr/>
          </a:p>
        </p:txBody>
      </p:sp>
      <p:sp>
        <p:nvSpPr>
          <p:cNvPr id="711" name="Google Shape;711;g3fb0e9563c7_0_318"/>
          <p:cNvSpPr/>
          <p:nvPr/>
        </p:nvSpPr>
        <p:spPr>
          <a:xfrm>
            <a:off x="2743200" y="9144000"/>
            <a:ext cx="8942700" cy="22800"/>
          </a:xfrm>
          <a:prstGeom prst="rect">
            <a:avLst/>
          </a:prstGeom>
          <a:solidFill>
            <a:srgbClr val="D2D2D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B73BA"/>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3759</Words>
  <Application>Microsoft Office PowerPoint</Application>
  <PresentationFormat>Custom</PresentationFormat>
  <Paragraphs>581</Paragraphs>
  <Slides>56</Slides>
  <Notes>56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Lucida Sans</vt:lpstr>
      <vt:lpstr>Times New Roman</vt:lpstr>
      <vt:lpstr>Trebuchet MS</vt:lpstr>
      <vt:lpstr>Office Theme</vt:lpstr>
      <vt:lpstr>MODULE I: INTRODUCTION TO WEB AND INTERNET FUNDAMENTALS </vt:lpstr>
      <vt:lpstr>MODULE OVERVIEW</vt:lpstr>
      <vt:lpstr>1. Evolution of the Web</vt:lpstr>
      <vt:lpstr>What can we do using the Internet?</vt:lpstr>
      <vt:lpstr>ARPANET: THE BEGINNING OF THE INTERNET</vt:lpstr>
      <vt:lpstr>WEB 1.0: THE READ-ONLY WEB (1991–2004)</vt:lpstr>
      <vt:lpstr>WEB 2.0: THE READ-WRITE WEB (2004+)</vt:lpstr>
      <vt:lpstr>WEB 3.0: THE SEMANTIC &amp; AI-POWERED WEB(2010+) </vt:lpstr>
      <vt:lpstr>WEB 4.0: THE INTELLIGENT WEB (2010s–Present, Emerging)</vt:lpstr>
      <vt:lpstr> 2: AI IN WEB ARCHITECTURE</vt:lpstr>
      <vt:lpstr> 1. User The person who interacts with the web application using a computer, laptop, tablet, or smartphone.  Search for information.  Give commands through text or voice.  Upload images or files   2. Web Interface HTML, CSS, JavaScript Displays AI-generated results. Allows users to interact with AI features.  3. Web/Application Server Receives user requests. Communicates with databases and AI models. Handles business logic. </vt:lpstr>
      <vt:lpstr>AI APPLICATIONS IN WEB</vt:lpstr>
      <vt:lpstr>CLIENT-SERVER MODEL: DEFINITIONS</vt:lpstr>
      <vt:lpstr>CLIENT-SERVER ARCHITECTURE</vt:lpstr>
      <vt:lpstr>ADVANTAGES OF CLIENT- SERVER MODEL </vt:lpstr>
      <vt:lpstr>Browser &amp; Server Communication</vt:lpstr>
      <vt:lpstr> </vt:lpstr>
      <vt:lpstr>Domain Name </vt:lpstr>
      <vt:lpstr>Domain Name System  DNS stands for Domain Name System. It is a distributed naming system that translates human-readable domain names into IP addresses </vt:lpstr>
      <vt:lpstr> </vt:lpstr>
      <vt:lpstr>What is a Web Protocol?</vt:lpstr>
      <vt:lpstr> </vt:lpstr>
      <vt:lpstr>Important features of HTTP: Used for communication between browser and server. It follows a request-response model. HTTP itself does not encrypt the data. Usually uses port 80. Data can potentially be intercepted while traveling across the network. </vt:lpstr>
      <vt:lpstr>HTTPS stands for HyperText Transfer Protocol Secure.  It is the secure version of HTTP.  HTTPS uses TLS (Transport Layer Security) to encrypt communication between the browser and the server. </vt:lpstr>
      <vt:lpstr> Important features of HTTPS Encrypts communication between client and server. Helps protect passwords, payment information, and other sensitive data. Uses TLS certificates to authenticate the server and establish secure communication. Usually uses port 443. Helps protect against attackers reading or modifying data in transit. </vt:lpstr>
      <vt:lpstr>HTTP Request Response Cycle</vt:lpstr>
      <vt:lpstr>COOKIES</vt:lpstr>
      <vt:lpstr> </vt:lpstr>
      <vt:lpstr>Common uses of cookies 🔐 Session management – keeping you logged in ⚙️ Preferences – remembering language or theme 🛒 Shopping carts – remembering items 📊 Analytics – understanding website usage 🎯 Personalization – showing relevant content  </vt:lpstr>
      <vt:lpstr>Types of Cookies </vt:lpstr>
      <vt:lpstr>SESSIONS </vt:lpstr>
      <vt:lpstr> </vt:lpstr>
      <vt:lpstr>COOKIES VS SESSIONS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I: INTRODUCTION TO WEB AND INTERNET FUNDAMENTALS</dc:title>
  <dc:creator>dhanuja patil</dc:creator>
  <cp:lastModifiedBy>Pooja Mishra</cp:lastModifiedBy>
  <cp:revision>2</cp:revision>
  <dcterms:created xsi:type="dcterms:W3CDTF">2026-07-30T10:35:47Z</dcterms:created>
  <dcterms:modified xsi:type="dcterms:W3CDTF">2026-09-10T15:40:31Z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2026-07-30T00:00:00Z</vt:filetime>
  </property>
  <property fmtid="{D5CDD505-2E9C-101B-9397-08002B2CF9AE}" pid="4" name="Creator">
    <vt:lpwstr>Canva</vt:lpwstr>
  </property>
  <property fmtid="{D5CDD505-2E9C-101B-9397-08002B2CF9AE}" pid="5" name="LastSaved">
    <vt:filetime>2026-07-30T00:00:00Z</vt:filetime>
  </property>
  <property fmtid="{D5CDD505-2E9C-101B-9397-08002B2CF9AE}" pid="6" name="Producer">
    <vt:lpwstr>Canva</vt:lpwstr>
  </property>
  <property fmtid="{D5CDD505-2E9C-101B-9397-08002B2CF9AE}" pid="7" name="containsAiGeneratedContent">
    <vt:lpwstr>Yes</vt:lpwstr>
  </property>
</Properties>
</file>